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6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3"/>
    <p:sldMasterId id="2147483679" r:id="rId4"/>
    <p:sldMasterId id="2147483682" r:id="rId5"/>
    <p:sldMasterId id="2147483684" r:id="rId6"/>
  </p:sldMasterIdLst>
  <p:notesMasterIdLst>
    <p:notesMasterId r:id="rId10"/>
  </p:notesMasterIdLst>
  <p:handoutMasterIdLst>
    <p:handoutMasterId r:id="rId11"/>
  </p:handoutMasterIdLst>
  <p:sldIdLst>
    <p:sldId id="3575" r:id="rId7"/>
    <p:sldId id="3571" r:id="rId8"/>
    <p:sldId id="3572" r:id="rId9"/>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8" pos="416" userDrawn="1">
          <p15:clr>
            <a:srgbClr val="A4A3A4"/>
          </p15:clr>
        </p15:guide>
        <p15:guide id="2" pos="6734" userDrawn="1">
          <p15:clr>
            <a:srgbClr val="A4A3A4"/>
          </p15:clr>
        </p15:guide>
        <p15:guide id="3" orient="horz" pos="2930" userDrawn="1">
          <p15:clr>
            <a:srgbClr val="A4A3A4"/>
          </p15:clr>
        </p15:guide>
        <p15:guide id="4" orient="horz" pos="3933" userDrawn="1">
          <p15:clr>
            <a:srgbClr val="A4A3A4"/>
          </p15:clr>
        </p15:guide>
        <p15:guide id="5" orient="horz" pos="3706" userDrawn="1">
          <p15:clr>
            <a:srgbClr val="A4A3A4"/>
          </p15:clr>
        </p15:guide>
        <p15:guide id="6" pos="3836" userDrawn="1">
          <p15:clr>
            <a:srgbClr val="A4A3A4"/>
          </p15:clr>
        </p15:guide>
        <p15:guide id="7" orient="horz" pos="1062" userDrawn="1">
          <p15:clr>
            <a:srgbClr val="A4A3A4"/>
          </p15:clr>
        </p15:guide>
        <p15:guide id="9" pos="6196" userDrawn="1">
          <p15:clr>
            <a:srgbClr val="A4A3A4"/>
          </p15:clr>
        </p15:guide>
        <p15:guide id="10" pos="3346" userDrawn="1">
          <p15:clr>
            <a:srgbClr val="A4A3A4"/>
          </p15:clr>
        </p15:guide>
        <p15:guide id="11" orient="horz" pos="2706" userDrawn="1">
          <p15:clr>
            <a:srgbClr val="A4A3A4"/>
          </p15:clr>
        </p15:guide>
        <p15:guide id="12" pos="45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2677"/>
    <a:srgbClr val="69413C"/>
    <a:srgbClr val="AD5192"/>
    <a:srgbClr val="FFFFFF"/>
    <a:srgbClr val="CC66FF"/>
    <a:srgbClr val="D6A8C9"/>
    <a:srgbClr val="00488A"/>
    <a:srgbClr val="C27DAD"/>
    <a:srgbClr val="BFBFBF"/>
    <a:srgbClr val="3C79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2" autoAdjust="0"/>
    <p:restoredTop sz="78460" autoAdjust="0"/>
  </p:normalViewPr>
  <p:slideViewPr>
    <p:cSldViewPr snapToGrid="0" showGuides="1">
      <p:cViewPr varScale="1">
        <p:scale>
          <a:sx n="75" d="100"/>
          <a:sy n="75" d="100"/>
        </p:scale>
        <p:origin x="1260" y="44"/>
      </p:cViewPr>
      <p:guideLst>
        <p:guide pos="416"/>
        <p:guide pos="6734"/>
        <p:guide orient="horz" pos="2930"/>
        <p:guide orient="horz" pos="3933"/>
        <p:guide orient="horz" pos="3706"/>
        <p:guide pos="3836"/>
        <p:guide orient="horz" pos="1062"/>
        <p:guide pos="6196"/>
        <p:guide pos="3346"/>
        <p:guide orient="horz" pos="2706"/>
        <p:guide pos="4503"/>
      </p:guideLst>
    </p:cSldViewPr>
  </p:slideViewPr>
  <p:notesTextViewPr>
    <p:cViewPr>
      <p:scale>
        <a:sx n="1" d="1"/>
        <a:sy n="1" d="1"/>
      </p:scale>
      <p:origin x="0" y="0"/>
    </p:cViewPr>
  </p:notesTextViewPr>
  <p:sorterViewPr>
    <p:cViewPr>
      <p:scale>
        <a:sx n="66" d="100"/>
        <a:sy n="66" d="100"/>
      </p:scale>
      <p:origin x="0" y="-10014"/>
    </p:cViewPr>
  </p:sorterViewPr>
  <p:notesViewPr>
    <p:cSldViewPr snapToGrid="0">
      <p:cViewPr varScale="1">
        <p:scale>
          <a:sx n="65" d="100"/>
          <a:sy n="65" d="100"/>
        </p:scale>
        <p:origin x="3354" y="66"/>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gs" Target="tags/tag65.xml"/><Relationship Id="rId16" Type="http://schemas.openxmlformats.org/officeDocument/2006/relationships/customXml" Target="../customXml/item1.xml"/><Relationship Id="rId15" Type="http://schemas.openxmlformats.org/officeDocument/2006/relationships/customXmlProps" Target="../customXml/itemProps64.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10D0C7-7F75-48C3-8F2C-DEEEE113ADC1}"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D3A4EA-96FA-4621-B390-257286540B00}"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6BE601-A7EB-47FD-8DC5-0004EC62FB2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D26BA-F802-41A4-A9FA-072BECFC366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7.xml"/><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题幻灯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4189" y="1970143"/>
            <a:ext cx="6538686" cy="1497857"/>
          </a:xfrm>
          <a:prstGeom prst="rect">
            <a:avLst/>
          </a:prstGeom>
        </p:spPr>
        <p:txBody>
          <a:bodyPr lIns="0" tIns="0" rIns="0" bIns="0" anchor="ctr" anchorCtr="0">
            <a:normAutofit/>
          </a:bodyPr>
          <a:lstStyle>
            <a:lvl1pPr algn="just">
              <a:lnSpc>
                <a:spcPct val="120000"/>
              </a:lnSpc>
              <a:defRPr sz="4400">
                <a:solidFill>
                  <a:srgbClr val="AD5192"/>
                </a:solidFill>
              </a:defRPr>
            </a:lvl1pPr>
          </a:lstStyle>
          <a:p>
            <a:r>
              <a:rPr lang="zh-CN" altLang="en-US" dirty="0"/>
              <a:t>单击此处编辑母版</a:t>
            </a:r>
            <a:br>
              <a:rPr lang="en-US" altLang="zh-CN" dirty="0"/>
            </a:br>
            <a:r>
              <a:rPr lang="zh-CN" altLang="en-US" dirty="0"/>
              <a:t>标题样式</a:t>
            </a:r>
            <a:endParaRPr lang="zh-CN" altLang="en-US" dirty="0"/>
          </a:p>
        </p:txBody>
      </p:sp>
      <p:sp>
        <p:nvSpPr>
          <p:cNvPr id="3" name="文本占位符 2"/>
          <p:cNvSpPr>
            <a:spLocks noGrp="1"/>
          </p:cNvSpPr>
          <p:nvPr>
            <p:ph type="body" idx="1" hasCustomPrompt="1"/>
          </p:nvPr>
        </p:nvSpPr>
        <p:spPr>
          <a:xfrm>
            <a:off x="746073" y="4735748"/>
            <a:ext cx="3339965" cy="333375"/>
          </a:xfrm>
          <a:prstGeom prst="rect">
            <a:avLst/>
          </a:prstGeom>
          <a:solidFill>
            <a:srgbClr val="992677"/>
          </a:solidFill>
        </p:spPr>
        <p:txBody>
          <a:bodyPr lIns="90000" tIns="0" rIns="90000" bIns="0" anchor="ctr" anchorCtr="0">
            <a:normAutofit/>
          </a:bodyPr>
          <a:lstStyle>
            <a:lvl1pPr marL="0" indent="0" algn="just">
              <a:buNone/>
              <a:defRPr sz="1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13"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8" name="文本占位符 7"/>
          <p:cNvSpPr>
            <a:spLocks noGrp="1"/>
          </p:cNvSpPr>
          <p:nvPr>
            <p:ph type="body" sz="quarter" idx="14" hasCustomPrompt="1"/>
          </p:nvPr>
        </p:nvSpPr>
        <p:spPr>
          <a:xfrm>
            <a:off x="714189" y="3671102"/>
            <a:ext cx="6538686" cy="209408"/>
          </a:xfrm>
          <a:prstGeom prst="rect">
            <a:avLst/>
          </a:prstGeom>
        </p:spPr>
        <p:txBody>
          <a:bodyPr lIns="0" tIns="0" rIns="0" bIns="0" anchor="ctr" anchorCtr="0">
            <a:normAutofit/>
          </a:bodyPr>
          <a:lstStyle>
            <a:lvl1pPr marL="0" indent="0" algn="dist">
              <a:buFontTx/>
              <a:buNone/>
              <a:defRPr sz="1600">
                <a:solidFill>
                  <a:schemeClr val="tx1">
                    <a:lumMod val="50000"/>
                    <a:lumOff val="50000"/>
                  </a:schemeClr>
                </a:solidFill>
              </a:defRPr>
            </a:lvl1pPr>
          </a:lstStyle>
          <a:p>
            <a:pPr lvl="0"/>
            <a:r>
              <a:rPr lang="en-US" altLang="zh-CN" dirty="0"/>
              <a:t>Lorem ipsum dolor sit amet, consectetuer </a:t>
            </a:r>
            <a:r>
              <a:rPr lang="en-US" altLang="zh-CN" dirty="0" err="1"/>
              <a:t>adipiscing</a:t>
            </a:r>
            <a:r>
              <a:rPr lang="en-US" altLang="zh-CN" dirty="0"/>
              <a:t> </a:t>
            </a:r>
            <a:r>
              <a:rPr lang="en-US" altLang="zh-CN" dirty="0" err="1"/>
              <a:t>elit</a:t>
            </a:r>
            <a:endParaRPr lang="zh-CN" altLang="en-US" dirty="0"/>
          </a:p>
        </p:txBody>
      </p:sp>
      <p:sp>
        <p:nvSpPr>
          <p:cNvPr id="7" name="日期占位符 6"/>
          <p:cNvSpPr>
            <a:spLocks noGrp="1"/>
          </p:cNvSpPr>
          <p:nvPr>
            <p:ph type="dt" sz="half" idx="15"/>
          </p:nvPr>
        </p:nvSpPr>
        <p:spPr>
          <a:xfrm>
            <a:off x="660400" y="6243805"/>
            <a:ext cx="2743200" cy="365125"/>
          </a:xfrm>
          <a:prstGeom prst="rect">
            <a:avLst/>
          </a:prstGeom>
        </p:spPr>
        <p:txBody>
          <a:bodyPr/>
          <a:lstStyle/>
          <a:p>
            <a:fld id="{86E89D27-164C-4E17-8B88-FA5E8DD75F4A}" type="datetime1">
              <a:rPr lang="zh-CN" altLang="en-US" smtClean="0"/>
            </a:fld>
            <a:endParaRPr lang="zh-CN" altLang="en-US"/>
          </a:p>
        </p:txBody>
      </p:sp>
      <p:sp>
        <p:nvSpPr>
          <p:cNvPr id="9" name="灯片编号占位符 8"/>
          <p:cNvSpPr>
            <a:spLocks noGrp="1"/>
          </p:cNvSpPr>
          <p:nvPr>
            <p:ph type="sldNum" sz="quarter" idx="16"/>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87" name="矩形 86"/>
          <p:cNvSpPr/>
          <p:nvPr userDrawn="1"/>
        </p:nvSpPr>
        <p:spPr>
          <a:xfrm>
            <a:off x="4922117" y="6308325"/>
            <a:ext cx="2247309"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grpSp>
        <p:nvGrpSpPr>
          <p:cNvPr id="4"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2"/>
            </p:custDataLst>
          </p:nvPr>
        </p:nvGrpSpPr>
        <p:grpSpPr>
          <a:xfrm>
            <a:off x="642871" y="478971"/>
            <a:ext cx="2977335" cy="686722"/>
            <a:chOff x="2035175" y="2493963"/>
            <a:chExt cx="8121650" cy="1873250"/>
          </a:xfrm>
        </p:grpSpPr>
        <p:sp>
          <p:nvSpPr>
            <p:cNvPr id="5" name="iṡľïḑê"/>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 name="íṩ1iḓê"/>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 name="î$ľîḑè"/>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 name="isḷiďè"/>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 name="iśľíḋè"/>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8" name="iṩḻiḋé"/>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9" name="îṥļïḓè"/>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0" name="ïṥliḍè"/>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1" name="iśḷíḓê"/>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2" name="isļiḓe"/>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3" name="îs1ïdè"/>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4" name="iṡḻïďe"/>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5" name="ï$ľídè"/>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6" name="isḻïḋê"/>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7" name="îṧḷïde"/>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8" name="iṣḷíḍé"/>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9" name="isľïde"/>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0" name="îślîḍé"/>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1" name="îŝḻiďé"/>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2" name="íṣḻiḋè"/>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3" name="îSlîḓè"/>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4" name="iṩḷïdê"/>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5" name="ïś1ïḍê"/>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6" name="îşliḍè"/>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7" name="išḷidê"/>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8" name="îSḻiḍe"/>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9" name="ïṧļïḍe"/>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0" name="îŝļïḋé"/>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1" name="îṡlïḍe"/>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2" name="ïśļïḑê"/>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3" name="îSľïde"/>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4" name="iṧḻïdé"/>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5" name="íŝļíḑé"/>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6" name="ï$ļiḑé"/>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7" name="îṧļïde"/>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8" name="íşlîḍè"/>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9" name="îŝļîďé"/>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0" name="îŝlîḑê"/>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1" name="îṣḷïdè"/>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2" name="íśļîḍè"/>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3" name="íśļïḍe"/>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4" name="íŝliḓê"/>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5" name="iślïḓê"/>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6" name="íSlïdè"/>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7" name="iṣḻïḍe"/>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8" name="ïşľidé"/>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9" name="ïṣliḋê"/>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0" name="îṩḻiḓê"/>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1" name="iśļîḋè"/>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2" name="iṣliḓê"/>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3" name="íṡľiḍê"/>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4" name="íšlîde"/>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5" name="îṡḷíḋé"/>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6" name="îsḻiḓe"/>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7" name="î$ļïdè"/>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8" name="îṧḷíḓê"/>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9" name="íṩ1iḑê"/>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0" name="îṥlîdê"/>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1" name="îṧľîḑé"/>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2" name="ï$ļíḑe"/>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3" name="iṩḷïde"/>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4" name="í$ḷïďê"/>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5" name="îśľïḑe"/>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6" name="ïSlîḍè"/>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7" name="işliḍé"/>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8" name="ísḻïde"/>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9" name="iŝļiḋê"/>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0" name="iṧḷîdè"/>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1" name="isļíḍè"/>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2" name="ïṡ1íḓe"/>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3" name="isḷiḑê"/>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4" name="ïṥlíḓê"/>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5" name="îṧḷíḍé"/>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6" name="îṩḻïďè"/>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7" name="ïşļídé"/>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8" name="iṧḻíďe"/>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9" name="ïSlïḓé"/>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0" name="išľîḑé"/>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1" name="îṥḻîďè"/>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2" name="i$líḋé"/>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3" name="iṡľîḋê"/>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4" name="ïśḷîḍè"/>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5" name="íṣļíḓe"/>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6" name="ïslïḓé"/>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7" name="ïṣḻîḋé"/>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8" name="ïṥḷîḓè"/>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9" name="iṥḷíďè"/>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0" name="ïş1ídè"/>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1" name="îŝļiḑe"/>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2" name="í$ļïḓé"/>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3" name="i$1iďê"/>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4" name="îšḷiḍe"/>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5" name="íṥlïdê"/>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6" name="íśľîďé"/>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7" name="iŝḻîdé"/>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8" name="ïsḷiḍé"/>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9" name="íṧ1iďè"/>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0" name="îṩľíḓe"/>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1" name="ïṡ1ïḑé"/>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2" name="iṡlíďe"/>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3" name="ïšḷiḍè"/>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4" name="í$1îḓè"/>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5" name="î$ľidé"/>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6" name="išḻïďê"/>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7" name="îSļíďê"/>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8" name="íṧḻiḋe"/>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9" name="îṡ1iďé"/>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0" name="ï$ḷïdè"/>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1" name="işlîḋê"/>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2" name="işḻïḑè"/>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3" name="ïslidê"/>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4" name="íṣḻíḑê"/>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5" name="ísḻídé"/>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6" name="iṧḻide"/>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7" name="îṧļïďe"/>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8" name="iṣḷîḋê"/>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9" name="íŝ1ïḍè"/>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0" name="íŝlîḋe"/>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1" name="iŝḻiďê"/>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2" name="îṥḻiḍè"/>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3" name="íṩḷîḋe"/>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4" name="iṧḻiḋè"/>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5" name="î$ľíḓè"/>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6" name="ïsľíďe"/>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7" name="íšḷïdé"/>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8" name="ïslîḍê"/>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9" name="îŝľíḍè"/>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0" name="íşľîḑé"/>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1" name="íSḷîḍè"/>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2" name="ïşļîḍè"/>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3" name="ísḷiḋe"/>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4" name="išḷîḓe"/>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5" name="ïṩļidê"/>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6" name="îṧliḑe"/>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7" name="ïśḷïḓè"/>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8" name="ísliďè"/>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9" name="ïsḷíḍé"/>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0" name="ïšlîḑê"/>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1" name="îṧḻîḓé"/>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2" name="iśļîḋê"/>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FB01F7F0-1B86-4548-AA68-EE0E1A2790A4}"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2" name="矩形 1"/>
          <p:cNvSpPr/>
          <p:nvPr userDrawn="1"/>
        </p:nvSpPr>
        <p:spPr>
          <a:xfrm>
            <a:off x="0" y="371061"/>
            <a:ext cx="3403600" cy="657639"/>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9888" y="386834"/>
            <a:ext cx="1364476" cy="646331"/>
          </a:xfrm>
          <a:prstGeom prst="rect">
            <a:avLst/>
          </a:prstGeom>
        </p:spPr>
        <p:txBody>
          <a:bodyPr wrap="none">
            <a:spAutoFit/>
          </a:bodyPr>
          <a:lstStyle/>
          <a:p>
            <a:r>
              <a:rPr lang="zh-CN" altLang="en-US" sz="3600" b="1" dirty="0">
                <a:solidFill>
                  <a:schemeClr val="bg1"/>
                </a:solidFill>
                <a:latin typeface="+mn-lt"/>
                <a:ea typeface="+mn-ea"/>
                <a:cs typeface="+mn-ea"/>
                <a:sym typeface="+mn-lt"/>
              </a:rPr>
              <a:t>目 录 </a:t>
            </a:r>
            <a:endParaRPr lang="zh-CN" altLang="en-US" sz="3600" b="1" dirty="0"/>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15" name="文本占位符 14"/>
          <p:cNvSpPr>
            <a:spLocks noGrp="1"/>
          </p:cNvSpPr>
          <p:nvPr>
            <p:ph type="body" sz="quarter" idx="14" hasCustomPrompt="1"/>
          </p:nvPr>
        </p:nvSpPr>
        <p:spPr>
          <a:xfrm>
            <a:off x="546100" y="2296001"/>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1</a:t>
            </a:r>
            <a:endParaRPr lang="zh-CN" altLang="en-US" dirty="0"/>
          </a:p>
        </p:txBody>
      </p:sp>
      <p:sp>
        <p:nvSpPr>
          <p:cNvPr id="20" name="文本占位符 19"/>
          <p:cNvSpPr>
            <a:spLocks noGrp="1"/>
          </p:cNvSpPr>
          <p:nvPr>
            <p:ph type="body" sz="quarter" idx="17" hasCustomPrompt="1"/>
          </p:nvPr>
        </p:nvSpPr>
        <p:spPr>
          <a:xfrm>
            <a:off x="1517755" y="2375691"/>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研究背景</a:t>
            </a:r>
            <a:endParaRPr lang="zh-CN" altLang="en-US" dirty="0"/>
          </a:p>
        </p:txBody>
      </p:sp>
      <p:sp>
        <p:nvSpPr>
          <p:cNvPr id="21" name="文本占位符 19"/>
          <p:cNvSpPr>
            <a:spLocks noGrp="1"/>
          </p:cNvSpPr>
          <p:nvPr>
            <p:ph type="body" sz="quarter" idx="18" hasCustomPrompt="1"/>
          </p:nvPr>
        </p:nvSpPr>
        <p:spPr>
          <a:xfrm>
            <a:off x="1517756" y="2666112"/>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a:t>Background</a:t>
            </a:r>
            <a:endParaRPr lang="zh-CN" altLang="en-US"/>
          </a:p>
        </p:txBody>
      </p:sp>
      <p:sp>
        <p:nvSpPr>
          <p:cNvPr id="22" name="文本占位符 14"/>
          <p:cNvSpPr>
            <a:spLocks noGrp="1"/>
          </p:cNvSpPr>
          <p:nvPr>
            <p:ph type="body" sz="quarter" idx="19" hasCustomPrompt="1"/>
          </p:nvPr>
        </p:nvSpPr>
        <p:spPr>
          <a:xfrm>
            <a:off x="3247176" y="2296001"/>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2</a:t>
            </a:r>
            <a:endParaRPr lang="zh-CN" altLang="en-US" dirty="0"/>
          </a:p>
        </p:txBody>
      </p:sp>
      <p:sp>
        <p:nvSpPr>
          <p:cNvPr id="23" name="文本占位符 19"/>
          <p:cNvSpPr>
            <a:spLocks noGrp="1"/>
          </p:cNvSpPr>
          <p:nvPr>
            <p:ph type="body" sz="quarter" idx="20" hasCustomPrompt="1"/>
          </p:nvPr>
        </p:nvSpPr>
        <p:spPr>
          <a:xfrm>
            <a:off x="4218831" y="2375691"/>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研究内容</a:t>
            </a:r>
            <a:endParaRPr lang="zh-CN" altLang="en-US" dirty="0"/>
          </a:p>
        </p:txBody>
      </p:sp>
      <p:sp>
        <p:nvSpPr>
          <p:cNvPr id="24" name="文本占位符 19"/>
          <p:cNvSpPr>
            <a:spLocks noGrp="1"/>
          </p:cNvSpPr>
          <p:nvPr>
            <p:ph type="body" sz="quarter" idx="21" hasCustomPrompt="1"/>
          </p:nvPr>
        </p:nvSpPr>
        <p:spPr>
          <a:xfrm>
            <a:off x="4218832" y="2666112"/>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r>
              <a:rPr lang="en-US" altLang="zh-CN">
                <a:latin typeface="Arial" panose="020B0604020202020204" pitchFamily="34" charset="0"/>
                <a:ea typeface="微软雅黑" panose="020B0503020204020204" charset="-122"/>
                <a:sym typeface="Arial" panose="020B0604020202020204" pitchFamily="34" charset="0"/>
              </a:rPr>
              <a:t>Detachment</a:t>
            </a: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25" name="文本占位符 14"/>
          <p:cNvSpPr>
            <a:spLocks noGrp="1"/>
          </p:cNvSpPr>
          <p:nvPr>
            <p:ph type="body" sz="quarter" idx="22" hasCustomPrompt="1"/>
          </p:nvPr>
        </p:nvSpPr>
        <p:spPr>
          <a:xfrm>
            <a:off x="6012086" y="2296001"/>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3</a:t>
            </a:r>
            <a:endParaRPr lang="zh-CN" altLang="en-US" dirty="0"/>
          </a:p>
        </p:txBody>
      </p:sp>
      <p:sp>
        <p:nvSpPr>
          <p:cNvPr id="26" name="文本占位符 19"/>
          <p:cNvSpPr>
            <a:spLocks noGrp="1"/>
          </p:cNvSpPr>
          <p:nvPr>
            <p:ph type="body" sz="quarter" idx="23" hasCustomPrompt="1"/>
          </p:nvPr>
        </p:nvSpPr>
        <p:spPr>
          <a:xfrm>
            <a:off x="6983741" y="2375691"/>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研究方法</a:t>
            </a:r>
            <a:endParaRPr lang="zh-CN" altLang="en-US" dirty="0"/>
          </a:p>
        </p:txBody>
      </p:sp>
      <p:sp>
        <p:nvSpPr>
          <p:cNvPr id="27" name="文本占位符 19"/>
          <p:cNvSpPr>
            <a:spLocks noGrp="1"/>
          </p:cNvSpPr>
          <p:nvPr>
            <p:ph type="body" sz="quarter" idx="24" hasCustomPrompt="1"/>
          </p:nvPr>
        </p:nvSpPr>
        <p:spPr>
          <a:xfrm>
            <a:off x="6983742" y="2666112"/>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Method</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8" name="文本占位符 14"/>
          <p:cNvSpPr>
            <a:spLocks noGrp="1"/>
          </p:cNvSpPr>
          <p:nvPr>
            <p:ph type="body" sz="quarter" idx="25" hasCustomPrompt="1"/>
          </p:nvPr>
        </p:nvSpPr>
        <p:spPr>
          <a:xfrm>
            <a:off x="546100" y="3915433"/>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4</a:t>
            </a:r>
            <a:endParaRPr lang="zh-CN" altLang="en-US" dirty="0"/>
          </a:p>
        </p:txBody>
      </p:sp>
      <p:sp>
        <p:nvSpPr>
          <p:cNvPr id="29" name="文本占位符 19"/>
          <p:cNvSpPr>
            <a:spLocks noGrp="1"/>
          </p:cNvSpPr>
          <p:nvPr>
            <p:ph type="body" sz="quarter" idx="26" hasCustomPrompt="1"/>
          </p:nvPr>
        </p:nvSpPr>
        <p:spPr>
          <a:xfrm>
            <a:off x="1517755" y="3995123"/>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研究结论</a:t>
            </a:r>
            <a:endParaRPr lang="zh-CN" altLang="en-US" dirty="0"/>
          </a:p>
        </p:txBody>
      </p:sp>
      <p:sp>
        <p:nvSpPr>
          <p:cNvPr id="30" name="文本占位符 19"/>
          <p:cNvSpPr>
            <a:spLocks noGrp="1"/>
          </p:cNvSpPr>
          <p:nvPr>
            <p:ph type="body" sz="quarter" idx="27" hasCustomPrompt="1"/>
          </p:nvPr>
        </p:nvSpPr>
        <p:spPr>
          <a:xfrm>
            <a:off x="1517756" y="4285544"/>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Conclusion</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31" name="文本占位符 14"/>
          <p:cNvSpPr>
            <a:spLocks noGrp="1"/>
          </p:cNvSpPr>
          <p:nvPr>
            <p:ph type="body" sz="quarter" idx="28" hasCustomPrompt="1"/>
          </p:nvPr>
        </p:nvSpPr>
        <p:spPr>
          <a:xfrm>
            <a:off x="3247176" y="3915433"/>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5</a:t>
            </a:r>
            <a:endParaRPr lang="zh-CN" altLang="en-US" dirty="0"/>
          </a:p>
        </p:txBody>
      </p:sp>
      <p:sp>
        <p:nvSpPr>
          <p:cNvPr id="32" name="文本占位符 19"/>
          <p:cNvSpPr>
            <a:spLocks noGrp="1"/>
          </p:cNvSpPr>
          <p:nvPr>
            <p:ph type="body" sz="quarter" idx="29" hasCustomPrompt="1"/>
          </p:nvPr>
        </p:nvSpPr>
        <p:spPr>
          <a:xfrm>
            <a:off x="4218831" y="3995123"/>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创新成果</a:t>
            </a:r>
            <a:endParaRPr lang="zh-CN" altLang="en-US" dirty="0"/>
          </a:p>
        </p:txBody>
      </p:sp>
      <p:sp>
        <p:nvSpPr>
          <p:cNvPr id="33" name="文本占位符 19"/>
          <p:cNvSpPr>
            <a:spLocks noGrp="1"/>
          </p:cNvSpPr>
          <p:nvPr>
            <p:ph type="body" sz="quarter" idx="30" hasCustomPrompt="1"/>
          </p:nvPr>
        </p:nvSpPr>
        <p:spPr>
          <a:xfrm>
            <a:off x="4218832" y="4285544"/>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Innovation</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34" name="文本占位符 14"/>
          <p:cNvSpPr>
            <a:spLocks noGrp="1"/>
          </p:cNvSpPr>
          <p:nvPr>
            <p:ph type="body" sz="quarter" idx="31" hasCustomPrompt="1"/>
          </p:nvPr>
        </p:nvSpPr>
        <p:spPr>
          <a:xfrm>
            <a:off x="6012086" y="3915433"/>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6</a:t>
            </a:r>
            <a:endParaRPr lang="zh-CN" altLang="en-US" dirty="0"/>
          </a:p>
        </p:txBody>
      </p:sp>
      <p:sp>
        <p:nvSpPr>
          <p:cNvPr id="35" name="文本占位符 19"/>
          <p:cNvSpPr>
            <a:spLocks noGrp="1"/>
          </p:cNvSpPr>
          <p:nvPr>
            <p:ph type="body" sz="quarter" idx="32" hasCustomPrompt="1"/>
          </p:nvPr>
        </p:nvSpPr>
        <p:spPr>
          <a:xfrm>
            <a:off x="6983741" y="3995123"/>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未来展望</a:t>
            </a:r>
            <a:endParaRPr lang="zh-CN" altLang="en-US" dirty="0"/>
          </a:p>
        </p:txBody>
      </p:sp>
      <p:sp>
        <p:nvSpPr>
          <p:cNvPr id="36" name="文本占位符 19"/>
          <p:cNvSpPr>
            <a:spLocks noGrp="1"/>
          </p:cNvSpPr>
          <p:nvPr>
            <p:ph type="body" sz="quarter" idx="33" hasCustomPrompt="1"/>
          </p:nvPr>
        </p:nvSpPr>
        <p:spPr>
          <a:xfrm>
            <a:off x="6983742" y="4285544"/>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Prospect</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5" name="矩形 4"/>
          <p:cNvSpPr/>
          <p:nvPr userDrawn="1"/>
        </p:nvSpPr>
        <p:spPr>
          <a:xfrm>
            <a:off x="4972345" y="6287867"/>
            <a:ext cx="2247309"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A21959CB-4501-4F72-BABE-36C776413D67}"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7" name="矩形 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
        <p:nvSpPr>
          <p:cNvPr id="40" name="等腰三角形 39"/>
          <p:cNvSpPr/>
          <p:nvPr userDrawn="1"/>
        </p:nvSpPr>
        <p:spPr>
          <a:xfrm rot="16200000" flipV="1">
            <a:off x="-2357058" y="-329229"/>
            <a:ext cx="5227440" cy="1156932"/>
          </a:xfrm>
          <a:prstGeom prst="triangle">
            <a:avLst>
              <a:gd name="adj" fmla="val 31111"/>
            </a:avLst>
          </a:prstGeom>
          <a:noFill/>
          <a:ln>
            <a:solidFill>
              <a:srgbClr val="7070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cxnSp>
        <p:nvCxnSpPr>
          <p:cNvPr id="41" name="直接连接符 40"/>
          <p:cNvCxnSpPr/>
          <p:nvPr userDrawn="1"/>
        </p:nvCxnSpPr>
        <p:spPr>
          <a:xfrm>
            <a:off x="3792668" y="3898613"/>
            <a:ext cx="2962487" cy="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 name="等腰三角形 41"/>
          <p:cNvSpPr/>
          <p:nvPr userDrawn="1"/>
        </p:nvSpPr>
        <p:spPr>
          <a:xfrm rot="18555005" flipV="1">
            <a:off x="4553525" y="-1413687"/>
            <a:ext cx="5227440" cy="1156932"/>
          </a:xfrm>
          <a:prstGeom prst="triangle">
            <a:avLst>
              <a:gd name="adj" fmla="val 31111"/>
            </a:avLst>
          </a:prstGeom>
          <a:noFill/>
          <a:ln>
            <a:solidFill>
              <a:srgbClr val="7070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11" name="文本占位符 10"/>
          <p:cNvSpPr>
            <a:spLocks noGrp="1"/>
          </p:cNvSpPr>
          <p:nvPr>
            <p:ph type="body" sz="quarter" idx="14" hasCustomPrompt="1"/>
          </p:nvPr>
        </p:nvSpPr>
        <p:spPr>
          <a:xfrm>
            <a:off x="1391631" y="1384300"/>
            <a:ext cx="2308120" cy="4089400"/>
          </a:xfrm>
          <a:prstGeom prst="rect">
            <a:avLst/>
          </a:prstGeom>
        </p:spPr>
        <p:txBody>
          <a:bodyPr vert="horz" lIns="91440" tIns="45720" rIns="91440" bIns="45720" rtlCol="0" anchor="b" anchorCtr="0">
            <a:noAutofit/>
          </a:bodyPr>
          <a:lstStyle>
            <a:lvl1pPr marL="228600" indent="-228600">
              <a:buFontTx/>
              <a:buNone/>
              <a:defRPr lang="zh-CN" altLang="en-US" sz="28700" dirty="0">
                <a:solidFill>
                  <a:schemeClr val="accent1"/>
                </a:solidFill>
                <a:latin typeface="Arial" panose="020B0604020202020204" pitchFamily="34" charset="0"/>
                <a:ea typeface="微软雅黑" panose="020B0503020204020204" charset="-122"/>
                <a:cs typeface="+mn-ea"/>
              </a:defRPr>
            </a:lvl1pPr>
          </a:lstStyle>
          <a:p>
            <a:pPr marL="0" lvl="0" indent="0">
              <a:lnSpc>
                <a:spcPct val="120000"/>
              </a:lnSpc>
              <a:spcBef>
                <a:spcPts val="0"/>
              </a:spcBef>
              <a:buFontTx/>
              <a:buNone/>
            </a:pPr>
            <a:r>
              <a:rPr lang="en-US" altLang="zh-CN" dirty="0"/>
              <a:t>1</a:t>
            </a:r>
            <a:endParaRPr lang="zh-CN" altLang="en-US" dirty="0"/>
          </a:p>
        </p:txBody>
      </p:sp>
      <p:sp>
        <p:nvSpPr>
          <p:cNvPr id="43" name="文本占位符 10"/>
          <p:cNvSpPr>
            <a:spLocks noGrp="1"/>
          </p:cNvSpPr>
          <p:nvPr>
            <p:ph type="body" sz="quarter" idx="15" hasCustomPrompt="1"/>
          </p:nvPr>
        </p:nvSpPr>
        <p:spPr>
          <a:xfrm>
            <a:off x="3789897" y="2831116"/>
            <a:ext cx="3055404" cy="1001144"/>
          </a:xfrm>
          <a:prstGeom prst="rect">
            <a:avLst/>
          </a:prstGeom>
        </p:spPr>
        <p:txBody>
          <a:bodyPr vert="horz" lIns="0" tIns="0" rIns="0" bIns="0" rtlCol="0" anchor="ctr" anchorCtr="0">
            <a:noAutofit/>
          </a:bodyPr>
          <a:lstStyle>
            <a:lvl1pPr marL="228600" indent="-228600" algn="dist">
              <a:buFontTx/>
              <a:buNone/>
              <a:defRPr lang="zh-CN" altLang="en-US" sz="6000" b="1" dirty="0">
                <a:solidFill>
                  <a:schemeClr val="accent1"/>
                </a:solidFill>
                <a:latin typeface="Arial" panose="020B0604020202020204" pitchFamily="34" charset="0"/>
                <a:ea typeface="微软雅黑" panose="020B0503020204020204" charset="-122"/>
                <a:cs typeface="+mn-ea"/>
              </a:defRPr>
            </a:lvl1pPr>
          </a:lstStyle>
          <a:p>
            <a:pPr marL="0" lvl="0" indent="0">
              <a:lnSpc>
                <a:spcPct val="120000"/>
              </a:lnSpc>
              <a:spcBef>
                <a:spcPts val="0"/>
              </a:spcBef>
              <a:buFontTx/>
              <a:buNone/>
            </a:pPr>
            <a:r>
              <a:rPr lang="zh-CN" altLang="en-US" dirty="0"/>
              <a:t>研究背景</a:t>
            </a:r>
            <a:endParaRPr lang="zh-CN" altLang="en-US" dirty="0"/>
          </a:p>
        </p:txBody>
      </p:sp>
      <p:sp>
        <p:nvSpPr>
          <p:cNvPr id="44" name="文本占位符 10"/>
          <p:cNvSpPr>
            <a:spLocks noGrp="1"/>
          </p:cNvSpPr>
          <p:nvPr>
            <p:ph type="body" sz="quarter" idx="16" hasCustomPrompt="1"/>
          </p:nvPr>
        </p:nvSpPr>
        <p:spPr>
          <a:xfrm>
            <a:off x="3789897" y="3810207"/>
            <a:ext cx="3055404" cy="1001144"/>
          </a:xfrm>
          <a:prstGeom prst="rect">
            <a:avLst/>
          </a:prstGeom>
        </p:spPr>
        <p:txBody>
          <a:bodyPr vert="horz" lIns="0" tIns="0" rIns="0" bIns="0" rtlCol="0" anchor="ctr" anchorCtr="0">
            <a:noAutofit/>
          </a:bodyPr>
          <a:lstStyle>
            <a:lvl1pPr marL="228600" indent="-228600" algn="dist">
              <a:buFontTx/>
              <a:buNone/>
              <a:defRPr lang="zh-CN" altLang="en-US" sz="4000" dirty="0">
                <a:solidFill>
                  <a:schemeClr val="tx1">
                    <a:lumMod val="50000"/>
                    <a:lumOff val="50000"/>
                  </a:schemeClr>
                </a:solidFill>
                <a:latin typeface="Arial" panose="020B0604020202020204" pitchFamily="34" charset="0"/>
                <a:ea typeface="微软雅黑" panose="020B0503020204020204" charset="-122"/>
                <a:cs typeface="+mn-ea"/>
              </a:defRPr>
            </a:lvl1pPr>
          </a:lstStyle>
          <a:p>
            <a:pPr marL="0" lvl="0" indent="0" algn="dist">
              <a:lnSpc>
                <a:spcPct val="120000"/>
              </a:lnSpc>
              <a:spcBef>
                <a:spcPts val="0"/>
              </a:spcBef>
              <a:buFontTx/>
              <a:buNone/>
            </a:pPr>
            <a:r>
              <a:rPr lang="en-US" altLang="zh-CN" dirty="0"/>
              <a:t>Background</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0926A2FB-F4DA-4B75-8F17-5BCCDC79EB3C}"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7" name="矩形 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
        <p:nvSpPr>
          <p:cNvPr id="40" name="等腰三角形 39"/>
          <p:cNvSpPr/>
          <p:nvPr userDrawn="1"/>
        </p:nvSpPr>
        <p:spPr>
          <a:xfrm rot="16200000" flipV="1">
            <a:off x="-2357058" y="-329229"/>
            <a:ext cx="5227440" cy="1156932"/>
          </a:xfrm>
          <a:prstGeom prst="triangle">
            <a:avLst>
              <a:gd name="adj" fmla="val 31111"/>
            </a:avLst>
          </a:prstGeom>
          <a:noFill/>
          <a:ln>
            <a:solidFill>
              <a:srgbClr val="7070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35B4249-C0C2-43D6-BA5B-9255C9F44DD7}" type="datetime1">
              <a:rPr lang="zh-CN" altLang="en-US" smtClean="0"/>
            </a:fld>
            <a:endParaRPr lang="zh-CN" altLang="en-US" dirty="0"/>
          </a:p>
        </p:txBody>
      </p:sp>
      <p:sp>
        <p:nvSpPr>
          <p:cNvPr id="4" name="灯片编号占位符 3"/>
          <p:cNvSpPr>
            <a:spLocks noGrp="1"/>
          </p:cNvSpPr>
          <p:nvPr>
            <p:ph type="sldNum" sz="quarter" idx="11"/>
          </p:nvPr>
        </p:nvSpPr>
        <p:spPr/>
        <p:txBody>
          <a:bodyPr/>
          <a:lstStyle/>
          <a:p>
            <a:fld id="{E0374D5E-809C-4B52-9B1B-43F9E111375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DE62844D-0FCD-4B99-9490-95357B7A6152}"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2" name="矩形 1"/>
          <p:cNvSpPr/>
          <p:nvPr userDrawn="1"/>
        </p:nvSpPr>
        <p:spPr>
          <a:xfrm>
            <a:off x="0" y="371061"/>
            <a:ext cx="3403600" cy="657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9888" y="386834"/>
            <a:ext cx="1364476" cy="646331"/>
          </a:xfrm>
          <a:prstGeom prst="rect">
            <a:avLst/>
          </a:prstGeom>
        </p:spPr>
        <p:txBody>
          <a:bodyPr wrap="none">
            <a:spAutoFit/>
          </a:bodyPr>
          <a:lstStyle/>
          <a:p>
            <a:r>
              <a:rPr lang="zh-CN" altLang="en-US" sz="3600" b="1" dirty="0">
                <a:solidFill>
                  <a:schemeClr val="bg1"/>
                </a:solidFill>
                <a:latin typeface="+mn-lt"/>
                <a:ea typeface="+mn-ea"/>
                <a:cs typeface="+mn-ea"/>
                <a:sym typeface="+mn-lt"/>
              </a:rPr>
              <a:t>目 录 </a:t>
            </a:r>
            <a:endParaRPr lang="zh-CN" altLang="en-US" sz="3600" b="1" dirty="0"/>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7" name="矩形 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09AC889C-E3C7-4681-9ED3-889094BE591F}"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3FA4F6F9-E816-4374-BB8C-BBF85F245EA3}"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25E3D7CB-6B27-4DCA-8AA2-020CA04153C6}"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
        <p:nvSpPr>
          <p:cNvPr id="12" name="图片占位符 11"/>
          <p:cNvSpPr>
            <a:spLocks noGrp="1"/>
          </p:cNvSpPr>
          <p:nvPr>
            <p:ph type="pic" sz="quarter" idx="13"/>
          </p:nvPr>
        </p:nvSpPr>
        <p:spPr>
          <a:xfrm>
            <a:off x="1515179" y="1704975"/>
            <a:ext cx="3987800" cy="3571875"/>
          </a:xfrm>
          <a:prstGeom prst="rect">
            <a:avLst/>
          </a:prstGeom>
        </p:spPr>
        <p:txBody>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17D89FED-B96A-4A22-A2F4-5D223BC7322D}"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
        <p:nvSpPr>
          <p:cNvPr id="12" name="图片占位符 11"/>
          <p:cNvSpPr>
            <a:spLocks noGrp="1"/>
          </p:cNvSpPr>
          <p:nvPr>
            <p:ph type="pic" sz="quarter" idx="13"/>
          </p:nvPr>
        </p:nvSpPr>
        <p:spPr>
          <a:xfrm>
            <a:off x="6440218" y="1497922"/>
            <a:ext cx="3987800" cy="3571875"/>
          </a:xfrm>
          <a:prstGeom prst="rect">
            <a:avLst/>
          </a:prstGeom>
        </p:spPr>
        <p:txBody>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990D6B0B-FA86-4F62-83F2-4BA7E091150F}"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en-US" altLang="zh-CN" sz="1200" dirty="0">
              <a:solidFill>
                <a:schemeClr val="bg1">
                  <a:lumMod val="50000"/>
                </a:schemeClr>
              </a:solidFill>
            </a:endParaRPr>
          </a:p>
        </p:txBody>
      </p:sp>
      <p:sp>
        <p:nvSpPr>
          <p:cNvPr id="9" name="图片占位符 8"/>
          <p:cNvSpPr>
            <a:spLocks noGrp="1"/>
          </p:cNvSpPr>
          <p:nvPr>
            <p:ph type="pic" sz="quarter" idx="13"/>
          </p:nvPr>
        </p:nvSpPr>
        <p:spPr>
          <a:xfrm>
            <a:off x="4964299" y="1755033"/>
            <a:ext cx="2250701" cy="3892698"/>
          </a:xfrm>
          <a:custGeom>
            <a:avLst/>
            <a:gdLst>
              <a:gd name="connsiteX0" fmla="*/ 1125350 w 2250701"/>
              <a:gd name="connsiteY0" fmla="*/ 0 h 3892698"/>
              <a:gd name="connsiteX1" fmla="*/ 1125352 w 2250701"/>
              <a:gd name="connsiteY1" fmla="*/ 0 h 3892698"/>
              <a:gd name="connsiteX2" fmla="*/ 2250701 w 2250701"/>
              <a:gd name="connsiteY2" fmla="*/ 1946349 h 3892698"/>
              <a:gd name="connsiteX3" fmla="*/ 1125351 w 2250701"/>
              <a:gd name="connsiteY3" fmla="*/ 3892698 h 3892698"/>
              <a:gd name="connsiteX4" fmla="*/ 0 w 2250701"/>
              <a:gd name="connsiteY4" fmla="*/ 1946349 h 389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0701" h="3892698">
                <a:moveTo>
                  <a:pt x="1125350" y="0"/>
                </a:moveTo>
                <a:lnTo>
                  <a:pt x="1125352" y="0"/>
                </a:lnTo>
                <a:lnTo>
                  <a:pt x="2250701" y="1946349"/>
                </a:lnTo>
                <a:lnTo>
                  <a:pt x="1125351" y="3892698"/>
                </a:lnTo>
                <a:lnTo>
                  <a:pt x="0" y="1946349"/>
                </a:lnTo>
                <a:close/>
              </a:path>
            </a:pathLst>
          </a:custGeom>
        </p:spPr>
        <p:txBody>
          <a:bodyPr wrap="square">
            <a:noAutofit/>
          </a:bodyPr>
          <a:lstStyle/>
          <a:p>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11FE63BC-0C5C-40EC-8CBD-E4A930174439}"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
        <p:nvSpPr>
          <p:cNvPr id="11" name="图片占位符 10"/>
          <p:cNvSpPr>
            <a:spLocks noGrp="1"/>
          </p:cNvSpPr>
          <p:nvPr>
            <p:ph type="pic" sz="quarter" idx="14"/>
          </p:nvPr>
        </p:nvSpPr>
        <p:spPr>
          <a:xfrm>
            <a:off x="5267325" y="2730951"/>
            <a:ext cx="1657350" cy="1657350"/>
          </a:xfrm>
          <a:custGeom>
            <a:avLst/>
            <a:gdLst>
              <a:gd name="connsiteX0" fmla="*/ 828675 w 1657350"/>
              <a:gd name="connsiteY0" fmla="*/ 0 h 1657350"/>
              <a:gd name="connsiteX1" fmla="*/ 1657350 w 1657350"/>
              <a:gd name="connsiteY1" fmla="*/ 828675 h 1657350"/>
              <a:gd name="connsiteX2" fmla="*/ 828675 w 1657350"/>
              <a:gd name="connsiteY2" fmla="*/ 1657350 h 1657350"/>
              <a:gd name="connsiteX3" fmla="*/ 0 w 1657350"/>
              <a:gd name="connsiteY3" fmla="*/ 828675 h 1657350"/>
              <a:gd name="connsiteX4" fmla="*/ 828675 w 1657350"/>
              <a:gd name="connsiteY4" fmla="*/ 0 h 1657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0" h="1657350">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oAutofit/>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空白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60400" y="6235700"/>
            <a:ext cx="2743200" cy="365125"/>
          </a:xfrm>
          <a:prstGeom prst="rect">
            <a:avLst/>
          </a:prstGeom>
        </p:spPr>
        <p:txBody>
          <a:bodyPr lIns="90000" tIns="0" rIns="0" bIns="0">
            <a:normAutofit/>
          </a:bodyPr>
          <a:lstStyle/>
          <a:p>
            <a:fld id="{055F2C82-1F48-4782-BCD0-23BFA1D82DDE}" type="datetime1">
              <a:rPr lang="zh-CN" altLang="en-US" smtClean="0"/>
            </a:fld>
            <a:endParaRPr lang="zh-CN" altLang="en-US"/>
          </a:p>
        </p:txBody>
      </p:sp>
      <p:sp>
        <p:nvSpPr>
          <p:cNvPr id="6" name="灯片编号占位符 5"/>
          <p:cNvSpPr>
            <a:spLocks noGrp="1"/>
          </p:cNvSpPr>
          <p:nvPr>
            <p:ph type="sldNum" sz="quarter" idx="12"/>
          </p:nvPr>
        </p:nvSpPr>
        <p:spPr>
          <a:xfrm>
            <a:off x="8759124" y="6235700"/>
            <a:ext cx="2743200" cy="365125"/>
          </a:xfrm>
          <a:prstGeom prst="rect">
            <a:avLst/>
          </a:prstGeom>
        </p:spPr>
        <p:txBody>
          <a:bodyPr/>
          <a:lstStyle/>
          <a:p>
            <a:fld id="{E0374D5E-809C-4B52-9B1B-43F9E1113751}" type="slidenum">
              <a:rPr lang="zh-CN" altLang="en-US" smtClean="0"/>
            </a:fld>
            <a:endParaRPr lang="zh-CN" altLang="en-US"/>
          </a:p>
        </p:txBody>
      </p:sp>
      <p:sp>
        <p:nvSpPr>
          <p:cNvPr id="89" name="文本占位符 2"/>
          <p:cNvSpPr>
            <a:spLocks noGrp="1"/>
          </p:cNvSpPr>
          <p:nvPr>
            <p:ph type="body" idx="1" hasCustomPrompt="1"/>
          </p:nvPr>
        </p:nvSpPr>
        <p:spPr>
          <a:xfrm>
            <a:off x="780210" y="4735748"/>
            <a:ext cx="3339965" cy="333375"/>
          </a:xfrm>
          <a:prstGeom prst="rect">
            <a:avLst/>
          </a:prstGeom>
          <a:solidFill>
            <a:schemeClr val="accent2"/>
          </a:solidFill>
        </p:spPr>
        <p:txBody>
          <a:bodyPr lIns="90000" tIns="0" rIns="90000" bIns="0" anchor="ctr" anchorCtr="0">
            <a:normAutofit/>
          </a:bodyPr>
          <a:lstStyle>
            <a:lvl1pPr marL="0" indent="0">
              <a:buNone/>
              <a:defRPr sz="1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90" name="标题 1"/>
          <p:cNvSpPr>
            <a:spLocks noGrp="1"/>
          </p:cNvSpPr>
          <p:nvPr>
            <p:ph type="title" hasCustomPrompt="1"/>
          </p:nvPr>
        </p:nvSpPr>
        <p:spPr>
          <a:xfrm>
            <a:off x="748325" y="2070036"/>
            <a:ext cx="6389075" cy="874492"/>
          </a:xfrm>
          <a:prstGeom prst="rect">
            <a:avLst/>
          </a:prstGeom>
        </p:spPr>
        <p:txBody>
          <a:bodyPr lIns="0" tIns="0" rIns="0" bIns="0" anchor="ctr" anchorCtr="0">
            <a:normAutofit/>
          </a:bodyPr>
          <a:lstStyle>
            <a:lvl1pPr algn="just">
              <a:defRPr sz="4400">
                <a:solidFill>
                  <a:schemeClr val="accent1"/>
                </a:solidFill>
              </a:defRPr>
            </a:lvl1pPr>
          </a:lstStyle>
          <a:p>
            <a:r>
              <a:rPr lang="zh-CN" altLang="en-US"/>
              <a:t>单击此处编辑母版标题样</a:t>
            </a:r>
            <a:endParaRPr lang="zh-CN" altLang="en-US"/>
          </a:p>
        </p:txBody>
      </p:sp>
      <p:sp>
        <p:nvSpPr>
          <p:cNvPr id="91" name="文本占位符 7"/>
          <p:cNvSpPr>
            <a:spLocks noGrp="1"/>
          </p:cNvSpPr>
          <p:nvPr>
            <p:ph type="body" sz="quarter" idx="14" hasCustomPrompt="1"/>
          </p:nvPr>
        </p:nvSpPr>
        <p:spPr>
          <a:xfrm>
            <a:off x="748326" y="2944528"/>
            <a:ext cx="6389074" cy="341945"/>
          </a:xfrm>
          <a:prstGeom prst="rect">
            <a:avLst/>
          </a:prstGeom>
        </p:spPr>
        <p:txBody>
          <a:bodyPr lIns="0" tIns="0" rIns="0" bIns="0" anchor="ctr" anchorCtr="0">
            <a:normAutofit/>
          </a:bodyPr>
          <a:lstStyle>
            <a:lvl1pPr marL="0" indent="0" algn="just">
              <a:buFontTx/>
              <a:buNone/>
              <a:defRPr sz="1600">
                <a:solidFill>
                  <a:schemeClr val="tx1">
                    <a:lumMod val="50000"/>
                    <a:lumOff val="50000"/>
                  </a:schemeClr>
                </a:solidFill>
              </a:defRPr>
            </a:lvl1pPr>
          </a:lstStyle>
          <a:p>
            <a:pPr lvl="0"/>
            <a:r>
              <a:rPr lang="en-US" altLang="zh-CN" dirty="0"/>
              <a:t>Lorem ipsum dolor sit amet, consectetuer adipiscing elit</a:t>
            </a:r>
            <a:r>
              <a:rPr lang="en-US" altLang="zh-CN"/>
              <a:t>. </a:t>
            </a:r>
            <a:endParaRPr lang="zh-CN" altLang="en-US"/>
          </a:p>
        </p:txBody>
      </p:sp>
      <p:sp>
        <p:nvSpPr>
          <p:cNvPr id="92"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87" name="矩形 8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a:xfrm>
            <a:off x="660400" y="6243805"/>
            <a:ext cx="2300514" cy="365125"/>
          </a:xfrm>
          <a:prstGeom prst="rect">
            <a:avLst/>
          </a:prstGeom>
        </p:spPr>
        <p:txBody>
          <a:bodyPr lIns="0" tIns="0" rIns="0" bIns="0"/>
          <a:lstStyle/>
          <a:p>
            <a:fld id="{F3F94DE1-356D-48CE-8C7E-391379660C9F}" type="datetime1">
              <a:rPr lang="zh-CN" altLang="en-US" smtClean="0"/>
            </a:fld>
            <a:endParaRPr lang="zh-CN" altLang="en-US"/>
          </a:p>
        </p:txBody>
      </p:sp>
      <p:sp>
        <p:nvSpPr>
          <p:cNvPr id="7" name="灯片编号占位符 6"/>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grpSp>
        <p:nvGrpSpPr>
          <p:cNvPr id="9" name="327a1eb5-e715-4fe4-ac4b-30338b59c7cf"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2"/>
            </p:custDataLst>
          </p:nvPr>
        </p:nvGrpSpPr>
        <p:grpSpPr>
          <a:xfrm>
            <a:off x="660400" y="510681"/>
            <a:ext cx="2300514" cy="518019"/>
            <a:chOff x="1914526" y="2486026"/>
            <a:chExt cx="8361362" cy="1882775"/>
          </a:xfrm>
        </p:grpSpPr>
        <p:grpSp>
          <p:nvGrpSpPr>
            <p:cNvPr id="10" name="îşliḑê"/>
            <p:cNvGrpSpPr/>
            <p:nvPr userDrawn="1"/>
          </p:nvGrpSpPr>
          <p:grpSpPr>
            <a:xfrm>
              <a:off x="1914526" y="2486026"/>
              <a:ext cx="1882775" cy="1882775"/>
              <a:chOff x="1914526" y="2486026"/>
              <a:chExt cx="1882775" cy="1882775"/>
            </a:xfrm>
          </p:grpSpPr>
          <p:sp>
            <p:nvSpPr>
              <p:cNvPr id="59" name="ïṥ1íďe"/>
              <p:cNvSpPr/>
              <p:nvPr userDrawn="1"/>
            </p:nvSpPr>
            <p:spPr>
              <a:xfrm>
                <a:off x="2273301" y="2858294"/>
                <a:ext cx="1165224" cy="1165224"/>
              </a:xfrm>
              <a:prstGeom prst="ellipse">
                <a:avLst/>
              </a:prstGeom>
              <a:gradFill flip="none" rotWithShape="1">
                <a:gsLst>
                  <a:gs pos="14000">
                    <a:srgbClr val="1584C9"/>
                  </a:gs>
                  <a:gs pos="100000">
                    <a:schemeClr val="bg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60" name="iṣḷîḍé"/>
              <p:cNvSpPr/>
              <p:nvPr userDrawn="1"/>
            </p:nvSpPr>
            <p:spPr bwMode="auto">
              <a:xfrm>
                <a:off x="2633663" y="3963988"/>
                <a:ext cx="454025" cy="46038"/>
              </a:xfrm>
              <a:custGeom>
                <a:avLst/>
                <a:gdLst>
                  <a:gd name="T0" fmla="*/ 0 w 286"/>
                  <a:gd name="T1" fmla="*/ 0 h 29"/>
                  <a:gd name="T2" fmla="*/ 286 w 286"/>
                  <a:gd name="T3" fmla="*/ 0 h 29"/>
                  <a:gd name="T4" fmla="*/ 278 w 286"/>
                  <a:gd name="T5" fmla="*/ 4 h 29"/>
                  <a:gd name="T6" fmla="*/ 269 w 286"/>
                  <a:gd name="T7" fmla="*/ 7 h 29"/>
                  <a:gd name="T8" fmla="*/ 261 w 286"/>
                  <a:gd name="T9" fmla="*/ 10 h 29"/>
                  <a:gd name="T10" fmla="*/ 253 w 286"/>
                  <a:gd name="T11" fmla="*/ 13 h 29"/>
                  <a:gd name="T12" fmla="*/ 244 w 286"/>
                  <a:gd name="T13" fmla="*/ 15 h 29"/>
                  <a:gd name="T14" fmla="*/ 236 w 286"/>
                  <a:gd name="T15" fmla="*/ 17 h 29"/>
                  <a:gd name="T16" fmla="*/ 227 w 286"/>
                  <a:gd name="T17" fmla="*/ 20 h 29"/>
                  <a:gd name="T18" fmla="*/ 218 w 286"/>
                  <a:gd name="T19" fmla="*/ 21 h 29"/>
                  <a:gd name="T20" fmla="*/ 208 w 286"/>
                  <a:gd name="T21" fmla="*/ 23 h 29"/>
                  <a:gd name="T22" fmla="*/ 200 w 286"/>
                  <a:gd name="T23" fmla="*/ 25 h 29"/>
                  <a:gd name="T24" fmla="*/ 190 w 286"/>
                  <a:gd name="T25" fmla="*/ 26 h 29"/>
                  <a:gd name="T26" fmla="*/ 181 w 286"/>
                  <a:gd name="T27" fmla="*/ 27 h 29"/>
                  <a:gd name="T28" fmla="*/ 172 w 286"/>
                  <a:gd name="T29" fmla="*/ 29 h 29"/>
                  <a:gd name="T30" fmla="*/ 162 w 286"/>
                  <a:gd name="T31" fmla="*/ 29 h 29"/>
                  <a:gd name="T32" fmla="*/ 153 w 286"/>
                  <a:gd name="T33" fmla="*/ 29 h 29"/>
                  <a:gd name="T34" fmla="*/ 143 w 286"/>
                  <a:gd name="T35" fmla="*/ 29 h 29"/>
                  <a:gd name="T36" fmla="*/ 134 w 286"/>
                  <a:gd name="T37" fmla="*/ 29 h 29"/>
                  <a:gd name="T38" fmla="*/ 125 w 286"/>
                  <a:gd name="T39" fmla="*/ 29 h 29"/>
                  <a:gd name="T40" fmla="*/ 115 w 286"/>
                  <a:gd name="T41" fmla="*/ 29 h 29"/>
                  <a:gd name="T42" fmla="*/ 106 w 286"/>
                  <a:gd name="T43" fmla="*/ 27 h 29"/>
                  <a:gd name="T44" fmla="*/ 97 w 286"/>
                  <a:gd name="T45" fmla="*/ 26 h 29"/>
                  <a:gd name="T46" fmla="*/ 87 w 286"/>
                  <a:gd name="T47" fmla="*/ 25 h 29"/>
                  <a:gd name="T48" fmla="*/ 79 w 286"/>
                  <a:gd name="T49" fmla="*/ 23 h 29"/>
                  <a:gd name="T50" fmla="*/ 69 w 286"/>
                  <a:gd name="T51" fmla="*/ 21 h 29"/>
                  <a:gd name="T52" fmla="*/ 60 w 286"/>
                  <a:gd name="T53" fmla="*/ 20 h 29"/>
                  <a:gd name="T54" fmla="*/ 51 w 286"/>
                  <a:gd name="T55" fmla="*/ 17 h 29"/>
                  <a:gd name="T56" fmla="*/ 43 w 286"/>
                  <a:gd name="T57" fmla="*/ 15 h 29"/>
                  <a:gd name="T58" fmla="*/ 34 w 286"/>
                  <a:gd name="T59" fmla="*/ 13 h 29"/>
                  <a:gd name="T60" fmla="*/ 26 w 286"/>
                  <a:gd name="T61" fmla="*/ 10 h 29"/>
                  <a:gd name="T62" fmla="*/ 17 w 286"/>
                  <a:gd name="T63" fmla="*/ 7 h 29"/>
                  <a:gd name="T64" fmla="*/ 9 w 286"/>
                  <a:gd name="T65" fmla="*/ 4 h 29"/>
                  <a:gd name="T66" fmla="*/ 0 w 286"/>
                  <a:gd name="T6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6" h="29">
                    <a:moveTo>
                      <a:pt x="0" y="0"/>
                    </a:moveTo>
                    <a:lnTo>
                      <a:pt x="286" y="0"/>
                    </a:lnTo>
                    <a:lnTo>
                      <a:pt x="278" y="4"/>
                    </a:lnTo>
                    <a:lnTo>
                      <a:pt x="269" y="7"/>
                    </a:lnTo>
                    <a:lnTo>
                      <a:pt x="261" y="10"/>
                    </a:lnTo>
                    <a:lnTo>
                      <a:pt x="253" y="13"/>
                    </a:lnTo>
                    <a:lnTo>
                      <a:pt x="244" y="15"/>
                    </a:lnTo>
                    <a:lnTo>
                      <a:pt x="236" y="17"/>
                    </a:lnTo>
                    <a:lnTo>
                      <a:pt x="227" y="20"/>
                    </a:lnTo>
                    <a:lnTo>
                      <a:pt x="218" y="21"/>
                    </a:lnTo>
                    <a:lnTo>
                      <a:pt x="208" y="23"/>
                    </a:lnTo>
                    <a:lnTo>
                      <a:pt x="200" y="25"/>
                    </a:lnTo>
                    <a:lnTo>
                      <a:pt x="190" y="26"/>
                    </a:lnTo>
                    <a:lnTo>
                      <a:pt x="181" y="27"/>
                    </a:lnTo>
                    <a:lnTo>
                      <a:pt x="172" y="29"/>
                    </a:lnTo>
                    <a:lnTo>
                      <a:pt x="162" y="29"/>
                    </a:lnTo>
                    <a:lnTo>
                      <a:pt x="153" y="29"/>
                    </a:lnTo>
                    <a:lnTo>
                      <a:pt x="143" y="29"/>
                    </a:lnTo>
                    <a:lnTo>
                      <a:pt x="134" y="29"/>
                    </a:lnTo>
                    <a:lnTo>
                      <a:pt x="125" y="29"/>
                    </a:lnTo>
                    <a:lnTo>
                      <a:pt x="115" y="29"/>
                    </a:lnTo>
                    <a:lnTo>
                      <a:pt x="106" y="27"/>
                    </a:lnTo>
                    <a:lnTo>
                      <a:pt x="97" y="26"/>
                    </a:lnTo>
                    <a:lnTo>
                      <a:pt x="87" y="25"/>
                    </a:lnTo>
                    <a:lnTo>
                      <a:pt x="79" y="23"/>
                    </a:lnTo>
                    <a:lnTo>
                      <a:pt x="69" y="21"/>
                    </a:lnTo>
                    <a:lnTo>
                      <a:pt x="60" y="20"/>
                    </a:lnTo>
                    <a:lnTo>
                      <a:pt x="51" y="17"/>
                    </a:lnTo>
                    <a:lnTo>
                      <a:pt x="43" y="15"/>
                    </a:lnTo>
                    <a:lnTo>
                      <a:pt x="34" y="13"/>
                    </a:lnTo>
                    <a:lnTo>
                      <a:pt x="26" y="10"/>
                    </a:lnTo>
                    <a:lnTo>
                      <a:pt x="17" y="7"/>
                    </a:lnTo>
                    <a:lnTo>
                      <a:pt x="9" y="4"/>
                    </a:lnTo>
                    <a:lnTo>
                      <a:pt x="0" y="0"/>
                    </a:lnTo>
                    <a:close/>
                  </a:path>
                </a:pathLst>
              </a:custGeom>
              <a:solidFill>
                <a:srgbClr val="F0F4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1" name="îSlïḋê"/>
              <p:cNvSpPr/>
              <p:nvPr userDrawn="1"/>
            </p:nvSpPr>
            <p:spPr bwMode="auto">
              <a:xfrm>
                <a:off x="2698751" y="3987801"/>
                <a:ext cx="323850" cy="22225"/>
              </a:xfrm>
              <a:custGeom>
                <a:avLst/>
                <a:gdLst>
                  <a:gd name="T0" fmla="*/ 0 w 204"/>
                  <a:gd name="T1" fmla="*/ 0 h 14"/>
                  <a:gd name="T2" fmla="*/ 204 w 204"/>
                  <a:gd name="T3" fmla="*/ 0 h 14"/>
                  <a:gd name="T4" fmla="*/ 192 w 204"/>
                  <a:gd name="T5" fmla="*/ 3 h 14"/>
                  <a:gd name="T6" fmla="*/ 180 w 204"/>
                  <a:gd name="T7" fmla="*/ 6 h 14"/>
                  <a:gd name="T8" fmla="*/ 167 w 204"/>
                  <a:gd name="T9" fmla="*/ 8 h 14"/>
                  <a:gd name="T10" fmla="*/ 155 w 204"/>
                  <a:gd name="T11" fmla="*/ 10 h 14"/>
                  <a:gd name="T12" fmla="*/ 142 w 204"/>
                  <a:gd name="T13" fmla="*/ 12 h 14"/>
                  <a:gd name="T14" fmla="*/ 129 w 204"/>
                  <a:gd name="T15" fmla="*/ 14 h 14"/>
                  <a:gd name="T16" fmla="*/ 115 w 204"/>
                  <a:gd name="T17" fmla="*/ 14 h 14"/>
                  <a:gd name="T18" fmla="*/ 102 w 204"/>
                  <a:gd name="T19" fmla="*/ 14 h 14"/>
                  <a:gd name="T20" fmla="*/ 90 w 204"/>
                  <a:gd name="T21" fmla="*/ 14 h 14"/>
                  <a:gd name="T22" fmla="*/ 76 w 204"/>
                  <a:gd name="T23" fmla="*/ 14 h 14"/>
                  <a:gd name="T24" fmla="*/ 63 w 204"/>
                  <a:gd name="T25" fmla="*/ 12 h 14"/>
                  <a:gd name="T26" fmla="*/ 50 w 204"/>
                  <a:gd name="T27" fmla="*/ 10 h 14"/>
                  <a:gd name="T28" fmla="*/ 38 w 204"/>
                  <a:gd name="T29" fmla="*/ 8 h 14"/>
                  <a:gd name="T30" fmla="*/ 25 w 204"/>
                  <a:gd name="T31" fmla="*/ 6 h 14"/>
                  <a:gd name="T32" fmla="*/ 13 w 204"/>
                  <a:gd name="T33" fmla="*/ 3 h 14"/>
                  <a:gd name="T34" fmla="*/ 0 w 204"/>
                  <a:gd name="T3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 h="14">
                    <a:moveTo>
                      <a:pt x="0" y="0"/>
                    </a:moveTo>
                    <a:lnTo>
                      <a:pt x="204" y="0"/>
                    </a:lnTo>
                    <a:lnTo>
                      <a:pt x="192" y="3"/>
                    </a:lnTo>
                    <a:lnTo>
                      <a:pt x="180" y="6"/>
                    </a:lnTo>
                    <a:lnTo>
                      <a:pt x="167" y="8"/>
                    </a:lnTo>
                    <a:lnTo>
                      <a:pt x="155" y="10"/>
                    </a:lnTo>
                    <a:lnTo>
                      <a:pt x="142" y="12"/>
                    </a:lnTo>
                    <a:lnTo>
                      <a:pt x="129" y="14"/>
                    </a:lnTo>
                    <a:lnTo>
                      <a:pt x="115" y="14"/>
                    </a:lnTo>
                    <a:lnTo>
                      <a:pt x="102" y="14"/>
                    </a:lnTo>
                    <a:lnTo>
                      <a:pt x="90" y="14"/>
                    </a:lnTo>
                    <a:lnTo>
                      <a:pt x="76" y="14"/>
                    </a:lnTo>
                    <a:lnTo>
                      <a:pt x="63" y="12"/>
                    </a:lnTo>
                    <a:lnTo>
                      <a:pt x="50" y="10"/>
                    </a:lnTo>
                    <a:lnTo>
                      <a:pt x="38" y="8"/>
                    </a:lnTo>
                    <a:lnTo>
                      <a:pt x="25" y="6"/>
                    </a:lnTo>
                    <a:lnTo>
                      <a:pt x="1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2" name="ïṡḷîḑè"/>
              <p:cNvSpPr/>
              <p:nvPr userDrawn="1"/>
            </p:nvSpPr>
            <p:spPr bwMode="auto">
              <a:xfrm>
                <a:off x="2457451" y="3409951"/>
                <a:ext cx="795338" cy="371475"/>
              </a:xfrm>
              <a:custGeom>
                <a:avLst/>
                <a:gdLst>
                  <a:gd name="T0" fmla="*/ 294 w 501"/>
                  <a:gd name="T1" fmla="*/ 65 h 234"/>
                  <a:gd name="T2" fmla="*/ 213 w 501"/>
                  <a:gd name="T3" fmla="*/ 129 h 234"/>
                  <a:gd name="T4" fmla="*/ 224 w 501"/>
                  <a:gd name="T5" fmla="*/ 52 h 234"/>
                  <a:gd name="T6" fmla="*/ 203 w 501"/>
                  <a:gd name="T7" fmla="*/ 53 h 234"/>
                  <a:gd name="T8" fmla="*/ 177 w 501"/>
                  <a:gd name="T9" fmla="*/ 30 h 234"/>
                  <a:gd name="T10" fmla="*/ 204 w 501"/>
                  <a:gd name="T11" fmla="*/ 20 h 234"/>
                  <a:gd name="T12" fmla="*/ 180 w 501"/>
                  <a:gd name="T13" fmla="*/ 16 h 234"/>
                  <a:gd name="T14" fmla="*/ 162 w 501"/>
                  <a:gd name="T15" fmla="*/ 54 h 234"/>
                  <a:gd name="T16" fmla="*/ 162 w 501"/>
                  <a:gd name="T17" fmla="*/ 45 h 234"/>
                  <a:gd name="T18" fmla="*/ 175 w 501"/>
                  <a:gd name="T19" fmla="*/ 76 h 234"/>
                  <a:gd name="T20" fmla="*/ 134 w 501"/>
                  <a:gd name="T21" fmla="*/ 128 h 234"/>
                  <a:gd name="T22" fmla="*/ 97 w 501"/>
                  <a:gd name="T23" fmla="*/ 50 h 234"/>
                  <a:gd name="T24" fmla="*/ 30 w 501"/>
                  <a:gd name="T25" fmla="*/ 79 h 234"/>
                  <a:gd name="T26" fmla="*/ 42 w 501"/>
                  <a:gd name="T27" fmla="*/ 39 h 234"/>
                  <a:gd name="T28" fmla="*/ 50 w 501"/>
                  <a:gd name="T29" fmla="*/ 59 h 234"/>
                  <a:gd name="T30" fmla="*/ 34 w 501"/>
                  <a:gd name="T31" fmla="*/ 50 h 234"/>
                  <a:gd name="T32" fmla="*/ 86 w 501"/>
                  <a:gd name="T33" fmla="*/ 69 h 234"/>
                  <a:gd name="T34" fmla="*/ 96 w 501"/>
                  <a:gd name="T35" fmla="*/ 71 h 234"/>
                  <a:gd name="T36" fmla="*/ 166 w 501"/>
                  <a:gd name="T37" fmla="*/ 126 h 234"/>
                  <a:gd name="T38" fmla="*/ 112 w 501"/>
                  <a:gd name="T39" fmla="*/ 25 h 234"/>
                  <a:gd name="T40" fmla="*/ 118 w 501"/>
                  <a:gd name="T41" fmla="*/ 48 h 234"/>
                  <a:gd name="T42" fmla="*/ 106 w 501"/>
                  <a:gd name="T43" fmla="*/ 30 h 234"/>
                  <a:gd name="T44" fmla="*/ 138 w 501"/>
                  <a:gd name="T45" fmla="*/ 57 h 234"/>
                  <a:gd name="T46" fmla="*/ 96 w 501"/>
                  <a:gd name="T47" fmla="*/ 94 h 234"/>
                  <a:gd name="T48" fmla="*/ 96 w 501"/>
                  <a:gd name="T49" fmla="*/ 122 h 234"/>
                  <a:gd name="T50" fmla="*/ 59 w 501"/>
                  <a:gd name="T51" fmla="*/ 69 h 234"/>
                  <a:gd name="T52" fmla="*/ 59 w 501"/>
                  <a:gd name="T53" fmla="*/ 82 h 234"/>
                  <a:gd name="T54" fmla="*/ 13 w 501"/>
                  <a:gd name="T55" fmla="*/ 66 h 234"/>
                  <a:gd name="T56" fmla="*/ 28 w 501"/>
                  <a:gd name="T57" fmla="*/ 83 h 234"/>
                  <a:gd name="T58" fmla="*/ 19 w 501"/>
                  <a:gd name="T59" fmla="*/ 176 h 234"/>
                  <a:gd name="T60" fmla="*/ 5 w 501"/>
                  <a:gd name="T61" fmla="*/ 221 h 234"/>
                  <a:gd name="T62" fmla="*/ 288 w 501"/>
                  <a:gd name="T63" fmla="*/ 127 h 234"/>
                  <a:gd name="T64" fmla="*/ 277 w 501"/>
                  <a:gd name="T65" fmla="*/ 54 h 234"/>
                  <a:gd name="T66" fmla="*/ 322 w 501"/>
                  <a:gd name="T67" fmla="*/ 233 h 234"/>
                  <a:gd name="T68" fmla="*/ 326 w 501"/>
                  <a:gd name="T69" fmla="*/ 30 h 234"/>
                  <a:gd name="T70" fmla="*/ 298 w 501"/>
                  <a:gd name="T71" fmla="*/ 17 h 234"/>
                  <a:gd name="T72" fmla="*/ 323 w 501"/>
                  <a:gd name="T73" fmla="*/ 18 h 234"/>
                  <a:gd name="T74" fmla="*/ 338 w 501"/>
                  <a:gd name="T75" fmla="*/ 58 h 234"/>
                  <a:gd name="T76" fmla="*/ 339 w 501"/>
                  <a:gd name="T77" fmla="*/ 43 h 234"/>
                  <a:gd name="T78" fmla="*/ 375 w 501"/>
                  <a:gd name="T79" fmla="*/ 83 h 234"/>
                  <a:gd name="T80" fmla="*/ 364 w 501"/>
                  <a:gd name="T81" fmla="*/ 126 h 234"/>
                  <a:gd name="T82" fmla="*/ 377 w 501"/>
                  <a:gd name="T83" fmla="*/ 50 h 234"/>
                  <a:gd name="T84" fmla="*/ 377 w 501"/>
                  <a:gd name="T85" fmla="*/ 50 h 234"/>
                  <a:gd name="T86" fmla="*/ 447 w 501"/>
                  <a:gd name="T87" fmla="*/ 63 h 234"/>
                  <a:gd name="T88" fmla="*/ 452 w 501"/>
                  <a:gd name="T89" fmla="*/ 58 h 234"/>
                  <a:gd name="T90" fmla="*/ 469 w 501"/>
                  <a:gd name="T91" fmla="*/ 52 h 234"/>
                  <a:gd name="T92" fmla="*/ 414 w 501"/>
                  <a:gd name="T93" fmla="*/ 73 h 234"/>
                  <a:gd name="T94" fmla="*/ 407 w 501"/>
                  <a:gd name="T95" fmla="*/ 71 h 234"/>
                  <a:gd name="T96" fmla="*/ 338 w 501"/>
                  <a:gd name="T97" fmla="*/ 124 h 234"/>
                  <a:gd name="T98" fmla="*/ 390 w 501"/>
                  <a:gd name="T99" fmla="*/ 24 h 234"/>
                  <a:gd name="T100" fmla="*/ 382 w 501"/>
                  <a:gd name="T101" fmla="*/ 48 h 234"/>
                  <a:gd name="T102" fmla="*/ 397 w 501"/>
                  <a:gd name="T103" fmla="*/ 34 h 234"/>
                  <a:gd name="T104" fmla="*/ 362 w 501"/>
                  <a:gd name="T105" fmla="*/ 58 h 234"/>
                  <a:gd name="T106" fmla="*/ 447 w 501"/>
                  <a:gd name="T107" fmla="*/ 110 h 234"/>
                  <a:gd name="T108" fmla="*/ 405 w 501"/>
                  <a:gd name="T109" fmla="*/ 122 h 234"/>
                  <a:gd name="T110" fmla="*/ 443 w 501"/>
                  <a:gd name="T111" fmla="*/ 69 h 234"/>
                  <a:gd name="T112" fmla="*/ 442 w 501"/>
                  <a:gd name="T113" fmla="*/ 82 h 234"/>
                  <a:gd name="T114" fmla="*/ 488 w 501"/>
                  <a:gd name="T115" fmla="*/ 66 h 234"/>
                  <a:gd name="T116" fmla="*/ 473 w 501"/>
                  <a:gd name="T117" fmla="*/ 83 h 234"/>
                  <a:gd name="T118" fmla="*/ 483 w 501"/>
                  <a:gd name="T119" fmla="*/ 176 h 234"/>
                  <a:gd name="T120" fmla="*/ 496 w 501"/>
                  <a:gd name="T121" fmla="*/ 22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1" h="234">
                    <a:moveTo>
                      <a:pt x="250" y="76"/>
                    </a:moveTo>
                    <a:lnTo>
                      <a:pt x="294" y="76"/>
                    </a:lnTo>
                    <a:lnTo>
                      <a:pt x="294" y="103"/>
                    </a:lnTo>
                    <a:lnTo>
                      <a:pt x="250" y="103"/>
                    </a:lnTo>
                    <a:lnTo>
                      <a:pt x="207" y="103"/>
                    </a:lnTo>
                    <a:lnTo>
                      <a:pt x="207" y="76"/>
                    </a:lnTo>
                    <a:lnTo>
                      <a:pt x="250" y="76"/>
                    </a:lnTo>
                    <a:lnTo>
                      <a:pt x="250" y="76"/>
                    </a:lnTo>
                    <a:close/>
                    <a:moveTo>
                      <a:pt x="250" y="107"/>
                    </a:moveTo>
                    <a:lnTo>
                      <a:pt x="250" y="107"/>
                    </a:lnTo>
                    <a:lnTo>
                      <a:pt x="294" y="107"/>
                    </a:lnTo>
                    <a:lnTo>
                      <a:pt x="294" y="116"/>
                    </a:lnTo>
                    <a:lnTo>
                      <a:pt x="252" y="116"/>
                    </a:lnTo>
                    <a:lnTo>
                      <a:pt x="249" y="116"/>
                    </a:lnTo>
                    <a:lnTo>
                      <a:pt x="207" y="116"/>
                    </a:lnTo>
                    <a:lnTo>
                      <a:pt x="207" y="107"/>
                    </a:lnTo>
                    <a:lnTo>
                      <a:pt x="250" y="107"/>
                    </a:lnTo>
                    <a:lnTo>
                      <a:pt x="250" y="107"/>
                    </a:lnTo>
                    <a:close/>
                    <a:moveTo>
                      <a:pt x="247" y="65"/>
                    </a:moveTo>
                    <a:lnTo>
                      <a:pt x="254" y="65"/>
                    </a:lnTo>
                    <a:lnTo>
                      <a:pt x="294" y="65"/>
                    </a:lnTo>
                    <a:lnTo>
                      <a:pt x="294" y="74"/>
                    </a:lnTo>
                    <a:lnTo>
                      <a:pt x="250" y="74"/>
                    </a:lnTo>
                    <a:lnTo>
                      <a:pt x="250" y="74"/>
                    </a:lnTo>
                    <a:lnTo>
                      <a:pt x="250" y="74"/>
                    </a:lnTo>
                    <a:lnTo>
                      <a:pt x="250" y="74"/>
                    </a:lnTo>
                    <a:lnTo>
                      <a:pt x="207" y="74"/>
                    </a:lnTo>
                    <a:lnTo>
                      <a:pt x="207" y="65"/>
                    </a:lnTo>
                    <a:lnTo>
                      <a:pt x="247" y="65"/>
                    </a:lnTo>
                    <a:lnTo>
                      <a:pt x="247" y="65"/>
                    </a:lnTo>
                    <a:close/>
                    <a:moveTo>
                      <a:pt x="225" y="118"/>
                    </a:moveTo>
                    <a:lnTo>
                      <a:pt x="224" y="118"/>
                    </a:lnTo>
                    <a:lnTo>
                      <a:pt x="222" y="121"/>
                    </a:lnTo>
                    <a:lnTo>
                      <a:pt x="221" y="122"/>
                    </a:lnTo>
                    <a:lnTo>
                      <a:pt x="220" y="124"/>
                    </a:lnTo>
                    <a:lnTo>
                      <a:pt x="218" y="125"/>
                    </a:lnTo>
                    <a:lnTo>
                      <a:pt x="217" y="126"/>
                    </a:lnTo>
                    <a:lnTo>
                      <a:pt x="214" y="126"/>
                    </a:lnTo>
                    <a:lnTo>
                      <a:pt x="214" y="126"/>
                    </a:lnTo>
                    <a:lnTo>
                      <a:pt x="214" y="127"/>
                    </a:lnTo>
                    <a:lnTo>
                      <a:pt x="214" y="128"/>
                    </a:lnTo>
                    <a:lnTo>
                      <a:pt x="213" y="129"/>
                    </a:lnTo>
                    <a:lnTo>
                      <a:pt x="213" y="130"/>
                    </a:lnTo>
                    <a:lnTo>
                      <a:pt x="212" y="131"/>
                    </a:lnTo>
                    <a:lnTo>
                      <a:pt x="211" y="132"/>
                    </a:lnTo>
                    <a:lnTo>
                      <a:pt x="209" y="133"/>
                    </a:lnTo>
                    <a:lnTo>
                      <a:pt x="208" y="133"/>
                    </a:lnTo>
                    <a:lnTo>
                      <a:pt x="208" y="118"/>
                    </a:lnTo>
                    <a:lnTo>
                      <a:pt x="225" y="118"/>
                    </a:lnTo>
                    <a:lnTo>
                      <a:pt x="225" y="118"/>
                    </a:lnTo>
                    <a:close/>
                    <a:moveTo>
                      <a:pt x="207" y="62"/>
                    </a:moveTo>
                    <a:lnTo>
                      <a:pt x="209" y="62"/>
                    </a:lnTo>
                    <a:lnTo>
                      <a:pt x="212" y="62"/>
                    </a:lnTo>
                    <a:lnTo>
                      <a:pt x="216" y="62"/>
                    </a:lnTo>
                    <a:lnTo>
                      <a:pt x="219" y="61"/>
                    </a:lnTo>
                    <a:lnTo>
                      <a:pt x="221" y="59"/>
                    </a:lnTo>
                    <a:lnTo>
                      <a:pt x="222" y="58"/>
                    </a:lnTo>
                    <a:lnTo>
                      <a:pt x="222" y="58"/>
                    </a:lnTo>
                    <a:lnTo>
                      <a:pt x="223" y="56"/>
                    </a:lnTo>
                    <a:lnTo>
                      <a:pt x="224" y="54"/>
                    </a:lnTo>
                    <a:lnTo>
                      <a:pt x="224" y="54"/>
                    </a:lnTo>
                    <a:lnTo>
                      <a:pt x="224" y="53"/>
                    </a:lnTo>
                    <a:lnTo>
                      <a:pt x="224" y="52"/>
                    </a:lnTo>
                    <a:lnTo>
                      <a:pt x="222" y="49"/>
                    </a:lnTo>
                    <a:lnTo>
                      <a:pt x="220" y="46"/>
                    </a:lnTo>
                    <a:lnTo>
                      <a:pt x="218" y="45"/>
                    </a:lnTo>
                    <a:lnTo>
                      <a:pt x="217" y="45"/>
                    </a:lnTo>
                    <a:lnTo>
                      <a:pt x="215" y="45"/>
                    </a:lnTo>
                    <a:lnTo>
                      <a:pt x="214" y="46"/>
                    </a:lnTo>
                    <a:lnTo>
                      <a:pt x="211" y="49"/>
                    </a:lnTo>
                    <a:lnTo>
                      <a:pt x="209" y="52"/>
                    </a:lnTo>
                    <a:lnTo>
                      <a:pt x="208" y="53"/>
                    </a:lnTo>
                    <a:lnTo>
                      <a:pt x="207" y="54"/>
                    </a:lnTo>
                    <a:lnTo>
                      <a:pt x="207" y="54"/>
                    </a:lnTo>
                    <a:lnTo>
                      <a:pt x="207" y="54"/>
                    </a:lnTo>
                    <a:lnTo>
                      <a:pt x="207" y="54"/>
                    </a:lnTo>
                    <a:lnTo>
                      <a:pt x="207" y="54"/>
                    </a:lnTo>
                    <a:lnTo>
                      <a:pt x="207" y="62"/>
                    </a:lnTo>
                    <a:lnTo>
                      <a:pt x="207" y="62"/>
                    </a:lnTo>
                    <a:close/>
                    <a:moveTo>
                      <a:pt x="203" y="53"/>
                    </a:moveTo>
                    <a:lnTo>
                      <a:pt x="179" y="53"/>
                    </a:lnTo>
                    <a:lnTo>
                      <a:pt x="179" y="233"/>
                    </a:lnTo>
                    <a:lnTo>
                      <a:pt x="203" y="233"/>
                    </a:lnTo>
                    <a:lnTo>
                      <a:pt x="203" y="53"/>
                    </a:lnTo>
                    <a:lnTo>
                      <a:pt x="203" y="53"/>
                    </a:lnTo>
                    <a:close/>
                    <a:moveTo>
                      <a:pt x="206" y="30"/>
                    </a:moveTo>
                    <a:lnTo>
                      <a:pt x="206" y="30"/>
                    </a:lnTo>
                    <a:lnTo>
                      <a:pt x="207" y="30"/>
                    </a:lnTo>
                    <a:lnTo>
                      <a:pt x="207" y="30"/>
                    </a:lnTo>
                    <a:lnTo>
                      <a:pt x="207" y="30"/>
                    </a:lnTo>
                    <a:lnTo>
                      <a:pt x="207" y="48"/>
                    </a:lnTo>
                    <a:lnTo>
                      <a:pt x="207" y="49"/>
                    </a:lnTo>
                    <a:lnTo>
                      <a:pt x="207" y="50"/>
                    </a:lnTo>
                    <a:lnTo>
                      <a:pt x="206" y="50"/>
                    </a:lnTo>
                    <a:lnTo>
                      <a:pt x="206" y="50"/>
                    </a:lnTo>
                    <a:lnTo>
                      <a:pt x="177" y="50"/>
                    </a:lnTo>
                    <a:lnTo>
                      <a:pt x="176" y="50"/>
                    </a:lnTo>
                    <a:lnTo>
                      <a:pt x="175" y="50"/>
                    </a:lnTo>
                    <a:lnTo>
                      <a:pt x="175" y="49"/>
                    </a:lnTo>
                    <a:lnTo>
                      <a:pt x="175" y="48"/>
                    </a:lnTo>
                    <a:lnTo>
                      <a:pt x="175" y="30"/>
                    </a:lnTo>
                    <a:lnTo>
                      <a:pt x="175" y="30"/>
                    </a:lnTo>
                    <a:lnTo>
                      <a:pt x="175" y="30"/>
                    </a:lnTo>
                    <a:lnTo>
                      <a:pt x="176" y="30"/>
                    </a:lnTo>
                    <a:lnTo>
                      <a:pt x="177" y="30"/>
                    </a:lnTo>
                    <a:lnTo>
                      <a:pt x="206" y="30"/>
                    </a:lnTo>
                    <a:lnTo>
                      <a:pt x="206" y="30"/>
                    </a:lnTo>
                    <a:close/>
                    <a:moveTo>
                      <a:pt x="190" y="0"/>
                    </a:moveTo>
                    <a:lnTo>
                      <a:pt x="191" y="0"/>
                    </a:lnTo>
                    <a:lnTo>
                      <a:pt x="191" y="0"/>
                    </a:lnTo>
                    <a:lnTo>
                      <a:pt x="192" y="0"/>
                    </a:lnTo>
                    <a:lnTo>
                      <a:pt x="192" y="0"/>
                    </a:lnTo>
                    <a:lnTo>
                      <a:pt x="193" y="1"/>
                    </a:lnTo>
                    <a:lnTo>
                      <a:pt x="194" y="1"/>
                    </a:lnTo>
                    <a:lnTo>
                      <a:pt x="195" y="2"/>
                    </a:lnTo>
                    <a:lnTo>
                      <a:pt x="196" y="3"/>
                    </a:lnTo>
                    <a:lnTo>
                      <a:pt x="198" y="5"/>
                    </a:lnTo>
                    <a:lnTo>
                      <a:pt x="198" y="7"/>
                    </a:lnTo>
                    <a:lnTo>
                      <a:pt x="199" y="11"/>
                    </a:lnTo>
                    <a:lnTo>
                      <a:pt x="199" y="13"/>
                    </a:lnTo>
                    <a:lnTo>
                      <a:pt x="201" y="14"/>
                    </a:lnTo>
                    <a:lnTo>
                      <a:pt x="202" y="14"/>
                    </a:lnTo>
                    <a:lnTo>
                      <a:pt x="202" y="16"/>
                    </a:lnTo>
                    <a:lnTo>
                      <a:pt x="203" y="17"/>
                    </a:lnTo>
                    <a:lnTo>
                      <a:pt x="204" y="18"/>
                    </a:lnTo>
                    <a:lnTo>
                      <a:pt x="204" y="20"/>
                    </a:lnTo>
                    <a:lnTo>
                      <a:pt x="203" y="22"/>
                    </a:lnTo>
                    <a:lnTo>
                      <a:pt x="202" y="22"/>
                    </a:lnTo>
                    <a:lnTo>
                      <a:pt x="202" y="25"/>
                    </a:lnTo>
                    <a:lnTo>
                      <a:pt x="202" y="26"/>
                    </a:lnTo>
                    <a:lnTo>
                      <a:pt x="202" y="26"/>
                    </a:lnTo>
                    <a:lnTo>
                      <a:pt x="202" y="26"/>
                    </a:lnTo>
                    <a:lnTo>
                      <a:pt x="202" y="27"/>
                    </a:lnTo>
                    <a:lnTo>
                      <a:pt x="201" y="27"/>
                    </a:lnTo>
                    <a:lnTo>
                      <a:pt x="191" y="27"/>
                    </a:lnTo>
                    <a:lnTo>
                      <a:pt x="182" y="27"/>
                    </a:lnTo>
                    <a:lnTo>
                      <a:pt x="181" y="27"/>
                    </a:lnTo>
                    <a:lnTo>
                      <a:pt x="181" y="26"/>
                    </a:lnTo>
                    <a:lnTo>
                      <a:pt x="181" y="26"/>
                    </a:lnTo>
                    <a:lnTo>
                      <a:pt x="181" y="26"/>
                    </a:lnTo>
                    <a:lnTo>
                      <a:pt x="181" y="25"/>
                    </a:lnTo>
                    <a:lnTo>
                      <a:pt x="180" y="22"/>
                    </a:lnTo>
                    <a:lnTo>
                      <a:pt x="179" y="22"/>
                    </a:lnTo>
                    <a:lnTo>
                      <a:pt x="178" y="20"/>
                    </a:lnTo>
                    <a:lnTo>
                      <a:pt x="178" y="18"/>
                    </a:lnTo>
                    <a:lnTo>
                      <a:pt x="179" y="17"/>
                    </a:lnTo>
                    <a:lnTo>
                      <a:pt x="180" y="16"/>
                    </a:lnTo>
                    <a:lnTo>
                      <a:pt x="181" y="14"/>
                    </a:lnTo>
                    <a:lnTo>
                      <a:pt x="182" y="14"/>
                    </a:lnTo>
                    <a:lnTo>
                      <a:pt x="183" y="13"/>
                    </a:lnTo>
                    <a:lnTo>
                      <a:pt x="183" y="11"/>
                    </a:lnTo>
                    <a:lnTo>
                      <a:pt x="184" y="7"/>
                    </a:lnTo>
                    <a:lnTo>
                      <a:pt x="186" y="5"/>
                    </a:lnTo>
                    <a:lnTo>
                      <a:pt x="186" y="3"/>
                    </a:lnTo>
                    <a:lnTo>
                      <a:pt x="187" y="2"/>
                    </a:lnTo>
                    <a:lnTo>
                      <a:pt x="188" y="1"/>
                    </a:lnTo>
                    <a:lnTo>
                      <a:pt x="190" y="1"/>
                    </a:lnTo>
                    <a:lnTo>
                      <a:pt x="190" y="0"/>
                    </a:lnTo>
                    <a:lnTo>
                      <a:pt x="190" y="0"/>
                    </a:lnTo>
                    <a:close/>
                    <a:moveTo>
                      <a:pt x="174" y="52"/>
                    </a:moveTo>
                    <a:lnTo>
                      <a:pt x="174" y="62"/>
                    </a:lnTo>
                    <a:lnTo>
                      <a:pt x="168" y="62"/>
                    </a:lnTo>
                    <a:lnTo>
                      <a:pt x="166" y="62"/>
                    </a:lnTo>
                    <a:lnTo>
                      <a:pt x="166" y="61"/>
                    </a:lnTo>
                    <a:lnTo>
                      <a:pt x="164" y="59"/>
                    </a:lnTo>
                    <a:lnTo>
                      <a:pt x="163" y="58"/>
                    </a:lnTo>
                    <a:lnTo>
                      <a:pt x="162" y="55"/>
                    </a:lnTo>
                    <a:lnTo>
                      <a:pt x="162" y="54"/>
                    </a:lnTo>
                    <a:lnTo>
                      <a:pt x="161" y="53"/>
                    </a:lnTo>
                    <a:lnTo>
                      <a:pt x="159" y="51"/>
                    </a:lnTo>
                    <a:lnTo>
                      <a:pt x="158" y="50"/>
                    </a:lnTo>
                    <a:lnTo>
                      <a:pt x="156" y="47"/>
                    </a:lnTo>
                    <a:lnTo>
                      <a:pt x="156" y="46"/>
                    </a:lnTo>
                    <a:lnTo>
                      <a:pt x="156" y="46"/>
                    </a:lnTo>
                    <a:lnTo>
                      <a:pt x="156" y="45"/>
                    </a:lnTo>
                    <a:lnTo>
                      <a:pt x="157" y="44"/>
                    </a:lnTo>
                    <a:lnTo>
                      <a:pt x="158" y="42"/>
                    </a:lnTo>
                    <a:lnTo>
                      <a:pt x="159" y="42"/>
                    </a:lnTo>
                    <a:lnTo>
                      <a:pt x="160" y="42"/>
                    </a:lnTo>
                    <a:lnTo>
                      <a:pt x="161" y="42"/>
                    </a:lnTo>
                    <a:lnTo>
                      <a:pt x="162" y="42"/>
                    </a:lnTo>
                    <a:lnTo>
                      <a:pt x="162" y="42"/>
                    </a:lnTo>
                    <a:lnTo>
                      <a:pt x="162" y="42"/>
                    </a:lnTo>
                    <a:lnTo>
                      <a:pt x="162" y="42"/>
                    </a:lnTo>
                    <a:lnTo>
                      <a:pt x="162" y="42"/>
                    </a:lnTo>
                    <a:lnTo>
                      <a:pt x="162" y="42"/>
                    </a:lnTo>
                    <a:lnTo>
                      <a:pt x="162" y="43"/>
                    </a:lnTo>
                    <a:lnTo>
                      <a:pt x="161" y="44"/>
                    </a:lnTo>
                    <a:lnTo>
                      <a:pt x="162" y="45"/>
                    </a:lnTo>
                    <a:lnTo>
                      <a:pt x="162" y="46"/>
                    </a:lnTo>
                    <a:lnTo>
                      <a:pt x="163" y="46"/>
                    </a:lnTo>
                    <a:lnTo>
                      <a:pt x="164" y="46"/>
                    </a:lnTo>
                    <a:lnTo>
                      <a:pt x="166" y="47"/>
                    </a:lnTo>
                    <a:lnTo>
                      <a:pt x="169" y="48"/>
                    </a:lnTo>
                    <a:lnTo>
                      <a:pt x="170" y="50"/>
                    </a:lnTo>
                    <a:lnTo>
                      <a:pt x="171" y="51"/>
                    </a:lnTo>
                    <a:lnTo>
                      <a:pt x="173" y="52"/>
                    </a:lnTo>
                    <a:lnTo>
                      <a:pt x="174" y="52"/>
                    </a:lnTo>
                    <a:lnTo>
                      <a:pt x="174" y="52"/>
                    </a:lnTo>
                    <a:close/>
                    <a:moveTo>
                      <a:pt x="175" y="65"/>
                    </a:moveTo>
                    <a:lnTo>
                      <a:pt x="168" y="65"/>
                    </a:lnTo>
                    <a:lnTo>
                      <a:pt x="168" y="74"/>
                    </a:lnTo>
                    <a:lnTo>
                      <a:pt x="175" y="74"/>
                    </a:lnTo>
                    <a:lnTo>
                      <a:pt x="175" y="65"/>
                    </a:lnTo>
                    <a:lnTo>
                      <a:pt x="175" y="65"/>
                    </a:lnTo>
                    <a:close/>
                    <a:moveTo>
                      <a:pt x="175" y="76"/>
                    </a:moveTo>
                    <a:lnTo>
                      <a:pt x="126" y="76"/>
                    </a:lnTo>
                    <a:lnTo>
                      <a:pt x="126" y="83"/>
                    </a:lnTo>
                    <a:lnTo>
                      <a:pt x="175" y="83"/>
                    </a:lnTo>
                    <a:lnTo>
                      <a:pt x="175" y="76"/>
                    </a:lnTo>
                    <a:lnTo>
                      <a:pt x="175" y="76"/>
                    </a:lnTo>
                    <a:close/>
                    <a:moveTo>
                      <a:pt x="175" y="86"/>
                    </a:moveTo>
                    <a:lnTo>
                      <a:pt x="126" y="86"/>
                    </a:lnTo>
                    <a:lnTo>
                      <a:pt x="126" y="107"/>
                    </a:lnTo>
                    <a:lnTo>
                      <a:pt x="175" y="107"/>
                    </a:lnTo>
                    <a:lnTo>
                      <a:pt x="175" y="86"/>
                    </a:lnTo>
                    <a:lnTo>
                      <a:pt x="175" y="86"/>
                    </a:lnTo>
                    <a:close/>
                    <a:moveTo>
                      <a:pt x="175" y="110"/>
                    </a:moveTo>
                    <a:lnTo>
                      <a:pt x="126" y="110"/>
                    </a:lnTo>
                    <a:lnTo>
                      <a:pt x="126" y="117"/>
                    </a:lnTo>
                    <a:lnTo>
                      <a:pt x="175" y="117"/>
                    </a:lnTo>
                    <a:lnTo>
                      <a:pt x="175" y="110"/>
                    </a:lnTo>
                    <a:lnTo>
                      <a:pt x="175" y="110"/>
                    </a:lnTo>
                    <a:close/>
                    <a:moveTo>
                      <a:pt x="140" y="121"/>
                    </a:moveTo>
                    <a:lnTo>
                      <a:pt x="141" y="121"/>
                    </a:lnTo>
                    <a:lnTo>
                      <a:pt x="140" y="122"/>
                    </a:lnTo>
                    <a:lnTo>
                      <a:pt x="139" y="122"/>
                    </a:lnTo>
                    <a:lnTo>
                      <a:pt x="138" y="124"/>
                    </a:lnTo>
                    <a:lnTo>
                      <a:pt x="137" y="126"/>
                    </a:lnTo>
                    <a:lnTo>
                      <a:pt x="135" y="126"/>
                    </a:lnTo>
                    <a:lnTo>
                      <a:pt x="134" y="128"/>
                    </a:lnTo>
                    <a:lnTo>
                      <a:pt x="132" y="128"/>
                    </a:lnTo>
                    <a:lnTo>
                      <a:pt x="130" y="129"/>
                    </a:lnTo>
                    <a:lnTo>
                      <a:pt x="130" y="130"/>
                    </a:lnTo>
                    <a:lnTo>
                      <a:pt x="129" y="132"/>
                    </a:lnTo>
                    <a:lnTo>
                      <a:pt x="128" y="134"/>
                    </a:lnTo>
                    <a:lnTo>
                      <a:pt x="127" y="134"/>
                    </a:lnTo>
                    <a:lnTo>
                      <a:pt x="126" y="134"/>
                    </a:lnTo>
                    <a:lnTo>
                      <a:pt x="126" y="134"/>
                    </a:lnTo>
                    <a:lnTo>
                      <a:pt x="126" y="134"/>
                    </a:lnTo>
                    <a:lnTo>
                      <a:pt x="126" y="121"/>
                    </a:lnTo>
                    <a:lnTo>
                      <a:pt x="140" y="121"/>
                    </a:lnTo>
                    <a:lnTo>
                      <a:pt x="140" y="121"/>
                    </a:lnTo>
                    <a:close/>
                    <a:moveTo>
                      <a:pt x="122" y="73"/>
                    </a:moveTo>
                    <a:lnTo>
                      <a:pt x="100" y="73"/>
                    </a:lnTo>
                    <a:lnTo>
                      <a:pt x="100" y="233"/>
                    </a:lnTo>
                    <a:lnTo>
                      <a:pt x="122" y="233"/>
                    </a:lnTo>
                    <a:lnTo>
                      <a:pt x="122" y="73"/>
                    </a:lnTo>
                    <a:lnTo>
                      <a:pt x="122" y="73"/>
                    </a:lnTo>
                    <a:close/>
                    <a:moveTo>
                      <a:pt x="124" y="50"/>
                    </a:moveTo>
                    <a:lnTo>
                      <a:pt x="98" y="50"/>
                    </a:lnTo>
                    <a:lnTo>
                      <a:pt x="97" y="50"/>
                    </a:lnTo>
                    <a:lnTo>
                      <a:pt x="97" y="50"/>
                    </a:lnTo>
                    <a:lnTo>
                      <a:pt x="96" y="51"/>
                    </a:lnTo>
                    <a:lnTo>
                      <a:pt x="96" y="51"/>
                    </a:lnTo>
                    <a:lnTo>
                      <a:pt x="96" y="67"/>
                    </a:lnTo>
                    <a:lnTo>
                      <a:pt x="96" y="68"/>
                    </a:lnTo>
                    <a:lnTo>
                      <a:pt x="97" y="68"/>
                    </a:lnTo>
                    <a:lnTo>
                      <a:pt x="97" y="68"/>
                    </a:lnTo>
                    <a:lnTo>
                      <a:pt x="98" y="69"/>
                    </a:lnTo>
                    <a:lnTo>
                      <a:pt x="124" y="69"/>
                    </a:lnTo>
                    <a:lnTo>
                      <a:pt x="125" y="68"/>
                    </a:lnTo>
                    <a:lnTo>
                      <a:pt x="125" y="68"/>
                    </a:lnTo>
                    <a:lnTo>
                      <a:pt x="125" y="68"/>
                    </a:lnTo>
                    <a:lnTo>
                      <a:pt x="125" y="67"/>
                    </a:lnTo>
                    <a:lnTo>
                      <a:pt x="125" y="51"/>
                    </a:lnTo>
                    <a:lnTo>
                      <a:pt x="125" y="51"/>
                    </a:lnTo>
                    <a:lnTo>
                      <a:pt x="125" y="50"/>
                    </a:lnTo>
                    <a:lnTo>
                      <a:pt x="125" y="50"/>
                    </a:lnTo>
                    <a:lnTo>
                      <a:pt x="124" y="50"/>
                    </a:lnTo>
                    <a:lnTo>
                      <a:pt x="124" y="50"/>
                    </a:lnTo>
                    <a:close/>
                    <a:moveTo>
                      <a:pt x="52" y="79"/>
                    </a:moveTo>
                    <a:lnTo>
                      <a:pt x="30" y="79"/>
                    </a:lnTo>
                    <a:lnTo>
                      <a:pt x="30" y="232"/>
                    </a:lnTo>
                    <a:lnTo>
                      <a:pt x="51" y="232"/>
                    </a:lnTo>
                    <a:lnTo>
                      <a:pt x="51" y="88"/>
                    </a:lnTo>
                    <a:lnTo>
                      <a:pt x="52" y="88"/>
                    </a:lnTo>
                    <a:lnTo>
                      <a:pt x="52" y="79"/>
                    </a:lnTo>
                    <a:lnTo>
                      <a:pt x="52" y="79"/>
                    </a:lnTo>
                    <a:close/>
                    <a:moveTo>
                      <a:pt x="54" y="63"/>
                    </a:moveTo>
                    <a:lnTo>
                      <a:pt x="30" y="63"/>
                    </a:lnTo>
                    <a:lnTo>
                      <a:pt x="29" y="63"/>
                    </a:lnTo>
                    <a:lnTo>
                      <a:pt x="29" y="64"/>
                    </a:lnTo>
                    <a:lnTo>
                      <a:pt x="29" y="76"/>
                    </a:lnTo>
                    <a:lnTo>
                      <a:pt x="29" y="77"/>
                    </a:lnTo>
                    <a:lnTo>
                      <a:pt x="30" y="78"/>
                    </a:lnTo>
                    <a:lnTo>
                      <a:pt x="54" y="78"/>
                    </a:lnTo>
                    <a:lnTo>
                      <a:pt x="54" y="77"/>
                    </a:lnTo>
                    <a:lnTo>
                      <a:pt x="54" y="76"/>
                    </a:lnTo>
                    <a:lnTo>
                      <a:pt x="54" y="64"/>
                    </a:lnTo>
                    <a:lnTo>
                      <a:pt x="54" y="63"/>
                    </a:lnTo>
                    <a:lnTo>
                      <a:pt x="54" y="63"/>
                    </a:lnTo>
                    <a:lnTo>
                      <a:pt x="54" y="63"/>
                    </a:lnTo>
                    <a:close/>
                    <a:moveTo>
                      <a:pt x="42" y="39"/>
                    </a:moveTo>
                    <a:lnTo>
                      <a:pt x="42" y="39"/>
                    </a:lnTo>
                    <a:lnTo>
                      <a:pt x="43" y="39"/>
                    </a:lnTo>
                    <a:lnTo>
                      <a:pt x="45" y="40"/>
                    </a:lnTo>
                    <a:lnTo>
                      <a:pt x="46" y="42"/>
                    </a:lnTo>
                    <a:lnTo>
                      <a:pt x="46" y="42"/>
                    </a:lnTo>
                    <a:lnTo>
                      <a:pt x="47" y="45"/>
                    </a:lnTo>
                    <a:lnTo>
                      <a:pt x="48" y="47"/>
                    </a:lnTo>
                    <a:lnTo>
                      <a:pt x="49" y="49"/>
                    </a:lnTo>
                    <a:lnTo>
                      <a:pt x="50" y="50"/>
                    </a:lnTo>
                    <a:lnTo>
                      <a:pt x="50" y="50"/>
                    </a:lnTo>
                    <a:lnTo>
                      <a:pt x="50" y="51"/>
                    </a:lnTo>
                    <a:lnTo>
                      <a:pt x="51" y="52"/>
                    </a:lnTo>
                    <a:lnTo>
                      <a:pt x="51" y="53"/>
                    </a:lnTo>
                    <a:lnTo>
                      <a:pt x="51" y="54"/>
                    </a:lnTo>
                    <a:lnTo>
                      <a:pt x="51" y="55"/>
                    </a:lnTo>
                    <a:lnTo>
                      <a:pt x="50" y="56"/>
                    </a:lnTo>
                    <a:lnTo>
                      <a:pt x="50" y="57"/>
                    </a:lnTo>
                    <a:lnTo>
                      <a:pt x="50" y="58"/>
                    </a:lnTo>
                    <a:lnTo>
                      <a:pt x="50" y="58"/>
                    </a:lnTo>
                    <a:lnTo>
                      <a:pt x="50" y="58"/>
                    </a:lnTo>
                    <a:lnTo>
                      <a:pt x="50" y="59"/>
                    </a:lnTo>
                    <a:lnTo>
                      <a:pt x="50" y="59"/>
                    </a:lnTo>
                    <a:lnTo>
                      <a:pt x="50" y="61"/>
                    </a:lnTo>
                    <a:lnTo>
                      <a:pt x="50" y="61"/>
                    </a:lnTo>
                    <a:lnTo>
                      <a:pt x="42" y="61"/>
                    </a:lnTo>
                    <a:lnTo>
                      <a:pt x="42" y="61"/>
                    </a:lnTo>
                    <a:lnTo>
                      <a:pt x="42" y="61"/>
                    </a:lnTo>
                    <a:lnTo>
                      <a:pt x="34" y="61"/>
                    </a:lnTo>
                    <a:lnTo>
                      <a:pt x="34" y="61"/>
                    </a:lnTo>
                    <a:lnTo>
                      <a:pt x="34" y="59"/>
                    </a:lnTo>
                    <a:lnTo>
                      <a:pt x="34" y="59"/>
                    </a:lnTo>
                    <a:lnTo>
                      <a:pt x="34" y="58"/>
                    </a:lnTo>
                    <a:lnTo>
                      <a:pt x="34" y="58"/>
                    </a:lnTo>
                    <a:lnTo>
                      <a:pt x="34" y="58"/>
                    </a:lnTo>
                    <a:lnTo>
                      <a:pt x="34" y="57"/>
                    </a:lnTo>
                    <a:lnTo>
                      <a:pt x="34" y="56"/>
                    </a:lnTo>
                    <a:lnTo>
                      <a:pt x="33" y="55"/>
                    </a:lnTo>
                    <a:lnTo>
                      <a:pt x="32" y="54"/>
                    </a:lnTo>
                    <a:lnTo>
                      <a:pt x="32" y="53"/>
                    </a:lnTo>
                    <a:lnTo>
                      <a:pt x="32" y="52"/>
                    </a:lnTo>
                    <a:lnTo>
                      <a:pt x="33" y="51"/>
                    </a:lnTo>
                    <a:lnTo>
                      <a:pt x="34" y="50"/>
                    </a:lnTo>
                    <a:lnTo>
                      <a:pt x="34" y="50"/>
                    </a:lnTo>
                    <a:lnTo>
                      <a:pt x="35" y="49"/>
                    </a:lnTo>
                    <a:lnTo>
                      <a:pt x="35" y="47"/>
                    </a:lnTo>
                    <a:lnTo>
                      <a:pt x="36" y="45"/>
                    </a:lnTo>
                    <a:lnTo>
                      <a:pt x="38" y="42"/>
                    </a:lnTo>
                    <a:lnTo>
                      <a:pt x="38" y="42"/>
                    </a:lnTo>
                    <a:lnTo>
                      <a:pt x="39" y="40"/>
                    </a:lnTo>
                    <a:lnTo>
                      <a:pt x="40" y="39"/>
                    </a:lnTo>
                    <a:lnTo>
                      <a:pt x="41" y="39"/>
                    </a:lnTo>
                    <a:lnTo>
                      <a:pt x="42" y="39"/>
                    </a:lnTo>
                    <a:lnTo>
                      <a:pt x="42" y="39"/>
                    </a:lnTo>
                    <a:lnTo>
                      <a:pt x="42" y="39"/>
                    </a:lnTo>
                    <a:lnTo>
                      <a:pt x="42" y="39"/>
                    </a:lnTo>
                    <a:close/>
                    <a:moveTo>
                      <a:pt x="96" y="74"/>
                    </a:moveTo>
                    <a:lnTo>
                      <a:pt x="92" y="74"/>
                    </a:lnTo>
                    <a:lnTo>
                      <a:pt x="90" y="74"/>
                    </a:lnTo>
                    <a:lnTo>
                      <a:pt x="90" y="74"/>
                    </a:lnTo>
                    <a:lnTo>
                      <a:pt x="89" y="74"/>
                    </a:lnTo>
                    <a:lnTo>
                      <a:pt x="88" y="73"/>
                    </a:lnTo>
                    <a:lnTo>
                      <a:pt x="86" y="71"/>
                    </a:lnTo>
                    <a:lnTo>
                      <a:pt x="86" y="69"/>
                    </a:lnTo>
                    <a:lnTo>
                      <a:pt x="83" y="65"/>
                    </a:lnTo>
                    <a:lnTo>
                      <a:pt x="81" y="61"/>
                    </a:lnTo>
                    <a:lnTo>
                      <a:pt x="81" y="59"/>
                    </a:lnTo>
                    <a:lnTo>
                      <a:pt x="82" y="59"/>
                    </a:lnTo>
                    <a:lnTo>
                      <a:pt x="82" y="58"/>
                    </a:lnTo>
                    <a:lnTo>
                      <a:pt x="82" y="58"/>
                    </a:lnTo>
                    <a:lnTo>
                      <a:pt x="84" y="57"/>
                    </a:lnTo>
                    <a:lnTo>
                      <a:pt x="84" y="57"/>
                    </a:lnTo>
                    <a:lnTo>
                      <a:pt x="86" y="56"/>
                    </a:lnTo>
                    <a:lnTo>
                      <a:pt x="86" y="56"/>
                    </a:lnTo>
                    <a:lnTo>
                      <a:pt x="86" y="57"/>
                    </a:lnTo>
                    <a:lnTo>
                      <a:pt x="87" y="57"/>
                    </a:lnTo>
                    <a:lnTo>
                      <a:pt x="86" y="58"/>
                    </a:lnTo>
                    <a:lnTo>
                      <a:pt x="86" y="59"/>
                    </a:lnTo>
                    <a:lnTo>
                      <a:pt x="90" y="62"/>
                    </a:lnTo>
                    <a:lnTo>
                      <a:pt x="94" y="65"/>
                    </a:lnTo>
                    <a:lnTo>
                      <a:pt x="94" y="67"/>
                    </a:lnTo>
                    <a:lnTo>
                      <a:pt x="95" y="70"/>
                    </a:lnTo>
                    <a:lnTo>
                      <a:pt x="95" y="71"/>
                    </a:lnTo>
                    <a:lnTo>
                      <a:pt x="95" y="71"/>
                    </a:lnTo>
                    <a:lnTo>
                      <a:pt x="96" y="71"/>
                    </a:lnTo>
                    <a:lnTo>
                      <a:pt x="96" y="74"/>
                    </a:lnTo>
                    <a:lnTo>
                      <a:pt x="96" y="74"/>
                    </a:lnTo>
                    <a:close/>
                    <a:moveTo>
                      <a:pt x="96" y="76"/>
                    </a:moveTo>
                    <a:lnTo>
                      <a:pt x="91" y="76"/>
                    </a:lnTo>
                    <a:lnTo>
                      <a:pt x="91" y="83"/>
                    </a:lnTo>
                    <a:lnTo>
                      <a:pt x="96" y="83"/>
                    </a:lnTo>
                    <a:lnTo>
                      <a:pt x="96" y="76"/>
                    </a:lnTo>
                    <a:lnTo>
                      <a:pt x="96" y="76"/>
                    </a:lnTo>
                    <a:close/>
                    <a:moveTo>
                      <a:pt x="96" y="84"/>
                    </a:moveTo>
                    <a:lnTo>
                      <a:pt x="54" y="84"/>
                    </a:lnTo>
                    <a:lnTo>
                      <a:pt x="54" y="92"/>
                    </a:lnTo>
                    <a:lnTo>
                      <a:pt x="96" y="92"/>
                    </a:lnTo>
                    <a:lnTo>
                      <a:pt x="96" y="84"/>
                    </a:lnTo>
                    <a:lnTo>
                      <a:pt x="96" y="84"/>
                    </a:lnTo>
                    <a:close/>
                    <a:moveTo>
                      <a:pt x="162" y="121"/>
                    </a:moveTo>
                    <a:lnTo>
                      <a:pt x="161" y="121"/>
                    </a:lnTo>
                    <a:lnTo>
                      <a:pt x="162" y="122"/>
                    </a:lnTo>
                    <a:lnTo>
                      <a:pt x="162" y="122"/>
                    </a:lnTo>
                    <a:lnTo>
                      <a:pt x="163" y="124"/>
                    </a:lnTo>
                    <a:lnTo>
                      <a:pt x="164" y="126"/>
                    </a:lnTo>
                    <a:lnTo>
                      <a:pt x="166" y="126"/>
                    </a:lnTo>
                    <a:lnTo>
                      <a:pt x="167" y="128"/>
                    </a:lnTo>
                    <a:lnTo>
                      <a:pt x="169" y="128"/>
                    </a:lnTo>
                    <a:lnTo>
                      <a:pt x="170" y="129"/>
                    </a:lnTo>
                    <a:lnTo>
                      <a:pt x="171" y="130"/>
                    </a:lnTo>
                    <a:lnTo>
                      <a:pt x="172" y="132"/>
                    </a:lnTo>
                    <a:lnTo>
                      <a:pt x="173" y="134"/>
                    </a:lnTo>
                    <a:lnTo>
                      <a:pt x="174" y="134"/>
                    </a:lnTo>
                    <a:lnTo>
                      <a:pt x="174" y="134"/>
                    </a:lnTo>
                    <a:lnTo>
                      <a:pt x="175" y="134"/>
                    </a:lnTo>
                    <a:lnTo>
                      <a:pt x="175" y="134"/>
                    </a:lnTo>
                    <a:lnTo>
                      <a:pt x="175" y="121"/>
                    </a:lnTo>
                    <a:lnTo>
                      <a:pt x="162" y="121"/>
                    </a:lnTo>
                    <a:lnTo>
                      <a:pt x="162" y="121"/>
                    </a:lnTo>
                    <a:close/>
                    <a:moveTo>
                      <a:pt x="110" y="25"/>
                    </a:moveTo>
                    <a:lnTo>
                      <a:pt x="110" y="25"/>
                    </a:lnTo>
                    <a:lnTo>
                      <a:pt x="110" y="25"/>
                    </a:lnTo>
                    <a:lnTo>
                      <a:pt x="110" y="24"/>
                    </a:lnTo>
                    <a:lnTo>
                      <a:pt x="110" y="24"/>
                    </a:lnTo>
                    <a:lnTo>
                      <a:pt x="111" y="24"/>
                    </a:lnTo>
                    <a:lnTo>
                      <a:pt x="111" y="24"/>
                    </a:lnTo>
                    <a:lnTo>
                      <a:pt x="112" y="25"/>
                    </a:lnTo>
                    <a:lnTo>
                      <a:pt x="114" y="25"/>
                    </a:lnTo>
                    <a:lnTo>
                      <a:pt x="114" y="26"/>
                    </a:lnTo>
                    <a:lnTo>
                      <a:pt x="115" y="27"/>
                    </a:lnTo>
                    <a:lnTo>
                      <a:pt x="116" y="29"/>
                    </a:lnTo>
                    <a:lnTo>
                      <a:pt x="117" y="31"/>
                    </a:lnTo>
                    <a:lnTo>
                      <a:pt x="117" y="34"/>
                    </a:lnTo>
                    <a:lnTo>
                      <a:pt x="118" y="35"/>
                    </a:lnTo>
                    <a:lnTo>
                      <a:pt x="118" y="36"/>
                    </a:lnTo>
                    <a:lnTo>
                      <a:pt x="119" y="37"/>
                    </a:lnTo>
                    <a:lnTo>
                      <a:pt x="121" y="38"/>
                    </a:lnTo>
                    <a:lnTo>
                      <a:pt x="121" y="40"/>
                    </a:lnTo>
                    <a:lnTo>
                      <a:pt x="122" y="42"/>
                    </a:lnTo>
                    <a:lnTo>
                      <a:pt x="122" y="42"/>
                    </a:lnTo>
                    <a:lnTo>
                      <a:pt x="122" y="44"/>
                    </a:lnTo>
                    <a:lnTo>
                      <a:pt x="121" y="45"/>
                    </a:lnTo>
                    <a:lnTo>
                      <a:pt x="120" y="46"/>
                    </a:lnTo>
                    <a:lnTo>
                      <a:pt x="120" y="47"/>
                    </a:lnTo>
                    <a:lnTo>
                      <a:pt x="120" y="47"/>
                    </a:lnTo>
                    <a:lnTo>
                      <a:pt x="119" y="48"/>
                    </a:lnTo>
                    <a:lnTo>
                      <a:pt x="119" y="48"/>
                    </a:lnTo>
                    <a:lnTo>
                      <a:pt x="118" y="48"/>
                    </a:lnTo>
                    <a:lnTo>
                      <a:pt x="111" y="48"/>
                    </a:lnTo>
                    <a:lnTo>
                      <a:pt x="111" y="48"/>
                    </a:lnTo>
                    <a:lnTo>
                      <a:pt x="110" y="48"/>
                    </a:lnTo>
                    <a:lnTo>
                      <a:pt x="103" y="48"/>
                    </a:lnTo>
                    <a:lnTo>
                      <a:pt x="102" y="48"/>
                    </a:lnTo>
                    <a:lnTo>
                      <a:pt x="102" y="48"/>
                    </a:lnTo>
                    <a:lnTo>
                      <a:pt x="102" y="48"/>
                    </a:lnTo>
                    <a:lnTo>
                      <a:pt x="102" y="47"/>
                    </a:lnTo>
                    <a:lnTo>
                      <a:pt x="102" y="46"/>
                    </a:lnTo>
                    <a:lnTo>
                      <a:pt x="101" y="46"/>
                    </a:lnTo>
                    <a:lnTo>
                      <a:pt x="100" y="44"/>
                    </a:lnTo>
                    <a:lnTo>
                      <a:pt x="99" y="43"/>
                    </a:lnTo>
                    <a:lnTo>
                      <a:pt x="100" y="42"/>
                    </a:lnTo>
                    <a:lnTo>
                      <a:pt x="100" y="40"/>
                    </a:lnTo>
                    <a:lnTo>
                      <a:pt x="101" y="38"/>
                    </a:lnTo>
                    <a:lnTo>
                      <a:pt x="102" y="38"/>
                    </a:lnTo>
                    <a:lnTo>
                      <a:pt x="103" y="37"/>
                    </a:lnTo>
                    <a:lnTo>
                      <a:pt x="104" y="35"/>
                    </a:lnTo>
                    <a:lnTo>
                      <a:pt x="104" y="34"/>
                    </a:lnTo>
                    <a:lnTo>
                      <a:pt x="105" y="31"/>
                    </a:lnTo>
                    <a:lnTo>
                      <a:pt x="106" y="30"/>
                    </a:lnTo>
                    <a:lnTo>
                      <a:pt x="106" y="27"/>
                    </a:lnTo>
                    <a:lnTo>
                      <a:pt x="107" y="26"/>
                    </a:lnTo>
                    <a:lnTo>
                      <a:pt x="108" y="26"/>
                    </a:lnTo>
                    <a:lnTo>
                      <a:pt x="110" y="25"/>
                    </a:lnTo>
                    <a:lnTo>
                      <a:pt x="110" y="25"/>
                    </a:lnTo>
                    <a:lnTo>
                      <a:pt x="110" y="25"/>
                    </a:lnTo>
                    <a:close/>
                    <a:moveTo>
                      <a:pt x="126" y="74"/>
                    </a:moveTo>
                    <a:lnTo>
                      <a:pt x="130" y="74"/>
                    </a:lnTo>
                    <a:lnTo>
                      <a:pt x="131" y="74"/>
                    </a:lnTo>
                    <a:lnTo>
                      <a:pt x="132" y="74"/>
                    </a:lnTo>
                    <a:lnTo>
                      <a:pt x="134" y="74"/>
                    </a:lnTo>
                    <a:lnTo>
                      <a:pt x="134" y="73"/>
                    </a:lnTo>
                    <a:lnTo>
                      <a:pt x="135" y="71"/>
                    </a:lnTo>
                    <a:lnTo>
                      <a:pt x="136" y="69"/>
                    </a:lnTo>
                    <a:lnTo>
                      <a:pt x="138" y="65"/>
                    </a:lnTo>
                    <a:lnTo>
                      <a:pt x="141" y="61"/>
                    </a:lnTo>
                    <a:lnTo>
                      <a:pt x="141" y="59"/>
                    </a:lnTo>
                    <a:lnTo>
                      <a:pt x="140" y="59"/>
                    </a:lnTo>
                    <a:lnTo>
                      <a:pt x="139" y="58"/>
                    </a:lnTo>
                    <a:lnTo>
                      <a:pt x="139" y="58"/>
                    </a:lnTo>
                    <a:lnTo>
                      <a:pt x="138" y="57"/>
                    </a:lnTo>
                    <a:lnTo>
                      <a:pt x="138" y="57"/>
                    </a:lnTo>
                    <a:lnTo>
                      <a:pt x="136" y="56"/>
                    </a:lnTo>
                    <a:lnTo>
                      <a:pt x="136" y="56"/>
                    </a:lnTo>
                    <a:lnTo>
                      <a:pt x="135" y="57"/>
                    </a:lnTo>
                    <a:lnTo>
                      <a:pt x="135" y="57"/>
                    </a:lnTo>
                    <a:lnTo>
                      <a:pt x="135" y="58"/>
                    </a:lnTo>
                    <a:lnTo>
                      <a:pt x="136" y="59"/>
                    </a:lnTo>
                    <a:lnTo>
                      <a:pt x="132" y="62"/>
                    </a:lnTo>
                    <a:lnTo>
                      <a:pt x="128" y="65"/>
                    </a:lnTo>
                    <a:lnTo>
                      <a:pt x="127" y="67"/>
                    </a:lnTo>
                    <a:lnTo>
                      <a:pt x="127" y="70"/>
                    </a:lnTo>
                    <a:lnTo>
                      <a:pt x="126" y="71"/>
                    </a:lnTo>
                    <a:lnTo>
                      <a:pt x="126" y="71"/>
                    </a:lnTo>
                    <a:lnTo>
                      <a:pt x="126" y="71"/>
                    </a:lnTo>
                    <a:lnTo>
                      <a:pt x="126" y="74"/>
                    </a:lnTo>
                    <a:lnTo>
                      <a:pt x="126" y="74"/>
                    </a:lnTo>
                    <a:close/>
                    <a:moveTo>
                      <a:pt x="96" y="94"/>
                    </a:moveTo>
                    <a:lnTo>
                      <a:pt x="54" y="94"/>
                    </a:lnTo>
                    <a:lnTo>
                      <a:pt x="54" y="110"/>
                    </a:lnTo>
                    <a:lnTo>
                      <a:pt x="96" y="110"/>
                    </a:lnTo>
                    <a:lnTo>
                      <a:pt x="96" y="94"/>
                    </a:lnTo>
                    <a:lnTo>
                      <a:pt x="96" y="94"/>
                    </a:lnTo>
                    <a:close/>
                    <a:moveTo>
                      <a:pt x="96" y="113"/>
                    </a:moveTo>
                    <a:lnTo>
                      <a:pt x="54" y="113"/>
                    </a:lnTo>
                    <a:lnTo>
                      <a:pt x="54" y="120"/>
                    </a:lnTo>
                    <a:lnTo>
                      <a:pt x="96" y="120"/>
                    </a:lnTo>
                    <a:lnTo>
                      <a:pt x="96" y="113"/>
                    </a:lnTo>
                    <a:lnTo>
                      <a:pt x="96" y="113"/>
                    </a:lnTo>
                    <a:close/>
                    <a:moveTo>
                      <a:pt x="96" y="134"/>
                    </a:moveTo>
                    <a:lnTo>
                      <a:pt x="94" y="133"/>
                    </a:lnTo>
                    <a:lnTo>
                      <a:pt x="93" y="131"/>
                    </a:lnTo>
                    <a:lnTo>
                      <a:pt x="90" y="130"/>
                    </a:lnTo>
                    <a:lnTo>
                      <a:pt x="87" y="128"/>
                    </a:lnTo>
                    <a:lnTo>
                      <a:pt x="86" y="126"/>
                    </a:lnTo>
                    <a:lnTo>
                      <a:pt x="85" y="126"/>
                    </a:lnTo>
                    <a:lnTo>
                      <a:pt x="84" y="124"/>
                    </a:lnTo>
                    <a:lnTo>
                      <a:pt x="83" y="123"/>
                    </a:lnTo>
                    <a:lnTo>
                      <a:pt x="82" y="122"/>
                    </a:lnTo>
                    <a:lnTo>
                      <a:pt x="82" y="122"/>
                    </a:lnTo>
                    <a:lnTo>
                      <a:pt x="82" y="122"/>
                    </a:lnTo>
                    <a:lnTo>
                      <a:pt x="82" y="122"/>
                    </a:lnTo>
                    <a:lnTo>
                      <a:pt x="96" y="122"/>
                    </a:lnTo>
                    <a:lnTo>
                      <a:pt x="96" y="134"/>
                    </a:lnTo>
                    <a:lnTo>
                      <a:pt x="96" y="134"/>
                    </a:lnTo>
                    <a:close/>
                    <a:moveTo>
                      <a:pt x="55" y="134"/>
                    </a:moveTo>
                    <a:lnTo>
                      <a:pt x="56" y="134"/>
                    </a:lnTo>
                    <a:lnTo>
                      <a:pt x="58" y="131"/>
                    </a:lnTo>
                    <a:lnTo>
                      <a:pt x="61" y="130"/>
                    </a:lnTo>
                    <a:lnTo>
                      <a:pt x="63" y="128"/>
                    </a:lnTo>
                    <a:lnTo>
                      <a:pt x="65" y="126"/>
                    </a:lnTo>
                    <a:lnTo>
                      <a:pt x="66" y="126"/>
                    </a:lnTo>
                    <a:lnTo>
                      <a:pt x="67" y="124"/>
                    </a:lnTo>
                    <a:lnTo>
                      <a:pt x="67" y="123"/>
                    </a:lnTo>
                    <a:lnTo>
                      <a:pt x="68" y="122"/>
                    </a:lnTo>
                    <a:lnTo>
                      <a:pt x="68" y="122"/>
                    </a:lnTo>
                    <a:lnTo>
                      <a:pt x="55" y="122"/>
                    </a:lnTo>
                    <a:lnTo>
                      <a:pt x="55" y="134"/>
                    </a:lnTo>
                    <a:lnTo>
                      <a:pt x="55" y="134"/>
                    </a:lnTo>
                    <a:close/>
                    <a:moveTo>
                      <a:pt x="54" y="79"/>
                    </a:moveTo>
                    <a:lnTo>
                      <a:pt x="57" y="79"/>
                    </a:lnTo>
                    <a:lnTo>
                      <a:pt x="57" y="70"/>
                    </a:lnTo>
                    <a:lnTo>
                      <a:pt x="58" y="69"/>
                    </a:lnTo>
                    <a:lnTo>
                      <a:pt x="59" y="69"/>
                    </a:lnTo>
                    <a:lnTo>
                      <a:pt x="60" y="69"/>
                    </a:lnTo>
                    <a:lnTo>
                      <a:pt x="61" y="69"/>
                    </a:lnTo>
                    <a:lnTo>
                      <a:pt x="62" y="70"/>
                    </a:lnTo>
                    <a:lnTo>
                      <a:pt x="63" y="70"/>
                    </a:lnTo>
                    <a:lnTo>
                      <a:pt x="63" y="71"/>
                    </a:lnTo>
                    <a:lnTo>
                      <a:pt x="63" y="72"/>
                    </a:lnTo>
                    <a:lnTo>
                      <a:pt x="63" y="73"/>
                    </a:lnTo>
                    <a:lnTo>
                      <a:pt x="63" y="73"/>
                    </a:lnTo>
                    <a:lnTo>
                      <a:pt x="65" y="74"/>
                    </a:lnTo>
                    <a:lnTo>
                      <a:pt x="66" y="74"/>
                    </a:lnTo>
                    <a:lnTo>
                      <a:pt x="66" y="75"/>
                    </a:lnTo>
                    <a:lnTo>
                      <a:pt x="66" y="76"/>
                    </a:lnTo>
                    <a:lnTo>
                      <a:pt x="66" y="77"/>
                    </a:lnTo>
                    <a:lnTo>
                      <a:pt x="66" y="78"/>
                    </a:lnTo>
                    <a:lnTo>
                      <a:pt x="66" y="78"/>
                    </a:lnTo>
                    <a:lnTo>
                      <a:pt x="66" y="78"/>
                    </a:lnTo>
                    <a:lnTo>
                      <a:pt x="65" y="79"/>
                    </a:lnTo>
                    <a:lnTo>
                      <a:pt x="63" y="81"/>
                    </a:lnTo>
                    <a:lnTo>
                      <a:pt x="62" y="82"/>
                    </a:lnTo>
                    <a:lnTo>
                      <a:pt x="60" y="82"/>
                    </a:lnTo>
                    <a:lnTo>
                      <a:pt x="59" y="82"/>
                    </a:lnTo>
                    <a:lnTo>
                      <a:pt x="56" y="82"/>
                    </a:lnTo>
                    <a:lnTo>
                      <a:pt x="54" y="82"/>
                    </a:lnTo>
                    <a:lnTo>
                      <a:pt x="54" y="79"/>
                    </a:lnTo>
                    <a:lnTo>
                      <a:pt x="54" y="79"/>
                    </a:lnTo>
                    <a:close/>
                    <a:moveTo>
                      <a:pt x="28" y="83"/>
                    </a:moveTo>
                    <a:lnTo>
                      <a:pt x="24" y="83"/>
                    </a:lnTo>
                    <a:lnTo>
                      <a:pt x="22" y="83"/>
                    </a:lnTo>
                    <a:lnTo>
                      <a:pt x="21" y="82"/>
                    </a:lnTo>
                    <a:lnTo>
                      <a:pt x="21" y="82"/>
                    </a:lnTo>
                    <a:lnTo>
                      <a:pt x="19" y="82"/>
                    </a:lnTo>
                    <a:lnTo>
                      <a:pt x="18" y="79"/>
                    </a:lnTo>
                    <a:lnTo>
                      <a:pt x="18" y="77"/>
                    </a:lnTo>
                    <a:lnTo>
                      <a:pt x="17" y="75"/>
                    </a:lnTo>
                    <a:lnTo>
                      <a:pt x="16" y="74"/>
                    </a:lnTo>
                    <a:lnTo>
                      <a:pt x="15" y="73"/>
                    </a:lnTo>
                    <a:lnTo>
                      <a:pt x="15" y="72"/>
                    </a:lnTo>
                    <a:lnTo>
                      <a:pt x="14" y="71"/>
                    </a:lnTo>
                    <a:lnTo>
                      <a:pt x="14" y="70"/>
                    </a:lnTo>
                    <a:lnTo>
                      <a:pt x="13" y="70"/>
                    </a:lnTo>
                    <a:lnTo>
                      <a:pt x="13" y="68"/>
                    </a:lnTo>
                    <a:lnTo>
                      <a:pt x="13" y="66"/>
                    </a:lnTo>
                    <a:lnTo>
                      <a:pt x="14" y="65"/>
                    </a:lnTo>
                    <a:lnTo>
                      <a:pt x="14" y="65"/>
                    </a:lnTo>
                    <a:lnTo>
                      <a:pt x="15" y="65"/>
                    </a:lnTo>
                    <a:lnTo>
                      <a:pt x="15" y="64"/>
                    </a:lnTo>
                    <a:lnTo>
                      <a:pt x="16" y="64"/>
                    </a:lnTo>
                    <a:lnTo>
                      <a:pt x="17" y="65"/>
                    </a:lnTo>
                    <a:lnTo>
                      <a:pt x="17" y="65"/>
                    </a:lnTo>
                    <a:lnTo>
                      <a:pt x="17" y="66"/>
                    </a:lnTo>
                    <a:lnTo>
                      <a:pt x="17" y="67"/>
                    </a:lnTo>
                    <a:lnTo>
                      <a:pt x="19" y="68"/>
                    </a:lnTo>
                    <a:lnTo>
                      <a:pt x="22" y="70"/>
                    </a:lnTo>
                    <a:lnTo>
                      <a:pt x="22" y="70"/>
                    </a:lnTo>
                    <a:lnTo>
                      <a:pt x="24" y="71"/>
                    </a:lnTo>
                    <a:lnTo>
                      <a:pt x="25" y="72"/>
                    </a:lnTo>
                    <a:lnTo>
                      <a:pt x="26" y="74"/>
                    </a:lnTo>
                    <a:lnTo>
                      <a:pt x="26" y="76"/>
                    </a:lnTo>
                    <a:lnTo>
                      <a:pt x="26" y="78"/>
                    </a:lnTo>
                    <a:lnTo>
                      <a:pt x="26" y="79"/>
                    </a:lnTo>
                    <a:lnTo>
                      <a:pt x="26" y="79"/>
                    </a:lnTo>
                    <a:lnTo>
                      <a:pt x="28" y="79"/>
                    </a:lnTo>
                    <a:lnTo>
                      <a:pt x="28" y="83"/>
                    </a:lnTo>
                    <a:lnTo>
                      <a:pt x="28" y="83"/>
                    </a:lnTo>
                    <a:close/>
                    <a:moveTo>
                      <a:pt x="27" y="113"/>
                    </a:moveTo>
                    <a:lnTo>
                      <a:pt x="22" y="113"/>
                    </a:lnTo>
                    <a:lnTo>
                      <a:pt x="22" y="120"/>
                    </a:lnTo>
                    <a:lnTo>
                      <a:pt x="27" y="120"/>
                    </a:lnTo>
                    <a:lnTo>
                      <a:pt x="27" y="113"/>
                    </a:lnTo>
                    <a:lnTo>
                      <a:pt x="27" y="113"/>
                    </a:lnTo>
                    <a:close/>
                    <a:moveTo>
                      <a:pt x="28" y="84"/>
                    </a:moveTo>
                    <a:lnTo>
                      <a:pt x="22" y="84"/>
                    </a:lnTo>
                    <a:lnTo>
                      <a:pt x="22" y="92"/>
                    </a:lnTo>
                    <a:lnTo>
                      <a:pt x="28" y="92"/>
                    </a:lnTo>
                    <a:lnTo>
                      <a:pt x="28" y="84"/>
                    </a:lnTo>
                    <a:lnTo>
                      <a:pt x="28" y="84"/>
                    </a:lnTo>
                    <a:close/>
                    <a:moveTo>
                      <a:pt x="26" y="166"/>
                    </a:moveTo>
                    <a:lnTo>
                      <a:pt x="26" y="166"/>
                    </a:lnTo>
                    <a:lnTo>
                      <a:pt x="24" y="167"/>
                    </a:lnTo>
                    <a:lnTo>
                      <a:pt x="22" y="169"/>
                    </a:lnTo>
                    <a:lnTo>
                      <a:pt x="22" y="170"/>
                    </a:lnTo>
                    <a:lnTo>
                      <a:pt x="21" y="171"/>
                    </a:lnTo>
                    <a:lnTo>
                      <a:pt x="20" y="172"/>
                    </a:lnTo>
                    <a:lnTo>
                      <a:pt x="19" y="176"/>
                    </a:lnTo>
                    <a:lnTo>
                      <a:pt x="19" y="178"/>
                    </a:lnTo>
                    <a:lnTo>
                      <a:pt x="17" y="179"/>
                    </a:lnTo>
                    <a:lnTo>
                      <a:pt x="15" y="180"/>
                    </a:lnTo>
                    <a:lnTo>
                      <a:pt x="14" y="182"/>
                    </a:lnTo>
                    <a:lnTo>
                      <a:pt x="12" y="183"/>
                    </a:lnTo>
                    <a:lnTo>
                      <a:pt x="11" y="186"/>
                    </a:lnTo>
                    <a:lnTo>
                      <a:pt x="10" y="188"/>
                    </a:lnTo>
                    <a:lnTo>
                      <a:pt x="10" y="190"/>
                    </a:lnTo>
                    <a:lnTo>
                      <a:pt x="10" y="193"/>
                    </a:lnTo>
                    <a:lnTo>
                      <a:pt x="10" y="198"/>
                    </a:lnTo>
                    <a:lnTo>
                      <a:pt x="11" y="200"/>
                    </a:lnTo>
                    <a:lnTo>
                      <a:pt x="10" y="202"/>
                    </a:lnTo>
                    <a:lnTo>
                      <a:pt x="8" y="203"/>
                    </a:lnTo>
                    <a:lnTo>
                      <a:pt x="6" y="206"/>
                    </a:lnTo>
                    <a:lnTo>
                      <a:pt x="5" y="209"/>
                    </a:lnTo>
                    <a:lnTo>
                      <a:pt x="4" y="210"/>
                    </a:lnTo>
                    <a:lnTo>
                      <a:pt x="4" y="212"/>
                    </a:lnTo>
                    <a:lnTo>
                      <a:pt x="4" y="214"/>
                    </a:lnTo>
                    <a:lnTo>
                      <a:pt x="4" y="217"/>
                    </a:lnTo>
                    <a:lnTo>
                      <a:pt x="4" y="219"/>
                    </a:lnTo>
                    <a:lnTo>
                      <a:pt x="5" y="221"/>
                    </a:lnTo>
                    <a:lnTo>
                      <a:pt x="6" y="222"/>
                    </a:lnTo>
                    <a:lnTo>
                      <a:pt x="6" y="222"/>
                    </a:lnTo>
                    <a:lnTo>
                      <a:pt x="26" y="222"/>
                    </a:lnTo>
                    <a:lnTo>
                      <a:pt x="26" y="166"/>
                    </a:lnTo>
                    <a:lnTo>
                      <a:pt x="26" y="166"/>
                    </a:lnTo>
                    <a:close/>
                    <a:moveTo>
                      <a:pt x="27" y="226"/>
                    </a:moveTo>
                    <a:lnTo>
                      <a:pt x="0" y="226"/>
                    </a:lnTo>
                    <a:lnTo>
                      <a:pt x="0" y="234"/>
                    </a:lnTo>
                    <a:lnTo>
                      <a:pt x="27" y="234"/>
                    </a:lnTo>
                    <a:lnTo>
                      <a:pt x="27" y="226"/>
                    </a:lnTo>
                    <a:lnTo>
                      <a:pt x="27" y="226"/>
                    </a:lnTo>
                    <a:close/>
                    <a:moveTo>
                      <a:pt x="277" y="118"/>
                    </a:moveTo>
                    <a:lnTo>
                      <a:pt x="277" y="118"/>
                    </a:lnTo>
                    <a:lnTo>
                      <a:pt x="279" y="121"/>
                    </a:lnTo>
                    <a:lnTo>
                      <a:pt x="280" y="122"/>
                    </a:lnTo>
                    <a:lnTo>
                      <a:pt x="281" y="124"/>
                    </a:lnTo>
                    <a:lnTo>
                      <a:pt x="283" y="125"/>
                    </a:lnTo>
                    <a:lnTo>
                      <a:pt x="284" y="126"/>
                    </a:lnTo>
                    <a:lnTo>
                      <a:pt x="287" y="126"/>
                    </a:lnTo>
                    <a:lnTo>
                      <a:pt x="287" y="126"/>
                    </a:lnTo>
                    <a:lnTo>
                      <a:pt x="288" y="127"/>
                    </a:lnTo>
                    <a:lnTo>
                      <a:pt x="288" y="128"/>
                    </a:lnTo>
                    <a:lnTo>
                      <a:pt x="288" y="129"/>
                    </a:lnTo>
                    <a:lnTo>
                      <a:pt x="288" y="130"/>
                    </a:lnTo>
                    <a:lnTo>
                      <a:pt x="289" y="131"/>
                    </a:lnTo>
                    <a:lnTo>
                      <a:pt x="290" y="132"/>
                    </a:lnTo>
                    <a:lnTo>
                      <a:pt x="292" y="133"/>
                    </a:lnTo>
                    <a:lnTo>
                      <a:pt x="293" y="133"/>
                    </a:lnTo>
                    <a:lnTo>
                      <a:pt x="293" y="118"/>
                    </a:lnTo>
                    <a:lnTo>
                      <a:pt x="277" y="118"/>
                    </a:lnTo>
                    <a:lnTo>
                      <a:pt x="277" y="118"/>
                    </a:lnTo>
                    <a:close/>
                    <a:moveTo>
                      <a:pt x="294" y="62"/>
                    </a:moveTo>
                    <a:lnTo>
                      <a:pt x="292" y="62"/>
                    </a:lnTo>
                    <a:lnTo>
                      <a:pt x="289" y="62"/>
                    </a:lnTo>
                    <a:lnTo>
                      <a:pt x="285" y="62"/>
                    </a:lnTo>
                    <a:lnTo>
                      <a:pt x="282" y="61"/>
                    </a:lnTo>
                    <a:lnTo>
                      <a:pt x="280" y="59"/>
                    </a:lnTo>
                    <a:lnTo>
                      <a:pt x="279" y="58"/>
                    </a:lnTo>
                    <a:lnTo>
                      <a:pt x="279" y="58"/>
                    </a:lnTo>
                    <a:lnTo>
                      <a:pt x="278" y="56"/>
                    </a:lnTo>
                    <a:lnTo>
                      <a:pt x="277" y="54"/>
                    </a:lnTo>
                    <a:lnTo>
                      <a:pt x="277" y="54"/>
                    </a:lnTo>
                    <a:lnTo>
                      <a:pt x="277" y="53"/>
                    </a:lnTo>
                    <a:lnTo>
                      <a:pt x="277" y="52"/>
                    </a:lnTo>
                    <a:lnTo>
                      <a:pt x="279" y="49"/>
                    </a:lnTo>
                    <a:lnTo>
                      <a:pt x="281" y="46"/>
                    </a:lnTo>
                    <a:lnTo>
                      <a:pt x="283" y="45"/>
                    </a:lnTo>
                    <a:lnTo>
                      <a:pt x="284" y="45"/>
                    </a:lnTo>
                    <a:lnTo>
                      <a:pt x="286" y="45"/>
                    </a:lnTo>
                    <a:lnTo>
                      <a:pt x="287" y="46"/>
                    </a:lnTo>
                    <a:lnTo>
                      <a:pt x="290" y="49"/>
                    </a:lnTo>
                    <a:lnTo>
                      <a:pt x="292" y="52"/>
                    </a:lnTo>
                    <a:lnTo>
                      <a:pt x="294" y="53"/>
                    </a:lnTo>
                    <a:lnTo>
                      <a:pt x="294" y="54"/>
                    </a:lnTo>
                    <a:lnTo>
                      <a:pt x="294" y="54"/>
                    </a:lnTo>
                    <a:lnTo>
                      <a:pt x="294" y="54"/>
                    </a:lnTo>
                    <a:lnTo>
                      <a:pt x="294" y="54"/>
                    </a:lnTo>
                    <a:lnTo>
                      <a:pt x="294" y="54"/>
                    </a:lnTo>
                    <a:lnTo>
                      <a:pt x="294" y="62"/>
                    </a:lnTo>
                    <a:lnTo>
                      <a:pt x="294" y="62"/>
                    </a:lnTo>
                    <a:close/>
                    <a:moveTo>
                      <a:pt x="298" y="53"/>
                    </a:moveTo>
                    <a:lnTo>
                      <a:pt x="322" y="53"/>
                    </a:lnTo>
                    <a:lnTo>
                      <a:pt x="322" y="233"/>
                    </a:lnTo>
                    <a:lnTo>
                      <a:pt x="298" y="233"/>
                    </a:lnTo>
                    <a:lnTo>
                      <a:pt x="298" y="53"/>
                    </a:lnTo>
                    <a:lnTo>
                      <a:pt x="298" y="53"/>
                    </a:lnTo>
                    <a:close/>
                    <a:moveTo>
                      <a:pt x="295" y="30"/>
                    </a:moveTo>
                    <a:lnTo>
                      <a:pt x="295" y="30"/>
                    </a:lnTo>
                    <a:lnTo>
                      <a:pt x="294" y="30"/>
                    </a:lnTo>
                    <a:lnTo>
                      <a:pt x="294" y="30"/>
                    </a:lnTo>
                    <a:lnTo>
                      <a:pt x="294" y="30"/>
                    </a:lnTo>
                    <a:lnTo>
                      <a:pt x="294" y="48"/>
                    </a:lnTo>
                    <a:lnTo>
                      <a:pt x="294" y="49"/>
                    </a:lnTo>
                    <a:lnTo>
                      <a:pt x="294" y="50"/>
                    </a:lnTo>
                    <a:lnTo>
                      <a:pt x="295" y="50"/>
                    </a:lnTo>
                    <a:lnTo>
                      <a:pt x="295" y="50"/>
                    </a:lnTo>
                    <a:lnTo>
                      <a:pt x="325" y="50"/>
                    </a:lnTo>
                    <a:lnTo>
                      <a:pt x="325" y="50"/>
                    </a:lnTo>
                    <a:lnTo>
                      <a:pt x="326" y="50"/>
                    </a:lnTo>
                    <a:lnTo>
                      <a:pt x="326" y="49"/>
                    </a:lnTo>
                    <a:lnTo>
                      <a:pt x="326" y="48"/>
                    </a:lnTo>
                    <a:lnTo>
                      <a:pt x="326" y="30"/>
                    </a:lnTo>
                    <a:lnTo>
                      <a:pt x="326" y="30"/>
                    </a:lnTo>
                    <a:lnTo>
                      <a:pt x="326" y="30"/>
                    </a:lnTo>
                    <a:lnTo>
                      <a:pt x="325" y="30"/>
                    </a:lnTo>
                    <a:lnTo>
                      <a:pt x="325" y="30"/>
                    </a:lnTo>
                    <a:lnTo>
                      <a:pt x="295" y="30"/>
                    </a:lnTo>
                    <a:lnTo>
                      <a:pt x="295" y="30"/>
                    </a:lnTo>
                    <a:close/>
                    <a:moveTo>
                      <a:pt x="311" y="0"/>
                    </a:moveTo>
                    <a:lnTo>
                      <a:pt x="310" y="0"/>
                    </a:lnTo>
                    <a:lnTo>
                      <a:pt x="310" y="0"/>
                    </a:lnTo>
                    <a:lnTo>
                      <a:pt x="310" y="0"/>
                    </a:lnTo>
                    <a:lnTo>
                      <a:pt x="309" y="0"/>
                    </a:lnTo>
                    <a:lnTo>
                      <a:pt x="308" y="1"/>
                    </a:lnTo>
                    <a:lnTo>
                      <a:pt x="307" y="1"/>
                    </a:lnTo>
                    <a:lnTo>
                      <a:pt x="306" y="2"/>
                    </a:lnTo>
                    <a:lnTo>
                      <a:pt x="305" y="3"/>
                    </a:lnTo>
                    <a:lnTo>
                      <a:pt x="303" y="5"/>
                    </a:lnTo>
                    <a:lnTo>
                      <a:pt x="303" y="7"/>
                    </a:lnTo>
                    <a:lnTo>
                      <a:pt x="302" y="11"/>
                    </a:lnTo>
                    <a:lnTo>
                      <a:pt x="302" y="13"/>
                    </a:lnTo>
                    <a:lnTo>
                      <a:pt x="300" y="14"/>
                    </a:lnTo>
                    <a:lnTo>
                      <a:pt x="299" y="14"/>
                    </a:lnTo>
                    <a:lnTo>
                      <a:pt x="299" y="16"/>
                    </a:lnTo>
                    <a:lnTo>
                      <a:pt x="298" y="17"/>
                    </a:lnTo>
                    <a:lnTo>
                      <a:pt x="297" y="18"/>
                    </a:lnTo>
                    <a:lnTo>
                      <a:pt x="297" y="20"/>
                    </a:lnTo>
                    <a:lnTo>
                      <a:pt x="298" y="22"/>
                    </a:lnTo>
                    <a:lnTo>
                      <a:pt x="299" y="22"/>
                    </a:lnTo>
                    <a:lnTo>
                      <a:pt x="299" y="25"/>
                    </a:lnTo>
                    <a:lnTo>
                      <a:pt x="299" y="26"/>
                    </a:lnTo>
                    <a:lnTo>
                      <a:pt x="299" y="26"/>
                    </a:lnTo>
                    <a:lnTo>
                      <a:pt x="299" y="26"/>
                    </a:lnTo>
                    <a:lnTo>
                      <a:pt x="299" y="27"/>
                    </a:lnTo>
                    <a:lnTo>
                      <a:pt x="300" y="27"/>
                    </a:lnTo>
                    <a:lnTo>
                      <a:pt x="310" y="27"/>
                    </a:lnTo>
                    <a:lnTo>
                      <a:pt x="319" y="27"/>
                    </a:lnTo>
                    <a:lnTo>
                      <a:pt x="320" y="27"/>
                    </a:lnTo>
                    <a:lnTo>
                      <a:pt x="320" y="26"/>
                    </a:lnTo>
                    <a:lnTo>
                      <a:pt x="321" y="26"/>
                    </a:lnTo>
                    <a:lnTo>
                      <a:pt x="321" y="26"/>
                    </a:lnTo>
                    <a:lnTo>
                      <a:pt x="321" y="25"/>
                    </a:lnTo>
                    <a:lnTo>
                      <a:pt x="321" y="22"/>
                    </a:lnTo>
                    <a:lnTo>
                      <a:pt x="322" y="22"/>
                    </a:lnTo>
                    <a:lnTo>
                      <a:pt x="323" y="20"/>
                    </a:lnTo>
                    <a:lnTo>
                      <a:pt x="323" y="18"/>
                    </a:lnTo>
                    <a:lnTo>
                      <a:pt x="322" y="17"/>
                    </a:lnTo>
                    <a:lnTo>
                      <a:pt x="321" y="16"/>
                    </a:lnTo>
                    <a:lnTo>
                      <a:pt x="320" y="14"/>
                    </a:lnTo>
                    <a:lnTo>
                      <a:pt x="319" y="14"/>
                    </a:lnTo>
                    <a:lnTo>
                      <a:pt x="318" y="13"/>
                    </a:lnTo>
                    <a:lnTo>
                      <a:pt x="318" y="11"/>
                    </a:lnTo>
                    <a:lnTo>
                      <a:pt x="317" y="7"/>
                    </a:lnTo>
                    <a:lnTo>
                      <a:pt x="316" y="5"/>
                    </a:lnTo>
                    <a:lnTo>
                      <a:pt x="315" y="3"/>
                    </a:lnTo>
                    <a:lnTo>
                      <a:pt x="314" y="2"/>
                    </a:lnTo>
                    <a:lnTo>
                      <a:pt x="313" y="1"/>
                    </a:lnTo>
                    <a:lnTo>
                      <a:pt x="312" y="1"/>
                    </a:lnTo>
                    <a:lnTo>
                      <a:pt x="311" y="0"/>
                    </a:lnTo>
                    <a:lnTo>
                      <a:pt x="311" y="0"/>
                    </a:lnTo>
                    <a:close/>
                    <a:moveTo>
                      <a:pt x="327" y="52"/>
                    </a:moveTo>
                    <a:lnTo>
                      <a:pt x="327" y="62"/>
                    </a:lnTo>
                    <a:lnTo>
                      <a:pt x="333" y="62"/>
                    </a:lnTo>
                    <a:lnTo>
                      <a:pt x="335" y="62"/>
                    </a:lnTo>
                    <a:lnTo>
                      <a:pt x="336" y="61"/>
                    </a:lnTo>
                    <a:lnTo>
                      <a:pt x="337" y="59"/>
                    </a:lnTo>
                    <a:lnTo>
                      <a:pt x="338" y="58"/>
                    </a:lnTo>
                    <a:lnTo>
                      <a:pt x="339" y="55"/>
                    </a:lnTo>
                    <a:lnTo>
                      <a:pt x="339" y="54"/>
                    </a:lnTo>
                    <a:lnTo>
                      <a:pt x="340" y="53"/>
                    </a:lnTo>
                    <a:lnTo>
                      <a:pt x="342" y="51"/>
                    </a:lnTo>
                    <a:lnTo>
                      <a:pt x="343" y="50"/>
                    </a:lnTo>
                    <a:lnTo>
                      <a:pt x="345" y="47"/>
                    </a:lnTo>
                    <a:lnTo>
                      <a:pt x="345" y="46"/>
                    </a:lnTo>
                    <a:lnTo>
                      <a:pt x="345" y="46"/>
                    </a:lnTo>
                    <a:lnTo>
                      <a:pt x="345" y="45"/>
                    </a:lnTo>
                    <a:lnTo>
                      <a:pt x="344" y="44"/>
                    </a:lnTo>
                    <a:lnTo>
                      <a:pt x="343" y="42"/>
                    </a:lnTo>
                    <a:lnTo>
                      <a:pt x="342" y="42"/>
                    </a:lnTo>
                    <a:lnTo>
                      <a:pt x="341" y="42"/>
                    </a:lnTo>
                    <a:lnTo>
                      <a:pt x="340" y="42"/>
                    </a:lnTo>
                    <a:lnTo>
                      <a:pt x="339" y="42"/>
                    </a:lnTo>
                    <a:lnTo>
                      <a:pt x="339" y="42"/>
                    </a:lnTo>
                    <a:lnTo>
                      <a:pt x="339" y="42"/>
                    </a:lnTo>
                    <a:lnTo>
                      <a:pt x="339" y="42"/>
                    </a:lnTo>
                    <a:lnTo>
                      <a:pt x="339" y="42"/>
                    </a:lnTo>
                    <a:lnTo>
                      <a:pt x="339" y="42"/>
                    </a:lnTo>
                    <a:lnTo>
                      <a:pt x="339" y="43"/>
                    </a:lnTo>
                    <a:lnTo>
                      <a:pt x="340" y="44"/>
                    </a:lnTo>
                    <a:lnTo>
                      <a:pt x="339" y="45"/>
                    </a:lnTo>
                    <a:lnTo>
                      <a:pt x="339" y="46"/>
                    </a:lnTo>
                    <a:lnTo>
                      <a:pt x="338" y="46"/>
                    </a:lnTo>
                    <a:lnTo>
                      <a:pt x="337" y="46"/>
                    </a:lnTo>
                    <a:lnTo>
                      <a:pt x="335" y="47"/>
                    </a:lnTo>
                    <a:lnTo>
                      <a:pt x="332" y="48"/>
                    </a:lnTo>
                    <a:lnTo>
                      <a:pt x="331" y="50"/>
                    </a:lnTo>
                    <a:lnTo>
                      <a:pt x="330" y="51"/>
                    </a:lnTo>
                    <a:lnTo>
                      <a:pt x="328" y="52"/>
                    </a:lnTo>
                    <a:lnTo>
                      <a:pt x="327" y="52"/>
                    </a:lnTo>
                    <a:lnTo>
                      <a:pt x="327" y="52"/>
                    </a:lnTo>
                    <a:close/>
                    <a:moveTo>
                      <a:pt x="326" y="65"/>
                    </a:moveTo>
                    <a:lnTo>
                      <a:pt x="333" y="65"/>
                    </a:lnTo>
                    <a:lnTo>
                      <a:pt x="333" y="74"/>
                    </a:lnTo>
                    <a:lnTo>
                      <a:pt x="326" y="74"/>
                    </a:lnTo>
                    <a:lnTo>
                      <a:pt x="326" y="65"/>
                    </a:lnTo>
                    <a:lnTo>
                      <a:pt x="326" y="65"/>
                    </a:lnTo>
                    <a:close/>
                    <a:moveTo>
                      <a:pt x="326" y="76"/>
                    </a:moveTo>
                    <a:lnTo>
                      <a:pt x="375" y="76"/>
                    </a:lnTo>
                    <a:lnTo>
                      <a:pt x="375" y="83"/>
                    </a:lnTo>
                    <a:lnTo>
                      <a:pt x="326" y="83"/>
                    </a:lnTo>
                    <a:lnTo>
                      <a:pt x="326" y="76"/>
                    </a:lnTo>
                    <a:lnTo>
                      <a:pt x="326" y="76"/>
                    </a:lnTo>
                    <a:close/>
                    <a:moveTo>
                      <a:pt x="326" y="86"/>
                    </a:moveTo>
                    <a:lnTo>
                      <a:pt x="375" y="86"/>
                    </a:lnTo>
                    <a:lnTo>
                      <a:pt x="375" y="107"/>
                    </a:lnTo>
                    <a:lnTo>
                      <a:pt x="326" y="107"/>
                    </a:lnTo>
                    <a:lnTo>
                      <a:pt x="326" y="86"/>
                    </a:lnTo>
                    <a:lnTo>
                      <a:pt x="326" y="86"/>
                    </a:lnTo>
                    <a:close/>
                    <a:moveTo>
                      <a:pt x="326" y="110"/>
                    </a:moveTo>
                    <a:lnTo>
                      <a:pt x="375" y="110"/>
                    </a:lnTo>
                    <a:lnTo>
                      <a:pt x="375" y="117"/>
                    </a:lnTo>
                    <a:lnTo>
                      <a:pt x="326" y="117"/>
                    </a:lnTo>
                    <a:lnTo>
                      <a:pt x="326" y="110"/>
                    </a:lnTo>
                    <a:lnTo>
                      <a:pt x="326" y="110"/>
                    </a:lnTo>
                    <a:close/>
                    <a:moveTo>
                      <a:pt x="361" y="121"/>
                    </a:moveTo>
                    <a:lnTo>
                      <a:pt x="361" y="121"/>
                    </a:lnTo>
                    <a:lnTo>
                      <a:pt x="361" y="122"/>
                    </a:lnTo>
                    <a:lnTo>
                      <a:pt x="362" y="122"/>
                    </a:lnTo>
                    <a:lnTo>
                      <a:pt x="363" y="124"/>
                    </a:lnTo>
                    <a:lnTo>
                      <a:pt x="364" y="126"/>
                    </a:lnTo>
                    <a:lnTo>
                      <a:pt x="366" y="126"/>
                    </a:lnTo>
                    <a:lnTo>
                      <a:pt x="367" y="128"/>
                    </a:lnTo>
                    <a:lnTo>
                      <a:pt x="369" y="128"/>
                    </a:lnTo>
                    <a:lnTo>
                      <a:pt x="371" y="129"/>
                    </a:lnTo>
                    <a:lnTo>
                      <a:pt x="371" y="130"/>
                    </a:lnTo>
                    <a:lnTo>
                      <a:pt x="372" y="132"/>
                    </a:lnTo>
                    <a:lnTo>
                      <a:pt x="373" y="134"/>
                    </a:lnTo>
                    <a:lnTo>
                      <a:pt x="374" y="134"/>
                    </a:lnTo>
                    <a:lnTo>
                      <a:pt x="375" y="134"/>
                    </a:lnTo>
                    <a:lnTo>
                      <a:pt x="375" y="134"/>
                    </a:lnTo>
                    <a:lnTo>
                      <a:pt x="375" y="134"/>
                    </a:lnTo>
                    <a:lnTo>
                      <a:pt x="375" y="121"/>
                    </a:lnTo>
                    <a:lnTo>
                      <a:pt x="361" y="121"/>
                    </a:lnTo>
                    <a:lnTo>
                      <a:pt x="361" y="121"/>
                    </a:lnTo>
                    <a:close/>
                    <a:moveTo>
                      <a:pt x="379" y="73"/>
                    </a:moveTo>
                    <a:lnTo>
                      <a:pt x="401" y="73"/>
                    </a:lnTo>
                    <a:lnTo>
                      <a:pt x="401" y="233"/>
                    </a:lnTo>
                    <a:lnTo>
                      <a:pt x="379" y="233"/>
                    </a:lnTo>
                    <a:lnTo>
                      <a:pt x="379" y="73"/>
                    </a:lnTo>
                    <a:lnTo>
                      <a:pt x="379" y="73"/>
                    </a:lnTo>
                    <a:close/>
                    <a:moveTo>
                      <a:pt x="377" y="50"/>
                    </a:moveTo>
                    <a:lnTo>
                      <a:pt x="404" y="50"/>
                    </a:lnTo>
                    <a:lnTo>
                      <a:pt x="404" y="50"/>
                    </a:lnTo>
                    <a:lnTo>
                      <a:pt x="404" y="50"/>
                    </a:lnTo>
                    <a:lnTo>
                      <a:pt x="405" y="51"/>
                    </a:lnTo>
                    <a:lnTo>
                      <a:pt x="405" y="51"/>
                    </a:lnTo>
                    <a:lnTo>
                      <a:pt x="405" y="67"/>
                    </a:lnTo>
                    <a:lnTo>
                      <a:pt x="405" y="68"/>
                    </a:lnTo>
                    <a:lnTo>
                      <a:pt x="404" y="68"/>
                    </a:lnTo>
                    <a:lnTo>
                      <a:pt x="404" y="68"/>
                    </a:lnTo>
                    <a:lnTo>
                      <a:pt x="404" y="69"/>
                    </a:lnTo>
                    <a:lnTo>
                      <a:pt x="377" y="69"/>
                    </a:lnTo>
                    <a:lnTo>
                      <a:pt x="377" y="68"/>
                    </a:lnTo>
                    <a:lnTo>
                      <a:pt x="376" y="68"/>
                    </a:lnTo>
                    <a:lnTo>
                      <a:pt x="376" y="68"/>
                    </a:lnTo>
                    <a:lnTo>
                      <a:pt x="376" y="67"/>
                    </a:lnTo>
                    <a:lnTo>
                      <a:pt x="376" y="51"/>
                    </a:lnTo>
                    <a:lnTo>
                      <a:pt x="376" y="51"/>
                    </a:lnTo>
                    <a:lnTo>
                      <a:pt x="376" y="50"/>
                    </a:lnTo>
                    <a:lnTo>
                      <a:pt x="377" y="50"/>
                    </a:lnTo>
                    <a:lnTo>
                      <a:pt x="377" y="50"/>
                    </a:lnTo>
                    <a:lnTo>
                      <a:pt x="377" y="50"/>
                    </a:lnTo>
                    <a:close/>
                    <a:moveTo>
                      <a:pt x="449" y="79"/>
                    </a:moveTo>
                    <a:lnTo>
                      <a:pt x="471" y="79"/>
                    </a:lnTo>
                    <a:lnTo>
                      <a:pt x="471" y="232"/>
                    </a:lnTo>
                    <a:lnTo>
                      <a:pt x="450" y="232"/>
                    </a:lnTo>
                    <a:lnTo>
                      <a:pt x="450" y="88"/>
                    </a:lnTo>
                    <a:lnTo>
                      <a:pt x="449" y="88"/>
                    </a:lnTo>
                    <a:lnTo>
                      <a:pt x="449" y="79"/>
                    </a:lnTo>
                    <a:lnTo>
                      <a:pt x="449" y="79"/>
                    </a:lnTo>
                    <a:close/>
                    <a:moveTo>
                      <a:pt x="447" y="63"/>
                    </a:moveTo>
                    <a:lnTo>
                      <a:pt x="471" y="63"/>
                    </a:lnTo>
                    <a:lnTo>
                      <a:pt x="472" y="63"/>
                    </a:lnTo>
                    <a:lnTo>
                      <a:pt x="473" y="64"/>
                    </a:lnTo>
                    <a:lnTo>
                      <a:pt x="473" y="76"/>
                    </a:lnTo>
                    <a:lnTo>
                      <a:pt x="472" y="77"/>
                    </a:lnTo>
                    <a:lnTo>
                      <a:pt x="471" y="78"/>
                    </a:lnTo>
                    <a:lnTo>
                      <a:pt x="447" y="78"/>
                    </a:lnTo>
                    <a:lnTo>
                      <a:pt x="447" y="77"/>
                    </a:lnTo>
                    <a:lnTo>
                      <a:pt x="447" y="76"/>
                    </a:lnTo>
                    <a:lnTo>
                      <a:pt x="447" y="64"/>
                    </a:lnTo>
                    <a:lnTo>
                      <a:pt x="447" y="63"/>
                    </a:lnTo>
                    <a:lnTo>
                      <a:pt x="447" y="63"/>
                    </a:lnTo>
                    <a:lnTo>
                      <a:pt x="447" y="63"/>
                    </a:lnTo>
                    <a:close/>
                    <a:moveTo>
                      <a:pt x="459" y="39"/>
                    </a:moveTo>
                    <a:lnTo>
                      <a:pt x="459" y="39"/>
                    </a:lnTo>
                    <a:lnTo>
                      <a:pt x="458" y="39"/>
                    </a:lnTo>
                    <a:lnTo>
                      <a:pt x="456" y="40"/>
                    </a:lnTo>
                    <a:lnTo>
                      <a:pt x="455" y="42"/>
                    </a:lnTo>
                    <a:lnTo>
                      <a:pt x="455" y="42"/>
                    </a:lnTo>
                    <a:lnTo>
                      <a:pt x="454" y="45"/>
                    </a:lnTo>
                    <a:lnTo>
                      <a:pt x="453" y="47"/>
                    </a:lnTo>
                    <a:lnTo>
                      <a:pt x="453" y="49"/>
                    </a:lnTo>
                    <a:lnTo>
                      <a:pt x="451" y="50"/>
                    </a:lnTo>
                    <a:lnTo>
                      <a:pt x="451" y="50"/>
                    </a:lnTo>
                    <a:lnTo>
                      <a:pt x="451" y="51"/>
                    </a:lnTo>
                    <a:lnTo>
                      <a:pt x="450" y="52"/>
                    </a:lnTo>
                    <a:lnTo>
                      <a:pt x="450" y="53"/>
                    </a:lnTo>
                    <a:lnTo>
                      <a:pt x="450" y="54"/>
                    </a:lnTo>
                    <a:lnTo>
                      <a:pt x="450" y="55"/>
                    </a:lnTo>
                    <a:lnTo>
                      <a:pt x="451" y="56"/>
                    </a:lnTo>
                    <a:lnTo>
                      <a:pt x="451" y="57"/>
                    </a:lnTo>
                    <a:lnTo>
                      <a:pt x="451" y="58"/>
                    </a:lnTo>
                    <a:lnTo>
                      <a:pt x="452" y="58"/>
                    </a:lnTo>
                    <a:lnTo>
                      <a:pt x="451" y="58"/>
                    </a:lnTo>
                    <a:lnTo>
                      <a:pt x="451" y="59"/>
                    </a:lnTo>
                    <a:lnTo>
                      <a:pt x="451" y="59"/>
                    </a:lnTo>
                    <a:lnTo>
                      <a:pt x="451" y="61"/>
                    </a:lnTo>
                    <a:lnTo>
                      <a:pt x="451" y="61"/>
                    </a:lnTo>
                    <a:lnTo>
                      <a:pt x="459" y="61"/>
                    </a:lnTo>
                    <a:lnTo>
                      <a:pt x="459" y="61"/>
                    </a:lnTo>
                    <a:lnTo>
                      <a:pt x="459" y="61"/>
                    </a:lnTo>
                    <a:lnTo>
                      <a:pt x="467" y="61"/>
                    </a:lnTo>
                    <a:lnTo>
                      <a:pt x="467" y="61"/>
                    </a:lnTo>
                    <a:lnTo>
                      <a:pt x="467" y="59"/>
                    </a:lnTo>
                    <a:lnTo>
                      <a:pt x="467" y="59"/>
                    </a:lnTo>
                    <a:lnTo>
                      <a:pt x="467" y="58"/>
                    </a:lnTo>
                    <a:lnTo>
                      <a:pt x="467" y="58"/>
                    </a:lnTo>
                    <a:lnTo>
                      <a:pt x="467" y="58"/>
                    </a:lnTo>
                    <a:lnTo>
                      <a:pt x="467" y="57"/>
                    </a:lnTo>
                    <a:lnTo>
                      <a:pt x="467" y="56"/>
                    </a:lnTo>
                    <a:lnTo>
                      <a:pt x="469" y="55"/>
                    </a:lnTo>
                    <a:lnTo>
                      <a:pt x="469" y="54"/>
                    </a:lnTo>
                    <a:lnTo>
                      <a:pt x="469" y="53"/>
                    </a:lnTo>
                    <a:lnTo>
                      <a:pt x="469" y="52"/>
                    </a:lnTo>
                    <a:lnTo>
                      <a:pt x="468" y="51"/>
                    </a:lnTo>
                    <a:lnTo>
                      <a:pt x="467" y="50"/>
                    </a:lnTo>
                    <a:lnTo>
                      <a:pt x="467" y="50"/>
                    </a:lnTo>
                    <a:lnTo>
                      <a:pt x="466" y="49"/>
                    </a:lnTo>
                    <a:lnTo>
                      <a:pt x="466" y="47"/>
                    </a:lnTo>
                    <a:lnTo>
                      <a:pt x="465" y="45"/>
                    </a:lnTo>
                    <a:lnTo>
                      <a:pt x="464" y="42"/>
                    </a:lnTo>
                    <a:lnTo>
                      <a:pt x="463" y="42"/>
                    </a:lnTo>
                    <a:lnTo>
                      <a:pt x="463" y="40"/>
                    </a:lnTo>
                    <a:lnTo>
                      <a:pt x="461" y="39"/>
                    </a:lnTo>
                    <a:lnTo>
                      <a:pt x="460" y="39"/>
                    </a:lnTo>
                    <a:lnTo>
                      <a:pt x="459" y="39"/>
                    </a:lnTo>
                    <a:lnTo>
                      <a:pt x="459" y="39"/>
                    </a:lnTo>
                    <a:lnTo>
                      <a:pt x="459" y="39"/>
                    </a:lnTo>
                    <a:lnTo>
                      <a:pt x="459" y="39"/>
                    </a:lnTo>
                    <a:close/>
                    <a:moveTo>
                      <a:pt x="405" y="74"/>
                    </a:moveTo>
                    <a:lnTo>
                      <a:pt x="409" y="74"/>
                    </a:lnTo>
                    <a:lnTo>
                      <a:pt x="411" y="74"/>
                    </a:lnTo>
                    <a:lnTo>
                      <a:pt x="411" y="74"/>
                    </a:lnTo>
                    <a:lnTo>
                      <a:pt x="412" y="74"/>
                    </a:lnTo>
                    <a:lnTo>
                      <a:pt x="414" y="73"/>
                    </a:lnTo>
                    <a:lnTo>
                      <a:pt x="415" y="71"/>
                    </a:lnTo>
                    <a:lnTo>
                      <a:pt x="415" y="69"/>
                    </a:lnTo>
                    <a:lnTo>
                      <a:pt x="418" y="65"/>
                    </a:lnTo>
                    <a:lnTo>
                      <a:pt x="420" y="61"/>
                    </a:lnTo>
                    <a:lnTo>
                      <a:pt x="420" y="59"/>
                    </a:lnTo>
                    <a:lnTo>
                      <a:pt x="419" y="59"/>
                    </a:lnTo>
                    <a:lnTo>
                      <a:pt x="419" y="58"/>
                    </a:lnTo>
                    <a:lnTo>
                      <a:pt x="419" y="58"/>
                    </a:lnTo>
                    <a:lnTo>
                      <a:pt x="418" y="57"/>
                    </a:lnTo>
                    <a:lnTo>
                      <a:pt x="417" y="57"/>
                    </a:lnTo>
                    <a:lnTo>
                      <a:pt x="415" y="56"/>
                    </a:lnTo>
                    <a:lnTo>
                      <a:pt x="415" y="56"/>
                    </a:lnTo>
                    <a:lnTo>
                      <a:pt x="415" y="57"/>
                    </a:lnTo>
                    <a:lnTo>
                      <a:pt x="414" y="57"/>
                    </a:lnTo>
                    <a:lnTo>
                      <a:pt x="415" y="58"/>
                    </a:lnTo>
                    <a:lnTo>
                      <a:pt x="415" y="59"/>
                    </a:lnTo>
                    <a:lnTo>
                      <a:pt x="411" y="62"/>
                    </a:lnTo>
                    <a:lnTo>
                      <a:pt x="407" y="65"/>
                    </a:lnTo>
                    <a:lnTo>
                      <a:pt x="407" y="67"/>
                    </a:lnTo>
                    <a:lnTo>
                      <a:pt x="407" y="70"/>
                    </a:lnTo>
                    <a:lnTo>
                      <a:pt x="407" y="71"/>
                    </a:lnTo>
                    <a:lnTo>
                      <a:pt x="407" y="71"/>
                    </a:lnTo>
                    <a:lnTo>
                      <a:pt x="405" y="71"/>
                    </a:lnTo>
                    <a:lnTo>
                      <a:pt x="405" y="74"/>
                    </a:lnTo>
                    <a:lnTo>
                      <a:pt x="405" y="74"/>
                    </a:lnTo>
                    <a:close/>
                    <a:moveTo>
                      <a:pt x="405" y="76"/>
                    </a:moveTo>
                    <a:lnTo>
                      <a:pt x="410" y="76"/>
                    </a:lnTo>
                    <a:lnTo>
                      <a:pt x="410" y="83"/>
                    </a:lnTo>
                    <a:lnTo>
                      <a:pt x="405" y="83"/>
                    </a:lnTo>
                    <a:lnTo>
                      <a:pt x="405" y="76"/>
                    </a:lnTo>
                    <a:lnTo>
                      <a:pt x="405" y="76"/>
                    </a:lnTo>
                    <a:close/>
                    <a:moveTo>
                      <a:pt x="405" y="84"/>
                    </a:moveTo>
                    <a:lnTo>
                      <a:pt x="447" y="84"/>
                    </a:lnTo>
                    <a:lnTo>
                      <a:pt x="447" y="92"/>
                    </a:lnTo>
                    <a:lnTo>
                      <a:pt x="405" y="92"/>
                    </a:lnTo>
                    <a:lnTo>
                      <a:pt x="405" y="84"/>
                    </a:lnTo>
                    <a:lnTo>
                      <a:pt x="405" y="84"/>
                    </a:lnTo>
                    <a:close/>
                    <a:moveTo>
                      <a:pt x="339" y="121"/>
                    </a:moveTo>
                    <a:lnTo>
                      <a:pt x="340" y="121"/>
                    </a:lnTo>
                    <a:lnTo>
                      <a:pt x="340" y="122"/>
                    </a:lnTo>
                    <a:lnTo>
                      <a:pt x="339" y="122"/>
                    </a:lnTo>
                    <a:lnTo>
                      <a:pt x="338" y="124"/>
                    </a:lnTo>
                    <a:lnTo>
                      <a:pt x="337" y="126"/>
                    </a:lnTo>
                    <a:lnTo>
                      <a:pt x="335" y="126"/>
                    </a:lnTo>
                    <a:lnTo>
                      <a:pt x="334" y="128"/>
                    </a:lnTo>
                    <a:lnTo>
                      <a:pt x="332" y="128"/>
                    </a:lnTo>
                    <a:lnTo>
                      <a:pt x="331" y="129"/>
                    </a:lnTo>
                    <a:lnTo>
                      <a:pt x="330" y="130"/>
                    </a:lnTo>
                    <a:lnTo>
                      <a:pt x="329" y="132"/>
                    </a:lnTo>
                    <a:lnTo>
                      <a:pt x="328" y="134"/>
                    </a:lnTo>
                    <a:lnTo>
                      <a:pt x="327" y="134"/>
                    </a:lnTo>
                    <a:lnTo>
                      <a:pt x="327" y="134"/>
                    </a:lnTo>
                    <a:lnTo>
                      <a:pt x="326" y="134"/>
                    </a:lnTo>
                    <a:lnTo>
                      <a:pt x="326" y="134"/>
                    </a:lnTo>
                    <a:lnTo>
                      <a:pt x="326" y="121"/>
                    </a:lnTo>
                    <a:lnTo>
                      <a:pt x="339" y="121"/>
                    </a:lnTo>
                    <a:lnTo>
                      <a:pt x="339" y="121"/>
                    </a:lnTo>
                    <a:close/>
                    <a:moveTo>
                      <a:pt x="391" y="25"/>
                    </a:moveTo>
                    <a:lnTo>
                      <a:pt x="391" y="25"/>
                    </a:lnTo>
                    <a:lnTo>
                      <a:pt x="391" y="25"/>
                    </a:lnTo>
                    <a:lnTo>
                      <a:pt x="391" y="24"/>
                    </a:lnTo>
                    <a:lnTo>
                      <a:pt x="391" y="24"/>
                    </a:lnTo>
                    <a:lnTo>
                      <a:pt x="390" y="24"/>
                    </a:lnTo>
                    <a:lnTo>
                      <a:pt x="390" y="24"/>
                    </a:lnTo>
                    <a:lnTo>
                      <a:pt x="389" y="25"/>
                    </a:lnTo>
                    <a:lnTo>
                      <a:pt x="388" y="25"/>
                    </a:lnTo>
                    <a:lnTo>
                      <a:pt x="387" y="26"/>
                    </a:lnTo>
                    <a:lnTo>
                      <a:pt x="387" y="27"/>
                    </a:lnTo>
                    <a:lnTo>
                      <a:pt x="385" y="29"/>
                    </a:lnTo>
                    <a:lnTo>
                      <a:pt x="384" y="31"/>
                    </a:lnTo>
                    <a:lnTo>
                      <a:pt x="384" y="34"/>
                    </a:lnTo>
                    <a:lnTo>
                      <a:pt x="384" y="35"/>
                    </a:lnTo>
                    <a:lnTo>
                      <a:pt x="383" y="36"/>
                    </a:lnTo>
                    <a:lnTo>
                      <a:pt x="382" y="37"/>
                    </a:lnTo>
                    <a:lnTo>
                      <a:pt x="380" y="38"/>
                    </a:lnTo>
                    <a:lnTo>
                      <a:pt x="380" y="40"/>
                    </a:lnTo>
                    <a:lnTo>
                      <a:pt x="379" y="42"/>
                    </a:lnTo>
                    <a:lnTo>
                      <a:pt x="379" y="42"/>
                    </a:lnTo>
                    <a:lnTo>
                      <a:pt x="379" y="44"/>
                    </a:lnTo>
                    <a:lnTo>
                      <a:pt x="380" y="45"/>
                    </a:lnTo>
                    <a:lnTo>
                      <a:pt x="381" y="46"/>
                    </a:lnTo>
                    <a:lnTo>
                      <a:pt x="381" y="47"/>
                    </a:lnTo>
                    <a:lnTo>
                      <a:pt x="382" y="47"/>
                    </a:lnTo>
                    <a:lnTo>
                      <a:pt x="382" y="48"/>
                    </a:lnTo>
                    <a:lnTo>
                      <a:pt x="382" y="48"/>
                    </a:lnTo>
                    <a:lnTo>
                      <a:pt x="383" y="48"/>
                    </a:lnTo>
                    <a:lnTo>
                      <a:pt x="390" y="48"/>
                    </a:lnTo>
                    <a:lnTo>
                      <a:pt x="390" y="48"/>
                    </a:lnTo>
                    <a:lnTo>
                      <a:pt x="391" y="48"/>
                    </a:lnTo>
                    <a:lnTo>
                      <a:pt x="398" y="48"/>
                    </a:lnTo>
                    <a:lnTo>
                      <a:pt x="399" y="48"/>
                    </a:lnTo>
                    <a:lnTo>
                      <a:pt x="399" y="48"/>
                    </a:lnTo>
                    <a:lnTo>
                      <a:pt x="399" y="48"/>
                    </a:lnTo>
                    <a:lnTo>
                      <a:pt x="399" y="47"/>
                    </a:lnTo>
                    <a:lnTo>
                      <a:pt x="399" y="46"/>
                    </a:lnTo>
                    <a:lnTo>
                      <a:pt x="401" y="46"/>
                    </a:lnTo>
                    <a:lnTo>
                      <a:pt x="401" y="44"/>
                    </a:lnTo>
                    <a:lnTo>
                      <a:pt x="402" y="43"/>
                    </a:lnTo>
                    <a:lnTo>
                      <a:pt x="401" y="42"/>
                    </a:lnTo>
                    <a:lnTo>
                      <a:pt x="401" y="40"/>
                    </a:lnTo>
                    <a:lnTo>
                      <a:pt x="400" y="38"/>
                    </a:lnTo>
                    <a:lnTo>
                      <a:pt x="399" y="38"/>
                    </a:lnTo>
                    <a:lnTo>
                      <a:pt x="398" y="37"/>
                    </a:lnTo>
                    <a:lnTo>
                      <a:pt x="397" y="35"/>
                    </a:lnTo>
                    <a:lnTo>
                      <a:pt x="397" y="34"/>
                    </a:lnTo>
                    <a:lnTo>
                      <a:pt x="396" y="31"/>
                    </a:lnTo>
                    <a:lnTo>
                      <a:pt x="395" y="30"/>
                    </a:lnTo>
                    <a:lnTo>
                      <a:pt x="395" y="27"/>
                    </a:lnTo>
                    <a:lnTo>
                      <a:pt x="394" y="26"/>
                    </a:lnTo>
                    <a:lnTo>
                      <a:pt x="393" y="26"/>
                    </a:lnTo>
                    <a:lnTo>
                      <a:pt x="392" y="25"/>
                    </a:lnTo>
                    <a:lnTo>
                      <a:pt x="391" y="25"/>
                    </a:lnTo>
                    <a:lnTo>
                      <a:pt x="391" y="25"/>
                    </a:lnTo>
                    <a:close/>
                    <a:moveTo>
                      <a:pt x="375" y="74"/>
                    </a:moveTo>
                    <a:lnTo>
                      <a:pt x="371" y="74"/>
                    </a:lnTo>
                    <a:lnTo>
                      <a:pt x="370" y="74"/>
                    </a:lnTo>
                    <a:lnTo>
                      <a:pt x="369" y="74"/>
                    </a:lnTo>
                    <a:lnTo>
                      <a:pt x="368" y="74"/>
                    </a:lnTo>
                    <a:lnTo>
                      <a:pt x="367" y="73"/>
                    </a:lnTo>
                    <a:lnTo>
                      <a:pt x="366" y="71"/>
                    </a:lnTo>
                    <a:lnTo>
                      <a:pt x="366" y="69"/>
                    </a:lnTo>
                    <a:lnTo>
                      <a:pt x="363" y="65"/>
                    </a:lnTo>
                    <a:lnTo>
                      <a:pt x="360" y="61"/>
                    </a:lnTo>
                    <a:lnTo>
                      <a:pt x="360" y="59"/>
                    </a:lnTo>
                    <a:lnTo>
                      <a:pt x="361" y="59"/>
                    </a:lnTo>
                    <a:lnTo>
                      <a:pt x="362" y="58"/>
                    </a:lnTo>
                    <a:lnTo>
                      <a:pt x="362" y="58"/>
                    </a:lnTo>
                    <a:lnTo>
                      <a:pt x="363" y="57"/>
                    </a:lnTo>
                    <a:lnTo>
                      <a:pt x="364" y="57"/>
                    </a:lnTo>
                    <a:lnTo>
                      <a:pt x="365" y="56"/>
                    </a:lnTo>
                    <a:lnTo>
                      <a:pt x="366" y="56"/>
                    </a:lnTo>
                    <a:lnTo>
                      <a:pt x="366" y="57"/>
                    </a:lnTo>
                    <a:lnTo>
                      <a:pt x="366" y="57"/>
                    </a:lnTo>
                    <a:lnTo>
                      <a:pt x="366" y="58"/>
                    </a:lnTo>
                    <a:lnTo>
                      <a:pt x="366" y="59"/>
                    </a:lnTo>
                    <a:lnTo>
                      <a:pt x="369" y="62"/>
                    </a:lnTo>
                    <a:lnTo>
                      <a:pt x="373" y="65"/>
                    </a:lnTo>
                    <a:lnTo>
                      <a:pt x="374" y="67"/>
                    </a:lnTo>
                    <a:lnTo>
                      <a:pt x="374" y="70"/>
                    </a:lnTo>
                    <a:lnTo>
                      <a:pt x="375" y="71"/>
                    </a:lnTo>
                    <a:lnTo>
                      <a:pt x="375" y="71"/>
                    </a:lnTo>
                    <a:lnTo>
                      <a:pt x="375" y="71"/>
                    </a:lnTo>
                    <a:lnTo>
                      <a:pt x="375" y="74"/>
                    </a:lnTo>
                    <a:lnTo>
                      <a:pt x="375" y="74"/>
                    </a:lnTo>
                    <a:close/>
                    <a:moveTo>
                      <a:pt x="405" y="94"/>
                    </a:moveTo>
                    <a:lnTo>
                      <a:pt x="447" y="94"/>
                    </a:lnTo>
                    <a:lnTo>
                      <a:pt x="447" y="110"/>
                    </a:lnTo>
                    <a:lnTo>
                      <a:pt x="405" y="110"/>
                    </a:lnTo>
                    <a:lnTo>
                      <a:pt x="405" y="94"/>
                    </a:lnTo>
                    <a:lnTo>
                      <a:pt x="405" y="94"/>
                    </a:lnTo>
                    <a:close/>
                    <a:moveTo>
                      <a:pt x="405" y="113"/>
                    </a:moveTo>
                    <a:lnTo>
                      <a:pt x="447" y="113"/>
                    </a:lnTo>
                    <a:lnTo>
                      <a:pt x="447" y="120"/>
                    </a:lnTo>
                    <a:lnTo>
                      <a:pt x="405" y="120"/>
                    </a:lnTo>
                    <a:lnTo>
                      <a:pt x="405" y="113"/>
                    </a:lnTo>
                    <a:lnTo>
                      <a:pt x="405" y="113"/>
                    </a:lnTo>
                    <a:close/>
                    <a:moveTo>
                      <a:pt x="405" y="134"/>
                    </a:moveTo>
                    <a:lnTo>
                      <a:pt x="407" y="133"/>
                    </a:lnTo>
                    <a:lnTo>
                      <a:pt x="409" y="131"/>
                    </a:lnTo>
                    <a:lnTo>
                      <a:pt x="411" y="130"/>
                    </a:lnTo>
                    <a:lnTo>
                      <a:pt x="414" y="128"/>
                    </a:lnTo>
                    <a:lnTo>
                      <a:pt x="415" y="126"/>
                    </a:lnTo>
                    <a:lnTo>
                      <a:pt x="416" y="126"/>
                    </a:lnTo>
                    <a:lnTo>
                      <a:pt x="418" y="124"/>
                    </a:lnTo>
                    <a:lnTo>
                      <a:pt x="418" y="123"/>
                    </a:lnTo>
                    <a:lnTo>
                      <a:pt x="419" y="122"/>
                    </a:lnTo>
                    <a:lnTo>
                      <a:pt x="419" y="122"/>
                    </a:lnTo>
                    <a:lnTo>
                      <a:pt x="405" y="122"/>
                    </a:lnTo>
                    <a:lnTo>
                      <a:pt x="405" y="134"/>
                    </a:lnTo>
                    <a:lnTo>
                      <a:pt x="405" y="134"/>
                    </a:lnTo>
                    <a:close/>
                    <a:moveTo>
                      <a:pt x="446" y="134"/>
                    </a:moveTo>
                    <a:lnTo>
                      <a:pt x="445" y="134"/>
                    </a:lnTo>
                    <a:lnTo>
                      <a:pt x="443" y="131"/>
                    </a:lnTo>
                    <a:lnTo>
                      <a:pt x="440" y="130"/>
                    </a:lnTo>
                    <a:lnTo>
                      <a:pt x="438" y="128"/>
                    </a:lnTo>
                    <a:lnTo>
                      <a:pt x="436" y="126"/>
                    </a:lnTo>
                    <a:lnTo>
                      <a:pt x="435" y="126"/>
                    </a:lnTo>
                    <a:lnTo>
                      <a:pt x="435" y="124"/>
                    </a:lnTo>
                    <a:lnTo>
                      <a:pt x="434" y="123"/>
                    </a:lnTo>
                    <a:lnTo>
                      <a:pt x="433" y="122"/>
                    </a:lnTo>
                    <a:lnTo>
                      <a:pt x="433" y="122"/>
                    </a:lnTo>
                    <a:lnTo>
                      <a:pt x="447" y="122"/>
                    </a:lnTo>
                    <a:lnTo>
                      <a:pt x="446" y="134"/>
                    </a:lnTo>
                    <a:lnTo>
                      <a:pt x="446" y="134"/>
                    </a:lnTo>
                    <a:close/>
                    <a:moveTo>
                      <a:pt x="447" y="79"/>
                    </a:moveTo>
                    <a:lnTo>
                      <a:pt x="444" y="79"/>
                    </a:lnTo>
                    <a:lnTo>
                      <a:pt x="444" y="70"/>
                    </a:lnTo>
                    <a:lnTo>
                      <a:pt x="443" y="69"/>
                    </a:lnTo>
                    <a:lnTo>
                      <a:pt x="443" y="69"/>
                    </a:lnTo>
                    <a:lnTo>
                      <a:pt x="441" y="69"/>
                    </a:lnTo>
                    <a:lnTo>
                      <a:pt x="440" y="69"/>
                    </a:lnTo>
                    <a:lnTo>
                      <a:pt x="439" y="70"/>
                    </a:lnTo>
                    <a:lnTo>
                      <a:pt x="438" y="70"/>
                    </a:lnTo>
                    <a:lnTo>
                      <a:pt x="438" y="71"/>
                    </a:lnTo>
                    <a:lnTo>
                      <a:pt x="438" y="72"/>
                    </a:lnTo>
                    <a:lnTo>
                      <a:pt x="438" y="73"/>
                    </a:lnTo>
                    <a:lnTo>
                      <a:pt x="438" y="73"/>
                    </a:lnTo>
                    <a:lnTo>
                      <a:pt x="436" y="74"/>
                    </a:lnTo>
                    <a:lnTo>
                      <a:pt x="435" y="74"/>
                    </a:lnTo>
                    <a:lnTo>
                      <a:pt x="435" y="75"/>
                    </a:lnTo>
                    <a:lnTo>
                      <a:pt x="435" y="76"/>
                    </a:lnTo>
                    <a:lnTo>
                      <a:pt x="435" y="77"/>
                    </a:lnTo>
                    <a:lnTo>
                      <a:pt x="435" y="78"/>
                    </a:lnTo>
                    <a:lnTo>
                      <a:pt x="435" y="78"/>
                    </a:lnTo>
                    <a:lnTo>
                      <a:pt x="435" y="78"/>
                    </a:lnTo>
                    <a:lnTo>
                      <a:pt x="436" y="79"/>
                    </a:lnTo>
                    <a:lnTo>
                      <a:pt x="438" y="81"/>
                    </a:lnTo>
                    <a:lnTo>
                      <a:pt x="439" y="82"/>
                    </a:lnTo>
                    <a:lnTo>
                      <a:pt x="441" y="82"/>
                    </a:lnTo>
                    <a:lnTo>
                      <a:pt x="442" y="82"/>
                    </a:lnTo>
                    <a:lnTo>
                      <a:pt x="445" y="82"/>
                    </a:lnTo>
                    <a:lnTo>
                      <a:pt x="447" y="82"/>
                    </a:lnTo>
                    <a:lnTo>
                      <a:pt x="447" y="79"/>
                    </a:lnTo>
                    <a:lnTo>
                      <a:pt x="447" y="79"/>
                    </a:lnTo>
                    <a:close/>
                    <a:moveTo>
                      <a:pt x="473" y="83"/>
                    </a:moveTo>
                    <a:lnTo>
                      <a:pt x="478" y="83"/>
                    </a:lnTo>
                    <a:lnTo>
                      <a:pt x="479" y="83"/>
                    </a:lnTo>
                    <a:lnTo>
                      <a:pt x="480" y="82"/>
                    </a:lnTo>
                    <a:lnTo>
                      <a:pt x="481" y="82"/>
                    </a:lnTo>
                    <a:lnTo>
                      <a:pt x="482" y="82"/>
                    </a:lnTo>
                    <a:lnTo>
                      <a:pt x="483" y="79"/>
                    </a:lnTo>
                    <a:lnTo>
                      <a:pt x="483" y="77"/>
                    </a:lnTo>
                    <a:lnTo>
                      <a:pt x="484" y="75"/>
                    </a:lnTo>
                    <a:lnTo>
                      <a:pt x="485" y="74"/>
                    </a:lnTo>
                    <a:lnTo>
                      <a:pt x="486" y="73"/>
                    </a:lnTo>
                    <a:lnTo>
                      <a:pt x="487" y="72"/>
                    </a:lnTo>
                    <a:lnTo>
                      <a:pt x="487" y="71"/>
                    </a:lnTo>
                    <a:lnTo>
                      <a:pt x="488" y="70"/>
                    </a:lnTo>
                    <a:lnTo>
                      <a:pt x="488" y="70"/>
                    </a:lnTo>
                    <a:lnTo>
                      <a:pt x="488" y="68"/>
                    </a:lnTo>
                    <a:lnTo>
                      <a:pt x="488" y="66"/>
                    </a:lnTo>
                    <a:lnTo>
                      <a:pt x="487" y="65"/>
                    </a:lnTo>
                    <a:lnTo>
                      <a:pt x="487" y="65"/>
                    </a:lnTo>
                    <a:lnTo>
                      <a:pt x="487" y="65"/>
                    </a:lnTo>
                    <a:lnTo>
                      <a:pt x="486" y="64"/>
                    </a:lnTo>
                    <a:lnTo>
                      <a:pt x="485" y="64"/>
                    </a:lnTo>
                    <a:lnTo>
                      <a:pt x="484" y="65"/>
                    </a:lnTo>
                    <a:lnTo>
                      <a:pt x="484" y="65"/>
                    </a:lnTo>
                    <a:lnTo>
                      <a:pt x="484" y="66"/>
                    </a:lnTo>
                    <a:lnTo>
                      <a:pt x="484" y="67"/>
                    </a:lnTo>
                    <a:lnTo>
                      <a:pt x="483" y="68"/>
                    </a:lnTo>
                    <a:lnTo>
                      <a:pt x="480" y="70"/>
                    </a:lnTo>
                    <a:lnTo>
                      <a:pt x="479" y="70"/>
                    </a:lnTo>
                    <a:lnTo>
                      <a:pt x="477" y="71"/>
                    </a:lnTo>
                    <a:lnTo>
                      <a:pt x="476" y="72"/>
                    </a:lnTo>
                    <a:lnTo>
                      <a:pt x="475" y="74"/>
                    </a:lnTo>
                    <a:lnTo>
                      <a:pt x="475" y="76"/>
                    </a:lnTo>
                    <a:lnTo>
                      <a:pt x="475" y="78"/>
                    </a:lnTo>
                    <a:lnTo>
                      <a:pt x="475" y="79"/>
                    </a:lnTo>
                    <a:lnTo>
                      <a:pt x="475" y="79"/>
                    </a:lnTo>
                    <a:lnTo>
                      <a:pt x="473" y="79"/>
                    </a:lnTo>
                    <a:lnTo>
                      <a:pt x="473" y="83"/>
                    </a:lnTo>
                    <a:lnTo>
                      <a:pt x="473" y="83"/>
                    </a:lnTo>
                    <a:close/>
                    <a:moveTo>
                      <a:pt x="474" y="113"/>
                    </a:moveTo>
                    <a:lnTo>
                      <a:pt x="479" y="113"/>
                    </a:lnTo>
                    <a:lnTo>
                      <a:pt x="479" y="120"/>
                    </a:lnTo>
                    <a:lnTo>
                      <a:pt x="474" y="120"/>
                    </a:lnTo>
                    <a:lnTo>
                      <a:pt x="474" y="113"/>
                    </a:lnTo>
                    <a:lnTo>
                      <a:pt x="474" y="113"/>
                    </a:lnTo>
                    <a:close/>
                    <a:moveTo>
                      <a:pt x="473" y="84"/>
                    </a:moveTo>
                    <a:lnTo>
                      <a:pt x="479" y="84"/>
                    </a:lnTo>
                    <a:lnTo>
                      <a:pt x="479" y="92"/>
                    </a:lnTo>
                    <a:lnTo>
                      <a:pt x="473" y="92"/>
                    </a:lnTo>
                    <a:lnTo>
                      <a:pt x="473" y="84"/>
                    </a:lnTo>
                    <a:lnTo>
                      <a:pt x="473" y="84"/>
                    </a:lnTo>
                    <a:close/>
                    <a:moveTo>
                      <a:pt x="475" y="166"/>
                    </a:moveTo>
                    <a:lnTo>
                      <a:pt x="475" y="166"/>
                    </a:lnTo>
                    <a:lnTo>
                      <a:pt x="477" y="167"/>
                    </a:lnTo>
                    <a:lnTo>
                      <a:pt x="479" y="169"/>
                    </a:lnTo>
                    <a:lnTo>
                      <a:pt x="479" y="170"/>
                    </a:lnTo>
                    <a:lnTo>
                      <a:pt x="480" y="171"/>
                    </a:lnTo>
                    <a:lnTo>
                      <a:pt x="481" y="172"/>
                    </a:lnTo>
                    <a:lnTo>
                      <a:pt x="483" y="176"/>
                    </a:lnTo>
                    <a:lnTo>
                      <a:pt x="483" y="178"/>
                    </a:lnTo>
                    <a:lnTo>
                      <a:pt x="484" y="179"/>
                    </a:lnTo>
                    <a:lnTo>
                      <a:pt x="486" y="180"/>
                    </a:lnTo>
                    <a:lnTo>
                      <a:pt x="487" y="182"/>
                    </a:lnTo>
                    <a:lnTo>
                      <a:pt x="489" y="183"/>
                    </a:lnTo>
                    <a:lnTo>
                      <a:pt x="490" y="186"/>
                    </a:lnTo>
                    <a:lnTo>
                      <a:pt x="491" y="188"/>
                    </a:lnTo>
                    <a:lnTo>
                      <a:pt x="491" y="190"/>
                    </a:lnTo>
                    <a:lnTo>
                      <a:pt x="491" y="193"/>
                    </a:lnTo>
                    <a:lnTo>
                      <a:pt x="491" y="198"/>
                    </a:lnTo>
                    <a:lnTo>
                      <a:pt x="490" y="200"/>
                    </a:lnTo>
                    <a:lnTo>
                      <a:pt x="491" y="202"/>
                    </a:lnTo>
                    <a:lnTo>
                      <a:pt x="493" y="203"/>
                    </a:lnTo>
                    <a:lnTo>
                      <a:pt x="495" y="206"/>
                    </a:lnTo>
                    <a:lnTo>
                      <a:pt x="497" y="209"/>
                    </a:lnTo>
                    <a:lnTo>
                      <a:pt x="497" y="210"/>
                    </a:lnTo>
                    <a:lnTo>
                      <a:pt x="497" y="212"/>
                    </a:lnTo>
                    <a:lnTo>
                      <a:pt x="497" y="214"/>
                    </a:lnTo>
                    <a:lnTo>
                      <a:pt x="497" y="217"/>
                    </a:lnTo>
                    <a:lnTo>
                      <a:pt x="497" y="219"/>
                    </a:lnTo>
                    <a:lnTo>
                      <a:pt x="496" y="221"/>
                    </a:lnTo>
                    <a:lnTo>
                      <a:pt x="496" y="222"/>
                    </a:lnTo>
                    <a:lnTo>
                      <a:pt x="495" y="222"/>
                    </a:lnTo>
                    <a:lnTo>
                      <a:pt x="475" y="222"/>
                    </a:lnTo>
                    <a:lnTo>
                      <a:pt x="475" y="166"/>
                    </a:lnTo>
                    <a:lnTo>
                      <a:pt x="475" y="166"/>
                    </a:lnTo>
                    <a:close/>
                    <a:moveTo>
                      <a:pt x="474" y="226"/>
                    </a:moveTo>
                    <a:lnTo>
                      <a:pt x="501" y="226"/>
                    </a:lnTo>
                    <a:lnTo>
                      <a:pt x="501" y="234"/>
                    </a:lnTo>
                    <a:lnTo>
                      <a:pt x="474" y="234"/>
                    </a:lnTo>
                    <a:lnTo>
                      <a:pt x="474" y="22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3" name="îṩḷïďè"/>
              <p:cNvSpPr/>
              <p:nvPr userDrawn="1"/>
            </p:nvSpPr>
            <p:spPr bwMode="auto">
              <a:xfrm>
                <a:off x="1914526" y="2486026"/>
                <a:ext cx="1882775" cy="1882775"/>
              </a:xfrm>
              <a:custGeom>
                <a:avLst/>
                <a:gdLst>
                  <a:gd name="T0" fmla="*/ 784 w 1186"/>
                  <a:gd name="T1" fmla="*/ 31 h 1186"/>
                  <a:gd name="T2" fmla="*/ 982 w 1186"/>
                  <a:gd name="T3" fmla="*/ 145 h 1186"/>
                  <a:gd name="T4" fmla="*/ 1122 w 1186"/>
                  <a:gd name="T5" fmla="*/ 323 h 1186"/>
                  <a:gd name="T6" fmla="*/ 1184 w 1186"/>
                  <a:gd name="T7" fmla="*/ 548 h 1186"/>
                  <a:gd name="T8" fmla="*/ 1171 w 1186"/>
                  <a:gd name="T9" fmla="*/ 727 h 1186"/>
                  <a:gd name="T10" fmla="*/ 1077 w 1186"/>
                  <a:gd name="T11" fmla="*/ 936 h 1186"/>
                  <a:gd name="T12" fmla="*/ 913 w 1186"/>
                  <a:gd name="T13" fmla="*/ 1093 h 1186"/>
                  <a:gd name="T14" fmla="*/ 698 w 1186"/>
                  <a:gd name="T15" fmla="*/ 1177 h 1186"/>
                  <a:gd name="T16" fmla="*/ 518 w 1186"/>
                  <a:gd name="T17" fmla="*/ 1181 h 1186"/>
                  <a:gd name="T18" fmla="*/ 298 w 1186"/>
                  <a:gd name="T19" fmla="*/ 1108 h 1186"/>
                  <a:gd name="T20" fmla="*/ 127 w 1186"/>
                  <a:gd name="T21" fmla="*/ 960 h 1186"/>
                  <a:gd name="T22" fmla="*/ 23 w 1186"/>
                  <a:gd name="T23" fmla="*/ 756 h 1186"/>
                  <a:gd name="T24" fmla="*/ 1 w 1186"/>
                  <a:gd name="T25" fmla="*/ 578 h 1186"/>
                  <a:gd name="T26" fmla="*/ 53 w 1186"/>
                  <a:gd name="T27" fmla="*/ 349 h 1186"/>
                  <a:gd name="T28" fmla="*/ 184 w 1186"/>
                  <a:gd name="T29" fmla="*/ 164 h 1186"/>
                  <a:gd name="T30" fmla="*/ 376 w 1186"/>
                  <a:gd name="T31" fmla="*/ 42 h 1186"/>
                  <a:gd name="T32" fmla="*/ 593 w 1186"/>
                  <a:gd name="T33" fmla="*/ 0 h 1186"/>
                  <a:gd name="T34" fmla="*/ 491 w 1186"/>
                  <a:gd name="T35" fmla="*/ 233 h 1186"/>
                  <a:gd name="T36" fmla="*/ 362 w 1186"/>
                  <a:gd name="T37" fmla="*/ 299 h 1186"/>
                  <a:gd name="T38" fmla="*/ 268 w 1186"/>
                  <a:gd name="T39" fmla="*/ 407 h 1186"/>
                  <a:gd name="T40" fmla="*/ 222 w 1186"/>
                  <a:gd name="T41" fmla="*/ 546 h 1186"/>
                  <a:gd name="T42" fmla="*/ 224 w 1186"/>
                  <a:gd name="T43" fmla="*/ 660 h 1186"/>
                  <a:gd name="T44" fmla="*/ 278 w 1186"/>
                  <a:gd name="T45" fmla="*/ 795 h 1186"/>
                  <a:gd name="T46" fmla="*/ 392 w 1186"/>
                  <a:gd name="T47" fmla="*/ 908 h 1186"/>
                  <a:gd name="T48" fmla="*/ 431 w 1186"/>
                  <a:gd name="T49" fmla="*/ 916 h 1186"/>
                  <a:gd name="T50" fmla="*/ 304 w 1186"/>
                  <a:gd name="T51" fmla="*/ 809 h 1186"/>
                  <a:gd name="T52" fmla="*/ 244 w 1186"/>
                  <a:gd name="T53" fmla="*/ 684 h 1186"/>
                  <a:gd name="T54" fmla="*/ 232 w 1186"/>
                  <a:gd name="T55" fmla="*/ 575 h 1186"/>
                  <a:gd name="T56" fmla="*/ 268 w 1186"/>
                  <a:gd name="T57" fmla="*/ 437 h 1186"/>
                  <a:gd name="T58" fmla="*/ 351 w 1186"/>
                  <a:gd name="T59" fmla="*/ 326 h 1186"/>
                  <a:gd name="T60" fmla="*/ 469 w 1186"/>
                  <a:gd name="T61" fmla="*/ 254 h 1186"/>
                  <a:gd name="T62" fmla="*/ 593 w 1186"/>
                  <a:gd name="T63" fmla="*/ 232 h 1186"/>
                  <a:gd name="T64" fmla="*/ 717 w 1186"/>
                  <a:gd name="T65" fmla="*/ 254 h 1186"/>
                  <a:gd name="T66" fmla="*/ 836 w 1186"/>
                  <a:gd name="T67" fmla="*/ 326 h 1186"/>
                  <a:gd name="T68" fmla="*/ 919 w 1186"/>
                  <a:gd name="T69" fmla="*/ 437 h 1186"/>
                  <a:gd name="T70" fmla="*/ 954 w 1186"/>
                  <a:gd name="T71" fmla="*/ 575 h 1186"/>
                  <a:gd name="T72" fmla="*/ 943 w 1186"/>
                  <a:gd name="T73" fmla="*/ 684 h 1186"/>
                  <a:gd name="T74" fmla="*/ 883 w 1186"/>
                  <a:gd name="T75" fmla="*/ 809 h 1186"/>
                  <a:gd name="T76" fmla="*/ 756 w 1186"/>
                  <a:gd name="T77" fmla="*/ 916 h 1186"/>
                  <a:gd name="T78" fmla="*/ 795 w 1186"/>
                  <a:gd name="T79" fmla="*/ 909 h 1186"/>
                  <a:gd name="T80" fmla="*/ 909 w 1186"/>
                  <a:gd name="T81" fmla="*/ 795 h 1186"/>
                  <a:gd name="T82" fmla="*/ 961 w 1186"/>
                  <a:gd name="T83" fmla="*/ 660 h 1186"/>
                  <a:gd name="T84" fmla="*/ 965 w 1186"/>
                  <a:gd name="T85" fmla="*/ 546 h 1186"/>
                  <a:gd name="T86" fmla="*/ 918 w 1186"/>
                  <a:gd name="T87" fmla="*/ 407 h 1186"/>
                  <a:gd name="T88" fmla="*/ 825 w 1186"/>
                  <a:gd name="T89" fmla="*/ 299 h 1186"/>
                  <a:gd name="T90" fmla="*/ 696 w 1186"/>
                  <a:gd name="T91" fmla="*/ 233 h 1186"/>
                  <a:gd name="T92" fmla="*/ 593 w 1186"/>
                  <a:gd name="T93" fmla="*/ 14 h 1186"/>
                  <a:gd name="T94" fmla="*/ 408 w 1186"/>
                  <a:gd name="T95" fmla="*/ 44 h 1186"/>
                  <a:gd name="T96" fmla="*/ 214 w 1186"/>
                  <a:gd name="T97" fmla="*/ 155 h 1186"/>
                  <a:gd name="T98" fmla="*/ 77 w 1186"/>
                  <a:gd name="T99" fmla="*/ 330 h 1186"/>
                  <a:gd name="T100" fmla="*/ 15 w 1186"/>
                  <a:gd name="T101" fmla="*/ 548 h 1186"/>
                  <a:gd name="T102" fmla="*/ 28 w 1186"/>
                  <a:gd name="T103" fmla="*/ 724 h 1186"/>
                  <a:gd name="T104" fmla="*/ 120 w 1186"/>
                  <a:gd name="T105" fmla="*/ 928 h 1186"/>
                  <a:gd name="T106" fmla="*/ 281 w 1186"/>
                  <a:gd name="T107" fmla="*/ 1081 h 1186"/>
                  <a:gd name="T108" fmla="*/ 491 w 1186"/>
                  <a:gd name="T109" fmla="*/ 1164 h 1186"/>
                  <a:gd name="T110" fmla="*/ 667 w 1186"/>
                  <a:gd name="T111" fmla="*/ 1169 h 1186"/>
                  <a:gd name="T112" fmla="*/ 882 w 1186"/>
                  <a:gd name="T113" fmla="*/ 1096 h 1186"/>
                  <a:gd name="T114" fmla="*/ 1050 w 1186"/>
                  <a:gd name="T115" fmla="*/ 951 h 1186"/>
                  <a:gd name="T116" fmla="*/ 1151 w 1186"/>
                  <a:gd name="T117" fmla="*/ 752 h 1186"/>
                  <a:gd name="T118" fmla="*/ 1173 w 1186"/>
                  <a:gd name="T119" fmla="*/ 578 h 1186"/>
                  <a:gd name="T120" fmla="*/ 1122 w 1186"/>
                  <a:gd name="T121" fmla="*/ 355 h 1186"/>
                  <a:gd name="T122" fmla="*/ 994 w 1186"/>
                  <a:gd name="T123" fmla="*/ 174 h 1186"/>
                  <a:gd name="T124" fmla="*/ 806 w 1186"/>
                  <a:gd name="T125" fmla="*/ 54 h 1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86" h="1186">
                    <a:moveTo>
                      <a:pt x="593" y="0"/>
                    </a:moveTo>
                    <a:lnTo>
                      <a:pt x="593" y="0"/>
                    </a:lnTo>
                    <a:lnTo>
                      <a:pt x="593" y="0"/>
                    </a:lnTo>
                    <a:lnTo>
                      <a:pt x="609" y="1"/>
                    </a:lnTo>
                    <a:lnTo>
                      <a:pt x="624" y="1"/>
                    </a:lnTo>
                    <a:lnTo>
                      <a:pt x="639" y="2"/>
                    </a:lnTo>
                    <a:lnTo>
                      <a:pt x="654" y="3"/>
                    </a:lnTo>
                    <a:lnTo>
                      <a:pt x="669" y="5"/>
                    </a:lnTo>
                    <a:lnTo>
                      <a:pt x="684" y="7"/>
                    </a:lnTo>
                    <a:lnTo>
                      <a:pt x="698" y="10"/>
                    </a:lnTo>
                    <a:lnTo>
                      <a:pt x="713" y="13"/>
                    </a:lnTo>
                    <a:lnTo>
                      <a:pt x="727" y="15"/>
                    </a:lnTo>
                    <a:lnTo>
                      <a:pt x="741" y="19"/>
                    </a:lnTo>
                    <a:lnTo>
                      <a:pt x="756" y="23"/>
                    </a:lnTo>
                    <a:lnTo>
                      <a:pt x="769" y="27"/>
                    </a:lnTo>
                    <a:lnTo>
                      <a:pt x="784" y="31"/>
                    </a:lnTo>
                    <a:lnTo>
                      <a:pt x="797" y="36"/>
                    </a:lnTo>
                    <a:lnTo>
                      <a:pt x="811" y="42"/>
                    </a:lnTo>
                    <a:lnTo>
                      <a:pt x="825" y="47"/>
                    </a:lnTo>
                    <a:lnTo>
                      <a:pt x="837" y="53"/>
                    </a:lnTo>
                    <a:lnTo>
                      <a:pt x="850" y="59"/>
                    </a:lnTo>
                    <a:lnTo>
                      <a:pt x="863" y="65"/>
                    </a:lnTo>
                    <a:lnTo>
                      <a:pt x="876" y="72"/>
                    </a:lnTo>
                    <a:lnTo>
                      <a:pt x="889" y="79"/>
                    </a:lnTo>
                    <a:lnTo>
                      <a:pt x="901" y="87"/>
                    </a:lnTo>
                    <a:lnTo>
                      <a:pt x="913" y="94"/>
                    </a:lnTo>
                    <a:lnTo>
                      <a:pt x="925" y="102"/>
                    </a:lnTo>
                    <a:lnTo>
                      <a:pt x="937" y="110"/>
                    </a:lnTo>
                    <a:lnTo>
                      <a:pt x="948" y="119"/>
                    </a:lnTo>
                    <a:lnTo>
                      <a:pt x="959" y="127"/>
                    </a:lnTo>
                    <a:lnTo>
                      <a:pt x="970" y="135"/>
                    </a:lnTo>
                    <a:lnTo>
                      <a:pt x="982" y="145"/>
                    </a:lnTo>
                    <a:lnTo>
                      <a:pt x="992" y="155"/>
                    </a:lnTo>
                    <a:lnTo>
                      <a:pt x="1002" y="164"/>
                    </a:lnTo>
                    <a:lnTo>
                      <a:pt x="1013" y="174"/>
                    </a:lnTo>
                    <a:lnTo>
                      <a:pt x="1022" y="184"/>
                    </a:lnTo>
                    <a:lnTo>
                      <a:pt x="1032" y="195"/>
                    </a:lnTo>
                    <a:lnTo>
                      <a:pt x="1042" y="206"/>
                    </a:lnTo>
                    <a:lnTo>
                      <a:pt x="1050" y="216"/>
                    </a:lnTo>
                    <a:lnTo>
                      <a:pt x="1060" y="227"/>
                    </a:lnTo>
                    <a:lnTo>
                      <a:pt x="1069" y="239"/>
                    </a:lnTo>
                    <a:lnTo>
                      <a:pt x="1077" y="250"/>
                    </a:lnTo>
                    <a:lnTo>
                      <a:pt x="1085" y="262"/>
                    </a:lnTo>
                    <a:lnTo>
                      <a:pt x="1093" y="274"/>
                    </a:lnTo>
                    <a:lnTo>
                      <a:pt x="1101" y="286"/>
                    </a:lnTo>
                    <a:lnTo>
                      <a:pt x="1108" y="298"/>
                    </a:lnTo>
                    <a:lnTo>
                      <a:pt x="1114" y="311"/>
                    </a:lnTo>
                    <a:lnTo>
                      <a:pt x="1122" y="323"/>
                    </a:lnTo>
                    <a:lnTo>
                      <a:pt x="1128" y="336"/>
                    </a:lnTo>
                    <a:lnTo>
                      <a:pt x="1134" y="349"/>
                    </a:lnTo>
                    <a:lnTo>
                      <a:pt x="1140" y="363"/>
                    </a:lnTo>
                    <a:lnTo>
                      <a:pt x="1146" y="376"/>
                    </a:lnTo>
                    <a:lnTo>
                      <a:pt x="1150" y="389"/>
                    </a:lnTo>
                    <a:lnTo>
                      <a:pt x="1155" y="403"/>
                    </a:lnTo>
                    <a:lnTo>
                      <a:pt x="1160" y="417"/>
                    </a:lnTo>
                    <a:lnTo>
                      <a:pt x="1164" y="431"/>
                    </a:lnTo>
                    <a:lnTo>
                      <a:pt x="1167" y="445"/>
                    </a:lnTo>
                    <a:lnTo>
                      <a:pt x="1171" y="460"/>
                    </a:lnTo>
                    <a:lnTo>
                      <a:pt x="1174" y="474"/>
                    </a:lnTo>
                    <a:lnTo>
                      <a:pt x="1177" y="488"/>
                    </a:lnTo>
                    <a:lnTo>
                      <a:pt x="1179" y="503"/>
                    </a:lnTo>
                    <a:lnTo>
                      <a:pt x="1182" y="518"/>
                    </a:lnTo>
                    <a:lnTo>
                      <a:pt x="1183" y="532"/>
                    </a:lnTo>
                    <a:lnTo>
                      <a:pt x="1184" y="548"/>
                    </a:lnTo>
                    <a:lnTo>
                      <a:pt x="1186" y="563"/>
                    </a:lnTo>
                    <a:lnTo>
                      <a:pt x="1186" y="578"/>
                    </a:lnTo>
                    <a:lnTo>
                      <a:pt x="1186" y="593"/>
                    </a:lnTo>
                    <a:lnTo>
                      <a:pt x="1186" y="593"/>
                    </a:lnTo>
                    <a:lnTo>
                      <a:pt x="1186" y="593"/>
                    </a:lnTo>
                    <a:lnTo>
                      <a:pt x="1186" y="593"/>
                    </a:lnTo>
                    <a:lnTo>
                      <a:pt x="1186" y="593"/>
                    </a:lnTo>
                    <a:lnTo>
                      <a:pt x="1186" y="608"/>
                    </a:lnTo>
                    <a:lnTo>
                      <a:pt x="1186" y="624"/>
                    </a:lnTo>
                    <a:lnTo>
                      <a:pt x="1184" y="639"/>
                    </a:lnTo>
                    <a:lnTo>
                      <a:pt x="1183" y="654"/>
                    </a:lnTo>
                    <a:lnTo>
                      <a:pt x="1182" y="669"/>
                    </a:lnTo>
                    <a:lnTo>
                      <a:pt x="1179" y="684"/>
                    </a:lnTo>
                    <a:lnTo>
                      <a:pt x="1177" y="698"/>
                    </a:lnTo>
                    <a:lnTo>
                      <a:pt x="1174" y="713"/>
                    </a:lnTo>
                    <a:lnTo>
                      <a:pt x="1171" y="727"/>
                    </a:lnTo>
                    <a:lnTo>
                      <a:pt x="1167" y="741"/>
                    </a:lnTo>
                    <a:lnTo>
                      <a:pt x="1164" y="756"/>
                    </a:lnTo>
                    <a:lnTo>
                      <a:pt x="1160" y="769"/>
                    </a:lnTo>
                    <a:lnTo>
                      <a:pt x="1155" y="784"/>
                    </a:lnTo>
                    <a:lnTo>
                      <a:pt x="1150" y="797"/>
                    </a:lnTo>
                    <a:lnTo>
                      <a:pt x="1146" y="811"/>
                    </a:lnTo>
                    <a:lnTo>
                      <a:pt x="1140" y="824"/>
                    </a:lnTo>
                    <a:lnTo>
                      <a:pt x="1134" y="837"/>
                    </a:lnTo>
                    <a:lnTo>
                      <a:pt x="1128" y="851"/>
                    </a:lnTo>
                    <a:lnTo>
                      <a:pt x="1122" y="864"/>
                    </a:lnTo>
                    <a:lnTo>
                      <a:pt x="1114" y="876"/>
                    </a:lnTo>
                    <a:lnTo>
                      <a:pt x="1108" y="888"/>
                    </a:lnTo>
                    <a:lnTo>
                      <a:pt x="1101" y="900"/>
                    </a:lnTo>
                    <a:lnTo>
                      <a:pt x="1093" y="912"/>
                    </a:lnTo>
                    <a:lnTo>
                      <a:pt x="1085" y="924"/>
                    </a:lnTo>
                    <a:lnTo>
                      <a:pt x="1077" y="936"/>
                    </a:lnTo>
                    <a:lnTo>
                      <a:pt x="1069" y="948"/>
                    </a:lnTo>
                    <a:lnTo>
                      <a:pt x="1060" y="960"/>
                    </a:lnTo>
                    <a:lnTo>
                      <a:pt x="1050" y="970"/>
                    </a:lnTo>
                    <a:lnTo>
                      <a:pt x="1042" y="981"/>
                    </a:lnTo>
                    <a:lnTo>
                      <a:pt x="1032" y="992"/>
                    </a:lnTo>
                    <a:lnTo>
                      <a:pt x="1022" y="1002"/>
                    </a:lnTo>
                    <a:lnTo>
                      <a:pt x="1013" y="1012"/>
                    </a:lnTo>
                    <a:lnTo>
                      <a:pt x="1002" y="1022"/>
                    </a:lnTo>
                    <a:lnTo>
                      <a:pt x="992" y="1032"/>
                    </a:lnTo>
                    <a:lnTo>
                      <a:pt x="982" y="1041"/>
                    </a:lnTo>
                    <a:lnTo>
                      <a:pt x="970" y="1051"/>
                    </a:lnTo>
                    <a:lnTo>
                      <a:pt x="959" y="1060"/>
                    </a:lnTo>
                    <a:lnTo>
                      <a:pt x="948" y="1069"/>
                    </a:lnTo>
                    <a:lnTo>
                      <a:pt x="937" y="1077"/>
                    </a:lnTo>
                    <a:lnTo>
                      <a:pt x="925" y="1085"/>
                    </a:lnTo>
                    <a:lnTo>
                      <a:pt x="913" y="1093"/>
                    </a:lnTo>
                    <a:lnTo>
                      <a:pt x="901" y="1101"/>
                    </a:lnTo>
                    <a:lnTo>
                      <a:pt x="889" y="1108"/>
                    </a:lnTo>
                    <a:lnTo>
                      <a:pt x="876" y="1114"/>
                    </a:lnTo>
                    <a:lnTo>
                      <a:pt x="863" y="1121"/>
                    </a:lnTo>
                    <a:lnTo>
                      <a:pt x="850" y="1128"/>
                    </a:lnTo>
                    <a:lnTo>
                      <a:pt x="837" y="1134"/>
                    </a:lnTo>
                    <a:lnTo>
                      <a:pt x="825" y="1140"/>
                    </a:lnTo>
                    <a:lnTo>
                      <a:pt x="811" y="1145"/>
                    </a:lnTo>
                    <a:lnTo>
                      <a:pt x="797" y="1150"/>
                    </a:lnTo>
                    <a:lnTo>
                      <a:pt x="784" y="1155"/>
                    </a:lnTo>
                    <a:lnTo>
                      <a:pt x="769" y="1160"/>
                    </a:lnTo>
                    <a:lnTo>
                      <a:pt x="756" y="1164"/>
                    </a:lnTo>
                    <a:lnTo>
                      <a:pt x="741" y="1168"/>
                    </a:lnTo>
                    <a:lnTo>
                      <a:pt x="727" y="1171"/>
                    </a:lnTo>
                    <a:lnTo>
                      <a:pt x="713" y="1174"/>
                    </a:lnTo>
                    <a:lnTo>
                      <a:pt x="698" y="1177"/>
                    </a:lnTo>
                    <a:lnTo>
                      <a:pt x="684" y="1179"/>
                    </a:lnTo>
                    <a:lnTo>
                      <a:pt x="669" y="1181"/>
                    </a:lnTo>
                    <a:lnTo>
                      <a:pt x="654" y="1183"/>
                    </a:lnTo>
                    <a:lnTo>
                      <a:pt x="639" y="1185"/>
                    </a:lnTo>
                    <a:lnTo>
                      <a:pt x="624" y="1185"/>
                    </a:lnTo>
                    <a:lnTo>
                      <a:pt x="609" y="1186"/>
                    </a:lnTo>
                    <a:lnTo>
                      <a:pt x="593" y="1186"/>
                    </a:lnTo>
                    <a:lnTo>
                      <a:pt x="593" y="1186"/>
                    </a:lnTo>
                    <a:lnTo>
                      <a:pt x="593" y="1186"/>
                    </a:lnTo>
                    <a:lnTo>
                      <a:pt x="593" y="1186"/>
                    </a:lnTo>
                    <a:lnTo>
                      <a:pt x="593" y="1186"/>
                    </a:lnTo>
                    <a:lnTo>
                      <a:pt x="578" y="1186"/>
                    </a:lnTo>
                    <a:lnTo>
                      <a:pt x="563" y="1185"/>
                    </a:lnTo>
                    <a:lnTo>
                      <a:pt x="548" y="1185"/>
                    </a:lnTo>
                    <a:lnTo>
                      <a:pt x="532" y="1183"/>
                    </a:lnTo>
                    <a:lnTo>
                      <a:pt x="518" y="1181"/>
                    </a:lnTo>
                    <a:lnTo>
                      <a:pt x="503" y="1179"/>
                    </a:lnTo>
                    <a:lnTo>
                      <a:pt x="488" y="1177"/>
                    </a:lnTo>
                    <a:lnTo>
                      <a:pt x="474" y="1174"/>
                    </a:lnTo>
                    <a:lnTo>
                      <a:pt x="460" y="1171"/>
                    </a:lnTo>
                    <a:lnTo>
                      <a:pt x="445" y="1168"/>
                    </a:lnTo>
                    <a:lnTo>
                      <a:pt x="431" y="1164"/>
                    </a:lnTo>
                    <a:lnTo>
                      <a:pt x="417" y="1160"/>
                    </a:lnTo>
                    <a:lnTo>
                      <a:pt x="404" y="1155"/>
                    </a:lnTo>
                    <a:lnTo>
                      <a:pt x="389" y="1150"/>
                    </a:lnTo>
                    <a:lnTo>
                      <a:pt x="376" y="1145"/>
                    </a:lnTo>
                    <a:lnTo>
                      <a:pt x="363" y="1140"/>
                    </a:lnTo>
                    <a:lnTo>
                      <a:pt x="349" y="1134"/>
                    </a:lnTo>
                    <a:lnTo>
                      <a:pt x="336" y="1128"/>
                    </a:lnTo>
                    <a:lnTo>
                      <a:pt x="324" y="1121"/>
                    </a:lnTo>
                    <a:lnTo>
                      <a:pt x="311" y="1114"/>
                    </a:lnTo>
                    <a:lnTo>
                      <a:pt x="298" y="1108"/>
                    </a:lnTo>
                    <a:lnTo>
                      <a:pt x="286" y="1101"/>
                    </a:lnTo>
                    <a:lnTo>
                      <a:pt x="274" y="1093"/>
                    </a:lnTo>
                    <a:lnTo>
                      <a:pt x="262" y="1085"/>
                    </a:lnTo>
                    <a:lnTo>
                      <a:pt x="250" y="1077"/>
                    </a:lnTo>
                    <a:lnTo>
                      <a:pt x="239" y="1069"/>
                    </a:lnTo>
                    <a:lnTo>
                      <a:pt x="227" y="1060"/>
                    </a:lnTo>
                    <a:lnTo>
                      <a:pt x="216" y="1051"/>
                    </a:lnTo>
                    <a:lnTo>
                      <a:pt x="205" y="1041"/>
                    </a:lnTo>
                    <a:lnTo>
                      <a:pt x="195" y="1032"/>
                    </a:lnTo>
                    <a:lnTo>
                      <a:pt x="184" y="1022"/>
                    </a:lnTo>
                    <a:lnTo>
                      <a:pt x="174" y="1012"/>
                    </a:lnTo>
                    <a:lnTo>
                      <a:pt x="164" y="1002"/>
                    </a:lnTo>
                    <a:lnTo>
                      <a:pt x="155" y="992"/>
                    </a:lnTo>
                    <a:lnTo>
                      <a:pt x="145" y="981"/>
                    </a:lnTo>
                    <a:lnTo>
                      <a:pt x="135" y="970"/>
                    </a:lnTo>
                    <a:lnTo>
                      <a:pt x="127" y="960"/>
                    </a:lnTo>
                    <a:lnTo>
                      <a:pt x="118" y="948"/>
                    </a:lnTo>
                    <a:lnTo>
                      <a:pt x="110" y="936"/>
                    </a:lnTo>
                    <a:lnTo>
                      <a:pt x="102" y="924"/>
                    </a:lnTo>
                    <a:lnTo>
                      <a:pt x="94" y="912"/>
                    </a:lnTo>
                    <a:lnTo>
                      <a:pt x="87" y="900"/>
                    </a:lnTo>
                    <a:lnTo>
                      <a:pt x="79" y="888"/>
                    </a:lnTo>
                    <a:lnTo>
                      <a:pt x="71" y="876"/>
                    </a:lnTo>
                    <a:lnTo>
                      <a:pt x="65" y="864"/>
                    </a:lnTo>
                    <a:lnTo>
                      <a:pt x="59" y="851"/>
                    </a:lnTo>
                    <a:lnTo>
                      <a:pt x="53" y="837"/>
                    </a:lnTo>
                    <a:lnTo>
                      <a:pt x="47" y="824"/>
                    </a:lnTo>
                    <a:lnTo>
                      <a:pt x="42" y="811"/>
                    </a:lnTo>
                    <a:lnTo>
                      <a:pt x="36" y="797"/>
                    </a:lnTo>
                    <a:lnTo>
                      <a:pt x="31" y="784"/>
                    </a:lnTo>
                    <a:lnTo>
                      <a:pt x="27" y="769"/>
                    </a:lnTo>
                    <a:lnTo>
                      <a:pt x="23" y="756"/>
                    </a:lnTo>
                    <a:lnTo>
                      <a:pt x="19" y="741"/>
                    </a:lnTo>
                    <a:lnTo>
                      <a:pt x="15" y="727"/>
                    </a:lnTo>
                    <a:lnTo>
                      <a:pt x="12" y="713"/>
                    </a:lnTo>
                    <a:lnTo>
                      <a:pt x="10" y="698"/>
                    </a:lnTo>
                    <a:lnTo>
                      <a:pt x="7" y="684"/>
                    </a:lnTo>
                    <a:lnTo>
                      <a:pt x="5" y="669"/>
                    </a:lnTo>
                    <a:lnTo>
                      <a:pt x="3" y="654"/>
                    </a:lnTo>
                    <a:lnTo>
                      <a:pt x="2" y="639"/>
                    </a:lnTo>
                    <a:lnTo>
                      <a:pt x="1" y="624"/>
                    </a:lnTo>
                    <a:lnTo>
                      <a:pt x="1" y="608"/>
                    </a:lnTo>
                    <a:lnTo>
                      <a:pt x="0" y="593"/>
                    </a:lnTo>
                    <a:lnTo>
                      <a:pt x="0" y="593"/>
                    </a:lnTo>
                    <a:lnTo>
                      <a:pt x="0" y="593"/>
                    </a:lnTo>
                    <a:lnTo>
                      <a:pt x="0" y="593"/>
                    </a:lnTo>
                    <a:lnTo>
                      <a:pt x="0" y="593"/>
                    </a:lnTo>
                    <a:lnTo>
                      <a:pt x="1" y="578"/>
                    </a:lnTo>
                    <a:lnTo>
                      <a:pt x="1" y="563"/>
                    </a:lnTo>
                    <a:lnTo>
                      <a:pt x="2" y="548"/>
                    </a:lnTo>
                    <a:lnTo>
                      <a:pt x="3" y="532"/>
                    </a:lnTo>
                    <a:lnTo>
                      <a:pt x="5" y="518"/>
                    </a:lnTo>
                    <a:lnTo>
                      <a:pt x="7" y="503"/>
                    </a:lnTo>
                    <a:lnTo>
                      <a:pt x="10" y="488"/>
                    </a:lnTo>
                    <a:lnTo>
                      <a:pt x="12" y="474"/>
                    </a:lnTo>
                    <a:lnTo>
                      <a:pt x="15" y="460"/>
                    </a:lnTo>
                    <a:lnTo>
                      <a:pt x="19" y="445"/>
                    </a:lnTo>
                    <a:lnTo>
                      <a:pt x="23" y="431"/>
                    </a:lnTo>
                    <a:lnTo>
                      <a:pt x="27" y="417"/>
                    </a:lnTo>
                    <a:lnTo>
                      <a:pt x="31" y="403"/>
                    </a:lnTo>
                    <a:lnTo>
                      <a:pt x="36" y="389"/>
                    </a:lnTo>
                    <a:lnTo>
                      <a:pt x="42" y="376"/>
                    </a:lnTo>
                    <a:lnTo>
                      <a:pt x="47" y="363"/>
                    </a:lnTo>
                    <a:lnTo>
                      <a:pt x="53" y="349"/>
                    </a:lnTo>
                    <a:lnTo>
                      <a:pt x="59" y="336"/>
                    </a:lnTo>
                    <a:lnTo>
                      <a:pt x="65" y="323"/>
                    </a:lnTo>
                    <a:lnTo>
                      <a:pt x="71" y="311"/>
                    </a:lnTo>
                    <a:lnTo>
                      <a:pt x="79" y="298"/>
                    </a:lnTo>
                    <a:lnTo>
                      <a:pt x="87" y="286"/>
                    </a:lnTo>
                    <a:lnTo>
                      <a:pt x="94" y="274"/>
                    </a:lnTo>
                    <a:lnTo>
                      <a:pt x="102" y="262"/>
                    </a:lnTo>
                    <a:lnTo>
                      <a:pt x="110" y="250"/>
                    </a:lnTo>
                    <a:lnTo>
                      <a:pt x="118" y="239"/>
                    </a:lnTo>
                    <a:lnTo>
                      <a:pt x="127" y="227"/>
                    </a:lnTo>
                    <a:lnTo>
                      <a:pt x="135" y="216"/>
                    </a:lnTo>
                    <a:lnTo>
                      <a:pt x="145" y="206"/>
                    </a:lnTo>
                    <a:lnTo>
                      <a:pt x="155" y="195"/>
                    </a:lnTo>
                    <a:lnTo>
                      <a:pt x="164" y="184"/>
                    </a:lnTo>
                    <a:lnTo>
                      <a:pt x="174" y="174"/>
                    </a:lnTo>
                    <a:lnTo>
                      <a:pt x="184" y="164"/>
                    </a:lnTo>
                    <a:lnTo>
                      <a:pt x="195" y="155"/>
                    </a:lnTo>
                    <a:lnTo>
                      <a:pt x="205" y="145"/>
                    </a:lnTo>
                    <a:lnTo>
                      <a:pt x="216" y="135"/>
                    </a:lnTo>
                    <a:lnTo>
                      <a:pt x="227" y="127"/>
                    </a:lnTo>
                    <a:lnTo>
                      <a:pt x="239" y="119"/>
                    </a:lnTo>
                    <a:lnTo>
                      <a:pt x="250" y="110"/>
                    </a:lnTo>
                    <a:lnTo>
                      <a:pt x="262" y="102"/>
                    </a:lnTo>
                    <a:lnTo>
                      <a:pt x="274" y="94"/>
                    </a:lnTo>
                    <a:lnTo>
                      <a:pt x="286" y="87"/>
                    </a:lnTo>
                    <a:lnTo>
                      <a:pt x="298" y="79"/>
                    </a:lnTo>
                    <a:lnTo>
                      <a:pt x="311" y="72"/>
                    </a:lnTo>
                    <a:lnTo>
                      <a:pt x="324" y="65"/>
                    </a:lnTo>
                    <a:lnTo>
                      <a:pt x="336" y="59"/>
                    </a:lnTo>
                    <a:lnTo>
                      <a:pt x="349" y="53"/>
                    </a:lnTo>
                    <a:lnTo>
                      <a:pt x="363" y="47"/>
                    </a:lnTo>
                    <a:lnTo>
                      <a:pt x="376" y="42"/>
                    </a:lnTo>
                    <a:lnTo>
                      <a:pt x="389" y="36"/>
                    </a:lnTo>
                    <a:lnTo>
                      <a:pt x="404" y="31"/>
                    </a:lnTo>
                    <a:lnTo>
                      <a:pt x="417" y="27"/>
                    </a:lnTo>
                    <a:lnTo>
                      <a:pt x="431" y="23"/>
                    </a:lnTo>
                    <a:lnTo>
                      <a:pt x="445" y="19"/>
                    </a:lnTo>
                    <a:lnTo>
                      <a:pt x="460" y="15"/>
                    </a:lnTo>
                    <a:lnTo>
                      <a:pt x="474" y="13"/>
                    </a:lnTo>
                    <a:lnTo>
                      <a:pt x="488" y="10"/>
                    </a:lnTo>
                    <a:lnTo>
                      <a:pt x="503" y="7"/>
                    </a:lnTo>
                    <a:lnTo>
                      <a:pt x="518" y="5"/>
                    </a:lnTo>
                    <a:lnTo>
                      <a:pt x="532" y="3"/>
                    </a:lnTo>
                    <a:lnTo>
                      <a:pt x="548" y="2"/>
                    </a:lnTo>
                    <a:lnTo>
                      <a:pt x="563" y="1"/>
                    </a:lnTo>
                    <a:lnTo>
                      <a:pt x="578" y="1"/>
                    </a:lnTo>
                    <a:lnTo>
                      <a:pt x="593" y="0"/>
                    </a:lnTo>
                    <a:lnTo>
                      <a:pt x="593" y="0"/>
                    </a:lnTo>
                    <a:lnTo>
                      <a:pt x="593" y="0"/>
                    </a:lnTo>
                    <a:lnTo>
                      <a:pt x="593" y="0"/>
                    </a:lnTo>
                    <a:close/>
                    <a:moveTo>
                      <a:pt x="593" y="219"/>
                    </a:moveTo>
                    <a:lnTo>
                      <a:pt x="593" y="219"/>
                    </a:lnTo>
                    <a:lnTo>
                      <a:pt x="593" y="219"/>
                    </a:lnTo>
                    <a:lnTo>
                      <a:pt x="584" y="219"/>
                    </a:lnTo>
                    <a:lnTo>
                      <a:pt x="574" y="219"/>
                    </a:lnTo>
                    <a:lnTo>
                      <a:pt x="564" y="220"/>
                    </a:lnTo>
                    <a:lnTo>
                      <a:pt x="555" y="221"/>
                    </a:lnTo>
                    <a:lnTo>
                      <a:pt x="545" y="222"/>
                    </a:lnTo>
                    <a:lnTo>
                      <a:pt x="536" y="223"/>
                    </a:lnTo>
                    <a:lnTo>
                      <a:pt x="527" y="225"/>
                    </a:lnTo>
                    <a:lnTo>
                      <a:pt x="518" y="227"/>
                    </a:lnTo>
                    <a:lnTo>
                      <a:pt x="508" y="228"/>
                    </a:lnTo>
                    <a:lnTo>
                      <a:pt x="500" y="231"/>
                    </a:lnTo>
                    <a:lnTo>
                      <a:pt x="491" y="233"/>
                    </a:lnTo>
                    <a:lnTo>
                      <a:pt x="482" y="235"/>
                    </a:lnTo>
                    <a:lnTo>
                      <a:pt x="473" y="239"/>
                    </a:lnTo>
                    <a:lnTo>
                      <a:pt x="464" y="242"/>
                    </a:lnTo>
                    <a:lnTo>
                      <a:pt x="456" y="245"/>
                    </a:lnTo>
                    <a:lnTo>
                      <a:pt x="448" y="248"/>
                    </a:lnTo>
                    <a:lnTo>
                      <a:pt x="439" y="251"/>
                    </a:lnTo>
                    <a:lnTo>
                      <a:pt x="431" y="255"/>
                    </a:lnTo>
                    <a:lnTo>
                      <a:pt x="423" y="259"/>
                    </a:lnTo>
                    <a:lnTo>
                      <a:pt x="415" y="264"/>
                    </a:lnTo>
                    <a:lnTo>
                      <a:pt x="407" y="268"/>
                    </a:lnTo>
                    <a:lnTo>
                      <a:pt x="399" y="273"/>
                    </a:lnTo>
                    <a:lnTo>
                      <a:pt x="392" y="278"/>
                    </a:lnTo>
                    <a:lnTo>
                      <a:pt x="384" y="283"/>
                    </a:lnTo>
                    <a:lnTo>
                      <a:pt x="376" y="288"/>
                    </a:lnTo>
                    <a:lnTo>
                      <a:pt x="369" y="293"/>
                    </a:lnTo>
                    <a:lnTo>
                      <a:pt x="362" y="299"/>
                    </a:lnTo>
                    <a:lnTo>
                      <a:pt x="356" y="304"/>
                    </a:lnTo>
                    <a:lnTo>
                      <a:pt x="348" y="310"/>
                    </a:lnTo>
                    <a:lnTo>
                      <a:pt x="341" y="316"/>
                    </a:lnTo>
                    <a:lnTo>
                      <a:pt x="335" y="322"/>
                    </a:lnTo>
                    <a:lnTo>
                      <a:pt x="328" y="328"/>
                    </a:lnTo>
                    <a:lnTo>
                      <a:pt x="322" y="335"/>
                    </a:lnTo>
                    <a:lnTo>
                      <a:pt x="316" y="342"/>
                    </a:lnTo>
                    <a:lnTo>
                      <a:pt x="310" y="348"/>
                    </a:lnTo>
                    <a:lnTo>
                      <a:pt x="304" y="355"/>
                    </a:lnTo>
                    <a:lnTo>
                      <a:pt x="299" y="362"/>
                    </a:lnTo>
                    <a:lnTo>
                      <a:pt x="293" y="369"/>
                    </a:lnTo>
                    <a:lnTo>
                      <a:pt x="288" y="376"/>
                    </a:lnTo>
                    <a:lnTo>
                      <a:pt x="283" y="383"/>
                    </a:lnTo>
                    <a:lnTo>
                      <a:pt x="278" y="391"/>
                    </a:lnTo>
                    <a:lnTo>
                      <a:pt x="273" y="399"/>
                    </a:lnTo>
                    <a:lnTo>
                      <a:pt x="268" y="407"/>
                    </a:lnTo>
                    <a:lnTo>
                      <a:pt x="264" y="415"/>
                    </a:lnTo>
                    <a:lnTo>
                      <a:pt x="260" y="423"/>
                    </a:lnTo>
                    <a:lnTo>
                      <a:pt x="256" y="431"/>
                    </a:lnTo>
                    <a:lnTo>
                      <a:pt x="252" y="439"/>
                    </a:lnTo>
                    <a:lnTo>
                      <a:pt x="248" y="448"/>
                    </a:lnTo>
                    <a:lnTo>
                      <a:pt x="245" y="456"/>
                    </a:lnTo>
                    <a:lnTo>
                      <a:pt x="242" y="464"/>
                    </a:lnTo>
                    <a:lnTo>
                      <a:pt x="239" y="473"/>
                    </a:lnTo>
                    <a:lnTo>
                      <a:pt x="236" y="482"/>
                    </a:lnTo>
                    <a:lnTo>
                      <a:pt x="233" y="491"/>
                    </a:lnTo>
                    <a:lnTo>
                      <a:pt x="231" y="500"/>
                    </a:lnTo>
                    <a:lnTo>
                      <a:pt x="228" y="509"/>
                    </a:lnTo>
                    <a:lnTo>
                      <a:pt x="227" y="518"/>
                    </a:lnTo>
                    <a:lnTo>
                      <a:pt x="224" y="527"/>
                    </a:lnTo>
                    <a:lnTo>
                      <a:pt x="223" y="536"/>
                    </a:lnTo>
                    <a:lnTo>
                      <a:pt x="222" y="546"/>
                    </a:lnTo>
                    <a:lnTo>
                      <a:pt x="221" y="555"/>
                    </a:lnTo>
                    <a:lnTo>
                      <a:pt x="220" y="564"/>
                    </a:lnTo>
                    <a:lnTo>
                      <a:pt x="219" y="574"/>
                    </a:lnTo>
                    <a:lnTo>
                      <a:pt x="219" y="584"/>
                    </a:lnTo>
                    <a:lnTo>
                      <a:pt x="219" y="593"/>
                    </a:lnTo>
                    <a:lnTo>
                      <a:pt x="219" y="593"/>
                    </a:lnTo>
                    <a:lnTo>
                      <a:pt x="219" y="593"/>
                    </a:lnTo>
                    <a:lnTo>
                      <a:pt x="219" y="593"/>
                    </a:lnTo>
                    <a:lnTo>
                      <a:pt x="219" y="593"/>
                    </a:lnTo>
                    <a:lnTo>
                      <a:pt x="219" y="603"/>
                    </a:lnTo>
                    <a:lnTo>
                      <a:pt x="219" y="612"/>
                    </a:lnTo>
                    <a:lnTo>
                      <a:pt x="220" y="622"/>
                    </a:lnTo>
                    <a:lnTo>
                      <a:pt x="221" y="632"/>
                    </a:lnTo>
                    <a:lnTo>
                      <a:pt x="222" y="641"/>
                    </a:lnTo>
                    <a:lnTo>
                      <a:pt x="223" y="650"/>
                    </a:lnTo>
                    <a:lnTo>
                      <a:pt x="224" y="660"/>
                    </a:lnTo>
                    <a:lnTo>
                      <a:pt x="227" y="669"/>
                    </a:lnTo>
                    <a:lnTo>
                      <a:pt x="228" y="678"/>
                    </a:lnTo>
                    <a:lnTo>
                      <a:pt x="231" y="687"/>
                    </a:lnTo>
                    <a:lnTo>
                      <a:pt x="233" y="696"/>
                    </a:lnTo>
                    <a:lnTo>
                      <a:pt x="236" y="704"/>
                    </a:lnTo>
                    <a:lnTo>
                      <a:pt x="239" y="713"/>
                    </a:lnTo>
                    <a:lnTo>
                      <a:pt x="242" y="722"/>
                    </a:lnTo>
                    <a:lnTo>
                      <a:pt x="245" y="731"/>
                    </a:lnTo>
                    <a:lnTo>
                      <a:pt x="248" y="739"/>
                    </a:lnTo>
                    <a:lnTo>
                      <a:pt x="252" y="748"/>
                    </a:lnTo>
                    <a:lnTo>
                      <a:pt x="256" y="756"/>
                    </a:lnTo>
                    <a:lnTo>
                      <a:pt x="260" y="764"/>
                    </a:lnTo>
                    <a:lnTo>
                      <a:pt x="264" y="772"/>
                    </a:lnTo>
                    <a:lnTo>
                      <a:pt x="268" y="780"/>
                    </a:lnTo>
                    <a:lnTo>
                      <a:pt x="273" y="788"/>
                    </a:lnTo>
                    <a:lnTo>
                      <a:pt x="278" y="795"/>
                    </a:lnTo>
                    <a:lnTo>
                      <a:pt x="283" y="803"/>
                    </a:lnTo>
                    <a:lnTo>
                      <a:pt x="288" y="810"/>
                    </a:lnTo>
                    <a:lnTo>
                      <a:pt x="293" y="817"/>
                    </a:lnTo>
                    <a:lnTo>
                      <a:pt x="299" y="824"/>
                    </a:lnTo>
                    <a:lnTo>
                      <a:pt x="304" y="832"/>
                    </a:lnTo>
                    <a:lnTo>
                      <a:pt x="310" y="838"/>
                    </a:lnTo>
                    <a:lnTo>
                      <a:pt x="316" y="845"/>
                    </a:lnTo>
                    <a:lnTo>
                      <a:pt x="322" y="852"/>
                    </a:lnTo>
                    <a:lnTo>
                      <a:pt x="328" y="858"/>
                    </a:lnTo>
                    <a:lnTo>
                      <a:pt x="337" y="866"/>
                    </a:lnTo>
                    <a:lnTo>
                      <a:pt x="345" y="874"/>
                    </a:lnTo>
                    <a:lnTo>
                      <a:pt x="354" y="881"/>
                    </a:lnTo>
                    <a:lnTo>
                      <a:pt x="363" y="888"/>
                    </a:lnTo>
                    <a:lnTo>
                      <a:pt x="372" y="896"/>
                    </a:lnTo>
                    <a:lnTo>
                      <a:pt x="382" y="903"/>
                    </a:lnTo>
                    <a:lnTo>
                      <a:pt x="392" y="908"/>
                    </a:lnTo>
                    <a:lnTo>
                      <a:pt x="402" y="915"/>
                    </a:lnTo>
                    <a:lnTo>
                      <a:pt x="412" y="921"/>
                    </a:lnTo>
                    <a:lnTo>
                      <a:pt x="422" y="927"/>
                    </a:lnTo>
                    <a:lnTo>
                      <a:pt x="432" y="932"/>
                    </a:lnTo>
                    <a:lnTo>
                      <a:pt x="444" y="936"/>
                    </a:lnTo>
                    <a:lnTo>
                      <a:pt x="454" y="941"/>
                    </a:lnTo>
                    <a:lnTo>
                      <a:pt x="465" y="945"/>
                    </a:lnTo>
                    <a:lnTo>
                      <a:pt x="476" y="949"/>
                    </a:lnTo>
                    <a:lnTo>
                      <a:pt x="488" y="952"/>
                    </a:lnTo>
                    <a:lnTo>
                      <a:pt x="496" y="941"/>
                    </a:lnTo>
                    <a:lnTo>
                      <a:pt x="484" y="938"/>
                    </a:lnTo>
                    <a:lnTo>
                      <a:pt x="473" y="934"/>
                    </a:lnTo>
                    <a:lnTo>
                      <a:pt x="462" y="930"/>
                    </a:lnTo>
                    <a:lnTo>
                      <a:pt x="452" y="925"/>
                    </a:lnTo>
                    <a:lnTo>
                      <a:pt x="440" y="921"/>
                    </a:lnTo>
                    <a:lnTo>
                      <a:pt x="431" y="916"/>
                    </a:lnTo>
                    <a:lnTo>
                      <a:pt x="420" y="910"/>
                    </a:lnTo>
                    <a:lnTo>
                      <a:pt x="410" y="904"/>
                    </a:lnTo>
                    <a:lnTo>
                      <a:pt x="400" y="899"/>
                    </a:lnTo>
                    <a:lnTo>
                      <a:pt x="391" y="892"/>
                    </a:lnTo>
                    <a:lnTo>
                      <a:pt x="381" y="886"/>
                    </a:lnTo>
                    <a:lnTo>
                      <a:pt x="372" y="879"/>
                    </a:lnTo>
                    <a:lnTo>
                      <a:pt x="364" y="872"/>
                    </a:lnTo>
                    <a:lnTo>
                      <a:pt x="355" y="864"/>
                    </a:lnTo>
                    <a:lnTo>
                      <a:pt x="346" y="856"/>
                    </a:lnTo>
                    <a:lnTo>
                      <a:pt x="338" y="848"/>
                    </a:lnTo>
                    <a:lnTo>
                      <a:pt x="332" y="843"/>
                    </a:lnTo>
                    <a:lnTo>
                      <a:pt x="326" y="836"/>
                    </a:lnTo>
                    <a:lnTo>
                      <a:pt x="320" y="830"/>
                    </a:lnTo>
                    <a:lnTo>
                      <a:pt x="315" y="823"/>
                    </a:lnTo>
                    <a:lnTo>
                      <a:pt x="309" y="816"/>
                    </a:lnTo>
                    <a:lnTo>
                      <a:pt x="304" y="809"/>
                    </a:lnTo>
                    <a:lnTo>
                      <a:pt x="299" y="802"/>
                    </a:lnTo>
                    <a:lnTo>
                      <a:pt x="294" y="795"/>
                    </a:lnTo>
                    <a:lnTo>
                      <a:pt x="289" y="788"/>
                    </a:lnTo>
                    <a:lnTo>
                      <a:pt x="284" y="780"/>
                    </a:lnTo>
                    <a:lnTo>
                      <a:pt x="280" y="773"/>
                    </a:lnTo>
                    <a:lnTo>
                      <a:pt x="276" y="765"/>
                    </a:lnTo>
                    <a:lnTo>
                      <a:pt x="272" y="758"/>
                    </a:lnTo>
                    <a:lnTo>
                      <a:pt x="268" y="750"/>
                    </a:lnTo>
                    <a:lnTo>
                      <a:pt x="264" y="742"/>
                    </a:lnTo>
                    <a:lnTo>
                      <a:pt x="260" y="734"/>
                    </a:lnTo>
                    <a:lnTo>
                      <a:pt x="257" y="726"/>
                    </a:lnTo>
                    <a:lnTo>
                      <a:pt x="254" y="717"/>
                    </a:lnTo>
                    <a:lnTo>
                      <a:pt x="252" y="709"/>
                    </a:lnTo>
                    <a:lnTo>
                      <a:pt x="248" y="700"/>
                    </a:lnTo>
                    <a:lnTo>
                      <a:pt x="246" y="692"/>
                    </a:lnTo>
                    <a:lnTo>
                      <a:pt x="244" y="684"/>
                    </a:lnTo>
                    <a:lnTo>
                      <a:pt x="241" y="675"/>
                    </a:lnTo>
                    <a:lnTo>
                      <a:pt x="240" y="666"/>
                    </a:lnTo>
                    <a:lnTo>
                      <a:pt x="238" y="657"/>
                    </a:lnTo>
                    <a:lnTo>
                      <a:pt x="236" y="648"/>
                    </a:lnTo>
                    <a:lnTo>
                      <a:pt x="235" y="640"/>
                    </a:lnTo>
                    <a:lnTo>
                      <a:pt x="234" y="630"/>
                    </a:lnTo>
                    <a:lnTo>
                      <a:pt x="233" y="621"/>
                    </a:lnTo>
                    <a:lnTo>
                      <a:pt x="232" y="612"/>
                    </a:lnTo>
                    <a:lnTo>
                      <a:pt x="232" y="603"/>
                    </a:lnTo>
                    <a:lnTo>
                      <a:pt x="232" y="593"/>
                    </a:lnTo>
                    <a:lnTo>
                      <a:pt x="232" y="593"/>
                    </a:lnTo>
                    <a:lnTo>
                      <a:pt x="232" y="593"/>
                    </a:lnTo>
                    <a:lnTo>
                      <a:pt x="232" y="593"/>
                    </a:lnTo>
                    <a:lnTo>
                      <a:pt x="232" y="593"/>
                    </a:lnTo>
                    <a:lnTo>
                      <a:pt x="232" y="584"/>
                    </a:lnTo>
                    <a:lnTo>
                      <a:pt x="232" y="575"/>
                    </a:lnTo>
                    <a:lnTo>
                      <a:pt x="233" y="565"/>
                    </a:lnTo>
                    <a:lnTo>
                      <a:pt x="234" y="556"/>
                    </a:lnTo>
                    <a:lnTo>
                      <a:pt x="235" y="548"/>
                    </a:lnTo>
                    <a:lnTo>
                      <a:pt x="236" y="538"/>
                    </a:lnTo>
                    <a:lnTo>
                      <a:pt x="238" y="529"/>
                    </a:lnTo>
                    <a:lnTo>
                      <a:pt x="240" y="520"/>
                    </a:lnTo>
                    <a:lnTo>
                      <a:pt x="241" y="512"/>
                    </a:lnTo>
                    <a:lnTo>
                      <a:pt x="244" y="503"/>
                    </a:lnTo>
                    <a:lnTo>
                      <a:pt x="246" y="495"/>
                    </a:lnTo>
                    <a:lnTo>
                      <a:pt x="248" y="486"/>
                    </a:lnTo>
                    <a:lnTo>
                      <a:pt x="252" y="478"/>
                    </a:lnTo>
                    <a:lnTo>
                      <a:pt x="254" y="469"/>
                    </a:lnTo>
                    <a:lnTo>
                      <a:pt x="257" y="461"/>
                    </a:lnTo>
                    <a:lnTo>
                      <a:pt x="260" y="452"/>
                    </a:lnTo>
                    <a:lnTo>
                      <a:pt x="264" y="444"/>
                    </a:lnTo>
                    <a:lnTo>
                      <a:pt x="268" y="437"/>
                    </a:lnTo>
                    <a:lnTo>
                      <a:pt x="272" y="429"/>
                    </a:lnTo>
                    <a:lnTo>
                      <a:pt x="276" y="421"/>
                    </a:lnTo>
                    <a:lnTo>
                      <a:pt x="280" y="413"/>
                    </a:lnTo>
                    <a:lnTo>
                      <a:pt x="284" y="406"/>
                    </a:lnTo>
                    <a:lnTo>
                      <a:pt x="289" y="399"/>
                    </a:lnTo>
                    <a:lnTo>
                      <a:pt x="294" y="391"/>
                    </a:lnTo>
                    <a:lnTo>
                      <a:pt x="299" y="384"/>
                    </a:lnTo>
                    <a:lnTo>
                      <a:pt x="304" y="377"/>
                    </a:lnTo>
                    <a:lnTo>
                      <a:pt x="309" y="371"/>
                    </a:lnTo>
                    <a:lnTo>
                      <a:pt x="315" y="363"/>
                    </a:lnTo>
                    <a:lnTo>
                      <a:pt x="320" y="357"/>
                    </a:lnTo>
                    <a:lnTo>
                      <a:pt x="326" y="351"/>
                    </a:lnTo>
                    <a:lnTo>
                      <a:pt x="332" y="344"/>
                    </a:lnTo>
                    <a:lnTo>
                      <a:pt x="338" y="338"/>
                    </a:lnTo>
                    <a:lnTo>
                      <a:pt x="344" y="331"/>
                    </a:lnTo>
                    <a:lnTo>
                      <a:pt x="351" y="326"/>
                    </a:lnTo>
                    <a:lnTo>
                      <a:pt x="357" y="320"/>
                    </a:lnTo>
                    <a:lnTo>
                      <a:pt x="364" y="315"/>
                    </a:lnTo>
                    <a:lnTo>
                      <a:pt x="370" y="309"/>
                    </a:lnTo>
                    <a:lnTo>
                      <a:pt x="377" y="303"/>
                    </a:lnTo>
                    <a:lnTo>
                      <a:pt x="384" y="299"/>
                    </a:lnTo>
                    <a:lnTo>
                      <a:pt x="392" y="294"/>
                    </a:lnTo>
                    <a:lnTo>
                      <a:pt x="399" y="289"/>
                    </a:lnTo>
                    <a:lnTo>
                      <a:pt x="406" y="284"/>
                    </a:lnTo>
                    <a:lnTo>
                      <a:pt x="413" y="280"/>
                    </a:lnTo>
                    <a:lnTo>
                      <a:pt x="421" y="276"/>
                    </a:lnTo>
                    <a:lnTo>
                      <a:pt x="429" y="271"/>
                    </a:lnTo>
                    <a:lnTo>
                      <a:pt x="437" y="267"/>
                    </a:lnTo>
                    <a:lnTo>
                      <a:pt x="444" y="264"/>
                    </a:lnTo>
                    <a:lnTo>
                      <a:pt x="452" y="260"/>
                    </a:lnTo>
                    <a:lnTo>
                      <a:pt x="461" y="257"/>
                    </a:lnTo>
                    <a:lnTo>
                      <a:pt x="469" y="254"/>
                    </a:lnTo>
                    <a:lnTo>
                      <a:pt x="477" y="251"/>
                    </a:lnTo>
                    <a:lnTo>
                      <a:pt x="486" y="248"/>
                    </a:lnTo>
                    <a:lnTo>
                      <a:pt x="494" y="246"/>
                    </a:lnTo>
                    <a:lnTo>
                      <a:pt x="503" y="243"/>
                    </a:lnTo>
                    <a:lnTo>
                      <a:pt x="512" y="241"/>
                    </a:lnTo>
                    <a:lnTo>
                      <a:pt x="520" y="239"/>
                    </a:lnTo>
                    <a:lnTo>
                      <a:pt x="529" y="238"/>
                    </a:lnTo>
                    <a:lnTo>
                      <a:pt x="538" y="236"/>
                    </a:lnTo>
                    <a:lnTo>
                      <a:pt x="548" y="235"/>
                    </a:lnTo>
                    <a:lnTo>
                      <a:pt x="556" y="234"/>
                    </a:lnTo>
                    <a:lnTo>
                      <a:pt x="565" y="233"/>
                    </a:lnTo>
                    <a:lnTo>
                      <a:pt x="575" y="232"/>
                    </a:lnTo>
                    <a:lnTo>
                      <a:pt x="584" y="232"/>
                    </a:lnTo>
                    <a:lnTo>
                      <a:pt x="593" y="232"/>
                    </a:lnTo>
                    <a:lnTo>
                      <a:pt x="593" y="232"/>
                    </a:lnTo>
                    <a:lnTo>
                      <a:pt x="593" y="232"/>
                    </a:lnTo>
                    <a:lnTo>
                      <a:pt x="593" y="232"/>
                    </a:lnTo>
                    <a:lnTo>
                      <a:pt x="593" y="232"/>
                    </a:lnTo>
                    <a:lnTo>
                      <a:pt x="603" y="232"/>
                    </a:lnTo>
                    <a:lnTo>
                      <a:pt x="612" y="232"/>
                    </a:lnTo>
                    <a:lnTo>
                      <a:pt x="621" y="233"/>
                    </a:lnTo>
                    <a:lnTo>
                      <a:pt x="630" y="234"/>
                    </a:lnTo>
                    <a:lnTo>
                      <a:pt x="639" y="235"/>
                    </a:lnTo>
                    <a:lnTo>
                      <a:pt x="649" y="236"/>
                    </a:lnTo>
                    <a:lnTo>
                      <a:pt x="657" y="238"/>
                    </a:lnTo>
                    <a:lnTo>
                      <a:pt x="666" y="239"/>
                    </a:lnTo>
                    <a:lnTo>
                      <a:pt x="675" y="241"/>
                    </a:lnTo>
                    <a:lnTo>
                      <a:pt x="684" y="243"/>
                    </a:lnTo>
                    <a:lnTo>
                      <a:pt x="693" y="246"/>
                    </a:lnTo>
                    <a:lnTo>
                      <a:pt x="701" y="248"/>
                    </a:lnTo>
                    <a:lnTo>
                      <a:pt x="709" y="251"/>
                    </a:lnTo>
                    <a:lnTo>
                      <a:pt x="717" y="254"/>
                    </a:lnTo>
                    <a:lnTo>
                      <a:pt x="726" y="257"/>
                    </a:lnTo>
                    <a:lnTo>
                      <a:pt x="733" y="260"/>
                    </a:lnTo>
                    <a:lnTo>
                      <a:pt x="742" y="264"/>
                    </a:lnTo>
                    <a:lnTo>
                      <a:pt x="750" y="267"/>
                    </a:lnTo>
                    <a:lnTo>
                      <a:pt x="757" y="271"/>
                    </a:lnTo>
                    <a:lnTo>
                      <a:pt x="765" y="276"/>
                    </a:lnTo>
                    <a:lnTo>
                      <a:pt x="773" y="280"/>
                    </a:lnTo>
                    <a:lnTo>
                      <a:pt x="781" y="284"/>
                    </a:lnTo>
                    <a:lnTo>
                      <a:pt x="788" y="289"/>
                    </a:lnTo>
                    <a:lnTo>
                      <a:pt x="795" y="294"/>
                    </a:lnTo>
                    <a:lnTo>
                      <a:pt x="802" y="299"/>
                    </a:lnTo>
                    <a:lnTo>
                      <a:pt x="809" y="303"/>
                    </a:lnTo>
                    <a:lnTo>
                      <a:pt x="817" y="309"/>
                    </a:lnTo>
                    <a:lnTo>
                      <a:pt x="823" y="315"/>
                    </a:lnTo>
                    <a:lnTo>
                      <a:pt x="829" y="320"/>
                    </a:lnTo>
                    <a:lnTo>
                      <a:pt x="836" y="326"/>
                    </a:lnTo>
                    <a:lnTo>
                      <a:pt x="842" y="331"/>
                    </a:lnTo>
                    <a:lnTo>
                      <a:pt x="849" y="338"/>
                    </a:lnTo>
                    <a:lnTo>
                      <a:pt x="855" y="344"/>
                    </a:lnTo>
                    <a:lnTo>
                      <a:pt x="861" y="351"/>
                    </a:lnTo>
                    <a:lnTo>
                      <a:pt x="866" y="357"/>
                    </a:lnTo>
                    <a:lnTo>
                      <a:pt x="872" y="363"/>
                    </a:lnTo>
                    <a:lnTo>
                      <a:pt x="877" y="371"/>
                    </a:lnTo>
                    <a:lnTo>
                      <a:pt x="883" y="377"/>
                    </a:lnTo>
                    <a:lnTo>
                      <a:pt x="888" y="384"/>
                    </a:lnTo>
                    <a:lnTo>
                      <a:pt x="893" y="391"/>
                    </a:lnTo>
                    <a:lnTo>
                      <a:pt x="897" y="399"/>
                    </a:lnTo>
                    <a:lnTo>
                      <a:pt x="902" y="406"/>
                    </a:lnTo>
                    <a:lnTo>
                      <a:pt x="906" y="413"/>
                    </a:lnTo>
                    <a:lnTo>
                      <a:pt x="911" y="421"/>
                    </a:lnTo>
                    <a:lnTo>
                      <a:pt x="915" y="429"/>
                    </a:lnTo>
                    <a:lnTo>
                      <a:pt x="919" y="437"/>
                    </a:lnTo>
                    <a:lnTo>
                      <a:pt x="923" y="444"/>
                    </a:lnTo>
                    <a:lnTo>
                      <a:pt x="926" y="452"/>
                    </a:lnTo>
                    <a:lnTo>
                      <a:pt x="929" y="461"/>
                    </a:lnTo>
                    <a:lnTo>
                      <a:pt x="933" y="469"/>
                    </a:lnTo>
                    <a:lnTo>
                      <a:pt x="936" y="478"/>
                    </a:lnTo>
                    <a:lnTo>
                      <a:pt x="938" y="486"/>
                    </a:lnTo>
                    <a:lnTo>
                      <a:pt x="941" y="495"/>
                    </a:lnTo>
                    <a:lnTo>
                      <a:pt x="943" y="503"/>
                    </a:lnTo>
                    <a:lnTo>
                      <a:pt x="945" y="512"/>
                    </a:lnTo>
                    <a:lnTo>
                      <a:pt x="947" y="520"/>
                    </a:lnTo>
                    <a:lnTo>
                      <a:pt x="949" y="529"/>
                    </a:lnTo>
                    <a:lnTo>
                      <a:pt x="950" y="538"/>
                    </a:lnTo>
                    <a:lnTo>
                      <a:pt x="952" y="548"/>
                    </a:lnTo>
                    <a:lnTo>
                      <a:pt x="953" y="556"/>
                    </a:lnTo>
                    <a:lnTo>
                      <a:pt x="953" y="565"/>
                    </a:lnTo>
                    <a:lnTo>
                      <a:pt x="954" y="575"/>
                    </a:lnTo>
                    <a:lnTo>
                      <a:pt x="954" y="584"/>
                    </a:lnTo>
                    <a:lnTo>
                      <a:pt x="954" y="593"/>
                    </a:lnTo>
                    <a:lnTo>
                      <a:pt x="954" y="593"/>
                    </a:lnTo>
                    <a:lnTo>
                      <a:pt x="954" y="593"/>
                    </a:lnTo>
                    <a:lnTo>
                      <a:pt x="954" y="593"/>
                    </a:lnTo>
                    <a:lnTo>
                      <a:pt x="954" y="593"/>
                    </a:lnTo>
                    <a:lnTo>
                      <a:pt x="954" y="603"/>
                    </a:lnTo>
                    <a:lnTo>
                      <a:pt x="954" y="612"/>
                    </a:lnTo>
                    <a:lnTo>
                      <a:pt x="953" y="621"/>
                    </a:lnTo>
                    <a:lnTo>
                      <a:pt x="953" y="630"/>
                    </a:lnTo>
                    <a:lnTo>
                      <a:pt x="952" y="640"/>
                    </a:lnTo>
                    <a:lnTo>
                      <a:pt x="950" y="648"/>
                    </a:lnTo>
                    <a:lnTo>
                      <a:pt x="949" y="657"/>
                    </a:lnTo>
                    <a:lnTo>
                      <a:pt x="947" y="666"/>
                    </a:lnTo>
                    <a:lnTo>
                      <a:pt x="945" y="675"/>
                    </a:lnTo>
                    <a:lnTo>
                      <a:pt x="943" y="684"/>
                    </a:lnTo>
                    <a:lnTo>
                      <a:pt x="941" y="692"/>
                    </a:lnTo>
                    <a:lnTo>
                      <a:pt x="938" y="700"/>
                    </a:lnTo>
                    <a:lnTo>
                      <a:pt x="936" y="709"/>
                    </a:lnTo>
                    <a:lnTo>
                      <a:pt x="933" y="717"/>
                    </a:lnTo>
                    <a:lnTo>
                      <a:pt x="929" y="726"/>
                    </a:lnTo>
                    <a:lnTo>
                      <a:pt x="926" y="734"/>
                    </a:lnTo>
                    <a:lnTo>
                      <a:pt x="923" y="742"/>
                    </a:lnTo>
                    <a:lnTo>
                      <a:pt x="919" y="750"/>
                    </a:lnTo>
                    <a:lnTo>
                      <a:pt x="915" y="758"/>
                    </a:lnTo>
                    <a:lnTo>
                      <a:pt x="911" y="765"/>
                    </a:lnTo>
                    <a:lnTo>
                      <a:pt x="906" y="773"/>
                    </a:lnTo>
                    <a:lnTo>
                      <a:pt x="902" y="780"/>
                    </a:lnTo>
                    <a:lnTo>
                      <a:pt x="897" y="788"/>
                    </a:lnTo>
                    <a:lnTo>
                      <a:pt x="893" y="795"/>
                    </a:lnTo>
                    <a:lnTo>
                      <a:pt x="888" y="802"/>
                    </a:lnTo>
                    <a:lnTo>
                      <a:pt x="883" y="809"/>
                    </a:lnTo>
                    <a:lnTo>
                      <a:pt x="877" y="816"/>
                    </a:lnTo>
                    <a:lnTo>
                      <a:pt x="872" y="823"/>
                    </a:lnTo>
                    <a:lnTo>
                      <a:pt x="866" y="830"/>
                    </a:lnTo>
                    <a:lnTo>
                      <a:pt x="861" y="836"/>
                    </a:lnTo>
                    <a:lnTo>
                      <a:pt x="855" y="843"/>
                    </a:lnTo>
                    <a:lnTo>
                      <a:pt x="849" y="848"/>
                    </a:lnTo>
                    <a:lnTo>
                      <a:pt x="841" y="856"/>
                    </a:lnTo>
                    <a:lnTo>
                      <a:pt x="832" y="864"/>
                    </a:lnTo>
                    <a:lnTo>
                      <a:pt x="823" y="872"/>
                    </a:lnTo>
                    <a:lnTo>
                      <a:pt x="814" y="879"/>
                    </a:lnTo>
                    <a:lnTo>
                      <a:pt x="805" y="886"/>
                    </a:lnTo>
                    <a:lnTo>
                      <a:pt x="796" y="892"/>
                    </a:lnTo>
                    <a:lnTo>
                      <a:pt x="786" y="899"/>
                    </a:lnTo>
                    <a:lnTo>
                      <a:pt x="777" y="904"/>
                    </a:lnTo>
                    <a:lnTo>
                      <a:pt x="766" y="910"/>
                    </a:lnTo>
                    <a:lnTo>
                      <a:pt x="756" y="916"/>
                    </a:lnTo>
                    <a:lnTo>
                      <a:pt x="745" y="921"/>
                    </a:lnTo>
                    <a:lnTo>
                      <a:pt x="735" y="925"/>
                    </a:lnTo>
                    <a:lnTo>
                      <a:pt x="725" y="930"/>
                    </a:lnTo>
                    <a:lnTo>
                      <a:pt x="713" y="934"/>
                    </a:lnTo>
                    <a:lnTo>
                      <a:pt x="702" y="938"/>
                    </a:lnTo>
                    <a:lnTo>
                      <a:pt x="691" y="941"/>
                    </a:lnTo>
                    <a:lnTo>
                      <a:pt x="699" y="952"/>
                    </a:lnTo>
                    <a:lnTo>
                      <a:pt x="710" y="949"/>
                    </a:lnTo>
                    <a:lnTo>
                      <a:pt x="721" y="945"/>
                    </a:lnTo>
                    <a:lnTo>
                      <a:pt x="733" y="941"/>
                    </a:lnTo>
                    <a:lnTo>
                      <a:pt x="743" y="936"/>
                    </a:lnTo>
                    <a:lnTo>
                      <a:pt x="754" y="932"/>
                    </a:lnTo>
                    <a:lnTo>
                      <a:pt x="765" y="927"/>
                    </a:lnTo>
                    <a:lnTo>
                      <a:pt x="775" y="921"/>
                    </a:lnTo>
                    <a:lnTo>
                      <a:pt x="785" y="915"/>
                    </a:lnTo>
                    <a:lnTo>
                      <a:pt x="795" y="909"/>
                    </a:lnTo>
                    <a:lnTo>
                      <a:pt x="805" y="903"/>
                    </a:lnTo>
                    <a:lnTo>
                      <a:pt x="814" y="896"/>
                    </a:lnTo>
                    <a:lnTo>
                      <a:pt x="823" y="888"/>
                    </a:lnTo>
                    <a:lnTo>
                      <a:pt x="833" y="881"/>
                    </a:lnTo>
                    <a:lnTo>
                      <a:pt x="841" y="874"/>
                    </a:lnTo>
                    <a:lnTo>
                      <a:pt x="850" y="866"/>
                    </a:lnTo>
                    <a:lnTo>
                      <a:pt x="858" y="858"/>
                    </a:lnTo>
                    <a:lnTo>
                      <a:pt x="865" y="852"/>
                    </a:lnTo>
                    <a:lnTo>
                      <a:pt x="871" y="845"/>
                    </a:lnTo>
                    <a:lnTo>
                      <a:pt x="877" y="838"/>
                    </a:lnTo>
                    <a:lnTo>
                      <a:pt x="882" y="832"/>
                    </a:lnTo>
                    <a:lnTo>
                      <a:pt x="888" y="824"/>
                    </a:lnTo>
                    <a:lnTo>
                      <a:pt x="893" y="817"/>
                    </a:lnTo>
                    <a:lnTo>
                      <a:pt x="898" y="810"/>
                    </a:lnTo>
                    <a:lnTo>
                      <a:pt x="904" y="803"/>
                    </a:lnTo>
                    <a:lnTo>
                      <a:pt x="909" y="795"/>
                    </a:lnTo>
                    <a:lnTo>
                      <a:pt x="913" y="788"/>
                    </a:lnTo>
                    <a:lnTo>
                      <a:pt x="918" y="780"/>
                    </a:lnTo>
                    <a:lnTo>
                      <a:pt x="923" y="772"/>
                    </a:lnTo>
                    <a:lnTo>
                      <a:pt x="927" y="764"/>
                    </a:lnTo>
                    <a:lnTo>
                      <a:pt x="931" y="756"/>
                    </a:lnTo>
                    <a:lnTo>
                      <a:pt x="935" y="748"/>
                    </a:lnTo>
                    <a:lnTo>
                      <a:pt x="938" y="739"/>
                    </a:lnTo>
                    <a:lnTo>
                      <a:pt x="941" y="731"/>
                    </a:lnTo>
                    <a:lnTo>
                      <a:pt x="945" y="722"/>
                    </a:lnTo>
                    <a:lnTo>
                      <a:pt x="948" y="713"/>
                    </a:lnTo>
                    <a:lnTo>
                      <a:pt x="951" y="704"/>
                    </a:lnTo>
                    <a:lnTo>
                      <a:pt x="953" y="696"/>
                    </a:lnTo>
                    <a:lnTo>
                      <a:pt x="956" y="687"/>
                    </a:lnTo>
                    <a:lnTo>
                      <a:pt x="958" y="678"/>
                    </a:lnTo>
                    <a:lnTo>
                      <a:pt x="960" y="669"/>
                    </a:lnTo>
                    <a:lnTo>
                      <a:pt x="961" y="660"/>
                    </a:lnTo>
                    <a:lnTo>
                      <a:pt x="964" y="650"/>
                    </a:lnTo>
                    <a:lnTo>
                      <a:pt x="965" y="641"/>
                    </a:lnTo>
                    <a:lnTo>
                      <a:pt x="965" y="632"/>
                    </a:lnTo>
                    <a:lnTo>
                      <a:pt x="967" y="622"/>
                    </a:lnTo>
                    <a:lnTo>
                      <a:pt x="967" y="612"/>
                    </a:lnTo>
                    <a:lnTo>
                      <a:pt x="968" y="603"/>
                    </a:lnTo>
                    <a:lnTo>
                      <a:pt x="968" y="593"/>
                    </a:lnTo>
                    <a:lnTo>
                      <a:pt x="968" y="593"/>
                    </a:lnTo>
                    <a:lnTo>
                      <a:pt x="968" y="593"/>
                    </a:lnTo>
                    <a:lnTo>
                      <a:pt x="968" y="593"/>
                    </a:lnTo>
                    <a:lnTo>
                      <a:pt x="968" y="593"/>
                    </a:lnTo>
                    <a:lnTo>
                      <a:pt x="968" y="584"/>
                    </a:lnTo>
                    <a:lnTo>
                      <a:pt x="967" y="574"/>
                    </a:lnTo>
                    <a:lnTo>
                      <a:pt x="967" y="564"/>
                    </a:lnTo>
                    <a:lnTo>
                      <a:pt x="965" y="555"/>
                    </a:lnTo>
                    <a:lnTo>
                      <a:pt x="965" y="546"/>
                    </a:lnTo>
                    <a:lnTo>
                      <a:pt x="964" y="536"/>
                    </a:lnTo>
                    <a:lnTo>
                      <a:pt x="961" y="527"/>
                    </a:lnTo>
                    <a:lnTo>
                      <a:pt x="960" y="518"/>
                    </a:lnTo>
                    <a:lnTo>
                      <a:pt x="958" y="509"/>
                    </a:lnTo>
                    <a:lnTo>
                      <a:pt x="956" y="500"/>
                    </a:lnTo>
                    <a:lnTo>
                      <a:pt x="953" y="491"/>
                    </a:lnTo>
                    <a:lnTo>
                      <a:pt x="951" y="482"/>
                    </a:lnTo>
                    <a:lnTo>
                      <a:pt x="948" y="473"/>
                    </a:lnTo>
                    <a:lnTo>
                      <a:pt x="945" y="464"/>
                    </a:lnTo>
                    <a:lnTo>
                      <a:pt x="941" y="456"/>
                    </a:lnTo>
                    <a:lnTo>
                      <a:pt x="938" y="448"/>
                    </a:lnTo>
                    <a:lnTo>
                      <a:pt x="935" y="439"/>
                    </a:lnTo>
                    <a:lnTo>
                      <a:pt x="931" y="431"/>
                    </a:lnTo>
                    <a:lnTo>
                      <a:pt x="927" y="423"/>
                    </a:lnTo>
                    <a:lnTo>
                      <a:pt x="923" y="415"/>
                    </a:lnTo>
                    <a:lnTo>
                      <a:pt x="918" y="407"/>
                    </a:lnTo>
                    <a:lnTo>
                      <a:pt x="913" y="399"/>
                    </a:lnTo>
                    <a:lnTo>
                      <a:pt x="909" y="391"/>
                    </a:lnTo>
                    <a:lnTo>
                      <a:pt x="904" y="383"/>
                    </a:lnTo>
                    <a:lnTo>
                      <a:pt x="898" y="376"/>
                    </a:lnTo>
                    <a:lnTo>
                      <a:pt x="893" y="369"/>
                    </a:lnTo>
                    <a:lnTo>
                      <a:pt x="888" y="362"/>
                    </a:lnTo>
                    <a:lnTo>
                      <a:pt x="882" y="355"/>
                    </a:lnTo>
                    <a:lnTo>
                      <a:pt x="877" y="348"/>
                    </a:lnTo>
                    <a:lnTo>
                      <a:pt x="871" y="342"/>
                    </a:lnTo>
                    <a:lnTo>
                      <a:pt x="865" y="335"/>
                    </a:lnTo>
                    <a:lnTo>
                      <a:pt x="858" y="328"/>
                    </a:lnTo>
                    <a:lnTo>
                      <a:pt x="852" y="322"/>
                    </a:lnTo>
                    <a:lnTo>
                      <a:pt x="845" y="316"/>
                    </a:lnTo>
                    <a:lnTo>
                      <a:pt x="838" y="310"/>
                    </a:lnTo>
                    <a:lnTo>
                      <a:pt x="832" y="304"/>
                    </a:lnTo>
                    <a:lnTo>
                      <a:pt x="825" y="299"/>
                    </a:lnTo>
                    <a:lnTo>
                      <a:pt x="817" y="293"/>
                    </a:lnTo>
                    <a:lnTo>
                      <a:pt x="810" y="288"/>
                    </a:lnTo>
                    <a:lnTo>
                      <a:pt x="803" y="283"/>
                    </a:lnTo>
                    <a:lnTo>
                      <a:pt x="795" y="278"/>
                    </a:lnTo>
                    <a:lnTo>
                      <a:pt x="787" y="273"/>
                    </a:lnTo>
                    <a:lnTo>
                      <a:pt x="780" y="268"/>
                    </a:lnTo>
                    <a:lnTo>
                      <a:pt x="772" y="264"/>
                    </a:lnTo>
                    <a:lnTo>
                      <a:pt x="764" y="259"/>
                    </a:lnTo>
                    <a:lnTo>
                      <a:pt x="756" y="255"/>
                    </a:lnTo>
                    <a:lnTo>
                      <a:pt x="748" y="251"/>
                    </a:lnTo>
                    <a:lnTo>
                      <a:pt x="739" y="248"/>
                    </a:lnTo>
                    <a:lnTo>
                      <a:pt x="731" y="245"/>
                    </a:lnTo>
                    <a:lnTo>
                      <a:pt x="722" y="242"/>
                    </a:lnTo>
                    <a:lnTo>
                      <a:pt x="713" y="239"/>
                    </a:lnTo>
                    <a:lnTo>
                      <a:pt x="705" y="235"/>
                    </a:lnTo>
                    <a:lnTo>
                      <a:pt x="696" y="233"/>
                    </a:lnTo>
                    <a:lnTo>
                      <a:pt x="687" y="231"/>
                    </a:lnTo>
                    <a:lnTo>
                      <a:pt x="678" y="228"/>
                    </a:lnTo>
                    <a:lnTo>
                      <a:pt x="669" y="227"/>
                    </a:lnTo>
                    <a:lnTo>
                      <a:pt x="660" y="225"/>
                    </a:lnTo>
                    <a:lnTo>
                      <a:pt x="650" y="223"/>
                    </a:lnTo>
                    <a:lnTo>
                      <a:pt x="641" y="222"/>
                    </a:lnTo>
                    <a:lnTo>
                      <a:pt x="632" y="221"/>
                    </a:lnTo>
                    <a:lnTo>
                      <a:pt x="622" y="220"/>
                    </a:lnTo>
                    <a:lnTo>
                      <a:pt x="613" y="219"/>
                    </a:lnTo>
                    <a:lnTo>
                      <a:pt x="603" y="219"/>
                    </a:lnTo>
                    <a:lnTo>
                      <a:pt x="593" y="219"/>
                    </a:lnTo>
                    <a:lnTo>
                      <a:pt x="593" y="219"/>
                    </a:lnTo>
                    <a:lnTo>
                      <a:pt x="593" y="219"/>
                    </a:lnTo>
                    <a:lnTo>
                      <a:pt x="593" y="219"/>
                    </a:lnTo>
                    <a:close/>
                    <a:moveTo>
                      <a:pt x="593" y="14"/>
                    </a:moveTo>
                    <a:lnTo>
                      <a:pt x="593" y="14"/>
                    </a:lnTo>
                    <a:lnTo>
                      <a:pt x="593" y="14"/>
                    </a:lnTo>
                    <a:lnTo>
                      <a:pt x="593" y="14"/>
                    </a:lnTo>
                    <a:lnTo>
                      <a:pt x="593" y="14"/>
                    </a:lnTo>
                    <a:lnTo>
                      <a:pt x="578" y="14"/>
                    </a:lnTo>
                    <a:lnTo>
                      <a:pt x="564" y="15"/>
                    </a:lnTo>
                    <a:lnTo>
                      <a:pt x="548" y="15"/>
                    </a:lnTo>
                    <a:lnTo>
                      <a:pt x="534" y="16"/>
                    </a:lnTo>
                    <a:lnTo>
                      <a:pt x="520" y="19"/>
                    </a:lnTo>
                    <a:lnTo>
                      <a:pt x="505" y="20"/>
                    </a:lnTo>
                    <a:lnTo>
                      <a:pt x="491" y="23"/>
                    </a:lnTo>
                    <a:lnTo>
                      <a:pt x="476" y="26"/>
                    </a:lnTo>
                    <a:lnTo>
                      <a:pt x="463" y="28"/>
                    </a:lnTo>
                    <a:lnTo>
                      <a:pt x="448" y="32"/>
                    </a:lnTo>
                    <a:lnTo>
                      <a:pt x="435" y="35"/>
                    </a:lnTo>
                    <a:lnTo>
                      <a:pt x="421" y="40"/>
                    </a:lnTo>
                    <a:lnTo>
                      <a:pt x="408" y="44"/>
                    </a:lnTo>
                    <a:lnTo>
                      <a:pt x="394" y="49"/>
                    </a:lnTo>
                    <a:lnTo>
                      <a:pt x="381" y="54"/>
                    </a:lnTo>
                    <a:lnTo>
                      <a:pt x="368" y="59"/>
                    </a:lnTo>
                    <a:lnTo>
                      <a:pt x="355" y="65"/>
                    </a:lnTo>
                    <a:lnTo>
                      <a:pt x="342" y="71"/>
                    </a:lnTo>
                    <a:lnTo>
                      <a:pt x="329" y="77"/>
                    </a:lnTo>
                    <a:lnTo>
                      <a:pt x="317" y="83"/>
                    </a:lnTo>
                    <a:lnTo>
                      <a:pt x="305" y="91"/>
                    </a:lnTo>
                    <a:lnTo>
                      <a:pt x="292" y="98"/>
                    </a:lnTo>
                    <a:lnTo>
                      <a:pt x="281" y="105"/>
                    </a:lnTo>
                    <a:lnTo>
                      <a:pt x="269" y="113"/>
                    </a:lnTo>
                    <a:lnTo>
                      <a:pt x="258" y="120"/>
                    </a:lnTo>
                    <a:lnTo>
                      <a:pt x="247" y="129"/>
                    </a:lnTo>
                    <a:lnTo>
                      <a:pt x="236" y="137"/>
                    </a:lnTo>
                    <a:lnTo>
                      <a:pt x="224" y="146"/>
                    </a:lnTo>
                    <a:lnTo>
                      <a:pt x="214" y="155"/>
                    </a:lnTo>
                    <a:lnTo>
                      <a:pt x="203" y="164"/>
                    </a:lnTo>
                    <a:lnTo>
                      <a:pt x="193" y="174"/>
                    </a:lnTo>
                    <a:lnTo>
                      <a:pt x="183" y="183"/>
                    </a:lnTo>
                    <a:lnTo>
                      <a:pt x="174" y="194"/>
                    </a:lnTo>
                    <a:lnTo>
                      <a:pt x="164" y="203"/>
                    </a:lnTo>
                    <a:lnTo>
                      <a:pt x="155" y="214"/>
                    </a:lnTo>
                    <a:lnTo>
                      <a:pt x="146" y="224"/>
                    </a:lnTo>
                    <a:lnTo>
                      <a:pt x="137" y="235"/>
                    </a:lnTo>
                    <a:lnTo>
                      <a:pt x="129" y="247"/>
                    </a:lnTo>
                    <a:lnTo>
                      <a:pt x="120" y="258"/>
                    </a:lnTo>
                    <a:lnTo>
                      <a:pt x="112" y="269"/>
                    </a:lnTo>
                    <a:lnTo>
                      <a:pt x="105" y="281"/>
                    </a:lnTo>
                    <a:lnTo>
                      <a:pt x="98" y="292"/>
                    </a:lnTo>
                    <a:lnTo>
                      <a:pt x="91" y="305"/>
                    </a:lnTo>
                    <a:lnTo>
                      <a:pt x="83" y="317"/>
                    </a:lnTo>
                    <a:lnTo>
                      <a:pt x="77" y="330"/>
                    </a:lnTo>
                    <a:lnTo>
                      <a:pt x="71" y="342"/>
                    </a:lnTo>
                    <a:lnTo>
                      <a:pt x="65" y="355"/>
                    </a:lnTo>
                    <a:lnTo>
                      <a:pt x="59" y="367"/>
                    </a:lnTo>
                    <a:lnTo>
                      <a:pt x="54" y="381"/>
                    </a:lnTo>
                    <a:lnTo>
                      <a:pt x="49" y="394"/>
                    </a:lnTo>
                    <a:lnTo>
                      <a:pt x="44" y="408"/>
                    </a:lnTo>
                    <a:lnTo>
                      <a:pt x="39" y="421"/>
                    </a:lnTo>
                    <a:lnTo>
                      <a:pt x="35" y="435"/>
                    </a:lnTo>
                    <a:lnTo>
                      <a:pt x="32" y="448"/>
                    </a:lnTo>
                    <a:lnTo>
                      <a:pt x="28" y="463"/>
                    </a:lnTo>
                    <a:lnTo>
                      <a:pt x="25" y="476"/>
                    </a:lnTo>
                    <a:lnTo>
                      <a:pt x="23" y="491"/>
                    </a:lnTo>
                    <a:lnTo>
                      <a:pt x="20" y="505"/>
                    </a:lnTo>
                    <a:lnTo>
                      <a:pt x="18" y="520"/>
                    </a:lnTo>
                    <a:lnTo>
                      <a:pt x="16" y="534"/>
                    </a:lnTo>
                    <a:lnTo>
                      <a:pt x="15" y="548"/>
                    </a:lnTo>
                    <a:lnTo>
                      <a:pt x="15" y="564"/>
                    </a:lnTo>
                    <a:lnTo>
                      <a:pt x="14" y="578"/>
                    </a:lnTo>
                    <a:lnTo>
                      <a:pt x="14" y="593"/>
                    </a:lnTo>
                    <a:lnTo>
                      <a:pt x="14" y="593"/>
                    </a:lnTo>
                    <a:lnTo>
                      <a:pt x="14" y="593"/>
                    </a:lnTo>
                    <a:lnTo>
                      <a:pt x="14" y="593"/>
                    </a:lnTo>
                    <a:lnTo>
                      <a:pt x="14" y="593"/>
                    </a:lnTo>
                    <a:lnTo>
                      <a:pt x="14" y="608"/>
                    </a:lnTo>
                    <a:lnTo>
                      <a:pt x="15" y="623"/>
                    </a:lnTo>
                    <a:lnTo>
                      <a:pt x="15" y="638"/>
                    </a:lnTo>
                    <a:lnTo>
                      <a:pt x="16" y="652"/>
                    </a:lnTo>
                    <a:lnTo>
                      <a:pt x="18" y="667"/>
                    </a:lnTo>
                    <a:lnTo>
                      <a:pt x="20" y="682"/>
                    </a:lnTo>
                    <a:lnTo>
                      <a:pt x="23" y="696"/>
                    </a:lnTo>
                    <a:lnTo>
                      <a:pt x="25" y="710"/>
                    </a:lnTo>
                    <a:lnTo>
                      <a:pt x="28" y="724"/>
                    </a:lnTo>
                    <a:lnTo>
                      <a:pt x="32" y="738"/>
                    </a:lnTo>
                    <a:lnTo>
                      <a:pt x="35" y="752"/>
                    </a:lnTo>
                    <a:lnTo>
                      <a:pt x="40" y="765"/>
                    </a:lnTo>
                    <a:lnTo>
                      <a:pt x="44" y="779"/>
                    </a:lnTo>
                    <a:lnTo>
                      <a:pt x="49" y="792"/>
                    </a:lnTo>
                    <a:lnTo>
                      <a:pt x="54" y="806"/>
                    </a:lnTo>
                    <a:lnTo>
                      <a:pt x="59" y="819"/>
                    </a:lnTo>
                    <a:lnTo>
                      <a:pt x="65" y="832"/>
                    </a:lnTo>
                    <a:lnTo>
                      <a:pt x="71" y="844"/>
                    </a:lnTo>
                    <a:lnTo>
                      <a:pt x="77" y="857"/>
                    </a:lnTo>
                    <a:lnTo>
                      <a:pt x="83" y="869"/>
                    </a:lnTo>
                    <a:lnTo>
                      <a:pt x="91" y="882"/>
                    </a:lnTo>
                    <a:lnTo>
                      <a:pt x="98" y="894"/>
                    </a:lnTo>
                    <a:lnTo>
                      <a:pt x="105" y="906"/>
                    </a:lnTo>
                    <a:lnTo>
                      <a:pt x="112" y="917"/>
                    </a:lnTo>
                    <a:lnTo>
                      <a:pt x="120" y="928"/>
                    </a:lnTo>
                    <a:lnTo>
                      <a:pt x="129" y="940"/>
                    </a:lnTo>
                    <a:lnTo>
                      <a:pt x="137" y="951"/>
                    </a:lnTo>
                    <a:lnTo>
                      <a:pt x="146" y="962"/>
                    </a:lnTo>
                    <a:lnTo>
                      <a:pt x="155" y="972"/>
                    </a:lnTo>
                    <a:lnTo>
                      <a:pt x="164" y="983"/>
                    </a:lnTo>
                    <a:lnTo>
                      <a:pt x="174" y="993"/>
                    </a:lnTo>
                    <a:lnTo>
                      <a:pt x="183" y="1003"/>
                    </a:lnTo>
                    <a:lnTo>
                      <a:pt x="193" y="1012"/>
                    </a:lnTo>
                    <a:lnTo>
                      <a:pt x="203" y="1022"/>
                    </a:lnTo>
                    <a:lnTo>
                      <a:pt x="214" y="1032"/>
                    </a:lnTo>
                    <a:lnTo>
                      <a:pt x="224" y="1040"/>
                    </a:lnTo>
                    <a:lnTo>
                      <a:pt x="236" y="1049"/>
                    </a:lnTo>
                    <a:lnTo>
                      <a:pt x="247" y="1058"/>
                    </a:lnTo>
                    <a:lnTo>
                      <a:pt x="258" y="1066"/>
                    </a:lnTo>
                    <a:lnTo>
                      <a:pt x="269" y="1074"/>
                    </a:lnTo>
                    <a:lnTo>
                      <a:pt x="281" y="1081"/>
                    </a:lnTo>
                    <a:lnTo>
                      <a:pt x="292" y="1089"/>
                    </a:lnTo>
                    <a:lnTo>
                      <a:pt x="305" y="1096"/>
                    </a:lnTo>
                    <a:lnTo>
                      <a:pt x="317" y="1103"/>
                    </a:lnTo>
                    <a:lnTo>
                      <a:pt x="329" y="1109"/>
                    </a:lnTo>
                    <a:lnTo>
                      <a:pt x="342" y="1116"/>
                    </a:lnTo>
                    <a:lnTo>
                      <a:pt x="355" y="1121"/>
                    </a:lnTo>
                    <a:lnTo>
                      <a:pt x="368" y="1127"/>
                    </a:lnTo>
                    <a:lnTo>
                      <a:pt x="381" y="1133"/>
                    </a:lnTo>
                    <a:lnTo>
                      <a:pt x="394" y="1138"/>
                    </a:lnTo>
                    <a:lnTo>
                      <a:pt x="408" y="1142"/>
                    </a:lnTo>
                    <a:lnTo>
                      <a:pt x="421" y="1147"/>
                    </a:lnTo>
                    <a:lnTo>
                      <a:pt x="435" y="1151"/>
                    </a:lnTo>
                    <a:lnTo>
                      <a:pt x="448" y="1155"/>
                    </a:lnTo>
                    <a:lnTo>
                      <a:pt x="463" y="1158"/>
                    </a:lnTo>
                    <a:lnTo>
                      <a:pt x="476" y="1161"/>
                    </a:lnTo>
                    <a:lnTo>
                      <a:pt x="491" y="1164"/>
                    </a:lnTo>
                    <a:lnTo>
                      <a:pt x="505" y="1166"/>
                    </a:lnTo>
                    <a:lnTo>
                      <a:pt x="520" y="1169"/>
                    </a:lnTo>
                    <a:lnTo>
                      <a:pt x="534" y="1170"/>
                    </a:lnTo>
                    <a:lnTo>
                      <a:pt x="548" y="1171"/>
                    </a:lnTo>
                    <a:lnTo>
                      <a:pt x="564" y="1172"/>
                    </a:lnTo>
                    <a:lnTo>
                      <a:pt x="578" y="1173"/>
                    </a:lnTo>
                    <a:lnTo>
                      <a:pt x="593" y="1173"/>
                    </a:lnTo>
                    <a:lnTo>
                      <a:pt x="593" y="1173"/>
                    </a:lnTo>
                    <a:lnTo>
                      <a:pt x="593" y="1173"/>
                    </a:lnTo>
                    <a:lnTo>
                      <a:pt x="593" y="1173"/>
                    </a:lnTo>
                    <a:lnTo>
                      <a:pt x="593" y="1173"/>
                    </a:lnTo>
                    <a:lnTo>
                      <a:pt x="609" y="1173"/>
                    </a:lnTo>
                    <a:lnTo>
                      <a:pt x="623" y="1172"/>
                    </a:lnTo>
                    <a:lnTo>
                      <a:pt x="638" y="1171"/>
                    </a:lnTo>
                    <a:lnTo>
                      <a:pt x="653" y="1170"/>
                    </a:lnTo>
                    <a:lnTo>
                      <a:pt x="667" y="1169"/>
                    </a:lnTo>
                    <a:lnTo>
                      <a:pt x="681" y="1166"/>
                    </a:lnTo>
                    <a:lnTo>
                      <a:pt x="696" y="1164"/>
                    </a:lnTo>
                    <a:lnTo>
                      <a:pt x="710" y="1161"/>
                    </a:lnTo>
                    <a:lnTo>
                      <a:pt x="725" y="1158"/>
                    </a:lnTo>
                    <a:lnTo>
                      <a:pt x="738" y="1155"/>
                    </a:lnTo>
                    <a:lnTo>
                      <a:pt x="752" y="1151"/>
                    </a:lnTo>
                    <a:lnTo>
                      <a:pt x="765" y="1147"/>
                    </a:lnTo>
                    <a:lnTo>
                      <a:pt x="779" y="1142"/>
                    </a:lnTo>
                    <a:lnTo>
                      <a:pt x="793" y="1138"/>
                    </a:lnTo>
                    <a:lnTo>
                      <a:pt x="806" y="1133"/>
                    </a:lnTo>
                    <a:lnTo>
                      <a:pt x="819" y="1127"/>
                    </a:lnTo>
                    <a:lnTo>
                      <a:pt x="832" y="1121"/>
                    </a:lnTo>
                    <a:lnTo>
                      <a:pt x="845" y="1116"/>
                    </a:lnTo>
                    <a:lnTo>
                      <a:pt x="857" y="1109"/>
                    </a:lnTo>
                    <a:lnTo>
                      <a:pt x="869" y="1103"/>
                    </a:lnTo>
                    <a:lnTo>
                      <a:pt x="882" y="1096"/>
                    </a:lnTo>
                    <a:lnTo>
                      <a:pt x="893" y="1089"/>
                    </a:lnTo>
                    <a:lnTo>
                      <a:pt x="905" y="1081"/>
                    </a:lnTo>
                    <a:lnTo>
                      <a:pt x="917" y="1074"/>
                    </a:lnTo>
                    <a:lnTo>
                      <a:pt x="929" y="1066"/>
                    </a:lnTo>
                    <a:lnTo>
                      <a:pt x="940" y="1058"/>
                    </a:lnTo>
                    <a:lnTo>
                      <a:pt x="951" y="1049"/>
                    </a:lnTo>
                    <a:lnTo>
                      <a:pt x="961" y="1040"/>
                    </a:lnTo>
                    <a:lnTo>
                      <a:pt x="973" y="1032"/>
                    </a:lnTo>
                    <a:lnTo>
                      <a:pt x="983" y="1022"/>
                    </a:lnTo>
                    <a:lnTo>
                      <a:pt x="994" y="1012"/>
                    </a:lnTo>
                    <a:lnTo>
                      <a:pt x="1003" y="1003"/>
                    </a:lnTo>
                    <a:lnTo>
                      <a:pt x="1013" y="993"/>
                    </a:lnTo>
                    <a:lnTo>
                      <a:pt x="1022" y="983"/>
                    </a:lnTo>
                    <a:lnTo>
                      <a:pt x="1032" y="972"/>
                    </a:lnTo>
                    <a:lnTo>
                      <a:pt x="1041" y="962"/>
                    </a:lnTo>
                    <a:lnTo>
                      <a:pt x="1050" y="951"/>
                    </a:lnTo>
                    <a:lnTo>
                      <a:pt x="1058" y="940"/>
                    </a:lnTo>
                    <a:lnTo>
                      <a:pt x="1066" y="928"/>
                    </a:lnTo>
                    <a:lnTo>
                      <a:pt x="1074" y="917"/>
                    </a:lnTo>
                    <a:lnTo>
                      <a:pt x="1082" y="906"/>
                    </a:lnTo>
                    <a:lnTo>
                      <a:pt x="1089" y="894"/>
                    </a:lnTo>
                    <a:lnTo>
                      <a:pt x="1096" y="882"/>
                    </a:lnTo>
                    <a:lnTo>
                      <a:pt x="1103" y="869"/>
                    </a:lnTo>
                    <a:lnTo>
                      <a:pt x="1110" y="857"/>
                    </a:lnTo>
                    <a:lnTo>
                      <a:pt x="1116" y="844"/>
                    </a:lnTo>
                    <a:lnTo>
                      <a:pt x="1122" y="832"/>
                    </a:lnTo>
                    <a:lnTo>
                      <a:pt x="1127" y="819"/>
                    </a:lnTo>
                    <a:lnTo>
                      <a:pt x="1133" y="806"/>
                    </a:lnTo>
                    <a:lnTo>
                      <a:pt x="1138" y="792"/>
                    </a:lnTo>
                    <a:lnTo>
                      <a:pt x="1142" y="779"/>
                    </a:lnTo>
                    <a:lnTo>
                      <a:pt x="1147" y="765"/>
                    </a:lnTo>
                    <a:lnTo>
                      <a:pt x="1151" y="752"/>
                    </a:lnTo>
                    <a:lnTo>
                      <a:pt x="1154" y="738"/>
                    </a:lnTo>
                    <a:lnTo>
                      <a:pt x="1158" y="724"/>
                    </a:lnTo>
                    <a:lnTo>
                      <a:pt x="1162" y="710"/>
                    </a:lnTo>
                    <a:lnTo>
                      <a:pt x="1164" y="696"/>
                    </a:lnTo>
                    <a:lnTo>
                      <a:pt x="1166" y="682"/>
                    </a:lnTo>
                    <a:lnTo>
                      <a:pt x="1168" y="667"/>
                    </a:lnTo>
                    <a:lnTo>
                      <a:pt x="1170" y="652"/>
                    </a:lnTo>
                    <a:lnTo>
                      <a:pt x="1171" y="638"/>
                    </a:lnTo>
                    <a:lnTo>
                      <a:pt x="1172" y="623"/>
                    </a:lnTo>
                    <a:lnTo>
                      <a:pt x="1173" y="608"/>
                    </a:lnTo>
                    <a:lnTo>
                      <a:pt x="1173" y="593"/>
                    </a:lnTo>
                    <a:lnTo>
                      <a:pt x="1173" y="593"/>
                    </a:lnTo>
                    <a:lnTo>
                      <a:pt x="1173" y="593"/>
                    </a:lnTo>
                    <a:lnTo>
                      <a:pt x="1173" y="593"/>
                    </a:lnTo>
                    <a:lnTo>
                      <a:pt x="1173" y="593"/>
                    </a:lnTo>
                    <a:lnTo>
                      <a:pt x="1173" y="578"/>
                    </a:lnTo>
                    <a:lnTo>
                      <a:pt x="1172" y="564"/>
                    </a:lnTo>
                    <a:lnTo>
                      <a:pt x="1171" y="548"/>
                    </a:lnTo>
                    <a:lnTo>
                      <a:pt x="1170" y="534"/>
                    </a:lnTo>
                    <a:lnTo>
                      <a:pt x="1168" y="520"/>
                    </a:lnTo>
                    <a:lnTo>
                      <a:pt x="1166" y="505"/>
                    </a:lnTo>
                    <a:lnTo>
                      <a:pt x="1164" y="491"/>
                    </a:lnTo>
                    <a:lnTo>
                      <a:pt x="1162" y="476"/>
                    </a:lnTo>
                    <a:lnTo>
                      <a:pt x="1158" y="463"/>
                    </a:lnTo>
                    <a:lnTo>
                      <a:pt x="1154" y="448"/>
                    </a:lnTo>
                    <a:lnTo>
                      <a:pt x="1151" y="435"/>
                    </a:lnTo>
                    <a:lnTo>
                      <a:pt x="1147" y="421"/>
                    </a:lnTo>
                    <a:lnTo>
                      <a:pt x="1142" y="408"/>
                    </a:lnTo>
                    <a:lnTo>
                      <a:pt x="1138" y="394"/>
                    </a:lnTo>
                    <a:lnTo>
                      <a:pt x="1133" y="381"/>
                    </a:lnTo>
                    <a:lnTo>
                      <a:pt x="1127" y="367"/>
                    </a:lnTo>
                    <a:lnTo>
                      <a:pt x="1122" y="355"/>
                    </a:lnTo>
                    <a:lnTo>
                      <a:pt x="1116" y="342"/>
                    </a:lnTo>
                    <a:lnTo>
                      <a:pt x="1110" y="330"/>
                    </a:lnTo>
                    <a:lnTo>
                      <a:pt x="1103" y="317"/>
                    </a:lnTo>
                    <a:lnTo>
                      <a:pt x="1096" y="305"/>
                    </a:lnTo>
                    <a:lnTo>
                      <a:pt x="1089" y="292"/>
                    </a:lnTo>
                    <a:lnTo>
                      <a:pt x="1082" y="281"/>
                    </a:lnTo>
                    <a:lnTo>
                      <a:pt x="1074" y="269"/>
                    </a:lnTo>
                    <a:lnTo>
                      <a:pt x="1066" y="258"/>
                    </a:lnTo>
                    <a:lnTo>
                      <a:pt x="1058" y="247"/>
                    </a:lnTo>
                    <a:lnTo>
                      <a:pt x="1050" y="235"/>
                    </a:lnTo>
                    <a:lnTo>
                      <a:pt x="1041" y="224"/>
                    </a:lnTo>
                    <a:lnTo>
                      <a:pt x="1032" y="214"/>
                    </a:lnTo>
                    <a:lnTo>
                      <a:pt x="1022" y="203"/>
                    </a:lnTo>
                    <a:lnTo>
                      <a:pt x="1013" y="194"/>
                    </a:lnTo>
                    <a:lnTo>
                      <a:pt x="1003" y="183"/>
                    </a:lnTo>
                    <a:lnTo>
                      <a:pt x="994" y="174"/>
                    </a:lnTo>
                    <a:lnTo>
                      <a:pt x="983" y="164"/>
                    </a:lnTo>
                    <a:lnTo>
                      <a:pt x="973" y="155"/>
                    </a:lnTo>
                    <a:lnTo>
                      <a:pt x="961" y="146"/>
                    </a:lnTo>
                    <a:lnTo>
                      <a:pt x="951" y="137"/>
                    </a:lnTo>
                    <a:lnTo>
                      <a:pt x="940" y="129"/>
                    </a:lnTo>
                    <a:lnTo>
                      <a:pt x="929" y="120"/>
                    </a:lnTo>
                    <a:lnTo>
                      <a:pt x="917" y="113"/>
                    </a:lnTo>
                    <a:lnTo>
                      <a:pt x="905" y="105"/>
                    </a:lnTo>
                    <a:lnTo>
                      <a:pt x="893" y="98"/>
                    </a:lnTo>
                    <a:lnTo>
                      <a:pt x="882" y="91"/>
                    </a:lnTo>
                    <a:lnTo>
                      <a:pt x="869" y="83"/>
                    </a:lnTo>
                    <a:lnTo>
                      <a:pt x="857" y="77"/>
                    </a:lnTo>
                    <a:lnTo>
                      <a:pt x="845" y="71"/>
                    </a:lnTo>
                    <a:lnTo>
                      <a:pt x="832" y="65"/>
                    </a:lnTo>
                    <a:lnTo>
                      <a:pt x="819" y="59"/>
                    </a:lnTo>
                    <a:lnTo>
                      <a:pt x="806" y="54"/>
                    </a:lnTo>
                    <a:lnTo>
                      <a:pt x="793" y="49"/>
                    </a:lnTo>
                    <a:lnTo>
                      <a:pt x="779" y="44"/>
                    </a:lnTo>
                    <a:lnTo>
                      <a:pt x="765" y="40"/>
                    </a:lnTo>
                    <a:lnTo>
                      <a:pt x="752" y="35"/>
                    </a:lnTo>
                    <a:lnTo>
                      <a:pt x="738" y="32"/>
                    </a:lnTo>
                    <a:lnTo>
                      <a:pt x="725" y="28"/>
                    </a:lnTo>
                    <a:lnTo>
                      <a:pt x="710" y="26"/>
                    </a:lnTo>
                    <a:lnTo>
                      <a:pt x="696" y="23"/>
                    </a:lnTo>
                    <a:lnTo>
                      <a:pt x="681" y="20"/>
                    </a:lnTo>
                    <a:lnTo>
                      <a:pt x="667" y="19"/>
                    </a:lnTo>
                    <a:lnTo>
                      <a:pt x="653" y="16"/>
                    </a:lnTo>
                    <a:lnTo>
                      <a:pt x="638" y="15"/>
                    </a:lnTo>
                    <a:lnTo>
                      <a:pt x="623" y="15"/>
                    </a:lnTo>
                    <a:lnTo>
                      <a:pt x="609" y="14"/>
                    </a:lnTo>
                    <a:lnTo>
                      <a:pt x="593" y="1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4" name="íŝ1íḑe"/>
              <p:cNvSpPr/>
              <p:nvPr userDrawn="1"/>
            </p:nvSpPr>
            <p:spPr bwMode="auto">
              <a:xfrm>
                <a:off x="2636838" y="3000376"/>
                <a:ext cx="433388" cy="309563"/>
              </a:xfrm>
              <a:custGeom>
                <a:avLst/>
                <a:gdLst>
                  <a:gd name="T0" fmla="*/ 121 w 273"/>
                  <a:gd name="T1" fmla="*/ 190 h 195"/>
                  <a:gd name="T2" fmla="*/ 157 w 273"/>
                  <a:gd name="T3" fmla="*/ 186 h 195"/>
                  <a:gd name="T4" fmla="*/ 184 w 273"/>
                  <a:gd name="T5" fmla="*/ 151 h 195"/>
                  <a:gd name="T6" fmla="*/ 206 w 273"/>
                  <a:gd name="T7" fmla="*/ 133 h 195"/>
                  <a:gd name="T8" fmla="*/ 247 w 273"/>
                  <a:gd name="T9" fmla="*/ 119 h 195"/>
                  <a:gd name="T10" fmla="*/ 273 w 273"/>
                  <a:gd name="T11" fmla="*/ 102 h 195"/>
                  <a:gd name="T12" fmla="*/ 245 w 273"/>
                  <a:gd name="T13" fmla="*/ 71 h 195"/>
                  <a:gd name="T14" fmla="*/ 216 w 273"/>
                  <a:gd name="T15" fmla="*/ 35 h 195"/>
                  <a:gd name="T16" fmla="*/ 207 w 273"/>
                  <a:gd name="T17" fmla="*/ 1 h 195"/>
                  <a:gd name="T18" fmla="*/ 172 w 273"/>
                  <a:gd name="T19" fmla="*/ 9 h 195"/>
                  <a:gd name="T20" fmla="*/ 129 w 273"/>
                  <a:gd name="T21" fmla="*/ 24 h 195"/>
                  <a:gd name="T22" fmla="*/ 76 w 273"/>
                  <a:gd name="T23" fmla="*/ 2 h 195"/>
                  <a:gd name="T24" fmla="*/ 62 w 273"/>
                  <a:gd name="T25" fmla="*/ 6 h 195"/>
                  <a:gd name="T26" fmla="*/ 49 w 273"/>
                  <a:gd name="T27" fmla="*/ 57 h 195"/>
                  <a:gd name="T28" fmla="*/ 15 w 273"/>
                  <a:gd name="T29" fmla="*/ 89 h 195"/>
                  <a:gd name="T30" fmla="*/ 1 w 273"/>
                  <a:gd name="T31" fmla="*/ 108 h 195"/>
                  <a:gd name="T32" fmla="*/ 46 w 273"/>
                  <a:gd name="T33" fmla="*/ 132 h 195"/>
                  <a:gd name="T34" fmla="*/ 76 w 273"/>
                  <a:gd name="T35" fmla="*/ 132 h 195"/>
                  <a:gd name="T36" fmla="*/ 130 w 273"/>
                  <a:gd name="T37" fmla="*/ 100 h 195"/>
                  <a:gd name="T38" fmla="*/ 110 w 273"/>
                  <a:gd name="T39" fmla="*/ 80 h 195"/>
                  <a:gd name="T40" fmla="*/ 105 w 273"/>
                  <a:gd name="T41" fmla="*/ 85 h 195"/>
                  <a:gd name="T42" fmla="*/ 69 w 273"/>
                  <a:gd name="T43" fmla="*/ 56 h 195"/>
                  <a:gd name="T44" fmla="*/ 73 w 273"/>
                  <a:gd name="T45" fmla="*/ 13 h 195"/>
                  <a:gd name="T46" fmla="*/ 119 w 273"/>
                  <a:gd name="T47" fmla="*/ 31 h 195"/>
                  <a:gd name="T48" fmla="*/ 154 w 273"/>
                  <a:gd name="T49" fmla="*/ 31 h 195"/>
                  <a:gd name="T50" fmla="*/ 199 w 273"/>
                  <a:gd name="T51" fmla="*/ 13 h 195"/>
                  <a:gd name="T52" fmla="*/ 205 w 273"/>
                  <a:gd name="T53" fmla="*/ 56 h 195"/>
                  <a:gd name="T54" fmla="*/ 168 w 273"/>
                  <a:gd name="T55" fmla="*/ 85 h 195"/>
                  <a:gd name="T56" fmla="*/ 163 w 273"/>
                  <a:gd name="T57" fmla="*/ 80 h 195"/>
                  <a:gd name="T58" fmla="*/ 142 w 273"/>
                  <a:gd name="T59" fmla="*/ 100 h 195"/>
                  <a:gd name="T60" fmla="*/ 145 w 273"/>
                  <a:gd name="T61" fmla="*/ 54 h 195"/>
                  <a:gd name="T62" fmla="*/ 130 w 273"/>
                  <a:gd name="T63" fmla="*/ 61 h 195"/>
                  <a:gd name="T64" fmla="*/ 137 w 273"/>
                  <a:gd name="T65" fmla="*/ 45 h 195"/>
                  <a:gd name="T66" fmla="*/ 113 w 273"/>
                  <a:gd name="T67" fmla="*/ 164 h 195"/>
                  <a:gd name="T68" fmla="*/ 141 w 273"/>
                  <a:gd name="T69" fmla="*/ 173 h 195"/>
                  <a:gd name="T70" fmla="*/ 151 w 273"/>
                  <a:gd name="T71" fmla="*/ 177 h 195"/>
                  <a:gd name="T72" fmla="*/ 121 w 273"/>
                  <a:gd name="T73" fmla="*/ 150 h 195"/>
                  <a:gd name="T74" fmla="*/ 89 w 273"/>
                  <a:gd name="T75" fmla="*/ 134 h 195"/>
                  <a:gd name="T76" fmla="*/ 95 w 273"/>
                  <a:gd name="T77" fmla="*/ 108 h 195"/>
                  <a:gd name="T78" fmla="*/ 133 w 273"/>
                  <a:gd name="T79" fmla="*/ 115 h 195"/>
                  <a:gd name="T80" fmla="*/ 157 w 273"/>
                  <a:gd name="T81" fmla="*/ 105 h 195"/>
                  <a:gd name="T82" fmla="*/ 183 w 273"/>
                  <a:gd name="T83" fmla="*/ 114 h 195"/>
                  <a:gd name="T84" fmla="*/ 177 w 273"/>
                  <a:gd name="T85" fmla="*/ 142 h 195"/>
                  <a:gd name="T86" fmla="*/ 137 w 273"/>
                  <a:gd name="T87" fmla="*/ 164 h 195"/>
                  <a:gd name="T88" fmla="*/ 178 w 273"/>
                  <a:gd name="T89" fmla="*/ 63 h 195"/>
                  <a:gd name="T90" fmla="*/ 161 w 273"/>
                  <a:gd name="T91" fmla="*/ 63 h 195"/>
                  <a:gd name="T92" fmla="*/ 175 w 273"/>
                  <a:gd name="T93" fmla="*/ 96 h 195"/>
                  <a:gd name="T94" fmla="*/ 202 w 273"/>
                  <a:gd name="T95" fmla="*/ 68 h 195"/>
                  <a:gd name="T96" fmla="*/ 236 w 273"/>
                  <a:gd name="T97" fmla="*/ 76 h 195"/>
                  <a:gd name="T98" fmla="*/ 246 w 273"/>
                  <a:gd name="T99" fmla="*/ 107 h 195"/>
                  <a:gd name="T100" fmla="*/ 201 w 273"/>
                  <a:gd name="T101" fmla="*/ 120 h 195"/>
                  <a:gd name="T102" fmla="*/ 178 w 273"/>
                  <a:gd name="T103" fmla="*/ 96 h 195"/>
                  <a:gd name="T104" fmla="*/ 113 w 273"/>
                  <a:gd name="T105" fmla="*/ 62 h 195"/>
                  <a:gd name="T106" fmla="*/ 97 w 273"/>
                  <a:gd name="T107" fmla="*/ 65 h 195"/>
                  <a:gd name="T108" fmla="*/ 104 w 273"/>
                  <a:gd name="T109" fmla="*/ 51 h 195"/>
                  <a:gd name="T110" fmla="*/ 75 w 273"/>
                  <a:gd name="T111" fmla="*/ 120 h 195"/>
                  <a:gd name="T112" fmla="*/ 34 w 273"/>
                  <a:gd name="T113" fmla="*/ 110 h 195"/>
                  <a:gd name="T114" fmla="*/ 34 w 273"/>
                  <a:gd name="T115" fmla="*/ 80 h 195"/>
                  <a:gd name="T116" fmla="*/ 65 w 273"/>
                  <a:gd name="T117" fmla="*/ 67 h 195"/>
                  <a:gd name="T118" fmla="*/ 96 w 273"/>
                  <a:gd name="T119" fmla="*/ 9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3" h="195">
                    <a:moveTo>
                      <a:pt x="97" y="154"/>
                    </a:moveTo>
                    <a:lnTo>
                      <a:pt x="98" y="158"/>
                    </a:lnTo>
                    <a:lnTo>
                      <a:pt x="100" y="162"/>
                    </a:lnTo>
                    <a:lnTo>
                      <a:pt x="101" y="166"/>
                    </a:lnTo>
                    <a:lnTo>
                      <a:pt x="103" y="170"/>
                    </a:lnTo>
                    <a:lnTo>
                      <a:pt x="105" y="174"/>
                    </a:lnTo>
                    <a:lnTo>
                      <a:pt x="108" y="177"/>
                    </a:lnTo>
                    <a:lnTo>
                      <a:pt x="111" y="181"/>
                    </a:lnTo>
                    <a:lnTo>
                      <a:pt x="113" y="184"/>
                    </a:lnTo>
                    <a:lnTo>
                      <a:pt x="116" y="186"/>
                    </a:lnTo>
                    <a:lnTo>
                      <a:pt x="119" y="188"/>
                    </a:lnTo>
                    <a:lnTo>
                      <a:pt x="121" y="190"/>
                    </a:lnTo>
                    <a:lnTo>
                      <a:pt x="124" y="191"/>
                    </a:lnTo>
                    <a:lnTo>
                      <a:pt x="126" y="192"/>
                    </a:lnTo>
                    <a:lnTo>
                      <a:pt x="130" y="193"/>
                    </a:lnTo>
                    <a:lnTo>
                      <a:pt x="133" y="194"/>
                    </a:lnTo>
                    <a:lnTo>
                      <a:pt x="137" y="195"/>
                    </a:lnTo>
                    <a:lnTo>
                      <a:pt x="140" y="194"/>
                    </a:lnTo>
                    <a:lnTo>
                      <a:pt x="143" y="193"/>
                    </a:lnTo>
                    <a:lnTo>
                      <a:pt x="146" y="192"/>
                    </a:lnTo>
                    <a:lnTo>
                      <a:pt x="149" y="191"/>
                    </a:lnTo>
                    <a:lnTo>
                      <a:pt x="152" y="190"/>
                    </a:lnTo>
                    <a:lnTo>
                      <a:pt x="154" y="188"/>
                    </a:lnTo>
                    <a:lnTo>
                      <a:pt x="157" y="186"/>
                    </a:lnTo>
                    <a:lnTo>
                      <a:pt x="159" y="184"/>
                    </a:lnTo>
                    <a:lnTo>
                      <a:pt x="162" y="181"/>
                    </a:lnTo>
                    <a:lnTo>
                      <a:pt x="165" y="177"/>
                    </a:lnTo>
                    <a:lnTo>
                      <a:pt x="167" y="174"/>
                    </a:lnTo>
                    <a:lnTo>
                      <a:pt x="170" y="170"/>
                    </a:lnTo>
                    <a:lnTo>
                      <a:pt x="171" y="166"/>
                    </a:lnTo>
                    <a:lnTo>
                      <a:pt x="174" y="162"/>
                    </a:lnTo>
                    <a:lnTo>
                      <a:pt x="175" y="158"/>
                    </a:lnTo>
                    <a:lnTo>
                      <a:pt x="177" y="154"/>
                    </a:lnTo>
                    <a:lnTo>
                      <a:pt x="177" y="154"/>
                    </a:lnTo>
                    <a:lnTo>
                      <a:pt x="180" y="152"/>
                    </a:lnTo>
                    <a:lnTo>
                      <a:pt x="184" y="151"/>
                    </a:lnTo>
                    <a:lnTo>
                      <a:pt x="186" y="149"/>
                    </a:lnTo>
                    <a:lnTo>
                      <a:pt x="190" y="147"/>
                    </a:lnTo>
                    <a:lnTo>
                      <a:pt x="192" y="144"/>
                    </a:lnTo>
                    <a:lnTo>
                      <a:pt x="194" y="140"/>
                    </a:lnTo>
                    <a:lnTo>
                      <a:pt x="196" y="136"/>
                    </a:lnTo>
                    <a:lnTo>
                      <a:pt x="197" y="132"/>
                    </a:lnTo>
                    <a:lnTo>
                      <a:pt x="197" y="132"/>
                    </a:lnTo>
                    <a:lnTo>
                      <a:pt x="198" y="131"/>
                    </a:lnTo>
                    <a:lnTo>
                      <a:pt x="198" y="132"/>
                    </a:lnTo>
                    <a:lnTo>
                      <a:pt x="198" y="132"/>
                    </a:lnTo>
                    <a:lnTo>
                      <a:pt x="202" y="132"/>
                    </a:lnTo>
                    <a:lnTo>
                      <a:pt x="206" y="133"/>
                    </a:lnTo>
                    <a:lnTo>
                      <a:pt x="210" y="134"/>
                    </a:lnTo>
                    <a:lnTo>
                      <a:pt x="215" y="134"/>
                    </a:lnTo>
                    <a:lnTo>
                      <a:pt x="219" y="133"/>
                    </a:lnTo>
                    <a:lnTo>
                      <a:pt x="222" y="132"/>
                    </a:lnTo>
                    <a:lnTo>
                      <a:pt x="225" y="132"/>
                    </a:lnTo>
                    <a:lnTo>
                      <a:pt x="227" y="132"/>
                    </a:lnTo>
                    <a:lnTo>
                      <a:pt x="229" y="131"/>
                    </a:lnTo>
                    <a:lnTo>
                      <a:pt x="231" y="129"/>
                    </a:lnTo>
                    <a:lnTo>
                      <a:pt x="233" y="128"/>
                    </a:lnTo>
                    <a:lnTo>
                      <a:pt x="237" y="124"/>
                    </a:lnTo>
                    <a:lnTo>
                      <a:pt x="242" y="121"/>
                    </a:lnTo>
                    <a:lnTo>
                      <a:pt x="247" y="119"/>
                    </a:lnTo>
                    <a:lnTo>
                      <a:pt x="254" y="116"/>
                    </a:lnTo>
                    <a:lnTo>
                      <a:pt x="260" y="113"/>
                    </a:lnTo>
                    <a:lnTo>
                      <a:pt x="266" y="111"/>
                    </a:lnTo>
                    <a:lnTo>
                      <a:pt x="268" y="110"/>
                    </a:lnTo>
                    <a:lnTo>
                      <a:pt x="270" y="109"/>
                    </a:lnTo>
                    <a:lnTo>
                      <a:pt x="271" y="108"/>
                    </a:lnTo>
                    <a:lnTo>
                      <a:pt x="272" y="107"/>
                    </a:lnTo>
                    <a:lnTo>
                      <a:pt x="273" y="106"/>
                    </a:lnTo>
                    <a:lnTo>
                      <a:pt x="273" y="105"/>
                    </a:lnTo>
                    <a:lnTo>
                      <a:pt x="273" y="104"/>
                    </a:lnTo>
                    <a:lnTo>
                      <a:pt x="273" y="104"/>
                    </a:lnTo>
                    <a:lnTo>
                      <a:pt x="273" y="102"/>
                    </a:lnTo>
                    <a:lnTo>
                      <a:pt x="272" y="101"/>
                    </a:lnTo>
                    <a:lnTo>
                      <a:pt x="271" y="100"/>
                    </a:lnTo>
                    <a:lnTo>
                      <a:pt x="270" y="99"/>
                    </a:lnTo>
                    <a:lnTo>
                      <a:pt x="266" y="96"/>
                    </a:lnTo>
                    <a:lnTo>
                      <a:pt x="261" y="91"/>
                    </a:lnTo>
                    <a:lnTo>
                      <a:pt x="258" y="89"/>
                    </a:lnTo>
                    <a:lnTo>
                      <a:pt x="255" y="86"/>
                    </a:lnTo>
                    <a:lnTo>
                      <a:pt x="253" y="83"/>
                    </a:lnTo>
                    <a:lnTo>
                      <a:pt x="251" y="79"/>
                    </a:lnTo>
                    <a:lnTo>
                      <a:pt x="249" y="76"/>
                    </a:lnTo>
                    <a:lnTo>
                      <a:pt x="247" y="74"/>
                    </a:lnTo>
                    <a:lnTo>
                      <a:pt x="245" y="71"/>
                    </a:lnTo>
                    <a:lnTo>
                      <a:pt x="242" y="67"/>
                    </a:lnTo>
                    <a:lnTo>
                      <a:pt x="238" y="65"/>
                    </a:lnTo>
                    <a:lnTo>
                      <a:pt x="234" y="62"/>
                    </a:lnTo>
                    <a:lnTo>
                      <a:pt x="230" y="59"/>
                    </a:lnTo>
                    <a:lnTo>
                      <a:pt x="227" y="58"/>
                    </a:lnTo>
                    <a:lnTo>
                      <a:pt x="224" y="57"/>
                    </a:lnTo>
                    <a:lnTo>
                      <a:pt x="220" y="56"/>
                    </a:lnTo>
                    <a:lnTo>
                      <a:pt x="220" y="54"/>
                    </a:lnTo>
                    <a:lnTo>
                      <a:pt x="220" y="50"/>
                    </a:lnTo>
                    <a:lnTo>
                      <a:pt x="219" y="46"/>
                    </a:lnTo>
                    <a:lnTo>
                      <a:pt x="219" y="43"/>
                    </a:lnTo>
                    <a:lnTo>
                      <a:pt x="216" y="35"/>
                    </a:lnTo>
                    <a:lnTo>
                      <a:pt x="214" y="27"/>
                    </a:lnTo>
                    <a:lnTo>
                      <a:pt x="212" y="23"/>
                    </a:lnTo>
                    <a:lnTo>
                      <a:pt x="211" y="19"/>
                    </a:lnTo>
                    <a:lnTo>
                      <a:pt x="210" y="13"/>
                    </a:lnTo>
                    <a:lnTo>
                      <a:pt x="210" y="8"/>
                    </a:lnTo>
                    <a:lnTo>
                      <a:pt x="210" y="6"/>
                    </a:lnTo>
                    <a:lnTo>
                      <a:pt x="210" y="4"/>
                    </a:lnTo>
                    <a:lnTo>
                      <a:pt x="210" y="3"/>
                    </a:lnTo>
                    <a:lnTo>
                      <a:pt x="210" y="3"/>
                    </a:lnTo>
                    <a:lnTo>
                      <a:pt x="210" y="2"/>
                    </a:lnTo>
                    <a:lnTo>
                      <a:pt x="209" y="2"/>
                    </a:lnTo>
                    <a:lnTo>
                      <a:pt x="207" y="1"/>
                    </a:lnTo>
                    <a:lnTo>
                      <a:pt x="205" y="0"/>
                    </a:lnTo>
                    <a:lnTo>
                      <a:pt x="203" y="0"/>
                    </a:lnTo>
                    <a:lnTo>
                      <a:pt x="202" y="0"/>
                    </a:lnTo>
                    <a:lnTo>
                      <a:pt x="201" y="0"/>
                    </a:lnTo>
                    <a:lnTo>
                      <a:pt x="200" y="1"/>
                    </a:lnTo>
                    <a:lnTo>
                      <a:pt x="197" y="2"/>
                    </a:lnTo>
                    <a:lnTo>
                      <a:pt x="194" y="3"/>
                    </a:lnTo>
                    <a:lnTo>
                      <a:pt x="190" y="5"/>
                    </a:lnTo>
                    <a:lnTo>
                      <a:pt x="186" y="6"/>
                    </a:lnTo>
                    <a:lnTo>
                      <a:pt x="182" y="7"/>
                    </a:lnTo>
                    <a:lnTo>
                      <a:pt x="177" y="7"/>
                    </a:lnTo>
                    <a:lnTo>
                      <a:pt x="172" y="9"/>
                    </a:lnTo>
                    <a:lnTo>
                      <a:pt x="169" y="11"/>
                    </a:lnTo>
                    <a:lnTo>
                      <a:pt x="164" y="12"/>
                    </a:lnTo>
                    <a:lnTo>
                      <a:pt x="160" y="15"/>
                    </a:lnTo>
                    <a:lnTo>
                      <a:pt x="156" y="17"/>
                    </a:lnTo>
                    <a:lnTo>
                      <a:pt x="152" y="19"/>
                    </a:lnTo>
                    <a:lnTo>
                      <a:pt x="145" y="24"/>
                    </a:lnTo>
                    <a:lnTo>
                      <a:pt x="137" y="30"/>
                    </a:lnTo>
                    <a:lnTo>
                      <a:pt x="137" y="30"/>
                    </a:lnTo>
                    <a:lnTo>
                      <a:pt x="137" y="30"/>
                    </a:lnTo>
                    <a:lnTo>
                      <a:pt x="136" y="30"/>
                    </a:lnTo>
                    <a:lnTo>
                      <a:pt x="136" y="30"/>
                    </a:lnTo>
                    <a:lnTo>
                      <a:pt x="129" y="24"/>
                    </a:lnTo>
                    <a:lnTo>
                      <a:pt x="121" y="19"/>
                    </a:lnTo>
                    <a:lnTo>
                      <a:pt x="117" y="17"/>
                    </a:lnTo>
                    <a:lnTo>
                      <a:pt x="113" y="15"/>
                    </a:lnTo>
                    <a:lnTo>
                      <a:pt x="109" y="12"/>
                    </a:lnTo>
                    <a:lnTo>
                      <a:pt x="105" y="11"/>
                    </a:lnTo>
                    <a:lnTo>
                      <a:pt x="101" y="9"/>
                    </a:lnTo>
                    <a:lnTo>
                      <a:pt x="96" y="7"/>
                    </a:lnTo>
                    <a:lnTo>
                      <a:pt x="91" y="7"/>
                    </a:lnTo>
                    <a:lnTo>
                      <a:pt x="87" y="6"/>
                    </a:lnTo>
                    <a:lnTo>
                      <a:pt x="83" y="5"/>
                    </a:lnTo>
                    <a:lnTo>
                      <a:pt x="80" y="3"/>
                    </a:lnTo>
                    <a:lnTo>
                      <a:pt x="76" y="2"/>
                    </a:lnTo>
                    <a:lnTo>
                      <a:pt x="73" y="1"/>
                    </a:lnTo>
                    <a:lnTo>
                      <a:pt x="72" y="0"/>
                    </a:lnTo>
                    <a:lnTo>
                      <a:pt x="71" y="0"/>
                    </a:lnTo>
                    <a:lnTo>
                      <a:pt x="69" y="0"/>
                    </a:lnTo>
                    <a:lnTo>
                      <a:pt x="69" y="0"/>
                    </a:lnTo>
                    <a:lnTo>
                      <a:pt x="66" y="1"/>
                    </a:lnTo>
                    <a:lnTo>
                      <a:pt x="64" y="2"/>
                    </a:lnTo>
                    <a:lnTo>
                      <a:pt x="64" y="2"/>
                    </a:lnTo>
                    <a:lnTo>
                      <a:pt x="63" y="3"/>
                    </a:lnTo>
                    <a:lnTo>
                      <a:pt x="63" y="3"/>
                    </a:lnTo>
                    <a:lnTo>
                      <a:pt x="63" y="4"/>
                    </a:lnTo>
                    <a:lnTo>
                      <a:pt x="62" y="6"/>
                    </a:lnTo>
                    <a:lnTo>
                      <a:pt x="63" y="8"/>
                    </a:lnTo>
                    <a:lnTo>
                      <a:pt x="62" y="13"/>
                    </a:lnTo>
                    <a:lnTo>
                      <a:pt x="61" y="19"/>
                    </a:lnTo>
                    <a:lnTo>
                      <a:pt x="61" y="23"/>
                    </a:lnTo>
                    <a:lnTo>
                      <a:pt x="60" y="27"/>
                    </a:lnTo>
                    <a:lnTo>
                      <a:pt x="57" y="35"/>
                    </a:lnTo>
                    <a:lnTo>
                      <a:pt x="54" y="43"/>
                    </a:lnTo>
                    <a:lnTo>
                      <a:pt x="53" y="46"/>
                    </a:lnTo>
                    <a:lnTo>
                      <a:pt x="53" y="50"/>
                    </a:lnTo>
                    <a:lnTo>
                      <a:pt x="53" y="54"/>
                    </a:lnTo>
                    <a:lnTo>
                      <a:pt x="53" y="56"/>
                    </a:lnTo>
                    <a:lnTo>
                      <a:pt x="49" y="57"/>
                    </a:lnTo>
                    <a:lnTo>
                      <a:pt x="46" y="58"/>
                    </a:lnTo>
                    <a:lnTo>
                      <a:pt x="43" y="59"/>
                    </a:lnTo>
                    <a:lnTo>
                      <a:pt x="39" y="62"/>
                    </a:lnTo>
                    <a:lnTo>
                      <a:pt x="34" y="65"/>
                    </a:lnTo>
                    <a:lnTo>
                      <a:pt x="31" y="67"/>
                    </a:lnTo>
                    <a:lnTo>
                      <a:pt x="29" y="71"/>
                    </a:lnTo>
                    <a:lnTo>
                      <a:pt x="26" y="74"/>
                    </a:lnTo>
                    <a:lnTo>
                      <a:pt x="24" y="76"/>
                    </a:lnTo>
                    <a:lnTo>
                      <a:pt x="22" y="79"/>
                    </a:lnTo>
                    <a:lnTo>
                      <a:pt x="20" y="83"/>
                    </a:lnTo>
                    <a:lnTo>
                      <a:pt x="17" y="86"/>
                    </a:lnTo>
                    <a:lnTo>
                      <a:pt x="15" y="89"/>
                    </a:lnTo>
                    <a:lnTo>
                      <a:pt x="13" y="91"/>
                    </a:lnTo>
                    <a:lnTo>
                      <a:pt x="7" y="96"/>
                    </a:lnTo>
                    <a:lnTo>
                      <a:pt x="3" y="99"/>
                    </a:lnTo>
                    <a:lnTo>
                      <a:pt x="1" y="100"/>
                    </a:lnTo>
                    <a:lnTo>
                      <a:pt x="1" y="101"/>
                    </a:lnTo>
                    <a:lnTo>
                      <a:pt x="0" y="102"/>
                    </a:lnTo>
                    <a:lnTo>
                      <a:pt x="0" y="104"/>
                    </a:lnTo>
                    <a:lnTo>
                      <a:pt x="0" y="104"/>
                    </a:lnTo>
                    <a:lnTo>
                      <a:pt x="0" y="105"/>
                    </a:lnTo>
                    <a:lnTo>
                      <a:pt x="0" y="106"/>
                    </a:lnTo>
                    <a:lnTo>
                      <a:pt x="1" y="107"/>
                    </a:lnTo>
                    <a:lnTo>
                      <a:pt x="1" y="108"/>
                    </a:lnTo>
                    <a:lnTo>
                      <a:pt x="3" y="109"/>
                    </a:lnTo>
                    <a:lnTo>
                      <a:pt x="5" y="110"/>
                    </a:lnTo>
                    <a:lnTo>
                      <a:pt x="7" y="111"/>
                    </a:lnTo>
                    <a:lnTo>
                      <a:pt x="13" y="113"/>
                    </a:lnTo>
                    <a:lnTo>
                      <a:pt x="20" y="116"/>
                    </a:lnTo>
                    <a:lnTo>
                      <a:pt x="26" y="119"/>
                    </a:lnTo>
                    <a:lnTo>
                      <a:pt x="31" y="121"/>
                    </a:lnTo>
                    <a:lnTo>
                      <a:pt x="36" y="124"/>
                    </a:lnTo>
                    <a:lnTo>
                      <a:pt x="40" y="128"/>
                    </a:lnTo>
                    <a:lnTo>
                      <a:pt x="42" y="129"/>
                    </a:lnTo>
                    <a:lnTo>
                      <a:pt x="44" y="131"/>
                    </a:lnTo>
                    <a:lnTo>
                      <a:pt x="46" y="132"/>
                    </a:lnTo>
                    <a:lnTo>
                      <a:pt x="48" y="132"/>
                    </a:lnTo>
                    <a:lnTo>
                      <a:pt x="50" y="132"/>
                    </a:lnTo>
                    <a:lnTo>
                      <a:pt x="54" y="133"/>
                    </a:lnTo>
                    <a:lnTo>
                      <a:pt x="58" y="134"/>
                    </a:lnTo>
                    <a:lnTo>
                      <a:pt x="62" y="134"/>
                    </a:lnTo>
                    <a:lnTo>
                      <a:pt x="67" y="133"/>
                    </a:lnTo>
                    <a:lnTo>
                      <a:pt x="72" y="132"/>
                    </a:lnTo>
                    <a:lnTo>
                      <a:pt x="74" y="132"/>
                    </a:lnTo>
                    <a:lnTo>
                      <a:pt x="76" y="132"/>
                    </a:lnTo>
                    <a:lnTo>
                      <a:pt x="76" y="131"/>
                    </a:lnTo>
                    <a:lnTo>
                      <a:pt x="76" y="132"/>
                    </a:lnTo>
                    <a:lnTo>
                      <a:pt x="76" y="132"/>
                    </a:lnTo>
                    <a:lnTo>
                      <a:pt x="77" y="136"/>
                    </a:lnTo>
                    <a:lnTo>
                      <a:pt x="79" y="140"/>
                    </a:lnTo>
                    <a:lnTo>
                      <a:pt x="81" y="144"/>
                    </a:lnTo>
                    <a:lnTo>
                      <a:pt x="84" y="147"/>
                    </a:lnTo>
                    <a:lnTo>
                      <a:pt x="86" y="149"/>
                    </a:lnTo>
                    <a:lnTo>
                      <a:pt x="89" y="151"/>
                    </a:lnTo>
                    <a:lnTo>
                      <a:pt x="93" y="152"/>
                    </a:lnTo>
                    <a:lnTo>
                      <a:pt x="97" y="154"/>
                    </a:lnTo>
                    <a:lnTo>
                      <a:pt x="97" y="154"/>
                    </a:lnTo>
                    <a:lnTo>
                      <a:pt x="97" y="154"/>
                    </a:lnTo>
                    <a:close/>
                    <a:moveTo>
                      <a:pt x="130" y="71"/>
                    </a:moveTo>
                    <a:lnTo>
                      <a:pt x="130" y="100"/>
                    </a:lnTo>
                    <a:lnTo>
                      <a:pt x="130" y="100"/>
                    </a:lnTo>
                    <a:lnTo>
                      <a:pt x="129" y="100"/>
                    </a:lnTo>
                    <a:lnTo>
                      <a:pt x="129" y="97"/>
                    </a:lnTo>
                    <a:lnTo>
                      <a:pt x="129" y="95"/>
                    </a:lnTo>
                    <a:lnTo>
                      <a:pt x="127" y="91"/>
                    </a:lnTo>
                    <a:lnTo>
                      <a:pt x="125" y="86"/>
                    </a:lnTo>
                    <a:lnTo>
                      <a:pt x="123" y="80"/>
                    </a:lnTo>
                    <a:lnTo>
                      <a:pt x="120" y="76"/>
                    </a:lnTo>
                    <a:lnTo>
                      <a:pt x="117" y="72"/>
                    </a:lnTo>
                    <a:lnTo>
                      <a:pt x="117" y="71"/>
                    </a:lnTo>
                    <a:lnTo>
                      <a:pt x="108" y="78"/>
                    </a:lnTo>
                    <a:lnTo>
                      <a:pt x="110" y="80"/>
                    </a:lnTo>
                    <a:lnTo>
                      <a:pt x="112" y="84"/>
                    </a:lnTo>
                    <a:lnTo>
                      <a:pt x="114" y="88"/>
                    </a:lnTo>
                    <a:lnTo>
                      <a:pt x="116" y="92"/>
                    </a:lnTo>
                    <a:lnTo>
                      <a:pt x="117" y="93"/>
                    </a:lnTo>
                    <a:lnTo>
                      <a:pt x="117" y="95"/>
                    </a:lnTo>
                    <a:lnTo>
                      <a:pt x="115" y="94"/>
                    </a:lnTo>
                    <a:lnTo>
                      <a:pt x="113" y="93"/>
                    </a:lnTo>
                    <a:lnTo>
                      <a:pt x="110" y="93"/>
                    </a:lnTo>
                    <a:lnTo>
                      <a:pt x="108" y="93"/>
                    </a:lnTo>
                    <a:lnTo>
                      <a:pt x="107" y="91"/>
                    </a:lnTo>
                    <a:lnTo>
                      <a:pt x="106" y="88"/>
                    </a:lnTo>
                    <a:lnTo>
                      <a:pt x="105" y="85"/>
                    </a:lnTo>
                    <a:lnTo>
                      <a:pt x="102" y="80"/>
                    </a:lnTo>
                    <a:lnTo>
                      <a:pt x="101" y="78"/>
                    </a:lnTo>
                    <a:lnTo>
                      <a:pt x="99" y="75"/>
                    </a:lnTo>
                    <a:lnTo>
                      <a:pt x="97" y="71"/>
                    </a:lnTo>
                    <a:lnTo>
                      <a:pt x="94" y="69"/>
                    </a:lnTo>
                    <a:lnTo>
                      <a:pt x="92" y="67"/>
                    </a:lnTo>
                    <a:lnTo>
                      <a:pt x="89" y="64"/>
                    </a:lnTo>
                    <a:lnTo>
                      <a:pt x="85" y="62"/>
                    </a:lnTo>
                    <a:lnTo>
                      <a:pt x="81" y="59"/>
                    </a:lnTo>
                    <a:lnTo>
                      <a:pt x="77" y="58"/>
                    </a:lnTo>
                    <a:lnTo>
                      <a:pt x="73" y="57"/>
                    </a:lnTo>
                    <a:lnTo>
                      <a:pt x="69" y="56"/>
                    </a:lnTo>
                    <a:lnTo>
                      <a:pt x="65" y="56"/>
                    </a:lnTo>
                    <a:lnTo>
                      <a:pt x="65" y="55"/>
                    </a:lnTo>
                    <a:lnTo>
                      <a:pt x="65" y="50"/>
                    </a:lnTo>
                    <a:lnTo>
                      <a:pt x="65" y="45"/>
                    </a:lnTo>
                    <a:lnTo>
                      <a:pt x="67" y="41"/>
                    </a:lnTo>
                    <a:lnTo>
                      <a:pt x="69" y="35"/>
                    </a:lnTo>
                    <a:lnTo>
                      <a:pt x="69" y="32"/>
                    </a:lnTo>
                    <a:lnTo>
                      <a:pt x="71" y="29"/>
                    </a:lnTo>
                    <a:lnTo>
                      <a:pt x="72" y="26"/>
                    </a:lnTo>
                    <a:lnTo>
                      <a:pt x="72" y="23"/>
                    </a:lnTo>
                    <a:lnTo>
                      <a:pt x="73" y="17"/>
                    </a:lnTo>
                    <a:lnTo>
                      <a:pt x="73" y="13"/>
                    </a:lnTo>
                    <a:lnTo>
                      <a:pt x="74" y="13"/>
                    </a:lnTo>
                    <a:lnTo>
                      <a:pt x="77" y="15"/>
                    </a:lnTo>
                    <a:lnTo>
                      <a:pt x="81" y="16"/>
                    </a:lnTo>
                    <a:lnTo>
                      <a:pt x="87" y="17"/>
                    </a:lnTo>
                    <a:lnTo>
                      <a:pt x="95" y="19"/>
                    </a:lnTo>
                    <a:lnTo>
                      <a:pt x="101" y="20"/>
                    </a:lnTo>
                    <a:lnTo>
                      <a:pt x="104" y="22"/>
                    </a:lnTo>
                    <a:lnTo>
                      <a:pt x="106" y="23"/>
                    </a:lnTo>
                    <a:lnTo>
                      <a:pt x="108" y="24"/>
                    </a:lnTo>
                    <a:lnTo>
                      <a:pt x="110" y="25"/>
                    </a:lnTo>
                    <a:lnTo>
                      <a:pt x="115" y="28"/>
                    </a:lnTo>
                    <a:lnTo>
                      <a:pt x="119" y="31"/>
                    </a:lnTo>
                    <a:lnTo>
                      <a:pt x="123" y="35"/>
                    </a:lnTo>
                    <a:lnTo>
                      <a:pt x="128" y="38"/>
                    </a:lnTo>
                    <a:lnTo>
                      <a:pt x="129" y="39"/>
                    </a:lnTo>
                    <a:lnTo>
                      <a:pt x="132" y="40"/>
                    </a:lnTo>
                    <a:lnTo>
                      <a:pt x="134" y="41"/>
                    </a:lnTo>
                    <a:lnTo>
                      <a:pt x="137" y="42"/>
                    </a:lnTo>
                    <a:lnTo>
                      <a:pt x="139" y="41"/>
                    </a:lnTo>
                    <a:lnTo>
                      <a:pt x="141" y="40"/>
                    </a:lnTo>
                    <a:lnTo>
                      <a:pt x="143" y="39"/>
                    </a:lnTo>
                    <a:lnTo>
                      <a:pt x="145" y="38"/>
                    </a:lnTo>
                    <a:lnTo>
                      <a:pt x="150" y="35"/>
                    </a:lnTo>
                    <a:lnTo>
                      <a:pt x="154" y="31"/>
                    </a:lnTo>
                    <a:lnTo>
                      <a:pt x="158" y="28"/>
                    </a:lnTo>
                    <a:lnTo>
                      <a:pt x="162" y="25"/>
                    </a:lnTo>
                    <a:lnTo>
                      <a:pt x="165" y="24"/>
                    </a:lnTo>
                    <a:lnTo>
                      <a:pt x="167" y="23"/>
                    </a:lnTo>
                    <a:lnTo>
                      <a:pt x="170" y="22"/>
                    </a:lnTo>
                    <a:lnTo>
                      <a:pt x="172" y="20"/>
                    </a:lnTo>
                    <a:lnTo>
                      <a:pt x="178" y="19"/>
                    </a:lnTo>
                    <a:lnTo>
                      <a:pt x="186" y="17"/>
                    </a:lnTo>
                    <a:lnTo>
                      <a:pt x="192" y="16"/>
                    </a:lnTo>
                    <a:lnTo>
                      <a:pt x="196" y="15"/>
                    </a:lnTo>
                    <a:lnTo>
                      <a:pt x="199" y="13"/>
                    </a:lnTo>
                    <a:lnTo>
                      <a:pt x="199" y="13"/>
                    </a:lnTo>
                    <a:lnTo>
                      <a:pt x="200" y="17"/>
                    </a:lnTo>
                    <a:lnTo>
                      <a:pt x="201" y="23"/>
                    </a:lnTo>
                    <a:lnTo>
                      <a:pt x="202" y="26"/>
                    </a:lnTo>
                    <a:lnTo>
                      <a:pt x="202" y="29"/>
                    </a:lnTo>
                    <a:lnTo>
                      <a:pt x="203" y="32"/>
                    </a:lnTo>
                    <a:lnTo>
                      <a:pt x="205" y="35"/>
                    </a:lnTo>
                    <a:lnTo>
                      <a:pt x="206" y="41"/>
                    </a:lnTo>
                    <a:lnTo>
                      <a:pt x="208" y="45"/>
                    </a:lnTo>
                    <a:lnTo>
                      <a:pt x="208" y="50"/>
                    </a:lnTo>
                    <a:lnTo>
                      <a:pt x="208" y="55"/>
                    </a:lnTo>
                    <a:lnTo>
                      <a:pt x="208" y="56"/>
                    </a:lnTo>
                    <a:lnTo>
                      <a:pt x="205" y="56"/>
                    </a:lnTo>
                    <a:lnTo>
                      <a:pt x="200" y="57"/>
                    </a:lnTo>
                    <a:lnTo>
                      <a:pt x="196" y="58"/>
                    </a:lnTo>
                    <a:lnTo>
                      <a:pt x="192" y="59"/>
                    </a:lnTo>
                    <a:lnTo>
                      <a:pt x="188" y="62"/>
                    </a:lnTo>
                    <a:lnTo>
                      <a:pt x="184" y="64"/>
                    </a:lnTo>
                    <a:lnTo>
                      <a:pt x="181" y="67"/>
                    </a:lnTo>
                    <a:lnTo>
                      <a:pt x="178" y="69"/>
                    </a:lnTo>
                    <a:lnTo>
                      <a:pt x="176" y="71"/>
                    </a:lnTo>
                    <a:lnTo>
                      <a:pt x="174" y="75"/>
                    </a:lnTo>
                    <a:lnTo>
                      <a:pt x="172" y="78"/>
                    </a:lnTo>
                    <a:lnTo>
                      <a:pt x="170" y="80"/>
                    </a:lnTo>
                    <a:lnTo>
                      <a:pt x="168" y="85"/>
                    </a:lnTo>
                    <a:lnTo>
                      <a:pt x="166" y="88"/>
                    </a:lnTo>
                    <a:lnTo>
                      <a:pt x="166" y="91"/>
                    </a:lnTo>
                    <a:lnTo>
                      <a:pt x="166" y="93"/>
                    </a:lnTo>
                    <a:lnTo>
                      <a:pt x="163" y="93"/>
                    </a:lnTo>
                    <a:lnTo>
                      <a:pt x="161" y="93"/>
                    </a:lnTo>
                    <a:lnTo>
                      <a:pt x="158" y="94"/>
                    </a:lnTo>
                    <a:lnTo>
                      <a:pt x="156" y="95"/>
                    </a:lnTo>
                    <a:lnTo>
                      <a:pt x="156" y="93"/>
                    </a:lnTo>
                    <a:lnTo>
                      <a:pt x="157" y="92"/>
                    </a:lnTo>
                    <a:lnTo>
                      <a:pt x="158" y="88"/>
                    </a:lnTo>
                    <a:lnTo>
                      <a:pt x="161" y="84"/>
                    </a:lnTo>
                    <a:lnTo>
                      <a:pt x="163" y="80"/>
                    </a:lnTo>
                    <a:lnTo>
                      <a:pt x="165" y="78"/>
                    </a:lnTo>
                    <a:lnTo>
                      <a:pt x="156" y="71"/>
                    </a:lnTo>
                    <a:lnTo>
                      <a:pt x="155" y="72"/>
                    </a:lnTo>
                    <a:lnTo>
                      <a:pt x="153" y="76"/>
                    </a:lnTo>
                    <a:lnTo>
                      <a:pt x="150" y="80"/>
                    </a:lnTo>
                    <a:lnTo>
                      <a:pt x="147" y="86"/>
                    </a:lnTo>
                    <a:lnTo>
                      <a:pt x="145" y="91"/>
                    </a:lnTo>
                    <a:lnTo>
                      <a:pt x="145" y="95"/>
                    </a:lnTo>
                    <a:lnTo>
                      <a:pt x="144" y="97"/>
                    </a:lnTo>
                    <a:lnTo>
                      <a:pt x="144" y="100"/>
                    </a:lnTo>
                    <a:lnTo>
                      <a:pt x="143" y="100"/>
                    </a:lnTo>
                    <a:lnTo>
                      <a:pt x="142" y="100"/>
                    </a:lnTo>
                    <a:lnTo>
                      <a:pt x="142" y="71"/>
                    </a:lnTo>
                    <a:lnTo>
                      <a:pt x="130" y="71"/>
                    </a:lnTo>
                    <a:lnTo>
                      <a:pt x="130" y="71"/>
                    </a:lnTo>
                    <a:close/>
                    <a:moveTo>
                      <a:pt x="137" y="45"/>
                    </a:moveTo>
                    <a:lnTo>
                      <a:pt x="138" y="45"/>
                    </a:lnTo>
                    <a:lnTo>
                      <a:pt x="140" y="46"/>
                    </a:lnTo>
                    <a:lnTo>
                      <a:pt x="141" y="47"/>
                    </a:lnTo>
                    <a:lnTo>
                      <a:pt x="143" y="47"/>
                    </a:lnTo>
                    <a:lnTo>
                      <a:pt x="144" y="49"/>
                    </a:lnTo>
                    <a:lnTo>
                      <a:pt x="145" y="51"/>
                    </a:lnTo>
                    <a:lnTo>
                      <a:pt x="145" y="52"/>
                    </a:lnTo>
                    <a:lnTo>
                      <a:pt x="145" y="54"/>
                    </a:lnTo>
                    <a:lnTo>
                      <a:pt x="145" y="56"/>
                    </a:lnTo>
                    <a:lnTo>
                      <a:pt x="145" y="58"/>
                    </a:lnTo>
                    <a:lnTo>
                      <a:pt x="144" y="59"/>
                    </a:lnTo>
                    <a:lnTo>
                      <a:pt x="143" y="61"/>
                    </a:lnTo>
                    <a:lnTo>
                      <a:pt x="141" y="62"/>
                    </a:lnTo>
                    <a:lnTo>
                      <a:pt x="140" y="63"/>
                    </a:lnTo>
                    <a:lnTo>
                      <a:pt x="138" y="63"/>
                    </a:lnTo>
                    <a:lnTo>
                      <a:pt x="137" y="63"/>
                    </a:lnTo>
                    <a:lnTo>
                      <a:pt x="134" y="63"/>
                    </a:lnTo>
                    <a:lnTo>
                      <a:pt x="133" y="63"/>
                    </a:lnTo>
                    <a:lnTo>
                      <a:pt x="131" y="62"/>
                    </a:lnTo>
                    <a:lnTo>
                      <a:pt x="130" y="61"/>
                    </a:lnTo>
                    <a:lnTo>
                      <a:pt x="129" y="59"/>
                    </a:lnTo>
                    <a:lnTo>
                      <a:pt x="128" y="58"/>
                    </a:lnTo>
                    <a:lnTo>
                      <a:pt x="127" y="56"/>
                    </a:lnTo>
                    <a:lnTo>
                      <a:pt x="127" y="54"/>
                    </a:lnTo>
                    <a:lnTo>
                      <a:pt x="127" y="52"/>
                    </a:lnTo>
                    <a:lnTo>
                      <a:pt x="128" y="51"/>
                    </a:lnTo>
                    <a:lnTo>
                      <a:pt x="129" y="49"/>
                    </a:lnTo>
                    <a:lnTo>
                      <a:pt x="130" y="47"/>
                    </a:lnTo>
                    <a:lnTo>
                      <a:pt x="131" y="47"/>
                    </a:lnTo>
                    <a:lnTo>
                      <a:pt x="133" y="46"/>
                    </a:lnTo>
                    <a:lnTo>
                      <a:pt x="134" y="45"/>
                    </a:lnTo>
                    <a:lnTo>
                      <a:pt x="137" y="45"/>
                    </a:lnTo>
                    <a:lnTo>
                      <a:pt x="137" y="45"/>
                    </a:lnTo>
                    <a:close/>
                    <a:moveTo>
                      <a:pt x="137" y="184"/>
                    </a:moveTo>
                    <a:lnTo>
                      <a:pt x="134" y="184"/>
                    </a:lnTo>
                    <a:lnTo>
                      <a:pt x="133" y="184"/>
                    </a:lnTo>
                    <a:lnTo>
                      <a:pt x="130" y="183"/>
                    </a:lnTo>
                    <a:lnTo>
                      <a:pt x="129" y="182"/>
                    </a:lnTo>
                    <a:lnTo>
                      <a:pt x="125" y="180"/>
                    </a:lnTo>
                    <a:lnTo>
                      <a:pt x="121" y="177"/>
                    </a:lnTo>
                    <a:lnTo>
                      <a:pt x="119" y="174"/>
                    </a:lnTo>
                    <a:lnTo>
                      <a:pt x="116" y="171"/>
                    </a:lnTo>
                    <a:lnTo>
                      <a:pt x="114" y="167"/>
                    </a:lnTo>
                    <a:lnTo>
                      <a:pt x="113" y="164"/>
                    </a:lnTo>
                    <a:lnTo>
                      <a:pt x="110" y="160"/>
                    </a:lnTo>
                    <a:lnTo>
                      <a:pt x="109" y="156"/>
                    </a:lnTo>
                    <a:lnTo>
                      <a:pt x="113" y="157"/>
                    </a:lnTo>
                    <a:lnTo>
                      <a:pt x="115" y="159"/>
                    </a:lnTo>
                    <a:lnTo>
                      <a:pt x="118" y="160"/>
                    </a:lnTo>
                    <a:lnTo>
                      <a:pt x="121" y="164"/>
                    </a:lnTo>
                    <a:lnTo>
                      <a:pt x="128" y="169"/>
                    </a:lnTo>
                    <a:lnTo>
                      <a:pt x="132" y="173"/>
                    </a:lnTo>
                    <a:lnTo>
                      <a:pt x="134" y="176"/>
                    </a:lnTo>
                    <a:lnTo>
                      <a:pt x="137" y="177"/>
                    </a:lnTo>
                    <a:lnTo>
                      <a:pt x="138" y="176"/>
                    </a:lnTo>
                    <a:lnTo>
                      <a:pt x="141" y="173"/>
                    </a:lnTo>
                    <a:lnTo>
                      <a:pt x="145" y="169"/>
                    </a:lnTo>
                    <a:lnTo>
                      <a:pt x="151" y="164"/>
                    </a:lnTo>
                    <a:lnTo>
                      <a:pt x="154" y="160"/>
                    </a:lnTo>
                    <a:lnTo>
                      <a:pt x="158" y="159"/>
                    </a:lnTo>
                    <a:lnTo>
                      <a:pt x="160" y="157"/>
                    </a:lnTo>
                    <a:lnTo>
                      <a:pt x="163" y="156"/>
                    </a:lnTo>
                    <a:lnTo>
                      <a:pt x="162" y="160"/>
                    </a:lnTo>
                    <a:lnTo>
                      <a:pt x="161" y="164"/>
                    </a:lnTo>
                    <a:lnTo>
                      <a:pt x="159" y="167"/>
                    </a:lnTo>
                    <a:lnTo>
                      <a:pt x="157" y="171"/>
                    </a:lnTo>
                    <a:lnTo>
                      <a:pt x="154" y="174"/>
                    </a:lnTo>
                    <a:lnTo>
                      <a:pt x="151" y="177"/>
                    </a:lnTo>
                    <a:lnTo>
                      <a:pt x="148" y="180"/>
                    </a:lnTo>
                    <a:lnTo>
                      <a:pt x="144" y="182"/>
                    </a:lnTo>
                    <a:lnTo>
                      <a:pt x="142" y="183"/>
                    </a:lnTo>
                    <a:lnTo>
                      <a:pt x="141" y="184"/>
                    </a:lnTo>
                    <a:lnTo>
                      <a:pt x="138" y="184"/>
                    </a:lnTo>
                    <a:lnTo>
                      <a:pt x="137" y="184"/>
                    </a:lnTo>
                    <a:lnTo>
                      <a:pt x="137" y="184"/>
                    </a:lnTo>
                    <a:close/>
                    <a:moveTo>
                      <a:pt x="137" y="164"/>
                    </a:moveTo>
                    <a:lnTo>
                      <a:pt x="134" y="161"/>
                    </a:lnTo>
                    <a:lnTo>
                      <a:pt x="130" y="157"/>
                    </a:lnTo>
                    <a:lnTo>
                      <a:pt x="125" y="153"/>
                    </a:lnTo>
                    <a:lnTo>
                      <a:pt x="121" y="150"/>
                    </a:lnTo>
                    <a:lnTo>
                      <a:pt x="119" y="148"/>
                    </a:lnTo>
                    <a:lnTo>
                      <a:pt x="117" y="148"/>
                    </a:lnTo>
                    <a:lnTo>
                      <a:pt x="114" y="147"/>
                    </a:lnTo>
                    <a:lnTo>
                      <a:pt x="112" y="146"/>
                    </a:lnTo>
                    <a:lnTo>
                      <a:pt x="105" y="144"/>
                    </a:lnTo>
                    <a:lnTo>
                      <a:pt x="100" y="143"/>
                    </a:lnTo>
                    <a:lnTo>
                      <a:pt x="97" y="143"/>
                    </a:lnTo>
                    <a:lnTo>
                      <a:pt x="96" y="142"/>
                    </a:lnTo>
                    <a:lnTo>
                      <a:pt x="95" y="141"/>
                    </a:lnTo>
                    <a:lnTo>
                      <a:pt x="93" y="140"/>
                    </a:lnTo>
                    <a:lnTo>
                      <a:pt x="91" y="137"/>
                    </a:lnTo>
                    <a:lnTo>
                      <a:pt x="89" y="134"/>
                    </a:lnTo>
                    <a:lnTo>
                      <a:pt x="87" y="132"/>
                    </a:lnTo>
                    <a:lnTo>
                      <a:pt x="86" y="128"/>
                    </a:lnTo>
                    <a:lnTo>
                      <a:pt x="85" y="125"/>
                    </a:lnTo>
                    <a:lnTo>
                      <a:pt x="86" y="123"/>
                    </a:lnTo>
                    <a:lnTo>
                      <a:pt x="87" y="120"/>
                    </a:lnTo>
                    <a:lnTo>
                      <a:pt x="88" y="118"/>
                    </a:lnTo>
                    <a:lnTo>
                      <a:pt x="89" y="116"/>
                    </a:lnTo>
                    <a:lnTo>
                      <a:pt x="89" y="114"/>
                    </a:lnTo>
                    <a:lnTo>
                      <a:pt x="91" y="112"/>
                    </a:lnTo>
                    <a:lnTo>
                      <a:pt x="93" y="111"/>
                    </a:lnTo>
                    <a:lnTo>
                      <a:pt x="93" y="109"/>
                    </a:lnTo>
                    <a:lnTo>
                      <a:pt x="95" y="108"/>
                    </a:lnTo>
                    <a:lnTo>
                      <a:pt x="97" y="108"/>
                    </a:lnTo>
                    <a:lnTo>
                      <a:pt x="99" y="106"/>
                    </a:lnTo>
                    <a:lnTo>
                      <a:pt x="101" y="106"/>
                    </a:lnTo>
                    <a:lnTo>
                      <a:pt x="102" y="105"/>
                    </a:lnTo>
                    <a:lnTo>
                      <a:pt x="106" y="104"/>
                    </a:lnTo>
                    <a:lnTo>
                      <a:pt x="109" y="104"/>
                    </a:lnTo>
                    <a:lnTo>
                      <a:pt x="113" y="104"/>
                    </a:lnTo>
                    <a:lnTo>
                      <a:pt x="116" y="105"/>
                    </a:lnTo>
                    <a:lnTo>
                      <a:pt x="119" y="107"/>
                    </a:lnTo>
                    <a:lnTo>
                      <a:pt x="122" y="108"/>
                    </a:lnTo>
                    <a:lnTo>
                      <a:pt x="129" y="112"/>
                    </a:lnTo>
                    <a:lnTo>
                      <a:pt x="133" y="115"/>
                    </a:lnTo>
                    <a:lnTo>
                      <a:pt x="134" y="116"/>
                    </a:lnTo>
                    <a:lnTo>
                      <a:pt x="135" y="116"/>
                    </a:lnTo>
                    <a:lnTo>
                      <a:pt x="136" y="116"/>
                    </a:lnTo>
                    <a:lnTo>
                      <a:pt x="137" y="116"/>
                    </a:lnTo>
                    <a:lnTo>
                      <a:pt x="137" y="116"/>
                    </a:lnTo>
                    <a:lnTo>
                      <a:pt x="137" y="116"/>
                    </a:lnTo>
                    <a:lnTo>
                      <a:pt x="139" y="116"/>
                    </a:lnTo>
                    <a:lnTo>
                      <a:pt x="140" y="115"/>
                    </a:lnTo>
                    <a:lnTo>
                      <a:pt x="145" y="112"/>
                    </a:lnTo>
                    <a:lnTo>
                      <a:pt x="150" y="108"/>
                    </a:lnTo>
                    <a:lnTo>
                      <a:pt x="154" y="107"/>
                    </a:lnTo>
                    <a:lnTo>
                      <a:pt x="157" y="105"/>
                    </a:lnTo>
                    <a:lnTo>
                      <a:pt x="160" y="104"/>
                    </a:lnTo>
                    <a:lnTo>
                      <a:pt x="163" y="104"/>
                    </a:lnTo>
                    <a:lnTo>
                      <a:pt x="167" y="104"/>
                    </a:lnTo>
                    <a:lnTo>
                      <a:pt x="171" y="105"/>
                    </a:lnTo>
                    <a:lnTo>
                      <a:pt x="173" y="106"/>
                    </a:lnTo>
                    <a:lnTo>
                      <a:pt x="174" y="106"/>
                    </a:lnTo>
                    <a:lnTo>
                      <a:pt x="176" y="108"/>
                    </a:lnTo>
                    <a:lnTo>
                      <a:pt x="178" y="108"/>
                    </a:lnTo>
                    <a:lnTo>
                      <a:pt x="179" y="109"/>
                    </a:lnTo>
                    <a:lnTo>
                      <a:pt x="181" y="111"/>
                    </a:lnTo>
                    <a:lnTo>
                      <a:pt x="182" y="112"/>
                    </a:lnTo>
                    <a:lnTo>
                      <a:pt x="183" y="114"/>
                    </a:lnTo>
                    <a:lnTo>
                      <a:pt x="184" y="116"/>
                    </a:lnTo>
                    <a:lnTo>
                      <a:pt x="186" y="118"/>
                    </a:lnTo>
                    <a:lnTo>
                      <a:pt x="186" y="120"/>
                    </a:lnTo>
                    <a:lnTo>
                      <a:pt x="187" y="123"/>
                    </a:lnTo>
                    <a:lnTo>
                      <a:pt x="187" y="125"/>
                    </a:lnTo>
                    <a:lnTo>
                      <a:pt x="186" y="128"/>
                    </a:lnTo>
                    <a:lnTo>
                      <a:pt x="186" y="132"/>
                    </a:lnTo>
                    <a:lnTo>
                      <a:pt x="184" y="134"/>
                    </a:lnTo>
                    <a:lnTo>
                      <a:pt x="182" y="137"/>
                    </a:lnTo>
                    <a:lnTo>
                      <a:pt x="180" y="140"/>
                    </a:lnTo>
                    <a:lnTo>
                      <a:pt x="178" y="141"/>
                    </a:lnTo>
                    <a:lnTo>
                      <a:pt x="177" y="142"/>
                    </a:lnTo>
                    <a:lnTo>
                      <a:pt x="175" y="143"/>
                    </a:lnTo>
                    <a:lnTo>
                      <a:pt x="174" y="143"/>
                    </a:lnTo>
                    <a:lnTo>
                      <a:pt x="167" y="144"/>
                    </a:lnTo>
                    <a:lnTo>
                      <a:pt x="162" y="146"/>
                    </a:lnTo>
                    <a:lnTo>
                      <a:pt x="158" y="147"/>
                    </a:lnTo>
                    <a:lnTo>
                      <a:pt x="156" y="148"/>
                    </a:lnTo>
                    <a:lnTo>
                      <a:pt x="154" y="148"/>
                    </a:lnTo>
                    <a:lnTo>
                      <a:pt x="152" y="150"/>
                    </a:lnTo>
                    <a:lnTo>
                      <a:pt x="147" y="153"/>
                    </a:lnTo>
                    <a:lnTo>
                      <a:pt x="143" y="157"/>
                    </a:lnTo>
                    <a:lnTo>
                      <a:pt x="139" y="161"/>
                    </a:lnTo>
                    <a:lnTo>
                      <a:pt x="137" y="164"/>
                    </a:lnTo>
                    <a:lnTo>
                      <a:pt x="137" y="164"/>
                    </a:lnTo>
                    <a:close/>
                    <a:moveTo>
                      <a:pt x="170" y="51"/>
                    </a:moveTo>
                    <a:lnTo>
                      <a:pt x="171" y="51"/>
                    </a:lnTo>
                    <a:lnTo>
                      <a:pt x="173" y="51"/>
                    </a:lnTo>
                    <a:lnTo>
                      <a:pt x="174" y="52"/>
                    </a:lnTo>
                    <a:lnTo>
                      <a:pt x="175" y="53"/>
                    </a:lnTo>
                    <a:lnTo>
                      <a:pt x="177" y="55"/>
                    </a:lnTo>
                    <a:lnTo>
                      <a:pt x="178" y="56"/>
                    </a:lnTo>
                    <a:lnTo>
                      <a:pt x="178" y="58"/>
                    </a:lnTo>
                    <a:lnTo>
                      <a:pt x="178" y="59"/>
                    </a:lnTo>
                    <a:lnTo>
                      <a:pt x="178" y="62"/>
                    </a:lnTo>
                    <a:lnTo>
                      <a:pt x="178" y="63"/>
                    </a:lnTo>
                    <a:lnTo>
                      <a:pt x="177" y="65"/>
                    </a:lnTo>
                    <a:lnTo>
                      <a:pt x="175" y="67"/>
                    </a:lnTo>
                    <a:lnTo>
                      <a:pt x="174" y="67"/>
                    </a:lnTo>
                    <a:lnTo>
                      <a:pt x="173" y="68"/>
                    </a:lnTo>
                    <a:lnTo>
                      <a:pt x="171" y="69"/>
                    </a:lnTo>
                    <a:lnTo>
                      <a:pt x="170" y="69"/>
                    </a:lnTo>
                    <a:lnTo>
                      <a:pt x="167" y="69"/>
                    </a:lnTo>
                    <a:lnTo>
                      <a:pt x="166" y="68"/>
                    </a:lnTo>
                    <a:lnTo>
                      <a:pt x="164" y="67"/>
                    </a:lnTo>
                    <a:lnTo>
                      <a:pt x="162" y="67"/>
                    </a:lnTo>
                    <a:lnTo>
                      <a:pt x="162" y="65"/>
                    </a:lnTo>
                    <a:lnTo>
                      <a:pt x="161" y="63"/>
                    </a:lnTo>
                    <a:lnTo>
                      <a:pt x="160" y="62"/>
                    </a:lnTo>
                    <a:lnTo>
                      <a:pt x="160" y="59"/>
                    </a:lnTo>
                    <a:lnTo>
                      <a:pt x="160" y="58"/>
                    </a:lnTo>
                    <a:lnTo>
                      <a:pt x="161" y="56"/>
                    </a:lnTo>
                    <a:lnTo>
                      <a:pt x="162" y="55"/>
                    </a:lnTo>
                    <a:lnTo>
                      <a:pt x="162" y="53"/>
                    </a:lnTo>
                    <a:lnTo>
                      <a:pt x="164" y="52"/>
                    </a:lnTo>
                    <a:lnTo>
                      <a:pt x="166" y="51"/>
                    </a:lnTo>
                    <a:lnTo>
                      <a:pt x="167" y="51"/>
                    </a:lnTo>
                    <a:lnTo>
                      <a:pt x="170" y="51"/>
                    </a:lnTo>
                    <a:lnTo>
                      <a:pt x="170" y="51"/>
                    </a:lnTo>
                    <a:close/>
                    <a:moveTo>
                      <a:pt x="175" y="96"/>
                    </a:moveTo>
                    <a:lnTo>
                      <a:pt x="177" y="95"/>
                    </a:lnTo>
                    <a:lnTo>
                      <a:pt x="177" y="93"/>
                    </a:lnTo>
                    <a:lnTo>
                      <a:pt x="179" y="88"/>
                    </a:lnTo>
                    <a:lnTo>
                      <a:pt x="181" y="84"/>
                    </a:lnTo>
                    <a:lnTo>
                      <a:pt x="183" y="81"/>
                    </a:lnTo>
                    <a:lnTo>
                      <a:pt x="186" y="78"/>
                    </a:lnTo>
                    <a:lnTo>
                      <a:pt x="188" y="76"/>
                    </a:lnTo>
                    <a:lnTo>
                      <a:pt x="190" y="74"/>
                    </a:lnTo>
                    <a:lnTo>
                      <a:pt x="194" y="72"/>
                    </a:lnTo>
                    <a:lnTo>
                      <a:pt x="196" y="71"/>
                    </a:lnTo>
                    <a:lnTo>
                      <a:pt x="198" y="69"/>
                    </a:lnTo>
                    <a:lnTo>
                      <a:pt x="202" y="68"/>
                    </a:lnTo>
                    <a:lnTo>
                      <a:pt x="205" y="67"/>
                    </a:lnTo>
                    <a:lnTo>
                      <a:pt x="209" y="67"/>
                    </a:lnTo>
                    <a:lnTo>
                      <a:pt x="213" y="67"/>
                    </a:lnTo>
                    <a:lnTo>
                      <a:pt x="217" y="67"/>
                    </a:lnTo>
                    <a:lnTo>
                      <a:pt x="221" y="67"/>
                    </a:lnTo>
                    <a:lnTo>
                      <a:pt x="223" y="68"/>
                    </a:lnTo>
                    <a:lnTo>
                      <a:pt x="226" y="69"/>
                    </a:lnTo>
                    <a:lnTo>
                      <a:pt x="229" y="71"/>
                    </a:lnTo>
                    <a:lnTo>
                      <a:pt x="230" y="72"/>
                    </a:lnTo>
                    <a:lnTo>
                      <a:pt x="232" y="73"/>
                    </a:lnTo>
                    <a:lnTo>
                      <a:pt x="234" y="75"/>
                    </a:lnTo>
                    <a:lnTo>
                      <a:pt x="236" y="76"/>
                    </a:lnTo>
                    <a:lnTo>
                      <a:pt x="238" y="79"/>
                    </a:lnTo>
                    <a:lnTo>
                      <a:pt x="238" y="80"/>
                    </a:lnTo>
                    <a:lnTo>
                      <a:pt x="240" y="82"/>
                    </a:lnTo>
                    <a:lnTo>
                      <a:pt x="242" y="86"/>
                    </a:lnTo>
                    <a:lnTo>
                      <a:pt x="244" y="89"/>
                    </a:lnTo>
                    <a:lnTo>
                      <a:pt x="247" y="93"/>
                    </a:lnTo>
                    <a:lnTo>
                      <a:pt x="251" y="98"/>
                    </a:lnTo>
                    <a:lnTo>
                      <a:pt x="254" y="101"/>
                    </a:lnTo>
                    <a:lnTo>
                      <a:pt x="256" y="102"/>
                    </a:lnTo>
                    <a:lnTo>
                      <a:pt x="254" y="103"/>
                    </a:lnTo>
                    <a:lnTo>
                      <a:pt x="249" y="105"/>
                    </a:lnTo>
                    <a:lnTo>
                      <a:pt x="246" y="107"/>
                    </a:lnTo>
                    <a:lnTo>
                      <a:pt x="242" y="108"/>
                    </a:lnTo>
                    <a:lnTo>
                      <a:pt x="238" y="110"/>
                    </a:lnTo>
                    <a:lnTo>
                      <a:pt x="236" y="112"/>
                    </a:lnTo>
                    <a:lnTo>
                      <a:pt x="230" y="116"/>
                    </a:lnTo>
                    <a:lnTo>
                      <a:pt x="224" y="120"/>
                    </a:lnTo>
                    <a:lnTo>
                      <a:pt x="222" y="120"/>
                    </a:lnTo>
                    <a:lnTo>
                      <a:pt x="218" y="121"/>
                    </a:lnTo>
                    <a:lnTo>
                      <a:pt x="215" y="122"/>
                    </a:lnTo>
                    <a:lnTo>
                      <a:pt x="211" y="122"/>
                    </a:lnTo>
                    <a:lnTo>
                      <a:pt x="207" y="121"/>
                    </a:lnTo>
                    <a:lnTo>
                      <a:pt x="204" y="120"/>
                    </a:lnTo>
                    <a:lnTo>
                      <a:pt x="201" y="120"/>
                    </a:lnTo>
                    <a:lnTo>
                      <a:pt x="198" y="120"/>
                    </a:lnTo>
                    <a:lnTo>
                      <a:pt x="198" y="120"/>
                    </a:lnTo>
                    <a:lnTo>
                      <a:pt x="197" y="119"/>
                    </a:lnTo>
                    <a:lnTo>
                      <a:pt x="195" y="115"/>
                    </a:lnTo>
                    <a:lnTo>
                      <a:pt x="194" y="112"/>
                    </a:lnTo>
                    <a:lnTo>
                      <a:pt x="191" y="108"/>
                    </a:lnTo>
                    <a:lnTo>
                      <a:pt x="190" y="106"/>
                    </a:lnTo>
                    <a:lnTo>
                      <a:pt x="186" y="104"/>
                    </a:lnTo>
                    <a:lnTo>
                      <a:pt x="184" y="100"/>
                    </a:lnTo>
                    <a:lnTo>
                      <a:pt x="182" y="99"/>
                    </a:lnTo>
                    <a:lnTo>
                      <a:pt x="180" y="98"/>
                    </a:lnTo>
                    <a:lnTo>
                      <a:pt x="178" y="96"/>
                    </a:lnTo>
                    <a:lnTo>
                      <a:pt x="175" y="96"/>
                    </a:lnTo>
                    <a:lnTo>
                      <a:pt x="175" y="96"/>
                    </a:lnTo>
                    <a:close/>
                    <a:moveTo>
                      <a:pt x="104" y="51"/>
                    </a:moveTo>
                    <a:lnTo>
                      <a:pt x="106" y="51"/>
                    </a:lnTo>
                    <a:lnTo>
                      <a:pt x="108" y="51"/>
                    </a:lnTo>
                    <a:lnTo>
                      <a:pt x="109" y="52"/>
                    </a:lnTo>
                    <a:lnTo>
                      <a:pt x="110" y="53"/>
                    </a:lnTo>
                    <a:lnTo>
                      <a:pt x="112" y="55"/>
                    </a:lnTo>
                    <a:lnTo>
                      <a:pt x="113" y="56"/>
                    </a:lnTo>
                    <a:lnTo>
                      <a:pt x="113" y="58"/>
                    </a:lnTo>
                    <a:lnTo>
                      <a:pt x="113" y="59"/>
                    </a:lnTo>
                    <a:lnTo>
                      <a:pt x="113" y="62"/>
                    </a:lnTo>
                    <a:lnTo>
                      <a:pt x="113" y="63"/>
                    </a:lnTo>
                    <a:lnTo>
                      <a:pt x="112" y="65"/>
                    </a:lnTo>
                    <a:lnTo>
                      <a:pt x="110" y="67"/>
                    </a:lnTo>
                    <a:lnTo>
                      <a:pt x="109" y="67"/>
                    </a:lnTo>
                    <a:lnTo>
                      <a:pt x="108" y="68"/>
                    </a:lnTo>
                    <a:lnTo>
                      <a:pt x="106" y="69"/>
                    </a:lnTo>
                    <a:lnTo>
                      <a:pt x="104" y="69"/>
                    </a:lnTo>
                    <a:lnTo>
                      <a:pt x="102" y="69"/>
                    </a:lnTo>
                    <a:lnTo>
                      <a:pt x="101" y="68"/>
                    </a:lnTo>
                    <a:lnTo>
                      <a:pt x="99" y="67"/>
                    </a:lnTo>
                    <a:lnTo>
                      <a:pt x="97" y="67"/>
                    </a:lnTo>
                    <a:lnTo>
                      <a:pt x="97" y="65"/>
                    </a:lnTo>
                    <a:lnTo>
                      <a:pt x="95" y="63"/>
                    </a:lnTo>
                    <a:lnTo>
                      <a:pt x="95" y="62"/>
                    </a:lnTo>
                    <a:lnTo>
                      <a:pt x="95" y="59"/>
                    </a:lnTo>
                    <a:lnTo>
                      <a:pt x="95" y="58"/>
                    </a:lnTo>
                    <a:lnTo>
                      <a:pt x="95" y="56"/>
                    </a:lnTo>
                    <a:lnTo>
                      <a:pt x="97" y="55"/>
                    </a:lnTo>
                    <a:lnTo>
                      <a:pt x="97" y="53"/>
                    </a:lnTo>
                    <a:lnTo>
                      <a:pt x="99" y="52"/>
                    </a:lnTo>
                    <a:lnTo>
                      <a:pt x="101" y="51"/>
                    </a:lnTo>
                    <a:lnTo>
                      <a:pt x="102" y="51"/>
                    </a:lnTo>
                    <a:lnTo>
                      <a:pt x="104" y="51"/>
                    </a:lnTo>
                    <a:lnTo>
                      <a:pt x="104" y="51"/>
                    </a:lnTo>
                    <a:close/>
                    <a:moveTo>
                      <a:pt x="97" y="96"/>
                    </a:moveTo>
                    <a:lnTo>
                      <a:pt x="95" y="96"/>
                    </a:lnTo>
                    <a:lnTo>
                      <a:pt x="93" y="98"/>
                    </a:lnTo>
                    <a:lnTo>
                      <a:pt x="91" y="99"/>
                    </a:lnTo>
                    <a:lnTo>
                      <a:pt x="89" y="100"/>
                    </a:lnTo>
                    <a:lnTo>
                      <a:pt x="86" y="104"/>
                    </a:lnTo>
                    <a:lnTo>
                      <a:pt x="84" y="106"/>
                    </a:lnTo>
                    <a:lnTo>
                      <a:pt x="81" y="108"/>
                    </a:lnTo>
                    <a:lnTo>
                      <a:pt x="80" y="112"/>
                    </a:lnTo>
                    <a:lnTo>
                      <a:pt x="77" y="115"/>
                    </a:lnTo>
                    <a:lnTo>
                      <a:pt x="77" y="119"/>
                    </a:lnTo>
                    <a:lnTo>
                      <a:pt x="75" y="120"/>
                    </a:lnTo>
                    <a:lnTo>
                      <a:pt x="74" y="120"/>
                    </a:lnTo>
                    <a:lnTo>
                      <a:pt x="73" y="120"/>
                    </a:lnTo>
                    <a:lnTo>
                      <a:pt x="69" y="120"/>
                    </a:lnTo>
                    <a:lnTo>
                      <a:pt x="65" y="121"/>
                    </a:lnTo>
                    <a:lnTo>
                      <a:pt x="61" y="122"/>
                    </a:lnTo>
                    <a:lnTo>
                      <a:pt x="58" y="122"/>
                    </a:lnTo>
                    <a:lnTo>
                      <a:pt x="54" y="121"/>
                    </a:lnTo>
                    <a:lnTo>
                      <a:pt x="51" y="120"/>
                    </a:lnTo>
                    <a:lnTo>
                      <a:pt x="49" y="120"/>
                    </a:lnTo>
                    <a:lnTo>
                      <a:pt x="43" y="116"/>
                    </a:lnTo>
                    <a:lnTo>
                      <a:pt x="37" y="112"/>
                    </a:lnTo>
                    <a:lnTo>
                      <a:pt x="34" y="110"/>
                    </a:lnTo>
                    <a:lnTo>
                      <a:pt x="31" y="108"/>
                    </a:lnTo>
                    <a:lnTo>
                      <a:pt x="28" y="107"/>
                    </a:lnTo>
                    <a:lnTo>
                      <a:pt x="25" y="105"/>
                    </a:lnTo>
                    <a:lnTo>
                      <a:pt x="19" y="103"/>
                    </a:lnTo>
                    <a:lnTo>
                      <a:pt x="17" y="102"/>
                    </a:lnTo>
                    <a:lnTo>
                      <a:pt x="18" y="101"/>
                    </a:lnTo>
                    <a:lnTo>
                      <a:pt x="21" y="98"/>
                    </a:lnTo>
                    <a:lnTo>
                      <a:pt x="25" y="93"/>
                    </a:lnTo>
                    <a:lnTo>
                      <a:pt x="29" y="89"/>
                    </a:lnTo>
                    <a:lnTo>
                      <a:pt x="31" y="86"/>
                    </a:lnTo>
                    <a:lnTo>
                      <a:pt x="33" y="82"/>
                    </a:lnTo>
                    <a:lnTo>
                      <a:pt x="34" y="80"/>
                    </a:lnTo>
                    <a:lnTo>
                      <a:pt x="36" y="79"/>
                    </a:lnTo>
                    <a:lnTo>
                      <a:pt x="37" y="76"/>
                    </a:lnTo>
                    <a:lnTo>
                      <a:pt x="39" y="75"/>
                    </a:lnTo>
                    <a:lnTo>
                      <a:pt x="41" y="73"/>
                    </a:lnTo>
                    <a:lnTo>
                      <a:pt x="43" y="72"/>
                    </a:lnTo>
                    <a:lnTo>
                      <a:pt x="45" y="71"/>
                    </a:lnTo>
                    <a:lnTo>
                      <a:pt x="47" y="69"/>
                    </a:lnTo>
                    <a:lnTo>
                      <a:pt x="49" y="68"/>
                    </a:lnTo>
                    <a:lnTo>
                      <a:pt x="53" y="67"/>
                    </a:lnTo>
                    <a:lnTo>
                      <a:pt x="56" y="67"/>
                    </a:lnTo>
                    <a:lnTo>
                      <a:pt x="60" y="67"/>
                    </a:lnTo>
                    <a:lnTo>
                      <a:pt x="65" y="67"/>
                    </a:lnTo>
                    <a:lnTo>
                      <a:pt x="68" y="67"/>
                    </a:lnTo>
                    <a:lnTo>
                      <a:pt x="71" y="68"/>
                    </a:lnTo>
                    <a:lnTo>
                      <a:pt x="74" y="69"/>
                    </a:lnTo>
                    <a:lnTo>
                      <a:pt x="77" y="71"/>
                    </a:lnTo>
                    <a:lnTo>
                      <a:pt x="80" y="72"/>
                    </a:lnTo>
                    <a:lnTo>
                      <a:pt x="82" y="74"/>
                    </a:lnTo>
                    <a:lnTo>
                      <a:pt x="85" y="76"/>
                    </a:lnTo>
                    <a:lnTo>
                      <a:pt x="88" y="78"/>
                    </a:lnTo>
                    <a:lnTo>
                      <a:pt x="90" y="81"/>
                    </a:lnTo>
                    <a:lnTo>
                      <a:pt x="92" y="84"/>
                    </a:lnTo>
                    <a:lnTo>
                      <a:pt x="93" y="88"/>
                    </a:lnTo>
                    <a:lnTo>
                      <a:pt x="96" y="93"/>
                    </a:lnTo>
                    <a:lnTo>
                      <a:pt x="97" y="95"/>
                    </a:lnTo>
                    <a:lnTo>
                      <a:pt x="97" y="9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5" name="ïṩļïḓe"/>
              <p:cNvSpPr/>
              <p:nvPr userDrawn="1"/>
            </p:nvSpPr>
            <p:spPr bwMode="auto">
              <a:xfrm>
                <a:off x="2032001" y="3052763"/>
                <a:ext cx="236538" cy="215900"/>
              </a:xfrm>
              <a:custGeom>
                <a:avLst/>
                <a:gdLst>
                  <a:gd name="T0" fmla="*/ 27 w 149"/>
                  <a:gd name="T1" fmla="*/ 59 h 136"/>
                  <a:gd name="T2" fmla="*/ 21 w 149"/>
                  <a:gd name="T3" fmla="*/ 66 h 136"/>
                  <a:gd name="T4" fmla="*/ 19 w 149"/>
                  <a:gd name="T5" fmla="*/ 59 h 136"/>
                  <a:gd name="T6" fmla="*/ 9 w 149"/>
                  <a:gd name="T7" fmla="*/ 54 h 136"/>
                  <a:gd name="T8" fmla="*/ 1 w 149"/>
                  <a:gd name="T9" fmla="*/ 49 h 136"/>
                  <a:gd name="T10" fmla="*/ 3 w 149"/>
                  <a:gd name="T11" fmla="*/ 35 h 136"/>
                  <a:gd name="T12" fmla="*/ 9 w 149"/>
                  <a:gd name="T13" fmla="*/ 34 h 136"/>
                  <a:gd name="T14" fmla="*/ 20 w 149"/>
                  <a:gd name="T15" fmla="*/ 43 h 136"/>
                  <a:gd name="T16" fmla="*/ 21 w 149"/>
                  <a:gd name="T17" fmla="*/ 35 h 136"/>
                  <a:gd name="T18" fmla="*/ 8 w 149"/>
                  <a:gd name="T19" fmla="*/ 8 h 136"/>
                  <a:gd name="T20" fmla="*/ 17 w 149"/>
                  <a:gd name="T21" fmla="*/ 0 h 136"/>
                  <a:gd name="T22" fmla="*/ 24 w 149"/>
                  <a:gd name="T23" fmla="*/ 6 h 136"/>
                  <a:gd name="T24" fmla="*/ 29 w 149"/>
                  <a:gd name="T25" fmla="*/ 38 h 136"/>
                  <a:gd name="T26" fmla="*/ 31 w 149"/>
                  <a:gd name="T27" fmla="*/ 49 h 136"/>
                  <a:gd name="T28" fmla="*/ 46 w 149"/>
                  <a:gd name="T29" fmla="*/ 61 h 136"/>
                  <a:gd name="T30" fmla="*/ 46 w 149"/>
                  <a:gd name="T31" fmla="*/ 55 h 136"/>
                  <a:gd name="T32" fmla="*/ 41 w 149"/>
                  <a:gd name="T33" fmla="*/ 43 h 136"/>
                  <a:gd name="T34" fmla="*/ 47 w 149"/>
                  <a:gd name="T35" fmla="*/ 41 h 136"/>
                  <a:gd name="T36" fmla="*/ 34 w 149"/>
                  <a:gd name="T37" fmla="*/ 24 h 136"/>
                  <a:gd name="T38" fmla="*/ 38 w 149"/>
                  <a:gd name="T39" fmla="*/ 19 h 136"/>
                  <a:gd name="T40" fmla="*/ 45 w 149"/>
                  <a:gd name="T41" fmla="*/ 26 h 136"/>
                  <a:gd name="T42" fmla="*/ 49 w 149"/>
                  <a:gd name="T43" fmla="*/ 28 h 136"/>
                  <a:gd name="T44" fmla="*/ 45 w 149"/>
                  <a:gd name="T45" fmla="*/ 10 h 136"/>
                  <a:gd name="T46" fmla="*/ 50 w 149"/>
                  <a:gd name="T47" fmla="*/ 8 h 136"/>
                  <a:gd name="T48" fmla="*/ 53 w 149"/>
                  <a:gd name="T49" fmla="*/ 28 h 136"/>
                  <a:gd name="T50" fmla="*/ 67 w 149"/>
                  <a:gd name="T51" fmla="*/ 56 h 136"/>
                  <a:gd name="T52" fmla="*/ 68 w 149"/>
                  <a:gd name="T53" fmla="*/ 37 h 136"/>
                  <a:gd name="T54" fmla="*/ 70 w 149"/>
                  <a:gd name="T55" fmla="*/ 13 h 136"/>
                  <a:gd name="T56" fmla="*/ 77 w 149"/>
                  <a:gd name="T57" fmla="*/ 20 h 136"/>
                  <a:gd name="T58" fmla="*/ 73 w 149"/>
                  <a:gd name="T59" fmla="*/ 37 h 136"/>
                  <a:gd name="T60" fmla="*/ 85 w 149"/>
                  <a:gd name="T61" fmla="*/ 64 h 136"/>
                  <a:gd name="T62" fmla="*/ 97 w 149"/>
                  <a:gd name="T63" fmla="*/ 67 h 136"/>
                  <a:gd name="T64" fmla="*/ 100 w 149"/>
                  <a:gd name="T65" fmla="*/ 55 h 136"/>
                  <a:gd name="T66" fmla="*/ 106 w 149"/>
                  <a:gd name="T67" fmla="*/ 59 h 136"/>
                  <a:gd name="T68" fmla="*/ 105 w 149"/>
                  <a:gd name="T69" fmla="*/ 71 h 136"/>
                  <a:gd name="T70" fmla="*/ 142 w 149"/>
                  <a:gd name="T71" fmla="*/ 82 h 136"/>
                  <a:gd name="T72" fmla="*/ 148 w 149"/>
                  <a:gd name="T73" fmla="*/ 91 h 136"/>
                  <a:gd name="T74" fmla="*/ 132 w 149"/>
                  <a:gd name="T75" fmla="*/ 98 h 136"/>
                  <a:gd name="T76" fmla="*/ 133 w 149"/>
                  <a:gd name="T77" fmla="*/ 92 h 136"/>
                  <a:gd name="T78" fmla="*/ 109 w 149"/>
                  <a:gd name="T79" fmla="*/ 80 h 136"/>
                  <a:gd name="T80" fmla="*/ 109 w 149"/>
                  <a:gd name="T81" fmla="*/ 91 h 136"/>
                  <a:gd name="T82" fmla="*/ 113 w 149"/>
                  <a:gd name="T83" fmla="*/ 101 h 136"/>
                  <a:gd name="T84" fmla="*/ 101 w 149"/>
                  <a:gd name="T85" fmla="*/ 104 h 136"/>
                  <a:gd name="T86" fmla="*/ 97 w 149"/>
                  <a:gd name="T87" fmla="*/ 87 h 136"/>
                  <a:gd name="T88" fmla="*/ 76 w 149"/>
                  <a:gd name="T89" fmla="*/ 71 h 136"/>
                  <a:gd name="T90" fmla="*/ 81 w 149"/>
                  <a:gd name="T91" fmla="*/ 96 h 136"/>
                  <a:gd name="T92" fmla="*/ 91 w 149"/>
                  <a:gd name="T93" fmla="*/ 125 h 136"/>
                  <a:gd name="T94" fmla="*/ 86 w 149"/>
                  <a:gd name="T95" fmla="*/ 136 h 136"/>
                  <a:gd name="T96" fmla="*/ 76 w 149"/>
                  <a:gd name="T97" fmla="*/ 124 h 136"/>
                  <a:gd name="T98" fmla="*/ 70 w 149"/>
                  <a:gd name="T99" fmla="*/ 78 h 136"/>
                  <a:gd name="T100" fmla="*/ 57 w 149"/>
                  <a:gd name="T101" fmla="*/ 60 h 136"/>
                  <a:gd name="T102" fmla="*/ 55 w 149"/>
                  <a:gd name="T103" fmla="*/ 71 h 136"/>
                  <a:gd name="T104" fmla="*/ 56 w 149"/>
                  <a:gd name="T105" fmla="*/ 91 h 136"/>
                  <a:gd name="T106" fmla="*/ 47 w 149"/>
                  <a:gd name="T107" fmla="*/ 89 h 136"/>
                  <a:gd name="T108" fmla="*/ 41 w 149"/>
                  <a:gd name="T109" fmla="*/ 6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9" h="136">
                    <a:moveTo>
                      <a:pt x="32" y="60"/>
                    </a:moveTo>
                    <a:lnTo>
                      <a:pt x="31" y="60"/>
                    </a:lnTo>
                    <a:lnTo>
                      <a:pt x="29" y="59"/>
                    </a:lnTo>
                    <a:lnTo>
                      <a:pt x="29" y="58"/>
                    </a:lnTo>
                    <a:lnTo>
                      <a:pt x="28" y="58"/>
                    </a:lnTo>
                    <a:lnTo>
                      <a:pt x="27" y="58"/>
                    </a:lnTo>
                    <a:lnTo>
                      <a:pt x="27" y="59"/>
                    </a:lnTo>
                    <a:lnTo>
                      <a:pt x="26" y="62"/>
                    </a:lnTo>
                    <a:lnTo>
                      <a:pt x="25" y="64"/>
                    </a:lnTo>
                    <a:lnTo>
                      <a:pt x="25" y="66"/>
                    </a:lnTo>
                    <a:lnTo>
                      <a:pt x="24" y="66"/>
                    </a:lnTo>
                    <a:lnTo>
                      <a:pt x="24" y="67"/>
                    </a:lnTo>
                    <a:lnTo>
                      <a:pt x="23" y="67"/>
                    </a:lnTo>
                    <a:lnTo>
                      <a:pt x="21" y="66"/>
                    </a:lnTo>
                    <a:lnTo>
                      <a:pt x="20" y="66"/>
                    </a:lnTo>
                    <a:lnTo>
                      <a:pt x="19" y="65"/>
                    </a:lnTo>
                    <a:lnTo>
                      <a:pt x="18" y="65"/>
                    </a:lnTo>
                    <a:lnTo>
                      <a:pt x="18" y="64"/>
                    </a:lnTo>
                    <a:lnTo>
                      <a:pt x="18" y="63"/>
                    </a:lnTo>
                    <a:lnTo>
                      <a:pt x="18" y="62"/>
                    </a:lnTo>
                    <a:lnTo>
                      <a:pt x="19" y="59"/>
                    </a:lnTo>
                    <a:lnTo>
                      <a:pt x="19" y="58"/>
                    </a:lnTo>
                    <a:lnTo>
                      <a:pt x="19" y="57"/>
                    </a:lnTo>
                    <a:lnTo>
                      <a:pt x="19" y="56"/>
                    </a:lnTo>
                    <a:lnTo>
                      <a:pt x="18" y="56"/>
                    </a:lnTo>
                    <a:lnTo>
                      <a:pt x="16" y="55"/>
                    </a:lnTo>
                    <a:lnTo>
                      <a:pt x="13" y="55"/>
                    </a:lnTo>
                    <a:lnTo>
                      <a:pt x="9" y="54"/>
                    </a:lnTo>
                    <a:lnTo>
                      <a:pt x="8" y="53"/>
                    </a:lnTo>
                    <a:lnTo>
                      <a:pt x="7" y="52"/>
                    </a:lnTo>
                    <a:lnTo>
                      <a:pt x="5" y="52"/>
                    </a:lnTo>
                    <a:lnTo>
                      <a:pt x="3" y="51"/>
                    </a:lnTo>
                    <a:lnTo>
                      <a:pt x="2" y="51"/>
                    </a:lnTo>
                    <a:lnTo>
                      <a:pt x="1" y="50"/>
                    </a:lnTo>
                    <a:lnTo>
                      <a:pt x="1" y="49"/>
                    </a:lnTo>
                    <a:lnTo>
                      <a:pt x="0" y="46"/>
                    </a:lnTo>
                    <a:lnTo>
                      <a:pt x="1" y="43"/>
                    </a:lnTo>
                    <a:lnTo>
                      <a:pt x="1" y="41"/>
                    </a:lnTo>
                    <a:lnTo>
                      <a:pt x="1" y="39"/>
                    </a:lnTo>
                    <a:lnTo>
                      <a:pt x="1" y="38"/>
                    </a:lnTo>
                    <a:lnTo>
                      <a:pt x="2" y="37"/>
                    </a:lnTo>
                    <a:lnTo>
                      <a:pt x="3" y="35"/>
                    </a:lnTo>
                    <a:lnTo>
                      <a:pt x="4" y="35"/>
                    </a:lnTo>
                    <a:lnTo>
                      <a:pt x="5" y="34"/>
                    </a:lnTo>
                    <a:lnTo>
                      <a:pt x="5" y="34"/>
                    </a:lnTo>
                    <a:lnTo>
                      <a:pt x="6" y="34"/>
                    </a:lnTo>
                    <a:lnTo>
                      <a:pt x="7" y="34"/>
                    </a:lnTo>
                    <a:lnTo>
                      <a:pt x="9" y="34"/>
                    </a:lnTo>
                    <a:lnTo>
                      <a:pt x="9" y="34"/>
                    </a:lnTo>
                    <a:lnTo>
                      <a:pt x="10" y="34"/>
                    </a:lnTo>
                    <a:lnTo>
                      <a:pt x="11" y="35"/>
                    </a:lnTo>
                    <a:lnTo>
                      <a:pt x="12" y="35"/>
                    </a:lnTo>
                    <a:lnTo>
                      <a:pt x="13" y="37"/>
                    </a:lnTo>
                    <a:lnTo>
                      <a:pt x="16" y="39"/>
                    </a:lnTo>
                    <a:lnTo>
                      <a:pt x="19" y="42"/>
                    </a:lnTo>
                    <a:lnTo>
                      <a:pt x="20" y="43"/>
                    </a:lnTo>
                    <a:lnTo>
                      <a:pt x="21" y="43"/>
                    </a:lnTo>
                    <a:lnTo>
                      <a:pt x="21" y="43"/>
                    </a:lnTo>
                    <a:lnTo>
                      <a:pt x="22" y="43"/>
                    </a:lnTo>
                    <a:lnTo>
                      <a:pt x="22" y="43"/>
                    </a:lnTo>
                    <a:lnTo>
                      <a:pt x="22" y="42"/>
                    </a:lnTo>
                    <a:lnTo>
                      <a:pt x="21" y="39"/>
                    </a:lnTo>
                    <a:lnTo>
                      <a:pt x="21" y="35"/>
                    </a:lnTo>
                    <a:lnTo>
                      <a:pt x="19" y="30"/>
                    </a:lnTo>
                    <a:lnTo>
                      <a:pt x="17" y="26"/>
                    </a:lnTo>
                    <a:lnTo>
                      <a:pt x="14" y="19"/>
                    </a:lnTo>
                    <a:lnTo>
                      <a:pt x="11" y="14"/>
                    </a:lnTo>
                    <a:lnTo>
                      <a:pt x="9" y="12"/>
                    </a:lnTo>
                    <a:lnTo>
                      <a:pt x="9" y="10"/>
                    </a:lnTo>
                    <a:lnTo>
                      <a:pt x="8" y="8"/>
                    </a:lnTo>
                    <a:lnTo>
                      <a:pt x="8" y="7"/>
                    </a:lnTo>
                    <a:lnTo>
                      <a:pt x="9" y="6"/>
                    </a:lnTo>
                    <a:lnTo>
                      <a:pt x="9" y="4"/>
                    </a:lnTo>
                    <a:lnTo>
                      <a:pt x="11" y="2"/>
                    </a:lnTo>
                    <a:lnTo>
                      <a:pt x="12" y="2"/>
                    </a:lnTo>
                    <a:lnTo>
                      <a:pt x="14" y="0"/>
                    </a:lnTo>
                    <a:lnTo>
                      <a:pt x="17" y="0"/>
                    </a:lnTo>
                    <a:lnTo>
                      <a:pt x="17" y="0"/>
                    </a:lnTo>
                    <a:lnTo>
                      <a:pt x="18" y="0"/>
                    </a:lnTo>
                    <a:lnTo>
                      <a:pt x="20" y="1"/>
                    </a:lnTo>
                    <a:lnTo>
                      <a:pt x="21" y="2"/>
                    </a:lnTo>
                    <a:lnTo>
                      <a:pt x="23" y="3"/>
                    </a:lnTo>
                    <a:lnTo>
                      <a:pt x="24" y="4"/>
                    </a:lnTo>
                    <a:lnTo>
                      <a:pt x="24" y="6"/>
                    </a:lnTo>
                    <a:lnTo>
                      <a:pt x="24" y="9"/>
                    </a:lnTo>
                    <a:lnTo>
                      <a:pt x="24" y="13"/>
                    </a:lnTo>
                    <a:lnTo>
                      <a:pt x="25" y="17"/>
                    </a:lnTo>
                    <a:lnTo>
                      <a:pt x="27" y="23"/>
                    </a:lnTo>
                    <a:lnTo>
                      <a:pt x="27" y="28"/>
                    </a:lnTo>
                    <a:lnTo>
                      <a:pt x="28" y="32"/>
                    </a:lnTo>
                    <a:lnTo>
                      <a:pt x="29" y="38"/>
                    </a:lnTo>
                    <a:lnTo>
                      <a:pt x="29" y="41"/>
                    </a:lnTo>
                    <a:lnTo>
                      <a:pt x="29" y="45"/>
                    </a:lnTo>
                    <a:lnTo>
                      <a:pt x="29" y="46"/>
                    </a:lnTo>
                    <a:lnTo>
                      <a:pt x="29" y="47"/>
                    </a:lnTo>
                    <a:lnTo>
                      <a:pt x="29" y="48"/>
                    </a:lnTo>
                    <a:lnTo>
                      <a:pt x="30" y="49"/>
                    </a:lnTo>
                    <a:lnTo>
                      <a:pt x="31" y="49"/>
                    </a:lnTo>
                    <a:lnTo>
                      <a:pt x="32" y="49"/>
                    </a:lnTo>
                    <a:lnTo>
                      <a:pt x="33" y="50"/>
                    </a:lnTo>
                    <a:lnTo>
                      <a:pt x="36" y="52"/>
                    </a:lnTo>
                    <a:lnTo>
                      <a:pt x="39" y="55"/>
                    </a:lnTo>
                    <a:lnTo>
                      <a:pt x="41" y="57"/>
                    </a:lnTo>
                    <a:lnTo>
                      <a:pt x="44" y="59"/>
                    </a:lnTo>
                    <a:lnTo>
                      <a:pt x="46" y="61"/>
                    </a:lnTo>
                    <a:lnTo>
                      <a:pt x="46" y="61"/>
                    </a:lnTo>
                    <a:lnTo>
                      <a:pt x="47" y="61"/>
                    </a:lnTo>
                    <a:lnTo>
                      <a:pt x="47" y="60"/>
                    </a:lnTo>
                    <a:lnTo>
                      <a:pt x="47" y="59"/>
                    </a:lnTo>
                    <a:lnTo>
                      <a:pt x="47" y="57"/>
                    </a:lnTo>
                    <a:lnTo>
                      <a:pt x="47" y="56"/>
                    </a:lnTo>
                    <a:lnTo>
                      <a:pt x="46" y="55"/>
                    </a:lnTo>
                    <a:lnTo>
                      <a:pt x="46" y="54"/>
                    </a:lnTo>
                    <a:lnTo>
                      <a:pt x="44" y="51"/>
                    </a:lnTo>
                    <a:lnTo>
                      <a:pt x="41" y="47"/>
                    </a:lnTo>
                    <a:lnTo>
                      <a:pt x="41" y="46"/>
                    </a:lnTo>
                    <a:lnTo>
                      <a:pt x="41" y="44"/>
                    </a:lnTo>
                    <a:lnTo>
                      <a:pt x="41" y="43"/>
                    </a:lnTo>
                    <a:lnTo>
                      <a:pt x="41" y="43"/>
                    </a:lnTo>
                    <a:lnTo>
                      <a:pt x="41" y="42"/>
                    </a:lnTo>
                    <a:lnTo>
                      <a:pt x="41" y="42"/>
                    </a:lnTo>
                    <a:lnTo>
                      <a:pt x="44" y="42"/>
                    </a:lnTo>
                    <a:lnTo>
                      <a:pt x="46" y="42"/>
                    </a:lnTo>
                    <a:lnTo>
                      <a:pt x="47" y="42"/>
                    </a:lnTo>
                    <a:lnTo>
                      <a:pt x="47" y="42"/>
                    </a:lnTo>
                    <a:lnTo>
                      <a:pt x="47" y="41"/>
                    </a:lnTo>
                    <a:lnTo>
                      <a:pt x="46" y="40"/>
                    </a:lnTo>
                    <a:lnTo>
                      <a:pt x="44" y="37"/>
                    </a:lnTo>
                    <a:lnTo>
                      <a:pt x="41" y="34"/>
                    </a:lnTo>
                    <a:lnTo>
                      <a:pt x="38" y="30"/>
                    </a:lnTo>
                    <a:lnTo>
                      <a:pt x="37" y="28"/>
                    </a:lnTo>
                    <a:lnTo>
                      <a:pt x="35" y="26"/>
                    </a:lnTo>
                    <a:lnTo>
                      <a:pt x="34" y="24"/>
                    </a:lnTo>
                    <a:lnTo>
                      <a:pt x="33" y="22"/>
                    </a:lnTo>
                    <a:lnTo>
                      <a:pt x="33" y="22"/>
                    </a:lnTo>
                    <a:lnTo>
                      <a:pt x="34" y="21"/>
                    </a:lnTo>
                    <a:lnTo>
                      <a:pt x="35" y="19"/>
                    </a:lnTo>
                    <a:lnTo>
                      <a:pt x="36" y="19"/>
                    </a:lnTo>
                    <a:lnTo>
                      <a:pt x="37" y="19"/>
                    </a:lnTo>
                    <a:lnTo>
                      <a:pt x="38" y="19"/>
                    </a:lnTo>
                    <a:lnTo>
                      <a:pt x="39" y="19"/>
                    </a:lnTo>
                    <a:lnTo>
                      <a:pt x="41" y="20"/>
                    </a:lnTo>
                    <a:lnTo>
                      <a:pt x="41" y="22"/>
                    </a:lnTo>
                    <a:lnTo>
                      <a:pt x="42" y="23"/>
                    </a:lnTo>
                    <a:lnTo>
                      <a:pt x="44" y="25"/>
                    </a:lnTo>
                    <a:lnTo>
                      <a:pt x="44" y="26"/>
                    </a:lnTo>
                    <a:lnTo>
                      <a:pt x="45" y="26"/>
                    </a:lnTo>
                    <a:lnTo>
                      <a:pt x="45" y="27"/>
                    </a:lnTo>
                    <a:lnTo>
                      <a:pt x="46" y="27"/>
                    </a:lnTo>
                    <a:lnTo>
                      <a:pt x="47" y="28"/>
                    </a:lnTo>
                    <a:lnTo>
                      <a:pt x="48" y="29"/>
                    </a:lnTo>
                    <a:lnTo>
                      <a:pt x="49" y="29"/>
                    </a:lnTo>
                    <a:lnTo>
                      <a:pt x="49" y="28"/>
                    </a:lnTo>
                    <a:lnTo>
                      <a:pt x="49" y="28"/>
                    </a:lnTo>
                    <a:lnTo>
                      <a:pt x="49" y="26"/>
                    </a:lnTo>
                    <a:lnTo>
                      <a:pt x="48" y="23"/>
                    </a:lnTo>
                    <a:lnTo>
                      <a:pt x="46" y="19"/>
                    </a:lnTo>
                    <a:lnTo>
                      <a:pt x="45" y="16"/>
                    </a:lnTo>
                    <a:lnTo>
                      <a:pt x="45" y="14"/>
                    </a:lnTo>
                    <a:lnTo>
                      <a:pt x="45" y="13"/>
                    </a:lnTo>
                    <a:lnTo>
                      <a:pt x="45" y="10"/>
                    </a:lnTo>
                    <a:lnTo>
                      <a:pt x="46" y="8"/>
                    </a:lnTo>
                    <a:lnTo>
                      <a:pt x="48" y="6"/>
                    </a:lnTo>
                    <a:lnTo>
                      <a:pt x="48" y="6"/>
                    </a:lnTo>
                    <a:lnTo>
                      <a:pt x="49" y="6"/>
                    </a:lnTo>
                    <a:lnTo>
                      <a:pt x="49" y="6"/>
                    </a:lnTo>
                    <a:lnTo>
                      <a:pt x="49" y="6"/>
                    </a:lnTo>
                    <a:lnTo>
                      <a:pt x="50" y="8"/>
                    </a:lnTo>
                    <a:lnTo>
                      <a:pt x="51" y="10"/>
                    </a:lnTo>
                    <a:lnTo>
                      <a:pt x="51" y="12"/>
                    </a:lnTo>
                    <a:lnTo>
                      <a:pt x="52" y="15"/>
                    </a:lnTo>
                    <a:lnTo>
                      <a:pt x="53" y="18"/>
                    </a:lnTo>
                    <a:lnTo>
                      <a:pt x="53" y="22"/>
                    </a:lnTo>
                    <a:lnTo>
                      <a:pt x="53" y="26"/>
                    </a:lnTo>
                    <a:lnTo>
                      <a:pt x="53" y="28"/>
                    </a:lnTo>
                    <a:lnTo>
                      <a:pt x="53" y="30"/>
                    </a:lnTo>
                    <a:lnTo>
                      <a:pt x="53" y="32"/>
                    </a:lnTo>
                    <a:lnTo>
                      <a:pt x="56" y="37"/>
                    </a:lnTo>
                    <a:lnTo>
                      <a:pt x="60" y="44"/>
                    </a:lnTo>
                    <a:lnTo>
                      <a:pt x="64" y="51"/>
                    </a:lnTo>
                    <a:lnTo>
                      <a:pt x="66" y="55"/>
                    </a:lnTo>
                    <a:lnTo>
                      <a:pt x="67" y="56"/>
                    </a:lnTo>
                    <a:lnTo>
                      <a:pt x="68" y="56"/>
                    </a:lnTo>
                    <a:lnTo>
                      <a:pt x="68" y="56"/>
                    </a:lnTo>
                    <a:lnTo>
                      <a:pt x="69" y="55"/>
                    </a:lnTo>
                    <a:lnTo>
                      <a:pt x="69" y="55"/>
                    </a:lnTo>
                    <a:lnTo>
                      <a:pt x="69" y="55"/>
                    </a:lnTo>
                    <a:lnTo>
                      <a:pt x="68" y="47"/>
                    </a:lnTo>
                    <a:lnTo>
                      <a:pt x="68" y="37"/>
                    </a:lnTo>
                    <a:lnTo>
                      <a:pt x="68" y="30"/>
                    </a:lnTo>
                    <a:lnTo>
                      <a:pt x="68" y="26"/>
                    </a:lnTo>
                    <a:lnTo>
                      <a:pt x="68" y="22"/>
                    </a:lnTo>
                    <a:lnTo>
                      <a:pt x="68" y="19"/>
                    </a:lnTo>
                    <a:lnTo>
                      <a:pt x="69" y="16"/>
                    </a:lnTo>
                    <a:lnTo>
                      <a:pt x="70" y="14"/>
                    </a:lnTo>
                    <a:lnTo>
                      <a:pt x="70" y="13"/>
                    </a:lnTo>
                    <a:lnTo>
                      <a:pt x="71" y="13"/>
                    </a:lnTo>
                    <a:lnTo>
                      <a:pt x="72" y="12"/>
                    </a:lnTo>
                    <a:lnTo>
                      <a:pt x="72" y="12"/>
                    </a:lnTo>
                    <a:lnTo>
                      <a:pt x="73" y="14"/>
                    </a:lnTo>
                    <a:lnTo>
                      <a:pt x="76" y="15"/>
                    </a:lnTo>
                    <a:lnTo>
                      <a:pt x="77" y="18"/>
                    </a:lnTo>
                    <a:lnTo>
                      <a:pt x="77" y="20"/>
                    </a:lnTo>
                    <a:lnTo>
                      <a:pt x="77" y="22"/>
                    </a:lnTo>
                    <a:lnTo>
                      <a:pt x="77" y="25"/>
                    </a:lnTo>
                    <a:lnTo>
                      <a:pt x="76" y="26"/>
                    </a:lnTo>
                    <a:lnTo>
                      <a:pt x="74" y="29"/>
                    </a:lnTo>
                    <a:lnTo>
                      <a:pt x="74" y="30"/>
                    </a:lnTo>
                    <a:lnTo>
                      <a:pt x="73" y="34"/>
                    </a:lnTo>
                    <a:lnTo>
                      <a:pt x="73" y="37"/>
                    </a:lnTo>
                    <a:lnTo>
                      <a:pt x="73" y="40"/>
                    </a:lnTo>
                    <a:lnTo>
                      <a:pt x="73" y="47"/>
                    </a:lnTo>
                    <a:lnTo>
                      <a:pt x="73" y="52"/>
                    </a:lnTo>
                    <a:lnTo>
                      <a:pt x="74" y="56"/>
                    </a:lnTo>
                    <a:lnTo>
                      <a:pt x="74" y="58"/>
                    </a:lnTo>
                    <a:lnTo>
                      <a:pt x="78" y="60"/>
                    </a:lnTo>
                    <a:lnTo>
                      <a:pt x="85" y="64"/>
                    </a:lnTo>
                    <a:lnTo>
                      <a:pt x="89" y="66"/>
                    </a:lnTo>
                    <a:lnTo>
                      <a:pt x="92" y="67"/>
                    </a:lnTo>
                    <a:lnTo>
                      <a:pt x="94" y="67"/>
                    </a:lnTo>
                    <a:lnTo>
                      <a:pt x="95" y="67"/>
                    </a:lnTo>
                    <a:lnTo>
                      <a:pt x="96" y="67"/>
                    </a:lnTo>
                    <a:lnTo>
                      <a:pt x="97" y="67"/>
                    </a:lnTo>
                    <a:lnTo>
                      <a:pt x="97" y="67"/>
                    </a:lnTo>
                    <a:lnTo>
                      <a:pt x="97" y="66"/>
                    </a:lnTo>
                    <a:lnTo>
                      <a:pt x="97" y="63"/>
                    </a:lnTo>
                    <a:lnTo>
                      <a:pt x="97" y="59"/>
                    </a:lnTo>
                    <a:lnTo>
                      <a:pt x="97" y="58"/>
                    </a:lnTo>
                    <a:lnTo>
                      <a:pt x="98" y="56"/>
                    </a:lnTo>
                    <a:lnTo>
                      <a:pt x="99" y="55"/>
                    </a:lnTo>
                    <a:lnTo>
                      <a:pt x="100" y="55"/>
                    </a:lnTo>
                    <a:lnTo>
                      <a:pt x="101" y="55"/>
                    </a:lnTo>
                    <a:lnTo>
                      <a:pt x="102" y="55"/>
                    </a:lnTo>
                    <a:lnTo>
                      <a:pt x="104" y="55"/>
                    </a:lnTo>
                    <a:lnTo>
                      <a:pt x="105" y="56"/>
                    </a:lnTo>
                    <a:lnTo>
                      <a:pt x="105" y="57"/>
                    </a:lnTo>
                    <a:lnTo>
                      <a:pt x="105" y="58"/>
                    </a:lnTo>
                    <a:lnTo>
                      <a:pt x="106" y="59"/>
                    </a:lnTo>
                    <a:lnTo>
                      <a:pt x="106" y="59"/>
                    </a:lnTo>
                    <a:lnTo>
                      <a:pt x="105" y="63"/>
                    </a:lnTo>
                    <a:lnTo>
                      <a:pt x="105" y="66"/>
                    </a:lnTo>
                    <a:lnTo>
                      <a:pt x="104" y="67"/>
                    </a:lnTo>
                    <a:lnTo>
                      <a:pt x="104" y="69"/>
                    </a:lnTo>
                    <a:lnTo>
                      <a:pt x="105" y="71"/>
                    </a:lnTo>
                    <a:lnTo>
                      <a:pt x="105" y="71"/>
                    </a:lnTo>
                    <a:lnTo>
                      <a:pt x="110" y="73"/>
                    </a:lnTo>
                    <a:lnTo>
                      <a:pt x="120" y="75"/>
                    </a:lnTo>
                    <a:lnTo>
                      <a:pt x="129" y="78"/>
                    </a:lnTo>
                    <a:lnTo>
                      <a:pt x="135" y="79"/>
                    </a:lnTo>
                    <a:lnTo>
                      <a:pt x="137" y="80"/>
                    </a:lnTo>
                    <a:lnTo>
                      <a:pt x="140" y="81"/>
                    </a:lnTo>
                    <a:lnTo>
                      <a:pt x="142" y="82"/>
                    </a:lnTo>
                    <a:lnTo>
                      <a:pt x="145" y="84"/>
                    </a:lnTo>
                    <a:lnTo>
                      <a:pt x="147" y="86"/>
                    </a:lnTo>
                    <a:lnTo>
                      <a:pt x="149" y="87"/>
                    </a:lnTo>
                    <a:lnTo>
                      <a:pt x="149" y="88"/>
                    </a:lnTo>
                    <a:lnTo>
                      <a:pt x="149" y="89"/>
                    </a:lnTo>
                    <a:lnTo>
                      <a:pt x="148" y="90"/>
                    </a:lnTo>
                    <a:lnTo>
                      <a:pt x="148" y="91"/>
                    </a:lnTo>
                    <a:lnTo>
                      <a:pt x="144" y="95"/>
                    </a:lnTo>
                    <a:lnTo>
                      <a:pt x="140" y="97"/>
                    </a:lnTo>
                    <a:lnTo>
                      <a:pt x="137" y="98"/>
                    </a:lnTo>
                    <a:lnTo>
                      <a:pt x="135" y="99"/>
                    </a:lnTo>
                    <a:lnTo>
                      <a:pt x="133" y="98"/>
                    </a:lnTo>
                    <a:lnTo>
                      <a:pt x="133" y="98"/>
                    </a:lnTo>
                    <a:lnTo>
                      <a:pt x="132" y="98"/>
                    </a:lnTo>
                    <a:lnTo>
                      <a:pt x="132" y="97"/>
                    </a:lnTo>
                    <a:lnTo>
                      <a:pt x="132" y="96"/>
                    </a:lnTo>
                    <a:lnTo>
                      <a:pt x="133" y="95"/>
                    </a:lnTo>
                    <a:lnTo>
                      <a:pt x="133" y="95"/>
                    </a:lnTo>
                    <a:lnTo>
                      <a:pt x="133" y="94"/>
                    </a:lnTo>
                    <a:lnTo>
                      <a:pt x="133" y="93"/>
                    </a:lnTo>
                    <a:lnTo>
                      <a:pt x="133" y="92"/>
                    </a:lnTo>
                    <a:lnTo>
                      <a:pt x="131" y="91"/>
                    </a:lnTo>
                    <a:lnTo>
                      <a:pt x="129" y="90"/>
                    </a:lnTo>
                    <a:lnTo>
                      <a:pt x="126" y="88"/>
                    </a:lnTo>
                    <a:lnTo>
                      <a:pt x="122" y="87"/>
                    </a:lnTo>
                    <a:lnTo>
                      <a:pt x="115" y="83"/>
                    </a:lnTo>
                    <a:lnTo>
                      <a:pt x="110" y="81"/>
                    </a:lnTo>
                    <a:lnTo>
                      <a:pt x="109" y="80"/>
                    </a:lnTo>
                    <a:lnTo>
                      <a:pt x="107" y="80"/>
                    </a:lnTo>
                    <a:lnTo>
                      <a:pt x="107" y="80"/>
                    </a:lnTo>
                    <a:lnTo>
                      <a:pt x="106" y="80"/>
                    </a:lnTo>
                    <a:lnTo>
                      <a:pt x="106" y="83"/>
                    </a:lnTo>
                    <a:lnTo>
                      <a:pt x="107" y="86"/>
                    </a:lnTo>
                    <a:lnTo>
                      <a:pt x="108" y="89"/>
                    </a:lnTo>
                    <a:lnTo>
                      <a:pt x="109" y="91"/>
                    </a:lnTo>
                    <a:lnTo>
                      <a:pt x="110" y="92"/>
                    </a:lnTo>
                    <a:lnTo>
                      <a:pt x="113" y="95"/>
                    </a:lnTo>
                    <a:lnTo>
                      <a:pt x="113" y="97"/>
                    </a:lnTo>
                    <a:lnTo>
                      <a:pt x="113" y="99"/>
                    </a:lnTo>
                    <a:lnTo>
                      <a:pt x="113" y="99"/>
                    </a:lnTo>
                    <a:lnTo>
                      <a:pt x="113" y="100"/>
                    </a:lnTo>
                    <a:lnTo>
                      <a:pt x="113" y="101"/>
                    </a:lnTo>
                    <a:lnTo>
                      <a:pt x="112" y="102"/>
                    </a:lnTo>
                    <a:lnTo>
                      <a:pt x="109" y="103"/>
                    </a:lnTo>
                    <a:lnTo>
                      <a:pt x="108" y="104"/>
                    </a:lnTo>
                    <a:lnTo>
                      <a:pt x="105" y="104"/>
                    </a:lnTo>
                    <a:lnTo>
                      <a:pt x="104" y="104"/>
                    </a:lnTo>
                    <a:lnTo>
                      <a:pt x="102" y="104"/>
                    </a:lnTo>
                    <a:lnTo>
                      <a:pt x="101" y="104"/>
                    </a:lnTo>
                    <a:lnTo>
                      <a:pt x="100" y="103"/>
                    </a:lnTo>
                    <a:lnTo>
                      <a:pt x="100" y="103"/>
                    </a:lnTo>
                    <a:lnTo>
                      <a:pt x="100" y="100"/>
                    </a:lnTo>
                    <a:lnTo>
                      <a:pt x="100" y="99"/>
                    </a:lnTo>
                    <a:lnTo>
                      <a:pt x="100" y="96"/>
                    </a:lnTo>
                    <a:lnTo>
                      <a:pt x="98" y="91"/>
                    </a:lnTo>
                    <a:lnTo>
                      <a:pt x="97" y="87"/>
                    </a:lnTo>
                    <a:lnTo>
                      <a:pt x="97" y="83"/>
                    </a:lnTo>
                    <a:lnTo>
                      <a:pt x="97" y="79"/>
                    </a:lnTo>
                    <a:lnTo>
                      <a:pt x="97" y="77"/>
                    </a:lnTo>
                    <a:lnTo>
                      <a:pt x="77" y="70"/>
                    </a:lnTo>
                    <a:lnTo>
                      <a:pt x="77" y="70"/>
                    </a:lnTo>
                    <a:lnTo>
                      <a:pt x="77" y="70"/>
                    </a:lnTo>
                    <a:lnTo>
                      <a:pt x="76" y="71"/>
                    </a:lnTo>
                    <a:lnTo>
                      <a:pt x="76" y="71"/>
                    </a:lnTo>
                    <a:lnTo>
                      <a:pt x="76" y="72"/>
                    </a:lnTo>
                    <a:lnTo>
                      <a:pt x="76" y="74"/>
                    </a:lnTo>
                    <a:lnTo>
                      <a:pt x="77" y="79"/>
                    </a:lnTo>
                    <a:lnTo>
                      <a:pt x="78" y="87"/>
                    </a:lnTo>
                    <a:lnTo>
                      <a:pt x="79" y="91"/>
                    </a:lnTo>
                    <a:lnTo>
                      <a:pt x="81" y="96"/>
                    </a:lnTo>
                    <a:lnTo>
                      <a:pt x="82" y="101"/>
                    </a:lnTo>
                    <a:lnTo>
                      <a:pt x="84" y="106"/>
                    </a:lnTo>
                    <a:lnTo>
                      <a:pt x="87" y="115"/>
                    </a:lnTo>
                    <a:lnTo>
                      <a:pt x="90" y="120"/>
                    </a:lnTo>
                    <a:lnTo>
                      <a:pt x="90" y="122"/>
                    </a:lnTo>
                    <a:lnTo>
                      <a:pt x="91" y="123"/>
                    </a:lnTo>
                    <a:lnTo>
                      <a:pt x="91" y="125"/>
                    </a:lnTo>
                    <a:lnTo>
                      <a:pt x="91" y="127"/>
                    </a:lnTo>
                    <a:lnTo>
                      <a:pt x="90" y="130"/>
                    </a:lnTo>
                    <a:lnTo>
                      <a:pt x="89" y="132"/>
                    </a:lnTo>
                    <a:lnTo>
                      <a:pt x="89" y="134"/>
                    </a:lnTo>
                    <a:lnTo>
                      <a:pt x="88" y="135"/>
                    </a:lnTo>
                    <a:lnTo>
                      <a:pt x="86" y="136"/>
                    </a:lnTo>
                    <a:lnTo>
                      <a:pt x="86" y="136"/>
                    </a:lnTo>
                    <a:lnTo>
                      <a:pt x="85" y="136"/>
                    </a:lnTo>
                    <a:lnTo>
                      <a:pt x="85" y="136"/>
                    </a:lnTo>
                    <a:lnTo>
                      <a:pt x="82" y="135"/>
                    </a:lnTo>
                    <a:lnTo>
                      <a:pt x="79" y="134"/>
                    </a:lnTo>
                    <a:lnTo>
                      <a:pt x="77" y="131"/>
                    </a:lnTo>
                    <a:lnTo>
                      <a:pt x="77" y="127"/>
                    </a:lnTo>
                    <a:lnTo>
                      <a:pt x="76" y="124"/>
                    </a:lnTo>
                    <a:lnTo>
                      <a:pt x="75" y="121"/>
                    </a:lnTo>
                    <a:lnTo>
                      <a:pt x="73" y="114"/>
                    </a:lnTo>
                    <a:lnTo>
                      <a:pt x="73" y="106"/>
                    </a:lnTo>
                    <a:lnTo>
                      <a:pt x="72" y="99"/>
                    </a:lnTo>
                    <a:lnTo>
                      <a:pt x="72" y="91"/>
                    </a:lnTo>
                    <a:lnTo>
                      <a:pt x="71" y="84"/>
                    </a:lnTo>
                    <a:lnTo>
                      <a:pt x="70" y="78"/>
                    </a:lnTo>
                    <a:lnTo>
                      <a:pt x="70" y="73"/>
                    </a:lnTo>
                    <a:lnTo>
                      <a:pt x="69" y="70"/>
                    </a:lnTo>
                    <a:lnTo>
                      <a:pt x="69" y="67"/>
                    </a:lnTo>
                    <a:lnTo>
                      <a:pt x="69" y="67"/>
                    </a:lnTo>
                    <a:lnTo>
                      <a:pt x="67" y="66"/>
                    </a:lnTo>
                    <a:lnTo>
                      <a:pt x="62" y="63"/>
                    </a:lnTo>
                    <a:lnTo>
                      <a:pt x="57" y="60"/>
                    </a:lnTo>
                    <a:lnTo>
                      <a:pt x="55" y="59"/>
                    </a:lnTo>
                    <a:lnTo>
                      <a:pt x="54" y="59"/>
                    </a:lnTo>
                    <a:lnTo>
                      <a:pt x="54" y="59"/>
                    </a:lnTo>
                    <a:lnTo>
                      <a:pt x="54" y="60"/>
                    </a:lnTo>
                    <a:lnTo>
                      <a:pt x="54" y="62"/>
                    </a:lnTo>
                    <a:lnTo>
                      <a:pt x="54" y="67"/>
                    </a:lnTo>
                    <a:lnTo>
                      <a:pt x="55" y="71"/>
                    </a:lnTo>
                    <a:lnTo>
                      <a:pt x="55" y="75"/>
                    </a:lnTo>
                    <a:lnTo>
                      <a:pt x="55" y="79"/>
                    </a:lnTo>
                    <a:lnTo>
                      <a:pt x="57" y="83"/>
                    </a:lnTo>
                    <a:lnTo>
                      <a:pt x="57" y="86"/>
                    </a:lnTo>
                    <a:lnTo>
                      <a:pt x="57" y="87"/>
                    </a:lnTo>
                    <a:lnTo>
                      <a:pt x="57" y="89"/>
                    </a:lnTo>
                    <a:lnTo>
                      <a:pt x="56" y="91"/>
                    </a:lnTo>
                    <a:lnTo>
                      <a:pt x="55" y="91"/>
                    </a:lnTo>
                    <a:lnTo>
                      <a:pt x="53" y="92"/>
                    </a:lnTo>
                    <a:lnTo>
                      <a:pt x="51" y="92"/>
                    </a:lnTo>
                    <a:lnTo>
                      <a:pt x="49" y="92"/>
                    </a:lnTo>
                    <a:lnTo>
                      <a:pt x="49" y="91"/>
                    </a:lnTo>
                    <a:lnTo>
                      <a:pt x="48" y="90"/>
                    </a:lnTo>
                    <a:lnTo>
                      <a:pt x="47" y="89"/>
                    </a:lnTo>
                    <a:lnTo>
                      <a:pt x="47" y="87"/>
                    </a:lnTo>
                    <a:lnTo>
                      <a:pt x="46" y="85"/>
                    </a:lnTo>
                    <a:lnTo>
                      <a:pt x="46" y="78"/>
                    </a:lnTo>
                    <a:lnTo>
                      <a:pt x="46" y="73"/>
                    </a:lnTo>
                    <a:lnTo>
                      <a:pt x="45" y="71"/>
                    </a:lnTo>
                    <a:lnTo>
                      <a:pt x="44" y="71"/>
                    </a:lnTo>
                    <a:lnTo>
                      <a:pt x="41" y="68"/>
                    </a:lnTo>
                    <a:lnTo>
                      <a:pt x="38" y="66"/>
                    </a:lnTo>
                    <a:lnTo>
                      <a:pt x="35" y="63"/>
                    </a:lnTo>
                    <a:lnTo>
                      <a:pt x="32" y="6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6" name="îsḻíďê"/>
              <p:cNvSpPr/>
              <p:nvPr userDrawn="1"/>
            </p:nvSpPr>
            <p:spPr bwMode="auto">
              <a:xfrm>
                <a:off x="2330451" y="2909888"/>
                <a:ext cx="60325" cy="63500"/>
              </a:xfrm>
              <a:custGeom>
                <a:avLst/>
                <a:gdLst>
                  <a:gd name="T0" fmla="*/ 0 w 38"/>
                  <a:gd name="T1" fmla="*/ 4 h 40"/>
                  <a:gd name="T2" fmla="*/ 0 w 38"/>
                  <a:gd name="T3" fmla="*/ 4 h 40"/>
                  <a:gd name="T4" fmla="*/ 1 w 38"/>
                  <a:gd name="T5" fmla="*/ 2 h 40"/>
                  <a:gd name="T6" fmla="*/ 2 w 38"/>
                  <a:gd name="T7" fmla="*/ 1 h 40"/>
                  <a:gd name="T8" fmla="*/ 2 w 38"/>
                  <a:gd name="T9" fmla="*/ 1 h 40"/>
                  <a:gd name="T10" fmla="*/ 3 w 38"/>
                  <a:gd name="T11" fmla="*/ 0 h 40"/>
                  <a:gd name="T12" fmla="*/ 5 w 38"/>
                  <a:gd name="T13" fmla="*/ 0 h 40"/>
                  <a:gd name="T14" fmla="*/ 6 w 38"/>
                  <a:gd name="T15" fmla="*/ 0 h 40"/>
                  <a:gd name="T16" fmla="*/ 8 w 38"/>
                  <a:gd name="T17" fmla="*/ 1 h 40"/>
                  <a:gd name="T18" fmla="*/ 10 w 38"/>
                  <a:gd name="T19" fmla="*/ 3 h 40"/>
                  <a:gd name="T20" fmla="*/ 13 w 38"/>
                  <a:gd name="T21" fmla="*/ 4 h 40"/>
                  <a:gd name="T22" fmla="*/ 18 w 38"/>
                  <a:gd name="T23" fmla="*/ 8 h 40"/>
                  <a:gd name="T24" fmla="*/ 24 w 38"/>
                  <a:gd name="T25" fmla="*/ 12 h 40"/>
                  <a:gd name="T26" fmla="*/ 29 w 38"/>
                  <a:gd name="T27" fmla="*/ 17 h 40"/>
                  <a:gd name="T28" fmla="*/ 34 w 38"/>
                  <a:gd name="T29" fmla="*/ 22 h 40"/>
                  <a:gd name="T30" fmla="*/ 35 w 38"/>
                  <a:gd name="T31" fmla="*/ 24 h 40"/>
                  <a:gd name="T32" fmla="*/ 36 w 38"/>
                  <a:gd name="T33" fmla="*/ 26 h 40"/>
                  <a:gd name="T34" fmla="*/ 38 w 38"/>
                  <a:gd name="T35" fmla="*/ 28 h 40"/>
                  <a:gd name="T36" fmla="*/ 38 w 38"/>
                  <a:gd name="T37" fmla="*/ 28 h 40"/>
                  <a:gd name="T38" fmla="*/ 36 w 38"/>
                  <a:gd name="T39" fmla="*/ 31 h 40"/>
                  <a:gd name="T40" fmla="*/ 33 w 38"/>
                  <a:gd name="T41" fmla="*/ 35 h 40"/>
                  <a:gd name="T42" fmla="*/ 31 w 38"/>
                  <a:gd name="T43" fmla="*/ 37 h 40"/>
                  <a:gd name="T44" fmla="*/ 30 w 38"/>
                  <a:gd name="T45" fmla="*/ 39 h 40"/>
                  <a:gd name="T46" fmla="*/ 28 w 38"/>
                  <a:gd name="T47" fmla="*/ 40 h 40"/>
                  <a:gd name="T48" fmla="*/ 26 w 38"/>
                  <a:gd name="T49" fmla="*/ 40 h 40"/>
                  <a:gd name="T50" fmla="*/ 26 w 38"/>
                  <a:gd name="T51" fmla="*/ 39 h 40"/>
                  <a:gd name="T52" fmla="*/ 25 w 38"/>
                  <a:gd name="T53" fmla="*/ 39 h 40"/>
                  <a:gd name="T54" fmla="*/ 24 w 38"/>
                  <a:gd name="T55" fmla="*/ 37 h 40"/>
                  <a:gd name="T56" fmla="*/ 23 w 38"/>
                  <a:gd name="T57" fmla="*/ 36 h 40"/>
                  <a:gd name="T58" fmla="*/ 22 w 38"/>
                  <a:gd name="T59" fmla="*/ 33 h 40"/>
                  <a:gd name="T60" fmla="*/ 20 w 38"/>
                  <a:gd name="T61" fmla="*/ 30 h 40"/>
                  <a:gd name="T62" fmla="*/ 18 w 38"/>
                  <a:gd name="T63" fmla="*/ 27 h 40"/>
                  <a:gd name="T64" fmla="*/ 15 w 38"/>
                  <a:gd name="T65" fmla="*/ 23 h 40"/>
                  <a:gd name="T66" fmla="*/ 14 w 38"/>
                  <a:gd name="T67" fmla="*/ 20 h 40"/>
                  <a:gd name="T68" fmla="*/ 10 w 38"/>
                  <a:gd name="T69" fmla="*/ 16 h 40"/>
                  <a:gd name="T70" fmla="*/ 5 w 38"/>
                  <a:gd name="T71" fmla="*/ 10 h 40"/>
                  <a:gd name="T72" fmla="*/ 0 w 38"/>
                  <a:gd name="T73"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40">
                    <a:moveTo>
                      <a:pt x="0" y="4"/>
                    </a:moveTo>
                    <a:lnTo>
                      <a:pt x="0" y="4"/>
                    </a:lnTo>
                    <a:lnTo>
                      <a:pt x="1" y="2"/>
                    </a:lnTo>
                    <a:lnTo>
                      <a:pt x="2" y="1"/>
                    </a:lnTo>
                    <a:lnTo>
                      <a:pt x="2" y="1"/>
                    </a:lnTo>
                    <a:lnTo>
                      <a:pt x="3" y="0"/>
                    </a:lnTo>
                    <a:lnTo>
                      <a:pt x="5" y="0"/>
                    </a:lnTo>
                    <a:lnTo>
                      <a:pt x="6" y="0"/>
                    </a:lnTo>
                    <a:lnTo>
                      <a:pt x="8" y="1"/>
                    </a:lnTo>
                    <a:lnTo>
                      <a:pt x="10" y="3"/>
                    </a:lnTo>
                    <a:lnTo>
                      <a:pt x="13" y="4"/>
                    </a:lnTo>
                    <a:lnTo>
                      <a:pt x="18" y="8"/>
                    </a:lnTo>
                    <a:lnTo>
                      <a:pt x="24" y="12"/>
                    </a:lnTo>
                    <a:lnTo>
                      <a:pt x="29" y="17"/>
                    </a:lnTo>
                    <a:lnTo>
                      <a:pt x="34" y="22"/>
                    </a:lnTo>
                    <a:lnTo>
                      <a:pt x="35" y="24"/>
                    </a:lnTo>
                    <a:lnTo>
                      <a:pt x="36" y="26"/>
                    </a:lnTo>
                    <a:lnTo>
                      <a:pt x="38" y="28"/>
                    </a:lnTo>
                    <a:lnTo>
                      <a:pt x="38" y="28"/>
                    </a:lnTo>
                    <a:lnTo>
                      <a:pt x="36" y="31"/>
                    </a:lnTo>
                    <a:lnTo>
                      <a:pt x="33" y="35"/>
                    </a:lnTo>
                    <a:lnTo>
                      <a:pt x="31" y="37"/>
                    </a:lnTo>
                    <a:lnTo>
                      <a:pt x="30" y="39"/>
                    </a:lnTo>
                    <a:lnTo>
                      <a:pt x="28" y="40"/>
                    </a:lnTo>
                    <a:lnTo>
                      <a:pt x="26" y="40"/>
                    </a:lnTo>
                    <a:lnTo>
                      <a:pt x="26" y="39"/>
                    </a:lnTo>
                    <a:lnTo>
                      <a:pt x="25" y="39"/>
                    </a:lnTo>
                    <a:lnTo>
                      <a:pt x="24" y="37"/>
                    </a:lnTo>
                    <a:lnTo>
                      <a:pt x="23" y="36"/>
                    </a:lnTo>
                    <a:lnTo>
                      <a:pt x="22" y="33"/>
                    </a:lnTo>
                    <a:lnTo>
                      <a:pt x="20" y="30"/>
                    </a:lnTo>
                    <a:lnTo>
                      <a:pt x="18" y="27"/>
                    </a:lnTo>
                    <a:lnTo>
                      <a:pt x="15" y="23"/>
                    </a:lnTo>
                    <a:lnTo>
                      <a:pt x="14" y="20"/>
                    </a:lnTo>
                    <a:lnTo>
                      <a:pt x="10" y="16"/>
                    </a:lnTo>
                    <a:lnTo>
                      <a:pt x="5" y="10"/>
                    </a:lnTo>
                    <a:lnTo>
                      <a:pt x="0" y="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7" name="îSlíḍé"/>
              <p:cNvSpPr/>
              <p:nvPr userDrawn="1"/>
            </p:nvSpPr>
            <p:spPr bwMode="auto">
              <a:xfrm>
                <a:off x="2266951" y="2749551"/>
                <a:ext cx="204788" cy="173038"/>
              </a:xfrm>
              <a:custGeom>
                <a:avLst/>
                <a:gdLst>
                  <a:gd name="T0" fmla="*/ 17 w 129"/>
                  <a:gd name="T1" fmla="*/ 93 h 109"/>
                  <a:gd name="T2" fmla="*/ 11 w 129"/>
                  <a:gd name="T3" fmla="*/ 93 h 109"/>
                  <a:gd name="T4" fmla="*/ 3 w 129"/>
                  <a:gd name="T5" fmla="*/ 95 h 109"/>
                  <a:gd name="T6" fmla="*/ 5 w 129"/>
                  <a:gd name="T7" fmla="*/ 86 h 109"/>
                  <a:gd name="T8" fmla="*/ 13 w 129"/>
                  <a:gd name="T9" fmla="*/ 60 h 109"/>
                  <a:gd name="T10" fmla="*/ 16 w 129"/>
                  <a:gd name="T11" fmla="*/ 44 h 109"/>
                  <a:gd name="T12" fmla="*/ 4 w 129"/>
                  <a:gd name="T13" fmla="*/ 21 h 109"/>
                  <a:gd name="T14" fmla="*/ 1 w 129"/>
                  <a:gd name="T15" fmla="*/ 15 h 109"/>
                  <a:gd name="T16" fmla="*/ 22 w 129"/>
                  <a:gd name="T17" fmla="*/ 17 h 109"/>
                  <a:gd name="T18" fmla="*/ 27 w 129"/>
                  <a:gd name="T19" fmla="*/ 9 h 109"/>
                  <a:gd name="T20" fmla="*/ 35 w 129"/>
                  <a:gd name="T21" fmla="*/ 17 h 109"/>
                  <a:gd name="T22" fmla="*/ 33 w 129"/>
                  <a:gd name="T23" fmla="*/ 37 h 109"/>
                  <a:gd name="T24" fmla="*/ 37 w 129"/>
                  <a:gd name="T25" fmla="*/ 64 h 109"/>
                  <a:gd name="T26" fmla="*/ 42 w 129"/>
                  <a:gd name="T27" fmla="*/ 73 h 109"/>
                  <a:gd name="T28" fmla="*/ 46 w 129"/>
                  <a:gd name="T29" fmla="*/ 65 h 109"/>
                  <a:gd name="T30" fmla="*/ 47 w 129"/>
                  <a:gd name="T31" fmla="*/ 50 h 109"/>
                  <a:gd name="T32" fmla="*/ 45 w 129"/>
                  <a:gd name="T33" fmla="*/ 42 h 109"/>
                  <a:gd name="T34" fmla="*/ 46 w 129"/>
                  <a:gd name="T35" fmla="*/ 36 h 109"/>
                  <a:gd name="T36" fmla="*/ 52 w 129"/>
                  <a:gd name="T37" fmla="*/ 16 h 109"/>
                  <a:gd name="T38" fmla="*/ 58 w 129"/>
                  <a:gd name="T39" fmla="*/ 1 h 109"/>
                  <a:gd name="T40" fmla="*/ 66 w 129"/>
                  <a:gd name="T41" fmla="*/ 8 h 109"/>
                  <a:gd name="T42" fmla="*/ 101 w 129"/>
                  <a:gd name="T43" fmla="*/ 50 h 109"/>
                  <a:gd name="T44" fmla="*/ 128 w 129"/>
                  <a:gd name="T45" fmla="*/ 82 h 109"/>
                  <a:gd name="T46" fmla="*/ 122 w 129"/>
                  <a:gd name="T47" fmla="*/ 89 h 109"/>
                  <a:gd name="T48" fmla="*/ 96 w 129"/>
                  <a:gd name="T49" fmla="*/ 90 h 109"/>
                  <a:gd name="T50" fmla="*/ 102 w 129"/>
                  <a:gd name="T51" fmla="*/ 86 h 109"/>
                  <a:gd name="T52" fmla="*/ 110 w 129"/>
                  <a:gd name="T53" fmla="*/ 80 h 109"/>
                  <a:gd name="T54" fmla="*/ 78 w 129"/>
                  <a:gd name="T55" fmla="*/ 41 h 109"/>
                  <a:gd name="T56" fmla="*/ 59 w 129"/>
                  <a:gd name="T57" fmla="*/ 13 h 109"/>
                  <a:gd name="T58" fmla="*/ 55 w 129"/>
                  <a:gd name="T59" fmla="*/ 28 h 109"/>
                  <a:gd name="T60" fmla="*/ 58 w 129"/>
                  <a:gd name="T61" fmla="*/ 35 h 109"/>
                  <a:gd name="T62" fmla="*/ 63 w 129"/>
                  <a:gd name="T63" fmla="*/ 41 h 109"/>
                  <a:gd name="T64" fmla="*/ 56 w 129"/>
                  <a:gd name="T65" fmla="*/ 58 h 109"/>
                  <a:gd name="T66" fmla="*/ 58 w 129"/>
                  <a:gd name="T67" fmla="*/ 71 h 109"/>
                  <a:gd name="T68" fmla="*/ 56 w 129"/>
                  <a:gd name="T69" fmla="*/ 77 h 109"/>
                  <a:gd name="T70" fmla="*/ 43 w 129"/>
                  <a:gd name="T71" fmla="*/ 96 h 109"/>
                  <a:gd name="T72" fmla="*/ 39 w 129"/>
                  <a:gd name="T73" fmla="*/ 97 h 109"/>
                  <a:gd name="T74" fmla="*/ 42 w 129"/>
                  <a:gd name="T75" fmla="*/ 80 h 109"/>
                  <a:gd name="T76" fmla="*/ 37 w 129"/>
                  <a:gd name="T77" fmla="*/ 73 h 109"/>
                  <a:gd name="T78" fmla="*/ 28 w 129"/>
                  <a:gd name="T79" fmla="*/ 57 h 109"/>
                  <a:gd name="T80" fmla="*/ 22 w 129"/>
                  <a:gd name="T81" fmla="*/ 66 h 109"/>
                  <a:gd name="T82" fmla="*/ 70 w 129"/>
                  <a:gd name="T83" fmla="*/ 90 h 109"/>
                  <a:gd name="T84" fmla="*/ 72 w 129"/>
                  <a:gd name="T85" fmla="*/ 107 h 109"/>
                  <a:gd name="T86" fmla="*/ 79 w 129"/>
                  <a:gd name="T87" fmla="*/ 101 h 109"/>
                  <a:gd name="T88" fmla="*/ 87 w 129"/>
                  <a:gd name="T89" fmla="*/ 107 h 109"/>
                  <a:gd name="T90" fmla="*/ 96 w 129"/>
                  <a:gd name="T91" fmla="*/ 109 h 109"/>
                  <a:gd name="T92" fmla="*/ 100 w 129"/>
                  <a:gd name="T93" fmla="*/ 106 h 109"/>
                  <a:gd name="T94" fmla="*/ 88 w 129"/>
                  <a:gd name="T95" fmla="*/ 89 h 109"/>
                  <a:gd name="T96" fmla="*/ 86 w 129"/>
                  <a:gd name="T97" fmla="*/ 73 h 109"/>
                  <a:gd name="T98" fmla="*/ 80 w 129"/>
                  <a:gd name="T99" fmla="*/ 77 h 109"/>
                  <a:gd name="T100" fmla="*/ 70 w 129"/>
                  <a:gd name="T101" fmla="*/ 90 h 109"/>
                  <a:gd name="T102" fmla="*/ 69 w 129"/>
                  <a:gd name="T103" fmla="*/ 82 h 109"/>
                  <a:gd name="T104" fmla="*/ 75 w 129"/>
                  <a:gd name="T105" fmla="*/ 70 h 109"/>
                  <a:gd name="T106" fmla="*/ 71 w 129"/>
                  <a:gd name="T107" fmla="*/ 67 h 109"/>
                  <a:gd name="T108" fmla="*/ 65 w 129"/>
                  <a:gd name="T109" fmla="*/ 71 h 109"/>
                  <a:gd name="T110" fmla="*/ 62 w 129"/>
                  <a:gd name="T111" fmla="*/ 77 h 109"/>
                  <a:gd name="T112" fmla="*/ 58 w 129"/>
                  <a:gd name="T113" fmla="*/ 85 h 109"/>
                  <a:gd name="T114" fmla="*/ 62 w 129"/>
                  <a:gd name="T115" fmla="*/ 8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9" h="109">
                    <a:moveTo>
                      <a:pt x="19" y="83"/>
                    </a:moveTo>
                    <a:lnTo>
                      <a:pt x="19" y="84"/>
                    </a:lnTo>
                    <a:lnTo>
                      <a:pt x="18" y="86"/>
                    </a:lnTo>
                    <a:lnTo>
                      <a:pt x="18" y="89"/>
                    </a:lnTo>
                    <a:lnTo>
                      <a:pt x="18" y="91"/>
                    </a:lnTo>
                    <a:lnTo>
                      <a:pt x="17" y="93"/>
                    </a:lnTo>
                    <a:lnTo>
                      <a:pt x="14" y="93"/>
                    </a:lnTo>
                    <a:lnTo>
                      <a:pt x="14" y="93"/>
                    </a:lnTo>
                    <a:lnTo>
                      <a:pt x="12" y="93"/>
                    </a:lnTo>
                    <a:lnTo>
                      <a:pt x="11" y="93"/>
                    </a:lnTo>
                    <a:lnTo>
                      <a:pt x="11" y="93"/>
                    </a:lnTo>
                    <a:lnTo>
                      <a:pt x="11" y="93"/>
                    </a:lnTo>
                    <a:lnTo>
                      <a:pt x="10" y="94"/>
                    </a:lnTo>
                    <a:lnTo>
                      <a:pt x="10" y="95"/>
                    </a:lnTo>
                    <a:lnTo>
                      <a:pt x="8" y="95"/>
                    </a:lnTo>
                    <a:lnTo>
                      <a:pt x="6" y="95"/>
                    </a:lnTo>
                    <a:lnTo>
                      <a:pt x="5" y="95"/>
                    </a:lnTo>
                    <a:lnTo>
                      <a:pt x="3" y="95"/>
                    </a:lnTo>
                    <a:lnTo>
                      <a:pt x="2" y="94"/>
                    </a:lnTo>
                    <a:lnTo>
                      <a:pt x="2" y="93"/>
                    </a:lnTo>
                    <a:lnTo>
                      <a:pt x="1" y="93"/>
                    </a:lnTo>
                    <a:lnTo>
                      <a:pt x="2" y="92"/>
                    </a:lnTo>
                    <a:lnTo>
                      <a:pt x="2" y="91"/>
                    </a:lnTo>
                    <a:lnTo>
                      <a:pt x="5" y="86"/>
                    </a:lnTo>
                    <a:lnTo>
                      <a:pt x="7" y="84"/>
                    </a:lnTo>
                    <a:lnTo>
                      <a:pt x="8" y="80"/>
                    </a:lnTo>
                    <a:lnTo>
                      <a:pt x="10" y="75"/>
                    </a:lnTo>
                    <a:lnTo>
                      <a:pt x="11" y="69"/>
                    </a:lnTo>
                    <a:lnTo>
                      <a:pt x="12" y="65"/>
                    </a:lnTo>
                    <a:lnTo>
                      <a:pt x="13" y="60"/>
                    </a:lnTo>
                    <a:lnTo>
                      <a:pt x="14" y="54"/>
                    </a:lnTo>
                    <a:lnTo>
                      <a:pt x="16" y="50"/>
                    </a:lnTo>
                    <a:lnTo>
                      <a:pt x="17" y="49"/>
                    </a:lnTo>
                    <a:lnTo>
                      <a:pt x="17" y="48"/>
                    </a:lnTo>
                    <a:lnTo>
                      <a:pt x="17" y="45"/>
                    </a:lnTo>
                    <a:lnTo>
                      <a:pt x="16" y="44"/>
                    </a:lnTo>
                    <a:lnTo>
                      <a:pt x="15" y="42"/>
                    </a:lnTo>
                    <a:lnTo>
                      <a:pt x="14" y="40"/>
                    </a:lnTo>
                    <a:lnTo>
                      <a:pt x="13" y="37"/>
                    </a:lnTo>
                    <a:lnTo>
                      <a:pt x="9" y="30"/>
                    </a:lnTo>
                    <a:lnTo>
                      <a:pt x="5" y="25"/>
                    </a:lnTo>
                    <a:lnTo>
                      <a:pt x="4" y="21"/>
                    </a:lnTo>
                    <a:lnTo>
                      <a:pt x="1" y="19"/>
                    </a:lnTo>
                    <a:lnTo>
                      <a:pt x="1" y="17"/>
                    </a:lnTo>
                    <a:lnTo>
                      <a:pt x="0" y="16"/>
                    </a:lnTo>
                    <a:lnTo>
                      <a:pt x="0" y="16"/>
                    </a:lnTo>
                    <a:lnTo>
                      <a:pt x="1" y="15"/>
                    </a:lnTo>
                    <a:lnTo>
                      <a:pt x="1" y="15"/>
                    </a:lnTo>
                    <a:lnTo>
                      <a:pt x="1" y="15"/>
                    </a:lnTo>
                    <a:lnTo>
                      <a:pt x="5" y="15"/>
                    </a:lnTo>
                    <a:lnTo>
                      <a:pt x="12" y="16"/>
                    </a:lnTo>
                    <a:lnTo>
                      <a:pt x="18" y="17"/>
                    </a:lnTo>
                    <a:lnTo>
                      <a:pt x="22" y="17"/>
                    </a:lnTo>
                    <a:lnTo>
                      <a:pt x="22" y="17"/>
                    </a:lnTo>
                    <a:lnTo>
                      <a:pt x="23" y="17"/>
                    </a:lnTo>
                    <a:lnTo>
                      <a:pt x="24" y="17"/>
                    </a:lnTo>
                    <a:lnTo>
                      <a:pt x="25" y="15"/>
                    </a:lnTo>
                    <a:lnTo>
                      <a:pt x="26" y="12"/>
                    </a:lnTo>
                    <a:lnTo>
                      <a:pt x="26" y="9"/>
                    </a:lnTo>
                    <a:lnTo>
                      <a:pt x="27" y="9"/>
                    </a:lnTo>
                    <a:lnTo>
                      <a:pt x="28" y="8"/>
                    </a:lnTo>
                    <a:lnTo>
                      <a:pt x="29" y="9"/>
                    </a:lnTo>
                    <a:lnTo>
                      <a:pt x="30" y="9"/>
                    </a:lnTo>
                    <a:lnTo>
                      <a:pt x="32" y="12"/>
                    </a:lnTo>
                    <a:lnTo>
                      <a:pt x="34" y="15"/>
                    </a:lnTo>
                    <a:lnTo>
                      <a:pt x="35" y="17"/>
                    </a:lnTo>
                    <a:lnTo>
                      <a:pt x="36" y="20"/>
                    </a:lnTo>
                    <a:lnTo>
                      <a:pt x="36" y="22"/>
                    </a:lnTo>
                    <a:lnTo>
                      <a:pt x="35" y="25"/>
                    </a:lnTo>
                    <a:lnTo>
                      <a:pt x="34" y="30"/>
                    </a:lnTo>
                    <a:lnTo>
                      <a:pt x="33" y="36"/>
                    </a:lnTo>
                    <a:lnTo>
                      <a:pt x="33" y="37"/>
                    </a:lnTo>
                    <a:lnTo>
                      <a:pt x="33" y="41"/>
                    </a:lnTo>
                    <a:lnTo>
                      <a:pt x="34" y="44"/>
                    </a:lnTo>
                    <a:lnTo>
                      <a:pt x="34" y="47"/>
                    </a:lnTo>
                    <a:lnTo>
                      <a:pt x="35" y="54"/>
                    </a:lnTo>
                    <a:lnTo>
                      <a:pt x="37" y="60"/>
                    </a:lnTo>
                    <a:lnTo>
                      <a:pt x="37" y="64"/>
                    </a:lnTo>
                    <a:lnTo>
                      <a:pt x="38" y="65"/>
                    </a:lnTo>
                    <a:lnTo>
                      <a:pt x="39" y="67"/>
                    </a:lnTo>
                    <a:lnTo>
                      <a:pt x="40" y="70"/>
                    </a:lnTo>
                    <a:lnTo>
                      <a:pt x="41" y="71"/>
                    </a:lnTo>
                    <a:lnTo>
                      <a:pt x="41" y="72"/>
                    </a:lnTo>
                    <a:lnTo>
                      <a:pt x="42" y="73"/>
                    </a:lnTo>
                    <a:lnTo>
                      <a:pt x="42" y="73"/>
                    </a:lnTo>
                    <a:lnTo>
                      <a:pt x="42" y="71"/>
                    </a:lnTo>
                    <a:lnTo>
                      <a:pt x="44" y="70"/>
                    </a:lnTo>
                    <a:lnTo>
                      <a:pt x="45" y="69"/>
                    </a:lnTo>
                    <a:lnTo>
                      <a:pt x="46" y="67"/>
                    </a:lnTo>
                    <a:lnTo>
                      <a:pt x="46" y="65"/>
                    </a:lnTo>
                    <a:lnTo>
                      <a:pt x="47" y="62"/>
                    </a:lnTo>
                    <a:lnTo>
                      <a:pt x="48" y="59"/>
                    </a:lnTo>
                    <a:lnTo>
                      <a:pt x="48" y="56"/>
                    </a:lnTo>
                    <a:lnTo>
                      <a:pt x="48" y="54"/>
                    </a:lnTo>
                    <a:lnTo>
                      <a:pt x="48" y="52"/>
                    </a:lnTo>
                    <a:lnTo>
                      <a:pt x="47" y="50"/>
                    </a:lnTo>
                    <a:lnTo>
                      <a:pt x="47" y="49"/>
                    </a:lnTo>
                    <a:lnTo>
                      <a:pt x="46" y="46"/>
                    </a:lnTo>
                    <a:lnTo>
                      <a:pt x="46" y="44"/>
                    </a:lnTo>
                    <a:lnTo>
                      <a:pt x="46" y="44"/>
                    </a:lnTo>
                    <a:lnTo>
                      <a:pt x="45" y="43"/>
                    </a:lnTo>
                    <a:lnTo>
                      <a:pt x="45" y="42"/>
                    </a:lnTo>
                    <a:lnTo>
                      <a:pt x="45" y="41"/>
                    </a:lnTo>
                    <a:lnTo>
                      <a:pt x="45" y="40"/>
                    </a:lnTo>
                    <a:lnTo>
                      <a:pt x="45" y="38"/>
                    </a:lnTo>
                    <a:lnTo>
                      <a:pt x="46" y="37"/>
                    </a:lnTo>
                    <a:lnTo>
                      <a:pt x="46" y="37"/>
                    </a:lnTo>
                    <a:lnTo>
                      <a:pt x="46" y="36"/>
                    </a:lnTo>
                    <a:lnTo>
                      <a:pt x="48" y="36"/>
                    </a:lnTo>
                    <a:lnTo>
                      <a:pt x="48" y="36"/>
                    </a:lnTo>
                    <a:lnTo>
                      <a:pt x="48" y="35"/>
                    </a:lnTo>
                    <a:lnTo>
                      <a:pt x="50" y="28"/>
                    </a:lnTo>
                    <a:lnTo>
                      <a:pt x="51" y="20"/>
                    </a:lnTo>
                    <a:lnTo>
                      <a:pt x="52" y="16"/>
                    </a:lnTo>
                    <a:lnTo>
                      <a:pt x="54" y="12"/>
                    </a:lnTo>
                    <a:lnTo>
                      <a:pt x="54" y="8"/>
                    </a:lnTo>
                    <a:lnTo>
                      <a:pt x="56" y="4"/>
                    </a:lnTo>
                    <a:lnTo>
                      <a:pt x="57" y="2"/>
                    </a:lnTo>
                    <a:lnTo>
                      <a:pt x="58" y="1"/>
                    </a:lnTo>
                    <a:lnTo>
                      <a:pt x="58" y="1"/>
                    </a:lnTo>
                    <a:lnTo>
                      <a:pt x="59" y="0"/>
                    </a:lnTo>
                    <a:lnTo>
                      <a:pt x="61" y="0"/>
                    </a:lnTo>
                    <a:lnTo>
                      <a:pt x="62" y="0"/>
                    </a:lnTo>
                    <a:lnTo>
                      <a:pt x="62" y="1"/>
                    </a:lnTo>
                    <a:lnTo>
                      <a:pt x="63" y="1"/>
                    </a:lnTo>
                    <a:lnTo>
                      <a:pt x="66" y="8"/>
                    </a:lnTo>
                    <a:lnTo>
                      <a:pt x="71" y="14"/>
                    </a:lnTo>
                    <a:lnTo>
                      <a:pt x="77" y="21"/>
                    </a:lnTo>
                    <a:lnTo>
                      <a:pt x="83" y="29"/>
                    </a:lnTo>
                    <a:lnTo>
                      <a:pt x="89" y="37"/>
                    </a:lnTo>
                    <a:lnTo>
                      <a:pt x="95" y="44"/>
                    </a:lnTo>
                    <a:lnTo>
                      <a:pt x="101" y="50"/>
                    </a:lnTo>
                    <a:lnTo>
                      <a:pt x="106" y="56"/>
                    </a:lnTo>
                    <a:lnTo>
                      <a:pt x="115" y="66"/>
                    </a:lnTo>
                    <a:lnTo>
                      <a:pt x="122" y="74"/>
                    </a:lnTo>
                    <a:lnTo>
                      <a:pt x="127" y="78"/>
                    </a:lnTo>
                    <a:lnTo>
                      <a:pt x="129" y="80"/>
                    </a:lnTo>
                    <a:lnTo>
                      <a:pt x="128" y="82"/>
                    </a:lnTo>
                    <a:lnTo>
                      <a:pt x="127" y="85"/>
                    </a:lnTo>
                    <a:lnTo>
                      <a:pt x="126" y="86"/>
                    </a:lnTo>
                    <a:lnTo>
                      <a:pt x="125" y="88"/>
                    </a:lnTo>
                    <a:lnTo>
                      <a:pt x="124" y="89"/>
                    </a:lnTo>
                    <a:lnTo>
                      <a:pt x="122" y="89"/>
                    </a:lnTo>
                    <a:lnTo>
                      <a:pt x="122" y="89"/>
                    </a:lnTo>
                    <a:lnTo>
                      <a:pt x="120" y="90"/>
                    </a:lnTo>
                    <a:lnTo>
                      <a:pt x="113" y="91"/>
                    </a:lnTo>
                    <a:lnTo>
                      <a:pt x="106" y="91"/>
                    </a:lnTo>
                    <a:lnTo>
                      <a:pt x="99" y="91"/>
                    </a:lnTo>
                    <a:lnTo>
                      <a:pt x="96" y="91"/>
                    </a:lnTo>
                    <a:lnTo>
                      <a:pt x="96" y="90"/>
                    </a:lnTo>
                    <a:lnTo>
                      <a:pt x="95" y="90"/>
                    </a:lnTo>
                    <a:lnTo>
                      <a:pt x="95" y="90"/>
                    </a:lnTo>
                    <a:lnTo>
                      <a:pt x="95" y="89"/>
                    </a:lnTo>
                    <a:lnTo>
                      <a:pt x="96" y="89"/>
                    </a:lnTo>
                    <a:lnTo>
                      <a:pt x="98" y="88"/>
                    </a:lnTo>
                    <a:lnTo>
                      <a:pt x="102" y="86"/>
                    </a:lnTo>
                    <a:lnTo>
                      <a:pt x="106" y="85"/>
                    </a:lnTo>
                    <a:lnTo>
                      <a:pt x="108" y="84"/>
                    </a:lnTo>
                    <a:lnTo>
                      <a:pt x="110" y="83"/>
                    </a:lnTo>
                    <a:lnTo>
                      <a:pt x="110" y="82"/>
                    </a:lnTo>
                    <a:lnTo>
                      <a:pt x="110" y="81"/>
                    </a:lnTo>
                    <a:lnTo>
                      <a:pt x="110" y="80"/>
                    </a:lnTo>
                    <a:lnTo>
                      <a:pt x="107" y="77"/>
                    </a:lnTo>
                    <a:lnTo>
                      <a:pt x="104" y="73"/>
                    </a:lnTo>
                    <a:lnTo>
                      <a:pt x="100" y="68"/>
                    </a:lnTo>
                    <a:lnTo>
                      <a:pt x="92" y="58"/>
                    </a:lnTo>
                    <a:lnTo>
                      <a:pt x="85" y="49"/>
                    </a:lnTo>
                    <a:lnTo>
                      <a:pt x="78" y="41"/>
                    </a:lnTo>
                    <a:lnTo>
                      <a:pt x="70" y="30"/>
                    </a:lnTo>
                    <a:lnTo>
                      <a:pt x="64" y="21"/>
                    </a:lnTo>
                    <a:lnTo>
                      <a:pt x="61" y="15"/>
                    </a:lnTo>
                    <a:lnTo>
                      <a:pt x="61" y="14"/>
                    </a:lnTo>
                    <a:lnTo>
                      <a:pt x="60" y="13"/>
                    </a:lnTo>
                    <a:lnTo>
                      <a:pt x="59" y="13"/>
                    </a:lnTo>
                    <a:lnTo>
                      <a:pt x="59" y="13"/>
                    </a:lnTo>
                    <a:lnTo>
                      <a:pt x="58" y="14"/>
                    </a:lnTo>
                    <a:lnTo>
                      <a:pt x="58" y="15"/>
                    </a:lnTo>
                    <a:lnTo>
                      <a:pt x="57" y="17"/>
                    </a:lnTo>
                    <a:lnTo>
                      <a:pt x="57" y="21"/>
                    </a:lnTo>
                    <a:lnTo>
                      <a:pt x="55" y="28"/>
                    </a:lnTo>
                    <a:lnTo>
                      <a:pt x="55" y="32"/>
                    </a:lnTo>
                    <a:lnTo>
                      <a:pt x="55" y="33"/>
                    </a:lnTo>
                    <a:lnTo>
                      <a:pt x="55" y="33"/>
                    </a:lnTo>
                    <a:lnTo>
                      <a:pt x="56" y="34"/>
                    </a:lnTo>
                    <a:lnTo>
                      <a:pt x="57" y="34"/>
                    </a:lnTo>
                    <a:lnTo>
                      <a:pt x="58" y="35"/>
                    </a:lnTo>
                    <a:lnTo>
                      <a:pt x="59" y="36"/>
                    </a:lnTo>
                    <a:lnTo>
                      <a:pt x="61" y="36"/>
                    </a:lnTo>
                    <a:lnTo>
                      <a:pt x="62" y="37"/>
                    </a:lnTo>
                    <a:lnTo>
                      <a:pt x="62" y="38"/>
                    </a:lnTo>
                    <a:lnTo>
                      <a:pt x="63" y="40"/>
                    </a:lnTo>
                    <a:lnTo>
                      <a:pt x="63" y="41"/>
                    </a:lnTo>
                    <a:lnTo>
                      <a:pt x="62" y="44"/>
                    </a:lnTo>
                    <a:lnTo>
                      <a:pt x="60" y="49"/>
                    </a:lnTo>
                    <a:lnTo>
                      <a:pt x="58" y="53"/>
                    </a:lnTo>
                    <a:lnTo>
                      <a:pt x="58" y="55"/>
                    </a:lnTo>
                    <a:lnTo>
                      <a:pt x="56" y="57"/>
                    </a:lnTo>
                    <a:lnTo>
                      <a:pt x="56" y="58"/>
                    </a:lnTo>
                    <a:lnTo>
                      <a:pt x="56" y="60"/>
                    </a:lnTo>
                    <a:lnTo>
                      <a:pt x="56" y="61"/>
                    </a:lnTo>
                    <a:lnTo>
                      <a:pt x="57" y="65"/>
                    </a:lnTo>
                    <a:lnTo>
                      <a:pt x="57" y="68"/>
                    </a:lnTo>
                    <a:lnTo>
                      <a:pt x="58" y="69"/>
                    </a:lnTo>
                    <a:lnTo>
                      <a:pt x="58" y="71"/>
                    </a:lnTo>
                    <a:lnTo>
                      <a:pt x="58" y="72"/>
                    </a:lnTo>
                    <a:lnTo>
                      <a:pt x="58" y="73"/>
                    </a:lnTo>
                    <a:lnTo>
                      <a:pt x="58" y="74"/>
                    </a:lnTo>
                    <a:lnTo>
                      <a:pt x="58" y="75"/>
                    </a:lnTo>
                    <a:lnTo>
                      <a:pt x="57" y="76"/>
                    </a:lnTo>
                    <a:lnTo>
                      <a:pt x="56" y="77"/>
                    </a:lnTo>
                    <a:lnTo>
                      <a:pt x="55" y="77"/>
                    </a:lnTo>
                    <a:lnTo>
                      <a:pt x="51" y="76"/>
                    </a:lnTo>
                    <a:lnTo>
                      <a:pt x="49" y="76"/>
                    </a:lnTo>
                    <a:lnTo>
                      <a:pt x="49" y="91"/>
                    </a:lnTo>
                    <a:lnTo>
                      <a:pt x="47" y="93"/>
                    </a:lnTo>
                    <a:lnTo>
                      <a:pt x="43" y="96"/>
                    </a:lnTo>
                    <a:lnTo>
                      <a:pt x="42" y="97"/>
                    </a:lnTo>
                    <a:lnTo>
                      <a:pt x="40" y="97"/>
                    </a:lnTo>
                    <a:lnTo>
                      <a:pt x="40" y="97"/>
                    </a:lnTo>
                    <a:lnTo>
                      <a:pt x="39" y="97"/>
                    </a:lnTo>
                    <a:lnTo>
                      <a:pt x="39" y="97"/>
                    </a:lnTo>
                    <a:lnTo>
                      <a:pt x="39" y="97"/>
                    </a:lnTo>
                    <a:lnTo>
                      <a:pt x="40" y="93"/>
                    </a:lnTo>
                    <a:lnTo>
                      <a:pt x="42" y="89"/>
                    </a:lnTo>
                    <a:lnTo>
                      <a:pt x="42" y="85"/>
                    </a:lnTo>
                    <a:lnTo>
                      <a:pt x="43" y="83"/>
                    </a:lnTo>
                    <a:lnTo>
                      <a:pt x="43" y="81"/>
                    </a:lnTo>
                    <a:lnTo>
                      <a:pt x="42" y="80"/>
                    </a:lnTo>
                    <a:lnTo>
                      <a:pt x="42" y="79"/>
                    </a:lnTo>
                    <a:lnTo>
                      <a:pt x="41" y="78"/>
                    </a:lnTo>
                    <a:lnTo>
                      <a:pt x="39" y="77"/>
                    </a:lnTo>
                    <a:lnTo>
                      <a:pt x="38" y="77"/>
                    </a:lnTo>
                    <a:lnTo>
                      <a:pt x="38" y="75"/>
                    </a:lnTo>
                    <a:lnTo>
                      <a:pt x="37" y="73"/>
                    </a:lnTo>
                    <a:lnTo>
                      <a:pt x="35" y="69"/>
                    </a:lnTo>
                    <a:lnTo>
                      <a:pt x="32" y="64"/>
                    </a:lnTo>
                    <a:lnTo>
                      <a:pt x="30" y="61"/>
                    </a:lnTo>
                    <a:lnTo>
                      <a:pt x="29" y="59"/>
                    </a:lnTo>
                    <a:lnTo>
                      <a:pt x="28" y="58"/>
                    </a:lnTo>
                    <a:lnTo>
                      <a:pt x="28" y="57"/>
                    </a:lnTo>
                    <a:lnTo>
                      <a:pt x="27" y="57"/>
                    </a:lnTo>
                    <a:lnTo>
                      <a:pt x="26" y="57"/>
                    </a:lnTo>
                    <a:lnTo>
                      <a:pt x="26" y="59"/>
                    </a:lnTo>
                    <a:lnTo>
                      <a:pt x="24" y="61"/>
                    </a:lnTo>
                    <a:lnTo>
                      <a:pt x="23" y="64"/>
                    </a:lnTo>
                    <a:lnTo>
                      <a:pt x="22" y="66"/>
                    </a:lnTo>
                    <a:lnTo>
                      <a:pt x="21" y="73"/>
                    </a:lnTo>
                    <a:lnTo>
                      <a:pt x="20" y="77"/>
                    </a:lnTo>
                    <a:lnTo>
                      <a:pt x="19" y="81"/>
                    </a:lnTo>
                    <a:lnTo>
                      <a:pt x="19" y="83"/>
                    </a:lnTo>
                    <a:lnTo>
                      <a:pt x="19" y="83"/>
                    </a:lnTo>
                    <a:close/>
                    <a:moveTo>
                      <a:pt x="70" y="90"/>
                    </a:moveTo>
                    <a:lnTo>
                      <a:pt x="77" y="97"/>
                    </a:lnTo>
                    <a:lnTo>
                      <a:pt x="76" y="98"/>
                    </a:lnTo>
                    <a:lnTo>
                      <a:pt x="75" y="100"/>
                    </a:lnTo>
                    <a:lnTo>
                      <a:pt x="74" y="102"/>
                    </a:lnTo>
                    <a:lnTo>
                      <a:pt x="72" y="106"/>
                    </a:lnTo>
                    <a:lnTo>
                      <a:pt x="72" y="107"/>
                    </a:lnTo>
                    <a:lnTo>
                      <a:pt x="73" y="108"/>
                    </a:lnTo>
                    <a:lnTo>
                      <a:pt x="74" y="108"/>
                    </a:lnTo>
                    <a:lnTo>
                      <a:pt x="74" y="107"/>
                    </a:lnTo>
                    <a:lnTo>
                      <a:pt x="77" y="105"/>
                    </a:lnTo>
                    <a:lnTo>
                      <a:pt x="78" y="102"/>
                    </a:lnTo>
                    <a:lnTo>
                      <a:pt x="79" y="101"/>
                    </a:lnTo>
                    <a:lnTo>
                      <a:pt x="80" y="101"/>
                    </a:lnTo>
                    <a:lnTo>
                      <a:pt x="80" y="101"/>
                    </a:lnTo>
                    <a:lnTo>
                      <a:pt x="82" y="101"/>
                    </a:lnTo>
                    <a:lnTo>
                      <a:pt x="83" y="103"/>
                    </a:lnTo>
                    <a:lnTo>
                      <a:pt x="86" y="105"/>
                    </a:lnTo>
                    <a:lnTo>
                      <a:pt x="87" y="107"/>
                    </a:lnTo>
                    <a:lnTo>
                      <a:pt x="89" y="108"/>
                    </a:lnTo>
                    <a:lnTo>
                      <a:pt x="90" y="109"/>
                    </a:lnTo>
                    <a:lnTo>
                      <a:pt x="91" y="109"/>
                    </a:lnTo>
                    <a:lnTo>
                      <a:pt x="93" y="109"/>
                    </a:lnTo>
                    <a:lnTo>
                      <a:pt x="94" y="109"/>
                    </a:lnTo>
                    <a:lnTo>
                      <a:pt x="96" y="109"/>
                    </a:lnTo>
                    <a:lnTo>
                      <a:pt x="98" y="109"/>
                    </a:lnTo>
                    <a:lnTo>
                      <a:pt x="98" y="109"/>
                    </a:lnTo>
                    <a:lnTo>
                      <a:pt x="99" y="109"/>
                    </a:lnTo>
                    <a:lnTo>
                      <a:pt x="100" y="108"/>
                    </a:lnTo>
                    <a:lnTo>
                      <a:pt x="100" y="108"/>
                    </a:lnTo>
                    <a:lnTo>
                      <a:pt x="100" y="106"/>
                    </a:lnTo>
                    <a:lnTo>
                      <a:pt x="100" y="105"/>
                    </a:lnTo>
                    <a:lnTo>
                      <a:pt x="98" y="102"/>
                    </a:lnTo>
                    <a:lnTo>
                      <a:pt x="98" y="101"/>
                    </a:lnTo>
                    <a:lnTo>
                      <a:pt x="96" y="99"/>
                    </a:lnTo>
                    <a:lnTo>
                      <a:pt x="92" y="95"/>
                    </a:lnTo>
                    <a:lnTo>
                      <a:pt x="88" y="89"/>
                    </a:lnTo>
                    <a:lnTo>
                      <a:pt x="86" y="86"/>
                    </a:lnTo>
                    <a:lnTo>
                      <a:pt x="85" y="85"/>
                    </a:lnTo>
                    <a:lnTo>
                      <a:pt x="85" y="81"/>
                    </a:lnTo>
                    <a:lnTo>
                      <a:pt x="86" y="78"/>
                    </a:lnTo>
                    <a:lnTo>
                      <a:pt x="86" y="75"/>
                    </a:lnTo>
                    <a:lnTo>
                      <a:pt x="86" y="73"/>
                    </a:lnTo>
                    <a:lnTo>
                      <a:pt x="85" y="73"/>
                    </a:lnTo>
                    <a:lnTo>
                      <a:pt x="85" y="73"/>
                    </a:lnTo>
                    <a:lnTo>
                      <a:pt x="83" y="73"/>
                    </a:lnTo>
                    <a:lnTo>
                      <a:pt x="82" y="73"/>
                    </a:lnTo>
                    <a:lnTo>
                      <a:pt x="80" y="74"/>
                    </a:lnTo>
                    <a:lnTo>
                      <a:pt x="80" y="77"/>
                    </a:lnTo>
                    <a:lnTo>
                      <a:pt x="80" y="79"/>
                    </a:lnTo>
                    <a:lnTo>
                      <a:pt x="80" y="82"/>
                    </a:lnTo>
                    <a:lnTo>
                      <a:pt x="80" y="84"/>
                    </a:lnTo>
                    <a:lnTo>
                      <a:pt x="75" y="86"/>
                    </a:lnTo>
                    <a:lnTo>
                      <a:pt x="70" y="90"/>
                    </a:lnTo>
                    <a:lnTo>
                      <a:pt x="70" y="90"/>
                    </a:lnTo>
                    <a:close/>
                    <a:moveTo>
                      <a:pt x="67" y="84"/>
                    </a:moveTo>
                    <a:lnTo>
                      <a:pt x="68" y="84"/>
                    </a:lnTo>
                    <a:lnTo>
                      <a:pt x="69" y="84"/>
                    </a:lnTo>
                    <a:lnTo>
                      <a:pt x="69" y="84"/>
                    </a:lnTo>
                    <a:lnTo>
                      <a:pt x="69" y="83"/>
                    </a:lnTo>
                    <a:lnTo>
                      <a:pt x="69" y="82"/>
                    </a:lnTo>
                    <a:lnTo>
                      <a:pt x="70" y="82"/>
                    </a:lnTo>
                    <a:lnTo>
                      <a:pt x="70" y="79"/>
                    </a:lnTo>
                    <a:lnTo>
                      <a:pt x="72" y="77"/>
                    </a:lnTo>
                    <a:lnTo>
                      <a:pt x="74" y="73"/>
                    </a:lnTo>
                    <a:lnTo>
                      <a:pt x="75" y="71"/>
                    </a:lnTo>
                    <a:lnTo>
                      <a:pt x="75" y="70"/>
                    </a:lnTo>
                    <a:lnTo>
                      <a:pt x="75" y="69"/>
                    </a:lnTo>
                    <a:lnTo>
                      <a:pt x="74" y="69"/>
                    </a:lnTo>
                    <a:lnTo>
                      <a:pt x="74" y="69"/>
                    </a:lnTo>
                    <a:lnTo>
                      <a:pt x="73" y="68"/>
                    </a:lnTo>
                    <a:lnTo>
                      <a:pt x="72" y="67"/>
                    </a:lnTo>
                    <a:lnTo>
                      <a:pt x="71" y="67"/>
                    </a:lnTo>
                    <a:lnTo>
                      <a:pt x="70" y="67"/>
                    </a:lnTo>
                    <a:lnTo>
                      <a:pt x="69" y="67"/>
                    </a:lnTo>
                    <a:lnTo>
                      <a:pt x="68" y="68"/>
                    </a:lnTo>
                    <a:lnTo>
                      <a:pt x="66" y="69"/>
                    </a:lnTo>
                    <a:lnTo>
                      <a:pt x="66" y="70"/>
                    </a:lnTo>
                    <a:lnTo>
                      <a:pt x="65" y="71"/>
                    </a:lnTo>
                    <a:lnTo>
                      <a:pt x="65" y="73"/>
                    </a:lnTo>
                    <a:lnTo>
                      <a:pt x="64" y="73"/>
                    </a:lnTo>
                    <a:lnTo>
                      <a:pt x="64" y="74"/>
                    </a:lnTo>
                    <a:lnTo>
                      <a:pt x="64" y="75"/>
                    </a:lnTo>
                    <a:lnTo>
                      <a:pt x="63" y="77"/>
                    </a:lnTo>
                    <a:lnTo>
                      <a:pt x="62" y="77"/>
                    </a:lnTo>
                    <a:lnTo>
                      <a:pt x="61" y="78"/>
                    </a:lnTo>
                    <a:lnTo>
                      <a:pt x="59" y="80"/>
                    </a:lnTo>
                    <a:lnTo>
                      <a:pt x="58" y="81"/>
                    </a:lnTo>
                    <a:lnTo>
                      <a:pt x="58" y="82"/>
                    </a:lnTo>
                    <a:lnTo>
                      <a:pt x="58" y="83"/>
                    </a:lnTo>
                    <a:lnTo>
                      <a:pt x="58" y="85"/>
                    </a:lnTo>
                    <a:lnTo>
                      <a:pt x="59" y="85"/>
                    </a:lnTo>
                    <a:lnTo>
                      <a:pt x="59" y="85"/>
                    </a:lnTo>
                    <a:lnTo>
                      <a:pt x="60" y="86"/>
                    </a:lnTo>
                    <a:lnTo>
                      <a:pt x="61" y="86"/>
                    </a:lnTo>
                    <a:lnTo>
                      <a:pt x="62" y="86"/>
                    </a:lnTo>
                    <a:lnTo>
                      <a:pt x="62" y="86"/>
                    </a:lnTo>
                    <a:lnTo>
                      <a:pt x="63" y="85"/>
                    </a:lnTo>
                    <a:lnTo>
                      <a:pt x="66" y="84"/>
                    </a:lnTo>
                    <a:lnTo>
                      <a:pt x="67" y="8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8" name="iśḻîḓé"/>
              <p:cNvSpPr/>
              <p:nvPr userDrawn="1"/>
            </p:nvSpPr>
            <p:spPr bwMode="auto">
              <a:xfrm>
                <a:off x="2708276" y="2566988"/>
                <a:ext cx="76200" cy="209550"/>
              </a:xfrm>
              <a:custGeom>
                <a:avLst/>
                <a:gdLst>
                  <a:gd name="T0" fmla="*/ 1 w 48"/>
                  <a:gd name="T1" fmla="*/ 31 h 132"/>
                  <a:gd name="T2" fmla="*/ 9 w 48"/>
                  <a:gd name="T3" fmla="*/ 20 h 132"/>
                  <a:gd name="T4" fmla="*/ 26 w 48"/>
                  <a:gd name="T5" fmla="*/ 4 h 132"/>
                  <a:gd name="T6" fmla="*/ 34 w 48"/>
                  <a:gd name="T7" fmla="*/ 0 h 132"/>
                  <a:gd name="T8" fmla="*/ 40 w 48"/>
                  <a:gd name="T9" fmla="*/ 1 h 132"/>
                  <a:gd name="T10" fmla="*/ 41 w 48"/>
                  <a:gd name="T11" fmla="*/ 4 h 132"/>
                  <a:gd name="T12" fmla="*/ 38 w 48"/>
                  <a:gd name="T13" fmla="*/ 20 h 132"/>
                  <a:gd name="T14" fmla="*/ 32 w 48"/>
                  <a:gd name="T15" fmla="*/ 60 h 132"/>
                  <a:gd name="T16" fmla="*/ 28 w 48"/>
                  <a:gd name="T17" fmla="*/ 65 h 132"/>
                  <a:gd name="T18" fmla="*/ 20 w 48"/>
                  <a:gd name="T19" fmla="*/ 70 h 132"/>
                  <a:gd name="T20" fmla="*/ 20 w 48"/>
                  <a:gd name="T21" fmla="*/ 81 h 132"/>
                  <a:gd name="T22" fmla="*/ 22 w 48"/>
                  <a:gd name="T23" fmla="*/ 90 h 132"/>
                  <a:gd name="T24" fmla="*/ 31 w 48"/>
                  <a:gd name="T25" fmla="*/ 90 h 132"/>
                  <a:gd name="T26" fmla="*/ 35 w 48"/>
                  <a:gd name="T27" fmla="*/ 91 h 132"/>
                  <a:gd name="T28" fmla="*/ 35 w 48"/>
                  <a:gd name="T29" fmla="*/ 97 h 132"/>
                  <a:gd name="T30" fmla="*/ 27 w 48"/>
                  <a:gd name="T31" fmla="*/ 114 h 132"/>
                  <a:gd name="T32" fmla="*/ 26 w 48"/>
                  <a:gd name="T33" fmla="*/ 120 h 132"/>
                  <a:gd name="T34" fmla="*/ 34 w 48"/>
                  <a:gd name="T35" fmla="*/ 117 h 132"/>
                  <a:gd name="T36" fmla="*/ 42 w 48"/>
                  <a:gd name="T37" fmla="*/ 114 h 132"/>
                  <a:gd name="T38" fmla="*/ 47 w 48"/>
                  <a:gd name="T39" fmla="*/ 118 h 132"/>
                  <a:gd name="T40" fmla="*/ 48 w 48"/>
                  <a:gd name="T41" fmla="*/ 124 h 132"/>
                  <a:gd name="T42" fmla="*/ 41 w 48"/>
                  <a:gd name="T43" fmla="*/ 129 h 132"/>
                  <a:gd name="T44" fmla="*/ 30 w 48"/>
                  <a:gd name="T45" fmla="*/ 132 h 132"/>
                  <a:gd name="T46" fmla="*/ 16 w 48"/>
                  <a:gd name="T47" fmla="*/ 131 h 132"/>
                  <a:gd name="T48" fmla="*/ 13 w 48"/>
                  <a:gd name="T49" fmla="*/ 128 h 132"/>
                  <a:gd name="T50" fmla="*/ 15 w 48"/>
                  <a:gd name="T51" fmla="*/ 124 h 132"/>
                  <a:gd name="T52" fmla="*/ 16 w 48"/>
                  <a:gd name="T53" fmla="*/ 121 h 132"/>
                  <a:gd name="T54" fmla="*/ 16 w 48"/>
                  <a:gd name="T55" fmla="*/ 108 h 132"/>
                  <a:gd name="T56" fmla="*/ 12 w 48"/>
                  <a:gd name="T57" fmla="*/ 106 h 132"/>
                  <a:gd name="T58" fmla="*/ 10 w 48"/>
                  <a:gd name="T59" fmla="*/ 102 h 132"/>
                  <a:gd name="T60" fmla="*/ 12 w 48"/>
                  <a:gd name="T61" fmla="*/ 91 h 132"/>
                  <a:gd name="T62" fmla="*/ 7 w 48"/>
                  <a:gd name="T63" fmla="*/ 81 h 132"/>
                  <a:gd name="T64" fmla="*/ 4 w 48"/>
                  <a:gd name="T65" fmla="*/ 78 h 132"/>
                  <a:gd name="T66" fmla="*/ 8 w 48"/>
                  <a:gd name="T67" fmla="*/ 73 h 132"/>
                  <a:gd name="T68" fmla="*/ 10 w 48"/>
                  <a:gd name="T69" fmla="*/ 62 h 132"/>
                  <a:gd name="T70" fmla="*/ 10 w 48"/>
                  <a:gd name="T71" fmla="*/ 60 h 132"/>
                  <a:gd name="T72" fmla="*/ 5 w 48"/>
                  <a:gd name="T73" fmla="*/ 60 h 132"/>
                  <a:gd name="T74" fmla="*/ 4 w 48"/>
                  <a:gd name="T75" fmla="*/ 56 h 132"/>
                  <a:gd name="T76" fmla="*/ 8 w 48"/>
                  <a:gd name="T77" fmla="*/ 52 h 132"/>
                  <a:gd name="T78" fmla="*/ 12 w 48"/>
                  <a:gd name="T79" fmla="*/ 49 h 132"/>
                  <a:gd name="T80" fmla="*/ 14 w 48"/>
                  <a:gd name="T81" fmla="*/ 34 h 132"/>
                  <a:gd name="T82" fmla="*/ 19 w 48"/>
                  <a:gd name="T83" fmla="*/ 32 h 132"/>
                  <a:gd name="T84" fmla="*/ 20 w 48"/>
                  <a:gd name="T85" fmla="*/ 39 h 132"/>
                  <a:gd name="T86" fmla="*/ 20 w 48"/>
                  <a:gd name="T87" fmla="*/ 49 h 132"/>
                  <a:gd name="T88" fmla="*/ 23 w 48"/>
                  <a:gd name="T89" fmla="*/ 49 h 132"/>
                  <a:gd name="T90" fmla="*/ 30 w 48"/>
                  <a:gd name="T91" fmla="*/ 18 h 132"/>
                  <a:gd name="T92" fmla="*/ 30 w 48"/>
                  <a:gd name="T93" fmla="*/ 10 h 132"/>
                  <a:gd name="T94" fmla="*/ 18 w 48"/>
                  <a:gd name="T95" fmla="*/ 21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132">
                    <a:moveTo>
                      <a:pt x="8" y="32"/>
                    </a:moveTo>
                    <a:lnTo>
                      <a:pt x="0" y="36"/>
                    </a:lnTo>
                    <a:lnTo>
                      <a:pt x="0" y="34"/>
                    </a:lnTo>
                    <a:lnTo>
                      <a:pt x="1" y="31"/>
                    </a:lnTo>
                    <a:lnTo>
                      <a:pt x="3" y="28"/>
                    </a:lnTo>
                    <a:lnTo>
                      <a:pt x="4" y="27"/>
                    </a:lnTo>
                    <a:lnTo>
                      <a:pt x="6" y="24"/>
                    </a:lnTo>
                    <a:lnTo>
                      <a:pt x="9" y="20"/>
                    </a:lnTo>
                    <a:lnTo>
                      <a:pt x="16" y="14"/>
                    </a:lnTo>
                    <a:lnTo>
                      <a:pt x="21" y="8"/>
                    </a:lnTo>
                    <a:lnTo>
                      <a:pt x="24" y="6"/>
                    </a:lnTo>
                    <a:lnTo>
                      <a:pt x="26" y="4"/>
                    </a:lnTo>
                    <a:lnTo>
                      <a:pt x="28" y="3"/>
                    </a:lnTo>
                    <a:lnTo>
                      <a:pt x="30" y="1"/>
                    </a:lnTo>
                    <a:lnTo>
                      <a:pt x="32" y="0"/>
                    </a:lnTo>
                    <a:lnTo>
                      <a:pt x="34" y="0"/>
                    </a:lnTo>
                    <a:lnTo>
                      <a:pt x="36" y="0"/>
                    </a:lnTo>
                    <a:lnTo>
                      <a:pt x="37" y="0"/>
                    </a:lnTo>
                    <a:lnTo>
                      <a:pt x="39" y="0"/>
                    </a:lnTo>
                    <a:lnTo>
                      <a:pt x="40" y="1"/>
                    </a:lnTo>
                    <a:lnTo>
                      <a:pt x="40" y="2"/>
                    </a:lnTo>
                    <a:lnTo>
                      <a:pt x="41" y="3"/>
                    </a:lnTo>
                    <a:lnTo>
                      <a:pt x="41" y="4"/>
                    </a:lnTo>
                    <a:lnTo>
                      <a:pt x="41" y="4"/>
                    </a:lnTo>
                    <a:lnTo>
                      <a:pt x="41" y="8"/>
                    </a:lnTo>
                    <a:lnTo>
                      <a:pt x="40" y="12"/>
                    </a:lnTo>
                    <a:lnTo>
                      <a:pt x="39" y="17"/>
                    </a:lnTo>
                    <a:lnTo>
                      <a:pt x="38" y="20"/>
                    </a:lnTo>
                    <a:lnTo>
                      <a:pt x="36" y="28"/>
                    </a:lnTo>
                    <a:lnTo>
                      <a:pt x="35" y="40"/>
                    </a:lnTo>
                    <a:lnTo>
                      <a:pt x="33" y="53"/>
                    </a:lnTo>
                    <a:lnTo>
                      <a:pt x="32" y="60"/>
                    </a:lnTo>
                    <a:lnTo>
                      <a:pt x="32" y="61"/>
                    </a:lnTo>
                    <a:lnTo>
                      <a:pt x="31" y="63"/>
                    </a:lnTo>
                    <a:lnTo>
                      <a:pt x="29" y="64"/>
                    </a:lnTo>
                    <a:lnTo>
                      <a:pt x="28" y="65"/>
                    </a:lnTo>
                    <a:lnTo>
                      <a:pt x="24" y="68"/>
                    </a:lnTo>
                    <a:lnTo>
                      <a:pt x="22" y="68"/>
                    </a:lnTo>
                    <a:lnTo>
                      <a:pt x="21" y="69"/>
                    </a:lnTo>
                    <a:lnTo>
                      <a:pt x="20" y="70"/>
                    </a:lnTo>
                    <a:lnTo>
                      <a:pt x="20" y="71"/>
                    </a:lnTo>
                    <a:lnTo>
                      <a:pt x="20" y="72"/>
                    </a:lnTo>
                    <a:lnTo>
                      <a:pt x="20" y="76"/>
                    </a:lnTo>
                    <a:lnTo>
                      <a:pt x="20" y="81"/>
                    </a:lnTo>
                    <a:lnTo>
                      <a:pt x="20" y="86"/>
                    </a:lnTo>
                    <a:lnTo>
                      <a:pt x="21" y="89"/>
                    </a:lnTo>
                    <a:lnTo>
                      <a:pt x="22" y="89"/>
                    </a:lnTo>
                    <a:lnTo>
                      <a:pt x="22" y="90"/>
                    </a:lnTo>
                    <a:lnTo>
                      <a:pt x="23" y="91"/>
                    </a:lnTo>
                    <a:lnTo>
                      <a:pt x="24" y="91"/>
                    </a:lnTo>
                    <a:lnTo>
                      <a:pt x="27" y="90"/>
                    </a:lnTo>
                    <a:lnTo>
                      <a:pt x="31" y="90"/>
                    </a:lnTo>
                    <a:lnTo>
                      <a:pt x="32" y="90"/>
                    </a:lnTo>
                    <a:lnTo>
                      <a:pt x="34" y="90"/>
                    </a:lnTo>
                    <a:lnTo>
                      <a:pt x="35" y="91"/>
                    </a:lnTo>
                    <a:lnTo>
                      <a:pt x="35" y="91"/>
                    </a:lnTo>
                    <a:lnTo>
                      <a:pt x="36" y="92"/>
                    </a:lnTo>
                    <a:lnTo>
                      <a:pt x="36" y="92"/>
                    </a:lnTo>
                    <a:lnTo>
                      <a:pt x="36" y="95"/>
                    </a:lnTo>
                    <a:lnTo>
                      <a:pt x="35" y="97"/>
                    </a:lnTo>
                    <a:lnTo>
                      <a:pt x="33" y="100"/>
                    </a:lnTo>
                    <a:lnTo>
                      <a:pt x="32" y="104"/>
                    </a:lnTo>
                    <a:lnTo>
                      <a:pt x="28" y="111"/>
                    </a:lnTo>
                    <a:lnTo>
                      <a:pt x="27" y="114"/>
                    </a:lnTo>
                    <a:lnTo>
                      <a:pt x="26" y="116"/>
                    </a:lnTo>
                    <a:lnTo>
                      <a:pt x="25" y="118"/>
                    </a:lnTo>
                    <a:lnTo>
                      <a:pt x="25" y="119"/>
                    </a:lnTo>
                    <a:lnTo>
                      <a:pt x="26" y="120"/>
                    </a:lnTo>
                    <a:lnTo>
                      <a:pt x="27" y="120"/>
                    </a:lnTo>
                    <a:lnTo>
                      <a:pt x="28" y="120"/>
                    </a:lnTo>
                    <a:lnTo>
                      <a:pt x="31" y="119"/>
                    </a:lnTo>
                    <a:lnTo>
                      <a:pt x="34" y="117"/>
                    </a:lnTo>
                    <a:lnTo>
                      <a:pt x="37" y="116"/>
                    </a:lnTo>
                    <a:lnTo>
                      <a:pt x="40" y="115"/>
                    </a:lnTo>
                    <a:lnTo>
                      <a:pt x="40" y="115"/>
                    </a:lnTo>
                    <a:lnTo>
                      <a:pt x="42" y="114"/>
                    </a:lnTo>
                    <a:lnTo>
                      <a:pt x="43" y="114"/>
                    </a:lnTo>
                    <a:lnTo>
                      <a:pt x="44" y="115"/>
                    </a:lnTo>
                    <a:lnTo>
                      <a:pt x="45" y="116"/>
                    </a:lnTo>
                    <a:lnTo>
                      <a:pt x="47" y="118"/>
                    </a:lnTo>
                    <a:lnTo>
                      <a:pt x="48" y="120"/>
                    </a:lnTo>
                    <a:lnTo>
                      <a:pt x="48" y="121"/>
                    </a:lnTo>
                    <a:lnTo>
                      <a:pt x="48" y="123"/>
                    </a:lnTo>
                    <a:lnTo>
                      <a:pt x="48" y="124"/>
                    </a:lnTo>
                    <a:lnTo>
                      <a:pt x="48" y="126"/>
                    </a:lnTo>
                    <a:lnTo>
                      <a:pt x="46" y="128"/>
                    </a:lnTo>
                    <a:lnTo>
                      <a:pt x="44" y="128"/>
                    </a:lnTo>
                    <a:lnTo>
                      <a:pt x="41" y="129"/>
                    </a:lnTo>
                    <a:lnTo>
                      <a:pt x="37" y="130"/>
                    </a:lnTo>
                    <a:lnTo>
                      <a:pt x="35" y="131"/>
                    </a:lnTo>
                    <a:lnTo>
                      <a:pt x="32" y="132"/>
                    </a:lnTo>
                    <a:lnTo>
                      <a:pt x="30" y="132"/>
                    </a:lnTo>
                    <a:lnTo>
                      <a:pt x="26" y="132"/>
                    </a:lnTo>
                    <a:lnTo>
                      <a:pt x="20" y="132"/>
                    </a:lnTo>
                    <a:lnTo>
                      <a:pt x="18" y="132"/>
                    </a:lnTo>
                    <a:lnTo>
                      <a:pt x="16" y="131"/>
                    </a:lnTo>
                    <a:lnTo>
                      <a:pt x="15" y="130"/>
                    </a:lnTo>
                    <a:lnTo>
                      <a:pt x="14" y="130"/>
                    </a:lnTo>
                    <a:lnTo>
                      <a:pt x="13" y="128"/>
                    </a:lnTo>
                    <a:lnTo>
                      <a:pt x="13" y="128"/>
                    </a:lnTo>
                    <a:lnTo>
                      <a:pt x="13" y="127"/>
                    </a:lnTo>
                    <a:lnTo>
                      <a:pt x="13" y="125"/>
                    </a:lnTo>
                    <a:lnTo>
                      <a:pt x="14" y="124"/>
                    </a:lnTo>
                    <a:lnTo>
                      <a:pt x="15" y="124"/>
                    </a:lnTo>
                    <a:lnTo>
                      <a:pt x="16" y="124"/>
                    </a:lnTo>
                    <a:lnTo>
                      <a:pt x="16" y="123"/>
                    </a:lnTo>
                    <a:lnTo>
                      <a:pt x="17" y="122"/>
                    </a:lnTo>
                    <a:lnTo>
                      <a:pt x="16" y="121"/>
                    </a:lnTo>
                    <a:lnTo>
                      <a:pt x="16" y="118"/>
                    </a:lnTo>
                    <a:lnTo>
                      <a:pt x="16" y="113"/>
                    </a:lnTo>
                    <a:lnTo>
                      <a:pt x="16" y="111"/>
                    </a:lnTo>
                    <a:lnTo>
                      <a:pt x="16" y="108"/>
                    </a:lnTo>
                    <a:lnTo>
                      <a:pt x="16" y="108"/>
                    </a:lnTo>
                    <a:lnTo>
                      <a:pt x="16" y="107"/>
                    </a:lnTo>
                    <a:lnTo>
                      <a:pt x="14" y="107"/>
                    </a:lnTo>
                    <a:lnTo>
                      <a:pt x="12" y="106"/>
                    </a:lnTo>
                    <a:lnTo>
                      <a:pt x="11" y="104"/>
                    </a:lnTo>
                    <a:lnTo>
                      <a:pt x="10" y="104"/>
                    </a:lnTo>
                    <a:lnTo>
                      <a:pt x="10" y="103"/>
                    </a:lnTo>
                    <a:lnTo>
                      <a:pt x="10" y="102"/>
                    </a:lnTo>
                    <a:lnTo>
                      <a:pt x="12" y="100"/>
                    </a:lnTo>
                    <a:lnTo>
                      <a:pt x="13" y="98"/>
                    </a:lnTo>
                    <a:lnTo>
                      <a:pt x="13" y="95"/>
                    </a:lnTo>
                    <a:lnTo>
                      <a:pt x="12" y="91"/>
                    </a:lnTo>
                    <a:lnTo>
                      <a:pt x="12" y="88"/>
                    </a:lnTo>
                    <a:lnTo>
                      <a:pt x="11" y="85"/>
                    </a:lnTo>
                    <a:lnTo>
                      <a:pt x="9" y="84"/>
                    </a:lnTo>
                    <a:lnTo>
                      <a:pt x="7" y="81"/>
                    </a:lnTo>
                    <a:lnTo>
                      <a:pt x="5" y="80"/>
                    </a:lnTo>
                    <a:lnTo>
                      <a:pt x="5" y="79"/>
                    </a:lnTo>
                    <a:lnTo>
                      <a:pt x="4" y="79"/>
                    </a:lnTo>
                    <a:lnTo>
                      <a:pt x="4" y="78"/>
                    </a:lnTo>
                    <a:lnTo>
                      <a:pt x="5" y="77"/>
                    </a:lnTo>
                    <a:lnTo>
                      <a:pt x="5" y="76"/>
                    </a:lnTo>
                    <a:lnTo>
                      <a:pt x="7" y="75"/>
                    </a:lnTo>
                    <a:lnTo>
                      <a:pt x="8" y="73"/>
                    </a:lnTo>
                    <a:lnTo>
                      <a:pt x="8" y="70"/>
                    </a:lnTo>
                    <a:lnTo>
                      <a:pt x="9" y="67"/>
                    </a:lnTo>
                    <a:lnTo>
                      <a:pt x="9" y="64"/>
                    </a:lnTo>
                    <a:lnTo>
                      <a:pt x="10" y="62"/>
                    </a:lnTo>
                    <a:lnTo>
                      <a:pt x="11" y="61"/>
                    </a:lnTo>
                    <a:lnTo>
                      <a:pt x="11" y="60"/>
                    </a:lnTo>
                    <a:lnTo>
                      <a:pt x="11" y="60"/>
                    </a:lnTo>
                    <a:lnTo>
                      <a:pt x="10" y="60"/>
                    </a:lnTo>
                    <a:lnTo>
                      <a:pt x="8" y="60"/>
                    </a:lnTo>
                    <a:lnTo>
                      <a:pt x="8" y="60"/>
                    </a:lnTo>
                    <a:lnTo>
                      <a:pt x="7" y="60"/>
                    </a:lnTo>
                    <a:lnTo>
                      <a:pt x="5" y="60"/>
                    </a:lnTo>
                    <a:lnTo>
                      <a:pt x="5" y="59"/>
                    </a:lnTo>
                    <a:lnTo>
                      <a:pt x="4" y="58"/>
                    </a:lnTo>
                    <a:lnTo>
                      <a:pt x="4" y="57"/>
                    </a:lnTo>
                    <a:lnTo>
                      <a:pt x="4" y="56"/>
                    </a:lnTo>
                    <a:lnTo>
                      <a:pt x="4" y="55"/>
                    </a:lnTo>
                    <a:lnTo>
                      <a:pt x="5" y="54"/>
                    </a:lnTo>
                    <a:lnTo>
                      <a:pt x="7" y="53"/>
                    </a:lnTo>
                    <a:lnTo>
                      <a:pt x="8" y="52"/>
                    </a:lnTo>
                    <a:lnTo>
                      <a:pt x="10" y="52"/>
                    </a:lnTo>
                    <a:lnTo>
                      <a:pt x="11" y="52"/>
                    </a:lnTo>
                    <a:lnTo>
                      <a:pt x="12" y="51"/>
                    </a:lnTo>
                    <a:lnTo>
                      <a:pt x="12" y="49"/>
                    </a:lnTo>
                    <a:lnTo>
                      <a:pt x="13" y="45"/>
                    </a:lnTo>
                    <a:lnTo>
                      <a:pt x="13" y="40"/>
                    </a:lnTo>
                    <a:lnTo>
                      <a:pt x="14" y="35"/>
                    </a:lnTo>
                    <a:lnTo>
                      <a:pt x="14" y="34"/>
                    </a:lnTo>
                    <a:lnTo>
                      <a:pt x="15" y="34"/>
                    </a:lnTo>
                    <a:lnTo>
                      <a:pt x="16" y="32"/>
                    </a:lnTo>
                    <a:lnTo>
                      <a:pt x="17" y="32"/>
                    </a:lnTo>
                    <a:lnTo>
                      <a:pt x="19" y="32"/>
                    </a:lnTo>
                    <a:lnTo>
                      <a:pt x="19" y="32"/>
                    </a:lnTo>
                    <a:lnTo>
                      <a:pt x="20" y="33"/>
                    </a:lnTo>
                    <a:lnTo>
                      <a:pt x="20" y="36"/>
                    </a:lnTo>
                    <a:lnTo>
                      <a:pt x="20" y="39"/>
                    </a:lnTo>
                    <a:lnTo>
                      <a:pt x="20" y="41"/>
                    </a:lnTo>
                    <a:lnTo>
                      <a:pt x="20" y="44"/>
                    </a:lnTo>
                    <a:lnTo>
                      <a:pt x="20" y="47"/>
                    </a:lnTo>
                    <a:lnTo>
                      <a:pt x="20" y="49"/>
                    </a:lnTo>
                    <a:lnTo>
                      <a:pt x="21" y="50"/>
                    </a:lnTo>
                    <a:lnTo>
                      <a:pt x="22" y="50"/>
                    </a:lnTo>
                    <a:lnTo>
                      <a:pt x="22" y="50"/>
                    </a:lnTo>
                    <a:lnTo>
                      <a:pt x="23" y="49"/>
                    </a:lnTo>
                    <a:lnTo>
                      <a:pt x="24" y="44"/>
                    </a:lnTo>
                    <a:lnTo>
                      <a:pt x="27" y="34"/>
                    </a:lnTo>
                    <a:lnTo>
                      <a:pt x="28" y="24"/>
                    </a:lnTo>
                    <a:lnTo>
                      <a:pt x="30" y="18"/>
                    </a:lnTo>
                    <a:lnTo>
                      <a:pt x="31" y="15"/>
                    </a:lnTo>
                    <a:lnTo>
                      <a:pt x="31" y="12"/>
                    </a:lnTo>
                    <a:lnTo>
                      <a:pt x="30" y="11"/>
                    </a:lnTo>
                    <a:lnTo>
                      <a:pt x="30" y="10"/>
                    </a:lnTo>
                    <a:lnTo>
                      <a:pt x="29" y="10"/>
                    </a:lnTo>
                    <a:lnTo>
                      <a:pt x="28" y="11"/>
                    </a:lnTo>
                    <a:lnTo>
                      <a:pt x="24" y="16"/>
                    </a:lnTo>
                    <a:lnTo>
                      <a:pt x="18" y="21"/>
                    </a:lnTo>
                    <a:lnTo>
                      <a:pt x="12" y="26"/>
                    </a:lnTo>
                    <a:lnTo>
                      <a:pt x="8" y="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9" name="íśḷídê"/>
              <p:cNvSpPr/>
              <p:nvPr userDrawn="1"/>
            </p:nvSpPr>
            <p:spPr bwMode="auto">
              <a:xfrm>
                <a:off x="2684463" y="2625726"/>
                <a:ext cx="26988" cy="47625"/>
              </a:xfrm>
              <a:custGeom>
                <a:avLst/>
                <a:gdLst>
                  <a:gd name="T0" fmla="*/ 2 w 17"/>
                  <a:gd name="T1" fmla="*/ 6 h 30"/>
                  <a:gd name="T2" fmla="*/ 1 w 17"/>
                  <a:gd name="T3" fmla="*/ 5 h 30"/>
                  <a:gd name="T4" fmla="*/ 0 w 17"/>
                  <a:gd name="T5" fmla="*/ 3 h 30"/>
                  <a:gd name="T6" fmla="*/ 0 w 17"/>
                  <a:gd name="T7" fmla="*/ 3 h 30"/>
                  <a:gd name="T8" fmla="*/ 0 w 17"/>
                  <a:gd name="T9" fmla="*/ 3 h 30"/>
                  <a:gd name="T10" fmla="*/ 1 w 17"/>
                  <a:gd name="T11" fmla="*/ 2 h 30"/>
                  <a:gd name="T12" fmla="*/ 3 w 17"/>
                  <a:gd name="T13" fmla="*/ 1 h 30"/>
                  <a:gd name="T14" fmla="*/ 6 w 17"/>
                  <a:gd name="T15" fmla="*/ 1 h 30"/>
                  <a:gd name="T16" fmla="*/ 9 w 17"/>
                  <a:gd name="T17" fmla="*/ 0 h 30"/>
                  <a:gd name="T18" fmla="*/ 11 w 17"/>
                  <a:gd name="T19" fmla="*/ 0 h 30"/>
                  <a:gd name="T20" fmla="*/ 12 w 17"/>
                  <a:gd name="T21" fmla="*/ 1 h 30"/>
                  <a:gd name="T22" fmla="*/ 13 w 17"/>
                  <a:gd name="T23" fmla="*/ 2 h 30"/>
                  <a:gd name="T24" fmla="*/ 14 w 17"/>
                  <a:gd name="T25" fmla="*/ 3 h 30"/>
                  <a:gd name="T26" fmla="*/ 15 w 17"/>
                  <a:gd name="T27" fmla="*/ 7 h 30"/>
                  <a:gd name="T28" fmla="*/ 15 w 17"/>
                  <a:gd name="T29" fmla="*/ 14 h 30"/>
                  <a:gd name="T30" fmla="*/ 16 w 17"/>
                  <a:gd name="T31" fmla="*/ 19 h 30"/>
                  <a:gd name="T32" fmla="*/ 17 w 17"/>
                  <a:gd name="T33" fmla="*/ 23 h 30"/>
                  <a:gd name="T34" fmla="*/ 17 w 17"/>
                  <a:gd name="T35" fmla="*/ 25 h 30"/>
                  <a:gd name="T36" fmla="*/ 17 w 17"/>
                  <a:gd name="T37" fmla="*/ 27 h 30"/>
                  <a:gd name="T38" fmla="*/ 16 w 17"/>
                  <a:gd name="T39" fmla="*/ 28 h 30"/>
                  <a:gd name="T40" fmla="*/ 15 w 17"/>
                  <a:gd name="T41" fmla="*/ 29 h 30"/>
                  <a:gd name="T42" fmla="*/ 14 w 17"/>
                  <a:gd name="T43" fmla="*/ 30 h 30"/>
                  <a:gd name="T44" fmla="*/ 11 w 17"/>
                  <a:gd name="T45" fmla="*/ 30 h 30"/>
                  <a:gd name="T46" fmla="*/ 10 w 17"/>
                  <a:gd name="T47" fmla="*/ 30 h 30"/>
                  <a:gd name="T48" fmla="*/ 8 w 17"/>
                  <a:gd name="T49" fmla="*/ 29 h 30"/>
                  <a:gd name="T50" fmla="*/ 7 w 17"/>
                  <a:gd name="T51" fmla="*/ 28 h 30"/>
                  <a:gd name="T52" fmla="*/ 7 w 17"/>
                  <a:gd name="T53" fmla="*/ 27 h 30"/>
                  <a:gd name="T54" fmla="*/ 6 w 17"/>
                  <a:gd name="T55" fmla="*/ 23 h 30"/>
                  <a:gd name="T56" fmla="*/ 6 w 17"/>
                  <a:gd name="T57" fmla="*/ 19 h 30"/>
                  <a:gd name="T58" fmla="*/ 5 w 17"/>
                  <a:gd name="T59" fmla="*/ 15 h 30"/>
                  <a:gd name="T60" fmla="*/ 4 w 17"/>
                  <a:gd name="T61" fmla="*/ 11 h 30"/>
                  <a:gd name="T62" fmla="*/ 3 w 17"/>
                  <a:gd name="T63" fmla="*/ 8 h 30"/>
                  <a:gd name="T64" fmla="*/ 3 w 17"/>
                  <a:gd name="T65" fmla="*/ 7 h 30"/>
                  <a:gd name="T66" fmla="*/ 3 w 17"/>
                  <a:gd name="T67" fmla="*/ 7 h 30"/>
                  <a:gd name="T68" fmla="*/ 2 w 17"/>
                  <a:gd name="T6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30">
                    <a:moveTo>
                      <a:pt x="2" y="6"/>
                    </a:moveTo>
                    <a:lnTo>
                      <a:pt x="1" y="5"/>
                    </a:lnTo>
                    <a:lnTo>
                      <a:pt x="0" y="3"/>
                    </a:lnTo>
                    <a:lnTo>
                      <a:pt x="0" y="3"/>
                    </a:lnTo>
                    <a:lnTo>
                      <a:pt x="0" y="3"/>
                    </a:lnTo>
                    <a:lnTo>
                      <a:pt x="1" y="2"/>
                    </a:lnTo>
                    <a:lnTo>
                      <a:pt x="3" y="1"/>
                    </a:lnTo>
                    <a:lnTo>
                      <a:pt x="6" y="1"/>
                    </a:lnTo>
                    <a:lnTo>
                      <a:pt x="9" y="0"/>
                    </a:lnTo>
                    <a:lnTo>
                      <a:pt x="11" y="0"/>
                    </a:lnTo>
                    <a:lnTo>
                      <a:pt x="12" y="1"/>
                    </a:lnTo>
                    <a:lnTo>
                      <a:pt x="13" y="2"/>
                    </a:lnTo>
                    <a:lnTo>
                      <a:pt x="14" y="3"/>
                    </a:lnTo>
                    <a:lnTo>
                      <a:pt x="15" y="7"/>
                    </a:lnTo>
                    <a:lnTo>
                      <a:pt x="15" y="14"/>
                    </a:lnTo>
                    <a:lnTo>
                      <a:pt x="16" y="19"/>
                    </a:lnTo>
                    <a:lnTo>
                      <a:pt x="17" y="23"/>
                    </a:lnTo>
                    <a:lnTo>
                      <a:pt x="17" y="25"/>
                    </a:lnTo>
                    <a:lnTo>
                      <a:pt x="17" y="27"/>
                    </a:lnTo>
                    <a:lnTo>
                      <a:pt x="16" y="28"/>
                    </a:lnTo>
                    <a:lnTo>
                      <a:pt x="15" y="29"/>
                    </a:lnTo>
                    <a:lnTo>
                      <a:pt x="14" y="30"/>
                    </a:lnTo>
                    <a:lnTo>
                      <a:pt x="11" y="30"/>
                    </a:lnTo>
                    <a:lnTo>
                      <a:pt x="10" y="30"/>
                    </a:lnTo>
                    <a:lnTo>
                      <a:pt x="8" y="29"/>
                    </a:lnTo>
                    <a:lnTo>
                      <a:pt x="7" y="28"/>
                    </a:lnTo>
                    <a:lnTo>
                      <a:pt x="7" y="27"/>
                    </a:lnTo>
                    <a:lnTo>
                      <a:pt x="6" y="23"/>
                    </a:lnTo>
                    <a:lnTo>
                      <a:pt x="6" y="19"/>
                    </a:lnTo>
                    <a:lnTo>
                      <a:pt x="5" y="15"/>
                    </a:lnTo>
                    <a:lnTo>
                      <a:pt x="4" y="11"/>
                    </a:lnTo>
                    <a:lnTo>
                      <a:pt x="3" y="8"/>
                    </a:lnTo>
                    <a:lnTo>
                      <a:pt x="3" y="7"/>
                    </a:lnTo>
                    <a:lnTo>
                      <a:pt x="3" y="7"/>
                    </a:lnTo>
                    <a:lnTo>
                      <a:pt x="2" y="6"/>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0" name="íśļiḋé"/>
              <p:cNvSpPr/>
              <p:nvPr userDrawn="1"/>
            </p:nvSpPr>
            <p:spPr bwMode="auto">
              <a:xfrm>
                <a:off x="2617788" y="2617788"/>
                <a:ext cx="65088" cy="158750"/>
              </a:xfrm>
              <a:custGeom>
                <a:avLst/>
                <a:gdLst>
                  <a:gd name="T0" fmla="*/ 14 w 41"/>
                  <a:gd name="T1" fmla="*/ 26 h 100"/>
                  <a:gd name="T2" fmla="*/ 10 w 41"/>
                  <a:gd name="T3" fmla="*/ 30 h 100"/>
                  <a:gd name="T4" fmla="*/ 5 w 41"/>
                  <a:gd name="T5" fmla="*/ 28 h 100"/>
                  <a:gd name="T6" fmla="*/ 1 w 41"/>
                  <a:gd name="T7" fmla="*/ 26 h 100"/>
                  <a:gd name="T8" fmla="*/ 0 w 41"/>
                  <a:gd name="T9" fmla="*/ 24 h 100"/>
                  <a:gd name="T10" fmla="*/ 2 w 41"/>
                  <a:gd name="T11" fmla="*/ 19 h 100"/>
                  <a:gd name="T12" fmla="*/ 10 w 41"/>
                  <a:gd name="T13" fmla="*/ 12 h 100"/>
                  <a:gd name="T14" fmla="*/ 21 w 41"/>
                  <a:gd name="T15" fmla="*/ 4 h 100"/>
                  <a:gd name="T16" fmla="*/ 29 w 41"/>
                  <a:gd name="T17" fmla="*/ 0 h 100"/>
                  <a:gd name="T18" fmla="*/ 30 w 41"/>
                  <a:gd name="T19" fmla="*/ 0 h 100"/>
                  <a:gd name="T20" fmla="*/ 33 w 41"/>
                  <a:gd name="T21" fmla="*/ 4 h 100"/>
                  <a:gd name="T22" fmla="*/ 35 w 41"/>
                  <a:gd name="T23" fmla="*/ 8 h 100"/>
                  <a:gd name="T24" fmla="*/ 33 w 41"/>
                  <a:gd name="T25" fmla="*/ 16 h 100"/>
                  <a:gd name="T26" fmla="*/ 32 w 41"/>
                  <a:gd name="T27" fmla="*/ 30 h 100"/>
                  <a:gd name="T28" fmla="*/ 31 w 41"/>
                  <a:gd name="T29" fmla="*/ 44 h 100"/>
                  <a:gd name="T30" fmla="*/ 33 w 41"/>
                  <a:gd name="T31" fmla="*/ 46 h 100"/>
                  <a:gd name="T32" fmla="*/ 35 w 41"/>
                  <a:gd name="T33" fmla="*/ 48 h 100"/>
                  <a:gd name="T34" fmla="*/ 31 w 41"/>
                  <a:gd name="T35" fmla="*/ 54 h 100"/>
                  <a:gd name="T36" fmla="*/ 32 w 41"/>
                  <a:gd name="T37" fmla="*/ 57 h 100"/>
                  <a:gd name="T38" fmla="*/ 35 w 41"/>
                  <a:gd name="T39" fmla="*/ 58 h 100"/>
                  <a:gd name="T40" fmla="*/ 37 w 41"/>
                  <a:gd name="T41" fmla="*/ 54 h 100"/>
                  <a:gd name="T42" fmla="*/ 41 w 41"/>
                  <a:gd name="T43" fmla="*/ 48 h 100"/>
                  <a:gd name="T44" fmla="*/ 35 w 41"/>
                  <a:gd name="T45" fmla="*/ 72 h 100"/>
                  <a:gd name="T46" fmla="*/ 30 w 41"/>
                  <a:gd name="T47" fmla="*/ 88 h 100"/>
                  <a:gd name="T48" fmla="*/ 25 w 41"/>
                  <a:gd name="T49" fmla="*/ 96 h 100"/>
                  <a:gd name="T50" fmla="*/ 21 w 41"/>
                  <a:gd name="T51" fmla="*/ 100 h 100"/>
                  <a:gd name="T52" fmla="*/ 17 w 41"/>
                  <a:gd name="T53" fmla="*/ 100 h 100"/>
                  <a:gd name="T54" fmla="*/ 15 w 41"/>
                  <a:gd name="T55" fmla="*/ 97 h 100"/>
                  <a:gd name="T56" fmla="*/ 16 w 41"/>
                  <a:gd name="T57" fmla="*/ 89 h 100"/>
                  <a:gd name="T58" fmla="*/ 18 w 41"/>
                  <a:gd name="T59" fmla="*/ 82 h 100"/>
                  <a:gd name="T60" fmla="*/ 21 w 41"/>
                  <a:gd name="T61" fmla="*/ 74 h 100"/>
                  <a:gd name="T62" fmla="*/ 20 w 41"/>
                  <a:gd name="T63" fmla="*/ 68 h 100"/>
                  <a:gd name="T64" fmla="*/ 18 w 41"/>
                  <a:gd name="T65" fmla="*/ 65 h 100"/>
                  <a:gd name="T66" fmla="*/ 9 w 41"/>
                  <a:gd name="T67" fmla="*/ 69 h 100"/>
                  <a:gd name="T68" fmla="*/ 5 w 41"/>
                  <a:gd name="T69" fmla="*/ 70 h 100"/>
                  <a:gd name="T70" fmla="*/ 5 w 41"/>
                  <a:gd name="T71" fmla="*/ 68 h 100"/>
                  <a:gd name="T72" fmla="*/ 5 w 41"/>
                  <a:gd name="T73" fmla="*/ 61 h 100"/>
                  <a:gd name="T74" fmla="*/ 7 w 41"/>
                  <a:gd name="T75" fmla="*/ 61 h 100"/>
                  <a:gd name="T76" fmla="*/ 9 w 41"/>
                  <a:gd name="T77" fmla="*/ 59 h 100"/>
                  <a:gd name="T78" fmla="*/ 17 w 41"/>
                  <a:gd name="T79" fmla="*/ 54 h 100"/>
                  <a:gd name="T80" fmla="*/ 20 w 41"/>
                  <a:gd name="T81" fmla="*/ 50 h 100"/>
                  <a:gd name="T82" fmla="*/ 20 w 41"/>
                  <a:gd name="T83" fmla="*/ 40 h 100"/>
                  <a:gd name="T84" fmla="*/ 19 w 41"/>
                  <a:gd name="T85" fmla="*/ 25 h 100"/>
                  <a:gd name="T86" fmla="*/ 17 w 41"/>
                  <a:gd name="T8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1" h="100">
                    <a:moveTo>
                      <a:pt x="17" y="24"/>
                    </a:moveTo>
                    <a:lnTo>
                      <a:pt x="16" y="24"/>
                    </a:lnTo>
                    <a:lnTo>
                      <a:pt x="14" y="26"/>
                    </a:lnTo>
                    <a:lnTo>
                      <a:pt x="13" y="28"/>
                    </a:lnTo>
                    <a:lnTo>
                      <a:pt x="12" y="28"/>
                    </a:lnTo>
                    <a:lnTo>
                      <a:pt x="10" y="30"/>
                    </a:lnTo>
                    <a:lnTo>
                      <a:pt x="9" y="30"/>
                    </a:lnTo>
                    <a:lnTo>
                      <a:pt x="7" y="29"/>
                    </a:lnTo>
                    <a:lnTo>
                      <a:pt x="5" y="28"/>
                    </a:lnTo>
                    <a:lnTo>
                      <a:pt x="3" y="28"/>
                    </a:lnTo>
                    <a:lnTo>
                      <a:pt x="1" y="27"/>
                    </a:lnTo>
                    <a:lnTo>
                      <a:pt x="1" y="26"/>
                    </a:lnTo>
                    <a:lnTo>
                      <a:pt x="0" y="26"/>
                    </a:lnTo>
                    <a:lnTo>
                      <a:pt x="0" y="24"/>
                    </a:lnTo>
                    <a:lnTo>
                      <a:pt x="0" y="24"/>
                    </a:lnTo>
                    <a:lnTo>
                      <a:pt x="0" y="22"/>
                    </a:lnTo>
                    <a:lnTo>
                      <a:pt x="1" y="20"/>
                    </a:lnTo>
                    <a:lnTo>
                      <a:pt x="2" y="19"/>
                    </a:lnTo>
                    <a:lnTo>
                      <a:pt x="5" y="16"/>
                    </a:lnTo>
                    <a:lnTo>
                      <a:pt x="8" y="14"/>
                    </a:lnTo>
                    <a:lnTo>
                      <a:pt x="10" y="12"/>
                    </a:lnTo>
                    <a:lnTo>
                      <a:pt x="16" y="8"/>
                    </a:lnTo>
                    <a:lnTo>
                      <a:pt x="18" y="6"/>
                    </a:lnTo>
                    <a:lnTo>
                      <a:pt x="21" y="4"/>
                    </a:lnTo>
                    <a:lnTo>
                      <a:pt x="25" y="1"/>
                    </a:lnTo>
                    <a:lnTo>
                      <a:pt x="27" y="0"/>
                    </a:lnTo>
                    <a:lnTo>
                      <a:pt x="29" y="0"/>
                    </a:lnTo>
                    <a:lnTo>
                      <a:pt x="29" y="0"/>
                    </a:lnTo>
                    <a:lnTo>
                      <a:pt x="29" y="0"/>
                    </a:lnTo>
                    <a:lnTo>
                      <a:pt x="30" y="0"/>
                    </a:lnTo>
                    <a:lnTo>
                      <a:pt x="30" y="0"/>
                    </a:lnTo>
                    <a:lnTo>
                      <a:pt x="31" y="2"/>
                    </a:lnTo>
                    <a:lnTo>
                      <a:pt x="33" y="4"/>
                    </a:lnTo>
                    <a:lnTo>
                      <a:pt x="34" y="5"/>
                    </a:lnTo>
                    <a:lnTo>
                      <a:pt x="35" y="6"/>
                    </a:lnTo>
                    <a:lnTo>
                      <a:pt x="35" y="8"/>
                    </a:lnTo>
                    <a:lnTo>
                      <a:pt x="35" y="8"/>
                    </a:lnTo>
                    <a:lnTo>
                      <a:pt x="35" y="12"/>
                    </a:lnTo>
                    <a:lnTo>
                      <a:pt x="33" y="16"/>
                    </a:lnTo>
                    <a:lnTo>
                      <a:pt x="33" y="21"/>
                    </a:lnTo>
                    <a:lnTo>
                      <a:pt x="32" y="24"/>
                    </a:lnTo>
                    <a:lnTo>
                      <a:pt x="32" y="30"/>
                    </a:lnTo>
                    <a:lnTo>
                      <a:pt x="31" y="36"/>
                    </a:lnTo>
                    <a:lnTo>
                      <a:pt x="31" y="43"/>
                    </a:lnTo>
                    <a:lnTo>
                      <a:pt x="31" y="44"/>
                    </a:lnTo>
                    <a:lnTo>
                      <a:pt x="31" y="45"/>
                    </a:lnTo>
                    <a:lnTo>
                      <a:pt x="33" y="46"/>
                    </a:lnTo>
                    <a:lnTo>
                      <a:pt x="33" y="46"/>
                    </a:lnTo>
                    <a:lnTo>
                      <a:pt x="34" y="47"/>
                    </a:lnTo>
                    <a:lnTo>
                      <a:pt x="35" y="48"/>
                    </a:lnTo>
                    <a:lnTo>
                      <a:pt x="35" y="48"/>
                    </a:lnTo>
                    <a:lnTo>
                      <a:pt x="33" y="51"/>
                    </a:lnTo>
                    <a:lnTo>
                      <a:pt x="32" y="53"/>
                    </a:lnTo>
                    <a:lnTo>
                      <a:pt x="31" y="54"/>
                    </a:lnTo>
                    <a:lnTo>
                      <a:pt x="31" y="56"/>
                    </a:lnTo>
                    <a:lnTo>
                      <a:pt x="31" y="56"/>
                    </a:lnTo>
                    <a:lnTo>
                      <a:pt x="32" y="57"/>
                    </a:lnTo>
                    <a:lnTo>
                      <a:pt x="33" y="57"/>
                    </a:lnTo>
                    <a:lnTo>
                      <a:pt x="34" y="58"/>
                    </a:lnTo>
                    <a:lnTo>
                      <a:pt x="35" y="58"/>
                    </a:lnTo>
                    <a:lnTo>
                      <a:pt x="36" y="57"/>
                    </a:lnTo>
                    <a:lnTo>
                      <a:pt x="37" y="56"/>
                    </a:lnTo>
                    <a:lnTo>
                      <a:pt x="37" y="54"/>
                    </a:lnTo>
                    <a:lnTo>
                      <a:pt x="39" y="49"/>
                    </a:lnTo>
                    <a:lnTo>
                      <a:pt x="41" y="47"/>
                    </a:lnTo>
                    <a:lnTo>
                      <a:pt x="41" y="48"/>
                    </a:lnTo>
                    <a:lnTo>
                      <a:pt x="40" y="54"/>
                    </a:lnTo>
                    <a:lnTo>
                      <a:pt x="38" y="61"/>
                    </a:lnTo>
                    <a:lnTo>
                      <a:pt x="35" y="72"/>
                    </a:lnTo>
                    <a:lnTo>
                      <a:pt x="33" y="79"/>
                    </a:lnTo>
                    <a:lnTo>
                      <a:pt x="32" y="84"/>
                    </a:lnTo>
                    <a:lnTo>
                      <a:pt x="30" y="88"/>
                    </a:lnTo>
                    <a:lnTo>
                      <a:pt x="29" y="92"/>
                    </a:lnTo>
                    <a:lnTo>
                      <a:pt x="27" y="94"/>
                    </a:lnTo>
                    <a:lnTo>
                      <a:pt x="25" y="96"/>
                    </a:lnTo>
                    <a:lnTo>
                      <a:pt x="24" y="98"/>
                    </a:lnTo>
                    <a:lnTo>
                      <a:pt x="22" y="99"/>
                    </a:lnTo>
                    <a:lnTo>
                      <a:pt x="21" y="100"/>
                    </a:lnTo>
                    <a:lnTo>
                      <a:pt x="20" y="100"/>
                    </a:lnTo>
                    <a:lnTo>
                      <a:pt x="18" y="100"/>
                    </a:lnTo>
                    <a:lnTo>
                      <a:pt x="17" y="100"/>
                    </a:lnTo>
                    <a:lnTo>
                      <a:pt x="16" y="100"/>
                    </a:lnTo>
                    <a:lnTo>
                      <a:pt x="15" y="98"/>
                    </a:lnTo>
                    <a:lnTo>
                      <a:pt x="15" y="97"/>
                    </a:lnTo>
                    <a:lnTo>
                      <a:pt x="15" y="96"/>
                    </a:lnTo>
                    <a:lnTo>
                      <a:pt x="16" y="92"/>
                    </a:lnTo>
                    <a:lnTo>
                      <a:pt x="16" y="89"/>
                    </a:lnTo>
                    <a:lnTo>
                      <a:pt x="17" y="87"/>
                    </a:lnTo>
                    <a:lnTo>
                      <a:pt x="17" y="84"/>
                    </a:lnTo>
                    <a:lnTo>
                      <a:pt x="18" y="82"/>
                    </a:lnTo>
                    <a:lnTo>
                      <a:pt x="19" y="79"/>
                    </a:lnTo>
                    <a:lnTo>
                      <a:pt x="20" y="76"/>
                    </a:lnTo>
                    <a:lnTo>
                      <a:pt x="21" y="74"/>
                    </a:lnTo>
                    <a:lnTo>
                      <a:pt x="21" y="72"/>
                    </a:lnTo>
                    <a:lnTo>
                      <a:pt x="21" y="69"/>
                    </a:lnTo>
                    <a:lnTo>
                      <a:pt x="20" y="68"/>
                    </a:lnTo>
                    <a:lnTo>
                      <a:pt x="20" y="67"/>
                    </a:lnTo>
                    <a:lnTo>
                      <a:pt x="19" y="65"/>
                    </a:lnTo>
                    <a:lnTo>
                      <a:pt x="18" y="65"/>
                    </a:lnTo>
                    <a:lnTo>
                      <a:pt x="16" y="66"/>
                    </a:lnTo>
                    <a:lnTo>
                      <a:pt x="13" y="68"/>
                    </a:lnTo>
                    <a:lnTo>
                      <a:pt x="9" y="69"/>
                    </a:lnTo>
                    <a:lnTo>
                      <a:pt x="6" y="70"/>
                    </a:lnTo>
                    <a:lnTo>
                      <a:pt x="5" y="70"/>
                    </a:lnTo>
                    <a:lnTo>
                      <a:pt x="5" y="70"/>
                    </a:lnTo>
                    <a:lnTo>
                      <a:pt x="5" y="69"/>
                    </a:lnTo>
                    <a:lnTo>
                      <a:pt x="5" y="69"/>
                    </a:lnTo>
                    <a:lnTo>
                      <a:pt x="5" y="68"/>
                    </a:lnTo>
                    <a:lnTo>
                      <a:pt x="5" y="66"/>
                    </a:lnTo>
                    <a:lnTo>
                      <a:pt x="5" y="63"/>
                    </a:lnTo>
                    <a:lnTo>
                      <a:pt x="5" y="61"/>
                    </a:lnTo>
                    <a:lnTo>
                      <a:pt x="6" y="61"/>
                    </a:lnTo>
                    <a:lnTo>
                      <a:pt x="6" y="61"/>
                    </a:lnTo>
                    <a:lnTo>
                      <a:pt x="7" y="61"/>
                    </a:lnTo>
                    <a:lnTo>
                      <a:pt x="7" y="61"/>
                    </a:lnTo>
                    <a:lnTo>
                      <a:pt x="8" y="60"/>
                    </a:lnTo>
                    <a:lnTo>
                      <a:pt x="9" y="59"/>
                    </a:lnTo>
                    <a:lnTo>
                      <a:pt x="14" y="55"/>
                    </a:lnTo>
                    <a:lnTo>
                      <a:pt x="16" y="54"/>
                    </a:lnTo>
                    <a:lnTo>
                      <a:pt x="17" y="54"/>
                    </a:lnTo>
                    <a:lnTo>
                      <a:pt x="18" y="52"/>
                    </a:lnTo>
                    <a:lnTo>
                      <a:pt x="20" y="52"/>
                    </a:lnTo>
                    <a:lnTo>
                      <a:pt x="20" y="50"/>
                    </a:lnTo>
                    <a:lnTo>
                      <a:pt x="21" y="48"/>
                    </a:lnTo>
                    <a:lnTo>
                      <a:pt x="21" y="46"/>
                    </a:lnTo>
                    <a:lnTo>
                      <a:pt x="20" y="40"/>
                    </a:lnTo>
                    <a:lnTo>
                      <a:pt x="20" y="34"/>
                    </a:lnTo>
                    <a:lnTo>
                      <a:pt x="20" y="28"/>
                    </a:lnTo>
                    <a:lnTo>
                      <a:pt x="19" y="25"/>
                    </a:lnTo>
                    <a:lnTo>
                      <a:pt x="18" y="24"/>
                    </a:lnTo>
                    <a:lnTo>
                      <a:pt x="18" y="24"/>
                    </a:lnTo>
                    <a:lnTo>
                      <a:pt x="17" y="24"/>
                    </a:lnTo>
                    <a:lnTo>
                      <a:pt x="17" y="2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1" name="işļîdé"/>
              <p:cNvSpPr/>
              <p:nvPr userDrawn="1"/>
            </p:nvSpPr>
            <p:spPr bwMode="auto">
              <a:xfrm>
                <a:off x="2997201" y="2633663"/>
                <a:ext cx="184150" cy="139700"/>
              </a:xfrm>
              <a:custGeom>
                <a:avLst/>
                <a:gdLst>
                  <a:gd name="T0" fmla="*/ 51 w 116"/>
                  <a:gd name="T1" fmla="*/ 2 h 88"/>
                  <a:gd name="T2" fmla="*/ 53 w 116"/>
                  <a:gd name="T3" fmla="*/ 0 h 88"/>
                  <a:gd name="T4" fmla="*/ 56 w 116"/>
                  <a:gd name="T5" fmla="*/ 1 h 88"/>
                  <a:gd name="T6" fmla="*/ 62 w 116"/>
                  <a:gd name="T7" fmla="*/ 3 h 88"/>
                  <a:gd name="T8" fmla="*/ 69 w 116"/>
                  <a:gd name="T9" fmla="*/ 6 h 88"/>
                  <a:gd name="T10" fmla="*/ 88 w 116"/>
                  <a:gd name="T11" fmla="*/ 10 h 88"/>
                  <a:gd name="T12" fmla="*/ 98 w 116"/>
                  <a:gd name="T13" fmla="*/ 10 h 88"/>
                  <a:gd name="T14" fmla="*/ 107 w 116"/>
                  <a:gd name="T15" fmla="*/ 11 h 88"/>
                  <a:gd name="T16" fmla="*/ 116 w 116"/>
                  <a:gd name="T17" fmla="*/ 18 h 88"/>
                  <a:gd name="T18" fmla="*/ 115 w 116"/>
                  <a:gd name="T19" fmla="*/ 22 h 88"/>
                  <a:gd name="T20" fmla="*/ 113 w 116"/>
                  <a:gd name="T21" fmla="*/ 26 h 88"/>
                  <a:gd name="T22" fmla="*/ 95 w 116"/>
                  <a:gd name="T23" fmla="*/ 39 h 88"/>
                  <a:gd name="T24" fmla="*/ 79 w 116"/>
                  <a:gd name="T25" fmla="*/ 54 h 88"/>
                  <a:gd name="T26" fmla="*/ 75 w 116"/>
                  <a:gd name="T27" fmla="*/ 60 h 88"/>
                  <a:gd name="T28" fmla="*/ 77 w 116"/>
                  <a:gd name="T29" fmla="*/ 61 h 88"/>
                  <a:gd name="T30" fmla="*/ 87 w 116"/>
                  <a:gd name="T31" fmla="*/ 58 h 88"/>
                  <a:gd name="T32" fmla="*/ 93 w 116"/>
                  <a:gd name="T33" fmla="*/ 59 h 88"/>
                  <a:gd name="T34" fmla="*/ 96 w 116"/>
                  <a:gd name="T35" fmla="*/ 63 h 88"/>
                  <a:gd name="T36" fmla="*/ 95 w 116"/>
                  <a:gd name="T37" fmla="*/ 68 h 88"/>
                  <a:gd name="T38" fmla="*/ 92 w 116"/>
                  <a:gd name="T39" fmla="*/ 70 h 88"/>
                  <a:gd name="T40" fmla="*/ 88 w 116"/>
                  <a:gd name="T41" fmla="*/ 71 h 88"/>
                  <a:gd name="T42" fmla="*/ 80 w 116"/>
                  <a:gd name="T43" fmla="*/ 70 h 88"/>
                  <a:gd name="T44" fmla="*/ 68 w 116"/>
                  <a:gd name="T45" fmla="*/ 71 h 88"/>
                  <a:gd name="T46" fmla="*/ 43 w 116"/>
                  <a:gd name="T47" fmla="*/ 78 h 88"/>
                  <a:gd name="T48" fmla="*/ 27 w 116"/>
                  <a:gd name="T49" fmla="*/ 84 h 88"/>
                  <a:gd name="T50" fmla="*/ 21 w 116"/>
                  <a:gd name="T51" fmla="*/ 87 h 88"/>
                  <a:gd name="T52" fmla="*/ 19 w 116"/>
                  <a:gd name="T53" fmla="*/ 88 h 88"/>
                  <a:gd name="T54" fmla="*/ 11 w 116"/>
                  <a:gd name="T55" fmla="*/ 84 h 88"/>
                  <a:gd name="T56" fmla="*/ 3 w 116"/>
                  <a:gd name="T57" fmla="*/ 79 h 88"/>
                  <a:gd name="T58" fmla="*/ 1 w 116"/>
                  <a:gd name="T59" fmla="*/ 74 h 88"/>
                  <a:gd name="T60" fmla="*/ 0 w 116"/>
                  <a:gd name="T61" fmla="*/ 68 h 88"/>
                  <a:gd name="T62" fmla="*/ 2 w 116"/>
                  <a:gd name="T63" fmla="*/ 66 h 88"/>
                  <a:gd name="T64" fmla="*/ 9 w 116"/>
                  <a:gd name="T65" fmla="*/ 66 h 88"/>
                  <a:gd name="T66" fmla="*/ 18 w 116"/>
                  <a:gd name="T67" fmla="*/ 67 h 88"/>
                  <a:gd name="T68" fmla="*/ 27 w 116"/>
                  <a:gd name="T69" fmla="*/ 65 h 88"/>
                  <a:gd name="T70" fmla="*/ 45 w 116"/>
                  <a:gd name="T71" fmla="*/ 61 h 88"/>
                  <a:gd name="T72" fmla="*/ 63 w 116"/>
                  <a:gd name="T73" fmla="*/ 48 h 88"/>
                  <a:gd name="T74" fmla="*/ 83 w 116"/>
                  <a:gd name="T75" fmla="*/ 30 h 88"/>
                  <a:gd name="T76" fmla="*/ 97 w 116"/>
                  <a:gd name="T77" fmla="*/ 20 h 88"/>
                  <a:gd name="T78" fmla="*/ 98 w 116"/>
                  <a:gd name="T79" fmla="*/ 18 h 88"/>
                  <a:gd name="T80" fmla="*/ 92 w 116"/>
                  <a:gd name="T81" fmla="*/ 17 h 88"/>
                  <a:gd name="T82" fmla="*/ 77 w 116"/>
                  <a:gd name="T83" fmla="*/ 21 h 88"/>
                  <a:gd name="T84" fmla="*/ 68 w 116"/>
                  <a:gd name="T85" fmla="*/ 25 h 88"/>
                  <a:gd name="T86" fmla="*/ 63 w 116"/>
                  <a:gd name="T87" fmla="*/ 25 h 88"/>
                  <a:gd name="T88" fmla="*/ 58 w 116"/>
                  <a:gd name="T89" fmla="*/ 22 h 88"/>
                  <a:gd name="T90" fmla="*/ 54 w 116"/>
                  <a:gd name="T91" fmla="*/ 16 h 88"/>
                  <a:gd name="T92" fmla="*/ 51 w 116"/>
                  <a:gd name="T93" fmla="*/ 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6" h="88">
                    <a:moveTo>
                      <a:pt x="51" y="5"/>
                    </a:moveTo>
                    <a:lnTo>
                      <a:pt x="51" y="3"/>
                    </a:lnTo>
                    <a:lnTo>
                      <a:pt x="51" y="2"/>
                    </a:lnTo>
                    <a:lnTo>
                      <a:pt x="51" y="2"/>
                    </a:lnTo>
                    <a:lnTo>
                      <a:pt x="51" y="1"/>
                    </a:lnTo>
                    <a:lnTo>
                      <a:pt x="53" y="0"/>
                    </a:lnTo>
                    <a:lnTo>
                      <a:pt x="54" y="0"/>
                    </a:lnTo>
                    <a:lnTo>
                      <a:pt x="55" y="0"/>
                    </a:lnTo>
                    <a:lnTo>
                      <a:pt x="56" y="1"/>
                    </a:lnTo>
                    <a:lnTo>
                      <a:pt x="58" y="1"/>
                    </a:lnTo>
                    <a:lnTo>
                      <a:pt x="59" y="2"/>
                    </a:lnTo>
                    <a:lnTo>
                      <a:pt x="62" y="3"/>
                    </a:lnTo>
                    <a:lnTo>
                      <a:pt x="64" y="5"/>
                    </a:lnTo>
                    <a:lnTo>
                      <a:pt x="67" y="6"/>
                    </a:lnTo>
                    <a:lnTo>
                      <a:pt x="69" y="6"/>
                    </a:lnTo>
                    <a:lnTo>
                      <a:pt x="75" y="8"/>
                    </a:lnTo>
                    <a:lnTo>
                      <a:pt x="83" y="10"/>
                    </a:lnTo>
                    <a:lnTo>
                      <a:pt x="88" y="10"/>
                    </a:lnTo>
                    <a:lnTo>
                      <a:pt x="92" y="10"/>
                    </a:lnTo>
                    <a:lnTo>
                      <a:pt x="95" y="10"/>
                    </a:lnTo>
                    <a:lnTo>
                      <a:pt x="98" y="10"/>
                    </a:lnTo>
                    <a:lnTo>
                      <a:pt x="101" y="10"/>
                    </a:lnTo>
                    <a:lnTo>
                      <a:pt x="103" y="10"/>
                    </a:lnTo>
                    <a:lnTo>
                      <a:pt x="107" y="11"/>
                    </a:lnTo>
                    <a:lnTo>
                      <a:pt x="111" y="14"/>
                    </a:lnTo>
                    <a:lnTo>
                      <a:pt x="115" y="17"/>
                    </a:lnTo>
                    <a:lnTo>
                      <a:pt x="116" y="18"/>
                    </a:lnTo>
                    <a:lnTo>
                      <a:pt x="115" y="19"/>
                    </a:lnTo>
                    <a:lnTo>
                      <a:pt x="115" y="22"/>
                    </a:lnTo>
                    <a:lnTo>
                      <a:pt x="115" y="22"/>
                    </a:lnTo>
                    <a:lnTo>
                      <a:pt x="115" y="24"/>
                    </a:lnTo>
                    <a:lnTo>
                      <a:pt x="114" y="26"/>
                    </a:lnTo>
                    <a:lnTo>
                      <a:pt x="113" y="26"/>
                    </a:lnTo>
                    <a:lnTo>
                      <a:pt x="109" y="29"/>
                    </a:lnTo>
                    <a:lnTo>
                      <a:pt x="103" y="34"/>
                    </a:lnTo>
                    <a:lnTo>
                      <a:pt x="95" y="39"/>
                    </a:lnTo>
                    <a:lnTo>
                      <a:pt x="87" y="46"/>
                    </a:lnTo>
                    <a:lnTo>
                      <a:pt x="83" y="50"/>
                    </a:lnTo>
                    <a:lnTo>
                      <a:pt x="79" y="54"/>
                    </a:lnTo>
                    <a:lnTo>
                      <a:pt x="77" y="57"/>
                    </a:lnTo>
                    <a:lnTo>
                      <a:pt x="75" y="58"/>
                    </a:lnTo>
                    <a:lnTo>
                      <a:pt x="75" y="60"/>
                    </a:lnTo>
                    <a:lnTo>
                      <a:pt x="75" y="61"/>
                    </a:lnTo>
                    <a:lnTo>
                      <a:pt x="75" y="61"/>
                    </a:lnTo>
                    <a:lnTo>
                      <a:pt x="77" y="61"/>
                    </a:lnTo>
                    <a:lnTo>
                      <a:pt x="80" y="61"/>
                    </a:lnTo>
                    <a:lnTo>
                      <a:pt x="85" y="59"/>
                    </a:lnTo>
                    <a:lnTo>
                      <a:pt x="87" y="58"/>
                    </a:lnTo>
                    <a:lnTo>
                      <a:pt x="88" y="57"/>
                    </a:lnTo>
                    <a:lnTo>
                      <a:pt x="91" y="58"/>
                    </a:lnTo>
                    <a:lnTo>
                      <a:pt x="93" y="59"/>
                    </a:lnTo>
                    <a:lnTo>
                      <a:pt x="95" y="61"/>
                    </a:lnTo>
                    <a:lnTo>
                      <a:pt x="96" y="62"/>
                    </a:lnTo>
                    <a:lnTo>
                      <a:pt x="96" y="63"/>
                    </a:lnTo>
                    <a:lnTo>
                      <a:pt x="96" y="65"/>
                    </a:lnTo>
                    <a:lnTo>
                      <a:pt x="96" y="66"/>
                    </a:lnTo>
                    <a:lnTo>
                      <a:pt x="95" y="68"/>
                    </a:lnTo>
                    <a:lnTo>
                      <a:pt x="95" y="69"/>
                    </a:lnTo>
                    <a:lnTo>
                      <a:pt x="93" y="70"/>
                    </a:lnTo>
                    <a:lnTo>
                      <a:pt x="92" y="70"/>
                    </a:lnTo>
                    <a:lnTo>
                      <a:pt x="91" y="70"/>
                    </a:lnTo>
                    <a:lnTo>
                      <a:pt x="90" y="71"/>
                    </a:lnTo>
                    <a:lnTo>
                      <a:pt x="88" y="71"/>
                    </a:lnTo>
                    <a:lnTo>
                      <a:pt x="87" y="71"/>
                    </a:lnTo>
                    <a:lnTo>
                      <a:pt x="85" y="71"/>
                    </a:lnTo>
                    <a:lnTo>
                      <a:pt x="80" y="70"/>
                    </a:lnTo>
                    <a:lnTo>
                      <a:pt x="76" y="70"/>
                    </a:lnTo>
                    <a:lnTo>
                      <a:pt x="72" y="71"/>
                    </a:lnTo>
                    <a:lnTo>
                      <a:pt x="68" y="71"/>
                    </a:lnTo>
                    <a:lnTo>
                      <a:pt x="60" y="73"/>
                    </a:lnTo>
                    <a:lnTo>
                      <a:pt x="52" y="75"/>
                    </a:lnTo>
                    <a:lnTo>
                      <a:pt x="43" y="78"/>
                    </a:lnTo>
                    <a:lnTo>
                      <a:pt x="35" y="81"/>
                    </a:lnTo>
                    <a:lnTo>
                      <a:pt x="31" y="82"/>
                    </a:lnTo>
                    <a:lnTo>
                      <a:pt x="27" y="84"/>
                    </a:lnTo>
                    <a:lnTo>
                      <a:pt x="24" y="85"/>
                    </a:lnTo>
                    <a:lnTo>
                      <a:pt x="22" y="86"/>
                    </a:lnTo>
                    <a:lnTo>
                      <a:pt x="21" y="87"/>
                    </a:lnTo>
                    <a:lnTo>
                      <a:pt x="20" y="87"/>
                    </a:lnTo>
                    <a:lnTo>
                      <a:pt x="19" y="88"/>
                    </a:lnTo>
                    <a:lnTo>
                      <a:pt x="19" y="88"/>
                    </a:lnTo>
                    <a:lnTo>
                      <a:pt x="16" y="87"/>
                    </a:lnTo>
                    <a:lnTo>
                      <a:pt x="15" y="86"/>
                    </a:lnTo>
                    <a:lnTo>
                      <a:pt x="11" y="84"/>
                    </a:lnTo>
                    <a:lnTo>
                      <a:pt x="7" y="82"/>
                    </a:lnTo>
                    <a:lnTo>
                      <a:pt x="5" y="81"/>
                    </a:lnTo>
                    <a:lnTo>
                      <a:pt x="3" y="79"/>
                    </a:lnTo>
                    <a:lnTo>
                      <a:pt x="2" y="78"/>
                    </a:lnTo>
                    <a:lnTo>
                      <a:pt x="1" y="75"/>
                    </a:lnTo>
                    <a:lnTo>
                      <a:pt x="1" y="74"/>
                    </a:lnTo>
                    <a:lnTo>
                      <a:pt x="0" y="72"/>
                    </a:lnTo>
                    <a:lnTo>
                      <a:pt x="0" y="70"/>
                    </a:lnTo>
                    <a:lnTo>
                      <a:pt x="0" y="68"/>
                    </a:lnTo>
                    <a:lnTo>
                      <a:pt x="1" y="67"/>
                    </a:lnTo>
                    <a:lnTo>
                      <a:pt x="2" y="66"/>
                    </a:lnTo>
                    <a:lnTo>
                      <a:pt x="2" y="66"/>
                    </a:lnTo>
                    <a:lnTo>
                      <a:pt x="3" y="65"/>
                    </a:lnTo>
                    <a:lnTo>
                      <a:pt x="7" y="65"/>
                    </a:lnTo>
                    <a:lnTo>
                      <a:pt x="9" y="66"/>
                    </a:lnTo>
                    <a:lnTo>
                      <a:pt x="11" y="66"/>
                    </a:lnTo>
                    <a:lnTo>
                      <a:pt x="15" y="66"/>
                    </a:lnTo>
                    <a:lnTo>
                      <a:pt x="18" y="67"/>
                    </a:lnTo>
                    <a:lnTo>
                      <a:pt x="19" y="67"/>
                    </a:lnTo>
                    <a:lnTo>
                      <a:pt x="22" y="66"/>
                    </a:lnTo>
                    <a:lnTo>
                      <a:pt x="27" y="65"/>
                    </a:lnTo>
                    <a:lnTo>
                      <a:pt x="34" y="63"/>
                    </a:lnTo>
                    <a:lnTo>
                      <a:pt x="40" y="62"/>
                    </a:lnTo>
                    <a:lnTo>
                      <a:pt x="45" y="61"/>
                    </a:lnTo>
                    <a:lnTo>
                      <a:pt x="48" y="60"/>
                    </a:lnTo>
                    <a:lnTo>
                      <a:pt x="54" y="56"/>
                    </a:lnTo>
                    <a:lnTo>
                      <a:pt x="63" y="48"/>
                    </a:lnTo>
                    <a:lnTo>
                      <a:pt x="72" y="40"/>
                    </a:lnTo>
                    <a:lnTo>
                      <a:pt x="78" y="34"/>
                    </a:lnTo>
                    <a:lnTo>
                      <a:pt x="83" y="30"/>
                    </a:lnTo>
                    <a:lnTo>
                      <a:pt x="91" y="25"/>
                    </a:lnTo>
                    <a:lnTo>
                      <a:pt x="95" y="22"/>
                    </a:lnTo>
                    <a:lnTo>
                      <a:pt x="97" y="20"/>
                    </a:lnTo>
                    <a:lnTo>
                      <a:pt x="98" y="18"/>
                    </a:lnTo>
                    <a:lnTo>
                      <a:pt x="98" y="18"/>
                    </a:lnTo>
                    <a:lnTo>
                      <a:pt x="98" y="18"/>
                    </a:lnTo>
                    <a:lnTo>
                      <a:pt x="98" y="17"/>
                    </a:lnTo>
                    <a:lnTo>
                      <a:pt x="95" y="17"/>
                    </a:lnTo>
                    <a:lnTo>
                      <a:pt x="92" y="17"/>
                    </a:lnTo>
                    <a:lnTo>
                      <a:pt x="89" y="18"/>
                    </a:lnTo>
                    <a:lnTo>
                      <a:pt x="85" y="18"/>
                    </a:lnTo>
                    <a:lnTo>
                      <a:pt x="77" y="21"/>
                    </a:lnTo>
                    <a:lnTo>
                      <a:pt x="71" y="22"/>
                    </a:lnTo>
                    <a:lnTo>
                      <a:pt x="70" y="23"/>
                    </a:lnTo>
                    <a:lnTo>
                      <a:pt x="68" y="25"/>
                    </a:lnTo>
                    <a:lnTo>
                      <a:pt x="67" y="25"/>
                    </a:lnTo>
                    <a:lnTo>
                      <a:pt x="65" y="25"/>
                    </a:lnTo>
                    <a:lnTo>
                      <a:pt x="63" y="25"/>
                    </a:lnTo>
                    <a:lnTo>
                      <a:pt x="61" y="24"/>
                    </a:lnTo>
                    <a:lnTo>
                      <a:pt x="59" y="23"/>
                    </a:lnTo>
                    <a:lnTo>
                      <a:pt x="58" y="22"/>
                    </a:lnTo>
                    <a:lnTo>
                      <a:pt x="56" y="21"/>
                    </a:lnTo>
                    <a:lnTo>
                      <a:pt x="55" y="18"/>
                    </a:lnTo>
                    <a:lnTo>
                      <a:pt x="54" y="16"/>
                    </a:lnTo>
                    <a:lnTo>
                      <a:pt x="52" y="12"/>
                    </a:lnTo>
                    <a:lnTo>
                      <a:pt x="51" y="10"/>
                    </a:lnTo>
                    <a:lnTo>
                      <a:pt x="51" y="8"/>
                    </a:lnTo>
                    <a:lnTo>
                      <a:pt x="51" y="6"/>
                    </a:lnTo>
                    <a:lnTo>
                      <a:pt x="51" y="5"/>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2" name="ísļidê"/>
              <p:cNvSpPr/>
              <p:nvPr userDrawn="1"/>
            </p:nvSpPr>
            <p:spPr bwMode="auto">
              <a:xfrm>
                <a:off x="3379788" y="2897188"/>
                <a:ext cx="41275" cy="84138"/>
              </a:xfrm>
              <a:custGeom>
                <a:avLst/>
                <a:gdLst>
                  <a:gd name="T0" fmla="*/ 16 w 26"/>
                  <a:gd name="T1" fmla="*/ 0 h 53"/>
                  <a:gd name="T2" fmla="*/ 15 w 26"/>
                  <a:gd name="T3" fmla="*/ 3 h 53"/>
                  <a:gd name="T4" fmla="*/ 14 w 26"/>
                  <a:gd name="T5" fmla="*/ 9 h 53"/>
                  <a:gd name="T6" fmla="*/ 14 w 26"/>
                  <a:gd name="T7" fmla="*/ 15 h 53"/>
                  <a:gd name="T8" fmla="*/ 14 w 26"/>
                  <a:gd name="T9" fmla="*/ 20 h 53"/>
                  <a:gd name="T10" fmla="*/ 16 w 26"/>
                  <a:gd name="T11" fmla="*/ 28 h 53"/>
                  <a:gd name="T12" fmla="*/ 17 w 26"/>
                  <a:gd name="T13" fmla="*/ 32 h 53"/>
                  <a:gd name="T14" fmla="*/ 18 w 26"/>
                  <a:gd name="T15" fmla="*/ 37 h 53"/>
                  <a:gd name="T16" fmla="*/ 20 w 26"/>
                  <a:gd name="T17" fmla="*/ 41 h 53"/>
                  <a:gd name="T18" fmla="*/ 22 w 26"/>
                  <a:gd name="T19" fmla="*/ 45 h 53"/>
                  <a:gd name="T20" fmla="*/ 24 w 26"/>
                  <a:gd name="T21" fmla="*/ 48 h 53"/>
                  <a:gd name="T22" fmla="*/ 25 w 26"/>
                  <a:gd name="T23" fmla="*/ 50 h 53"/>
                  <a:gd name="T24" fmla="*/ 26 w 26"/>
                  <a:gd name="T25" fmla="*/ 52 h 53"/>
                  <a:gd name="T26" fmla="*/ 25 w 26"/>
                  <a:gd name="T27" fmla="*/ 52 h 53"/>
                  <a:gd name="T28" fmla="*/ 25 w 26"/>
                  <a:gd name="T29" fmla="*/ 53 h 53"/>
                  <a:gd name="T30" fmla="*/ 23 w 26"/>
                  <a:gd name="T31" fmla="*/ 53 h 53"/>
                  <a:gd name="T32" fmla="*/ 22 w 26"/>
                  <a:gd name="T33" fmla="*/ 52 h 53"/>
                  <a:gd name="T34" fmla="*/ 17 w 26"/>
                  <a:gd name="T35" fmla="*/ 48 h 53"/>
                  <a:gd name="T36" fmla="*/ 12 w 26"/>
                  <a:gd name="T37" fmla="*/ 44 h 53"/>
                  <a:gd name="T38" fmla="*/ 9 w 26"/>
                  <a:gd name="T39" fmla="*/ 42 h 53"/>
                  <a:gd name="T40" fmla="*/ 6 w 26"/>
                  <a:gd name="T41" fmla="*/ 40 h 53"/>
                  <a:gd name="T42" fmla="*/ 3 w 26"/>
                  <a:gd name="T43" fmla="*/ 40 h 53"/>
                  <a:gd name="T44" fmla="*/ 2 w 26"/>
                  <a:gd name="T45" fmla="*/ 38 h 53"/>
                  <a:gd name="T46" fmla="*/ 1 w 26"/>
                  <a:gd name="T47" fmla="*/ 37 h 53"/>
                  <a:gd name="T48" fmla="*/ 0 w 26"/>
                  <a:gd name="T49" fmla="*/ 36 h 53"/>
                  <a:gd name="T50" fmla="*/ 0 w 26"/>
                  <a:gd name="T51" fmla="*/ 36 h 53"/>
                  <a:gd name="T52" fmla="*/ 0 w 26"/>
                  <a:gd name="T53" fmla="*/ 34 h 53"/>
                  <a:gd name="T54" fmla="*/ 0 w 26"/>
                  <a:gd name="T55" fmla="*/ 30 h 53"/>
                  <a:gd name="T56" fmla="*/ 0 w 26"/>
                  <a:gd name="T57" fmla="*/ 24 h 53"/>
                  <a:gd name="T58" fmla="*/ 1 w 26"/>
                  <a:gd name="T59" fmla="*/ 21 h 53"/>
                  <a:gd name="T60" fmla="*/ 2 w 26"/>
                  <a:gd name="T61" fmla="*/ 19 h 53"/>
                  <a:gd name="T62" fmla="*/ 2 w 26"/>
                  <a:gd name="T63" fmla="*/ 16 h 53"/>
                  <a:gd name="T64" fmla="*/ 3 w 26"/>
                  <a:gd name="T65" fmla="*/ 15 h 53"/>
                  <a:gd name="T66" fmla="*/ 4 w 26"/>
                  <a:gd name="T67" fmla="*/ 12 h 53"/>
                  <a:gd name="T68" fmla="*/ 5 w 26"/>
                  <a:gd name="T69" fmla="*/ 9 h 53"/>
                  <a:gd name="T70" fmla="*/ 5 w 26"/>
                  <a:gd name="T71" fmla="*/ 6 h 53"/>
                  <a:gd name="T72" fmla="*/ 6 w 26"/>
                  <a:gd name="T73" fmla="*/ 4 h 53"/>
                  <a:gd name="T74" fmla="*/ 6 w 26"/>
                  <a:gd name="T75" fmla="*/ 3 h 53"/>
                  <a:gd name="T76" fmla="*/ 6 w 26"/>
                  <a:gd name="T77" fmla="*/ 2 h 53"/>
                  <a:gd name="T78" fmla="*/ 7 w 26"/>
                  <a:gd name="T79" fmla="*/ 1 h 53"/>
                  <a:gd name="T80" fmla="*/ 8 w 26"/>
                  <a:gd name="T81" fmla="*/ 0 h 53"/>
                  <a:gd name="T82" fmla="*/ 13 w 26"/>
                  <a:gd name="T83" fmla="*/ 0 h 53"/>
                  <a:gd name="T84" fmla="*/ 16 w 26"/>
                  <a:gd name="T8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53">
                    <a:moveTo>
                      <a:pt x="16" y="0"/>
                    </a:moveTo>
                    <a:lnTo>
                      <a:pt x="15" y="3"/>
                    </a:lnTo>
                    <a:lnTo>
                      <a:pt x="14" y="9"/>
                    </a:lnTo>
                    <a:lnTo>
                      <a:pt x="14" y="15"/>
                    </a:lnTo>
                    <a:lnTo>
                      <a:pt x="14" y="20"/>
                    </a:lnTo>
                    <a:lnTo>
                      <a:pt x="16" y="28"/>
                    </a:lnTo>
                    <a:lnTo>
                      <a:pt x="17" y="32"/>
                    </a:lnTo>
                    <a:lnTo>
                      <a:pt x="18" y="37"/>
                    </a:lnTo>
                    <a:lnTo>
                      <a:pt x="20" y="41"/>
                    </a:lnTo>
                    <a:lnTo>
                      <a:pt x="22" y="45"/>
                    </a:lnTo>
                    <a:lnTo>
                      <a:pt x="24" y="48"/>
                    </a:lnTo>
                    <a:lnTo>
                      <a:pt x="25" y="50"/>
                    </a:lnTo>
                    <a:lnTo>
                      <a:pt x="26" y="52"/>
                    </a:lnTo>
                    <a:lnTo>
                      <a:pt x="25" y="52"/>
                    </a:lnTo>
                    <a:lnTo>
                      <a:pt x="25" y="53"/>
                    </a:lnTo>
                    <a:lnTo>
                      <a:pt x="23" y="53"/>
                    </a:lnTo>
                    <a:lnTo>
                      <a:pt x="22" y="52"/>
                    </a:lnTo>
                    <a:lnTo>
                      <a:pt x="17" y="48"/>
                    </a:lnTo>
                    <a:lnTo>
                      <a:pt x="12" y="44"/>
                    </a:lnTo>
                    <a:lnTo>
                      <a:pt x="9" y="42"/>
                    </a:lnTo>
                    <a:lnTo>
                      <a:pt x="6" y="40"/>
                    </a:lnTo>
                    <a:lnTo>
                      <a:pt x="3" y="40"/>
                    </a:lnTo>
                    <a:lnTo>
                      <a:pt x="2" y="38"/>
                    </a:lnTo>
                    <a:lnTo>
                      <a:pt x="1" y="37"/>
                    </a:lnTo>
                    <a:lnTo>
                      <a:pt x="0" y="36"/>
                    </a:lnTo>
                    <a:lnTo>
                      <a:pt x="0" y="36"/>
                    </a:lnTo>
                    <a:lnTo>
                      <a:pt x="0" y="34"/>
                    </a:lnTo>
                    <a:lnTo>
                      <a:pt x="0" y="30"/>
                    </a:lnTo>
                    <a:lnTo>
                      <a:pt x="0" y="24"/>
                    </a:lnTo>
                    <a:lnTo>
                      <a:pt x="1" y="21"/>
                    </a:lnTo>
                    <a:lnTo>
                      <a:pt x="2" y="19"/>
                    </a:lnTo>
                    <a:lnTo>
                      <a:pt x="2" y="16"/>
                    </a:lnTo>
                    <a:lnTo>
                      <a:pt x="3" y="15"/>
                    </a:lnTo>
                    <a:lnTo>
                      <a:pt x="4" y="12"/>
                    </a:lnTo>
                    <a:lnTo>
                      <a:pt x="5" y="9"/>
                    </a:lnTo>
                    <a:lnTo>
                      <a:pt x="5" y="6"/>
                    </a:lnTo>
                    <a:lnTo>
                      <a:pt x="6" y="4"/>
                    </a:lnTo>
                    <a:lnTo>
                      <a:pt x="6" y="3"/>
                    </a:lnTo>
                    <a:lnTo>
                      <a:pt x="6" y="2"/>
                    </a:lnTo>
                    <a:lnTo>
                      <a:pt x="7" y="1"/>
                    </a:lnTo>
                    <a:lnTo>
                      <a:pt x="8" y="0"/>
                    </a:lnTo>
                    <a:lnTo>
                      <a:pt x="13" y="0"/>
                    </a:lnTo>
                    <a:lnTo>
                      <a:pt x="16" y="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3" name="işľíḋe"/>
              <p:cNvSpPr/>
              <p:nvPr userDrawn="1"/>
            </p:nvSpPr>
            <p:spPr bwMode="auto">
              <a:xfrm>
                <a:off x="3241676" y="2805113"/>
                <a:ext cx="220663" cy="111125"/>
              </a:xfrm>
              <a:custGeom>
                <a:avLst/>
                <a:gdLst>
                  <a:gd name="T0" fmla="*/ 121 w 139"/>
                  <a:gd name="T1" fmla="*/ 7 h 70"/>
                  <a:gd name="T2" fmla="*/ 121 w 139"/>
                  <a:gd name="T3" fmla="*/ 4 h 70"/>
                  <a:gd name="T4" fmla="*/ 124 w 139"/>
                  <a:gd name="T5" fmla="*/ 2 h 70"/>
                  <a:gd name="T6" fmla="*/ 130 w 139"/>
                  <a:gd name="T7" fmla="*/ 0 h 70"/>
                  <a:gd name="T8" fmla="*/ 134 w 139"/>
                  <a:gd name="T9" fmla="*/ 4 h 70"/>
                  <a:gd name="T10" fmla="*/ 139 w 139"/>
                  <a:gd name="T11" fmla="*/ 12 h 70"/>
                  <a:gd name="T12" fmla="*/ 137 w 139"/>
                  <a:gd name="T13" fmla="*/ 18 h 70"/>
                  <a:gd name="T14" fmla="*/ 125 w 139"/>
                  <a:gd name="T15" fmla="*/ 31 h 70"/>
                  <a:gd name="T16" fmla="*/ 122 w 139"/>
                  <a:gd name="T17" fmla="*/ 37 h 70"/>
                  <a:gd name="T18" fmla="*/ 124 w 139"/>
                  <a:gd name="T19" fmla="*/ 38 h 70"/>
                  <a:gd name="T20" fmla="*/ 124 w 139"/>
                  <a:gd name="T21" fmla="*/ 37 h 70"/>
                  <a:gd name="T22" fmla="*/ 129 w 139"/>
                  <a:gd name="T23" fmla="*/ 37 h 70"/>
                  <a:gd name="T24" fmla="*/ 133 w 139"/>
                  <a:gd name="T25" fmla="*/ 38 h 70"/>
                  <a:gd name="T26" fmla="*/ 135 w 139"/>
                  <a:gd name="T27" fmla="*/ 41 h 70"/>
                  <a:gd name="T28" fmla="*/ 133 w 139"/>
                  <a:gd name="T29" fmla="*/ 46 h 70"/>
                  <a:gd name="T30" fmla="*/ 129 w 139"/>
                  <a:gd name="T31" fmla="*/ 50 h 70"/>
                  <a:gd name="T32" fmla="*/ 127 w 139"/>
                  <a:gd name="T33" fmla="*/ 50 h 70"/>
                  <a:gd name="T34" fmla="*/ 119 w 139"/>
                  <a:gd name="T35" fmla="*/ 45 h 70"/>
                  <a:gd name="T36" fmla="*/ 113 w 139"/>
                  <a:gd name="T37" fmla="*/ 45 h 70"/>
                  <a:gd name="T38" fmla="*/ 99 w 139"/>
                  <a:gd name="T39" fmla="*/ 53 h 70"/>
                  <a:gd name="T40" fmla="*/ 84 w 139"/>
                  <a:gd name="T41" fmla="*/ 61 h 70"/>
                  <a:gd name="T42" fmla="*/ 70 w 139"/>
                  <a:gd name="T43" fmla="*/ 66 h 70"/>
                  <a:gd name="T44" fmla="*/ 47 w 139"/>
                  <a:gd name="T45" fmla="*/ 69 h 70"/>
                  <a:gd name="T46" fmla="*/ 31 w 139"/>
                  <a:gd name="T47" fmla="*/ 69 h 70"/>
                  <a:gd name="T48" fmla="*/ 14 w 139"/>
                  <a:gd name="T49" fmla="*/ 69 h 70"/>
                  <a:gd name="T50" fmla="*/ 0 w 139"/>
                  <a:gd name="T51" fmla="*/ 67 h 70"/>
                  <a:gd name="T52" fmla="*/ 0 w 139"/>
                  <a:gd name="T53" fmla="*/ 66 h 70"/>
                  <a:gd name="T54" fmla="*/ 4 w 139"/>
                  <a:gd name="T55" fmla="*/ 64 h 70"/>
                  <a:gd name="T56" fmla="*/ 16 w 139"/>
                  <a:gd name="T57" fmla="*/ 62 h 70"/>
                  <a:gd name="T58" fmla="*/ 37 w 139"/>
                  <a:gd name="T59" fmla="*/ 59 h 70"/>
                  <a:gd name="T60" fmla="*/ 49 w 139"/>
                  <a:gd name="T61" fmla="*/ 58 h 70"/>
                  <a:gd name="T62" fmla="*/ 65 w 139"/>
                  <a:gd name="T63" fmla="*/ 54 h 70"/>
                  <a:gd name="T64" fmla="*/ 83 w 139"/>
                  <a:gd name="T65" fmla="*/ 49 h 70"/>
                  <a:gd name="T66" fmla="*/ 87 w 139"/>
                  <a:gd name="T67" fmla="*/ 47 h 70"/>
                  <a:gd name="T68" fmla="*/ 89 w 139"/>
                  <a:gd name="T69" fmla="*/ 43 h 70"/>
                  <a:gd name="T70" fmla="*/ 87 w 139"/>
                  <a:gd name="T71" fmla="*/ 42 h 70"/>
                  <a:gd name="T72" fmla="*/ 75 w 139"/>
                  <a:gd name="T73" fmla="*/ 43 h 70"/>
                  <a:gd name="T74" fmla="*/ 68 w 139"/>
                  <a:gd name="T75" fmla="*/ 40 h 70"/>
                  <a:gd name="T76" fmla="*/ 65 w 139"/>
                  <a:gd name="T77" fmla="*/ 35 h 70"/>
                  <a:gd name="T78" fmla="*/ 65 w 139"/>
                  <a:gd name="T79" fmla="*/ 32 h 70"/>
                  <a:gd name="T80" fmla="*/ 67 w 139"/>
                  <a:gd name="T81" fmla="*/ 29 h 70"/>
                  <a:gd name="T82" fmla="*/ 78 w 139"/>
                  <a:gd name="T83" fmla="*/ 30 h 70"/>
                  <a:gd name="T84" fmla="*/ 94 w 139"/>
                  <a:gd name="T85" fmla="*/ 32 h 70"/>
                  <a:gd name="T86" fmla="*/ 103 w 139"/>
                  <a:gd name="T87" fmla="*/ 33 h 70"/>
                  <a:gd name="T88" fmla="*/ 106 w 139"/>
                  <a:gd name="T89" fmla="*/ 31 h 70"/>
                  <a:gd name="T90" fmla="*/ 118 w 139"/>
                  <a:gd name="T91" fmla="*/ 1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9" h="70">
                    <a:moveTo>
                      <a:pt x="121" y="10"/>
                    </a:moveTo>
                    <a:lnTo>
                      <a:pt x="121" y="9"/>
                    </a:lnTo>
                    <a:lnTo>
                      <a:pt x="121" y="7"/>
                    </a:lnTo>
                    <a:lnTo>
                      <a:pt x="121" y="6"/>
                    </a:lnTo>
                    <a:lnTo>
                      <a:pt x="121" y="5"/>
                    </a:lnTo>
                    <a:lnTo>
                      <a:pt x="121" y="4"/>
                    </a:lnTo>
                    <a:lnTo>
                      <a:pt x="122" y="3"/>
                    </a:lnTo>
                    <a:lnTo>
                      <a:pt x="122" y="2"/>
                    </a:lnTo>
                    <a:lnTo>
                      <a:pt x="124" y="2"/>
                    </a:lnTo>
                    <a:lnTo>
                      <a:pt x="125" y="2"/>
                    </a:lnTo>
                    <a:lnTo>
                      <a:pt x="128" y="1"/>
                    </a:lnTo>
                    <a:lnTo>
                      <a:pt x="130" y="0"/>
                    </a:lnTo>
                    <a:lnTo>
                      <a:pt x="131" y="1"/>
                    </a:lnTo>
                    <a:lnTo>
                      <a:pt x="133" y="2"/>
                    </a:lnTo>
                    <a:lnTo>
                      <a:pt x="134" y="4"/>
                    </a:lnTo>
                    <a:lnTo>
                      <a:pt x="137" y="7"/>
                    </a:lnTo>
                    <a:lnTo>
                      <a:pt x="138" y="10"/>
                    </a:lnTo>
                    <a:lnTo>
                      <a:pt x="139" y="12"/>
                    </a:lnTo>
                    <a:lnTo>
                      <a:pt x="139" y="14"/>
                    </a:lnTo>
                    <a:lnTo>
                      <a:pt x="138" y="15"/>
                    </a:lnTo>
                    <a:lnTo>
                      <a:pt x="137" y="18"/>
                    </a:lnTo>
                    <a:lnTo>
                      <a:pt x="133" y="22"/>
                    </a:lnTo>
                    <a:lnTo>
                      <a:pt x="128" y="29"/>
                    </a:lnTo>
                    <a:lnTo>
                      <a:pt x="125" y="31"/>
                    </a:lnTo>
                    <a:lnTo>
                      <a:pt x="124" y="34"/>
                    </a:lnTo>
                    <a:lnTo>
                      <a:pt x="123" y="36"/>
                    </a:lnTo>
                    <a:lnTo>
                      <a:pt x="122" y="37"/>
                    </a:lnTo>
                    <a:lnTo>
                      <a:pt x="123" y="38"/>
                    </a:lnTo>
                    <a:lnTo>
                      <a:pt x="123" y="38"/>
                    </a:lnTo>
                    <a:lnTo>
                      <a:pt x="124" y="38"/>
                    </a:lnTo>
                    <a:lnTo>
                      <a:pt x="124" y="38"/>
                    </a:lnTo>
                    <a:lnTo>
                      <a:pt x="124" y="37"/>
                    </a:lnTo>
                    <a:lnTo>
                      <a:pt x="124" y="37"/>
                    </a:lnTo>
                    <a:lnTo>
                      <a:pt x="125" y="37"/>
                    </a:lnTo>
                    <a:lnTo>
                      <a:pt x="125" y="37"/>
                    </a:lnTo>
                    <a:lnTo>
                      <a:pt x="129" y="37"/>
                    </a:lnTo>
                    <a:lnTo>
                      <a:pt x="131" y="38"/>
                    </a:lnTo>
                    <a:lnTo>
                      <a:pt x="133" y="38"/>
                    </a:lnTo>
                    <a:lnTo>
                      <a:pt x="133" y="38"/>
                    </a:lnTo>
                    <a:lnTo>
                      <a:pt x="134" y="38"/>
                    </a:lnTo>
                    <a:lnTo>
                      <a:pt x="135" y="38"/>
                    </a:lnTo>
                    <a:lnTo>
                      <a:pt x="135" y="41"/>
                    </a:lnTo>
                    <a:lnTo>
                      <a:pt x="135" y="42"/>
                    </a:lnTo>
                    <a:lnTo>
                      <a:pt x="134" y="45"/>
                    </a:lnTo>
                    <a:lnTo>
                      <a:pt x="133" y="46"/>
                    </a:lnTo>
                    <a:lnTo>
                      <a:pt x="132" y="48"/>
                    </a:lnTo>
                    <a:lnTo>
                      <a:pt x="130" y="49"/>
                    </a:lnTo>
                    <a:lnTo>
                      <a:pt x="129" y="50"/>
                    </a:lnTo>
                    <a:lnTo>
                      <a:pt x="129" y="50"/>
                    </a:lnTo>
                    <a:lnTo>
                      <a:pt x="128" y="50"/>
                    </a:lnTo>
                    <a:lnTo>
                      <a:pt x="127" y="50"/>
                    </a:lnTo>
                    <a:lnTo>
                      <a:pt x="125" y="48"/>
                    </a:lnTo>
                    <a:lnTo>
                      <a:pt x="121" y="46"/>
                    </a:lnTo>
                    <a:lnTo>
                      <a:pt x="119" y="45"/>
                    </a:lnTo>
                    <a:lnTo>
                      <a:pt x="117" y="45"/>
                    </a:lnTo>
                    <a:lnTo>
                      <a:pt x="115" y="45"/>
                    </a:lnTo>
                    <a:lnTo>
                      <a:pt x="113" y="45"/>
                    </a:lnTo>
                    <a:lnTo>
                      <a:pt x="109" y="48"/>
                    </a:lnTo>
                    <a:lnTo>
                      <a:pt x="104" y="51"/>
                    </a:lnTo>
                    <a:lnTo>
                      <a:pt x="99" y="53"/>
                    </a:lnTo>
                    <a:lnTo>
                      <a:pt x="95" y="54"/>
                    </a:lnTo>
                    <a:lnTo>
                      <a:pt x="89" y="58"/>
                    </a:lnTo>
                    <a:lnTo>
                      <a:pt x="84" y="61"/>
                    </a:lnTo>
                    <a:lnTo>
                      <a:pt x="78" y="63"/>
                    </a:lnTo>
                    <a:lnTo>
                      <a:pt x="75" y="64"/>
                    </a:lnTo>
                    <a:lnTo>
                      <a:pt x="70" y="66"/>
                    </a:lnTo>
                    <a:lnTo>
                      <a:pt x="62" y="66"/>
                    </a:lnTo>
                    <a:lnTo>
                      <a:pt x="53" y="68"/>
                    </a:lnTo>
                    <a:lnTo>
                      <a:pt x="47" y="69"/>
                    </a:lnTo>
                    <a:lnTo>
                      <a:pt x="41" y="70"/>
                    </a:lnTo>
                    <a:lnTo>
                      <a:pt x="36" y="70"/>
                    </a:lnTo>
                    <a:lnTo>
                      <a:pt x="31" y="69"/>
                    </a:lnTo>
                    <a:lnTo>
                      <a:pt x="27" y="69"/>
                    </a:lnTo>
                    <a:lnTo>
                      <a:pt x="21" y="69"/>
                    </a:lnTo>
                    <a:lnTo>
                      <a:pt x="14" y="69"/>
                    </a:lnTo>
                    <a:lnTo>
                      <a:pt x="7" y="68"/>
                    </a:lnTo>
                    <a:lnTo>
                      <a:pt x="0" y="67"/>
                    </a:lnTo>
                    <a:lnTo>
                      <a:pt x="0" y="67"/>
                    </a:lnTo>
                    <a:lnTo>
                      <a:pt x="0" y="67"/>
                    </a:lnTo>
                    <a:lnTo>
                      <a:pt x="0" y="66"/>
                    </a:lnTo>
                    <a:lnTo>
                      <a:pt x="0" y="66"/>
                    </a:lnTo>
                    <a:lnTo>
                      <a:pt x="1" y="65"/>
                    </a:lnTo>
                    <a:lnTo>
                      <a:pt x="2" y="64"/>
                    </a:lnTo>
                    <a:lnTo>
                      <a:pt x="4" y="64"/>
                    </a:lnTo>
                    <a:lnTo>
                      <a:pt x="6" y="63"/>
                    </a:lnTo>
                    <a:lnTo>
                      <a:pt x="9" y="63"/>
                    </a:lnTo>
                    <a:lnTo>
                      <a:pt x="16" y="62"/>
                    </a:lnTo>
                    <a:lnTo>
                      <a:pt x="23" y="61"/>
                    </a:lnTo>
                    <a:lnTo>
                      <a:pt x="31" y="60"/>
                    </a:lnTo>
                    <a:lnTo>
                      <a:pt x="37" y="59"/>
                    </a:lnTo>
                    <a:lnTo>
                      <a:pt x="43" y="59"/>
                    </a:lnTo>
                    <a:lnTo>
                      <a:pt x="46" y="59"/>
                    </a:lnTo>
                    <a:lnTo>
                      <a:pt x="49" y="58"/>
                    </a:lnTo>
                    <a:lnTo>
                      <a:pt x="52" y="58"/>
                    </a:lnTo>
                    <a:lnTo>
                      <a:pt x="54" y="58"/>
                    </a:lnTo>
                    <a:lnTo>
                      <a:pt x="65" y="54"/>
                    </a:lnTo>
                    <a:lnTo>
                      <a:pt x="75" y="51"/>
                    </a:lnTo>
                    <a:lnTo>
                      <a:pt x="80" y="50"/>
                    </a:lnTo>
                    <a:lnTo>
                      <a:pt x="83" y="49"/>
                    </a:lnTo>
                    <a:lnTo>
                      <a:pt x="85" y="49"/>
                    </a:lnTo>
                    <a:lnTo>
                      <a:pt x="86" y="47"/>
                    </a:lnTo>
                    <a:lnTo>
                      <a:pt x="87" y="47"/>
                    </a:lnTo>
                    <a:lnTo>
                      <a:pt x="88" y="46"/>
                    </a:lnTo>
                    <a:lnTo>
                      <a:pt x="89" y="44"/>
                    </a:lnTo>
                    <a:lnTo>
                      <a:pt x="89" y="43"/>
                    </a:lnTo>
                    <a:lnTo>
                      <a:pt x="89" y="42"/>
                    </a:lnTo>
                    <a:lnTo>
                      <a:pt x="89" y="42"/>
                    </a:lnTo>
                    <a:lnTo>
                      <a:pt x="87" y="42"/>
                    </a:lnTo>
                    <a:lnTo>
                      <a:pt x="84" y="43"/>
                    </a:lnTo>
                    <a:lnTo>
                      <a:pt x="80" y="43"/>
                    </a:lnTo>
                    <a:lnTo>
                      <a:pt x="75" y="43"/>
                    </a:lnTo>
                    <a:lnTo>
                      <a:pt x="72" y="42"/>
                    </a:lnTo>
                    <a:lnTo>
                      <a:pt x="70" y="42"/>
                    </a:lnTo>
                    <a:lnTo>
                      <a:pt x="68" y="40"/>
                    </a:lnTo>
                    <a:lnTo>
                      <a:pt x="65" y="38"/>
                    </a:lnTo>
                    <a:lnTo>
                      <a:pt x="65" y="36"/>
                    </a:lnTo>
                    <a:lnTo>
                      <a:pt x="65" y="35"/>
                    </a:lnTo>
                    <a:lnTo>
                      <a:pt x="65" y="34"/>
                    </a:lnTo>
                    <a:lnTo>
                      <a:pt x="65" y="33"/>
                    </a:lnTo>
                    <a:lnTo>
                      <a:pt x="65" y="32"/>
                    </a:lnTo>
                    <a:lnTo>
                      <a:pt x="65" y="30"/>
                    </a:lnTo>
                    <a:lnTo>
                      <a:pt x="66" y="30"/>
                    </a:lnTo>
                    <a:lnTo>
                      <a:pt x="67" y="29"/>
                    </a:lnTo>
                    <a:lnTo>
                      <a:pt x="70" y="29"/>
                    </a:lnTo>
                    <a:lnTo>
                      <a:pt x="73" y="30"/>
                    </a:lnTo>
                    <a:lnTo>
                      <a:pt x="78" y="30"/>
                    </a:lnTo>
                    <a:lnTo>
                      <a:pt x="85" y="31"/>
                    </a:lnTo>
                    <a:lnTo>
                      <a:pt x="90" y="32"/>
                    </a:lnTo>
                    <a:lnTo>
                      <a:pt x="94" y="32"/>
                    </a:lnTo>
                    <a:lnTo>
                      <a:pt x="97" y="33"/>
                    </a:lnTo>
                    <a:lnTo>
                      <a:pt x="101" y="33"/>
                    </a:lnTo>
                    <a:lnTo>
                      <a:pt x="103" y="33"/>
                    </a:lnTo>
                    <a:lnTo>
                      <a:pt x="105" y="32"/>
                    </a:lnTo>
                    <a:lnTo>
                      <a:pt x="105" y="32"/>
                    </a:lnTo>
                    <a:lnTo>
                      <a:pt x="106" y="31"/>
                    </a:lnTo>
                    <a:lnTo>
                      <a:pt x="109" y="28"/>
                    </a:lnTo>
                    <a:lnTo>
                      <a:pt x="114" y="21"/>
                    </a:lnTo>
                    <a:lnTo>
                      <a:pt x="118" y="14"/>
                    </a:lnTo>
                    <a:lnTo>
                      <a:pt x="121" y="1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4" name="isḷiḑé"/>
              <p:cNvSpPr/>
              <p:nvPr userDrawn="1"/>
            </p:nvSpPr>
            <p:spPr bwMode="auto">
              <a:xfrm>
                <a:off x="3446463" y="3074988"/>
                <a:ext cx="247650" cy="138113"/>
              </a:xfrm>
              <a:custGeom>
                <a:avLst/>
                <a:gdLst>
                  <a:gd name="T0" fmla="*/ 107 w 156"/>
                  <a:gd name="T1" fmla="*/ 43 h 87"/>
                  <a:gd name="T2" fmla="*/ 105 w 156"/>
                  <a:gd name="T3" fmla="*/ 49 h 87"/>
                  <a:gd name="T4" fmla="*/ 101 w 156"/>
                  <a:gd name="T5" fmla="*/ 28 h 87"/>
                  <a:gd name="T6" fmla="*/ 109 w 156"/>
                  <a:gd name="T7" fmla="*/ 32 h 87"/>
                  <a:gd name="T8" fmla="*/ 104 w 156"/>
                  <a:gd name="T9" fmla="*/ 35 h 87"/>
                  <a:gd name="T10" fmla="*/ 98 w 156"/>
                  <a:gd name="T11" fmla="*/ 18 h 87"/>
                  <a:gd name="T12" fmla="*/ 105 w 156"/>
                  <a:gd name="T13" fmla="*/ 20 h 87"/>
                  <a:gd name="T14" fmla="*/ 99 w 156"/>
                  <a:gd name="T15" fmla="*/ 22 h 87"/>
                  <a:gd name="T16" fmla="*/ 97 w 156"/>
                  <a:gd name="T17" fmla="*/ 25 h 87"/>
                  <a:gd name="T18" fmla="*/ 89 w 156"/>
                  <a:gd name="T19" fmla="*/ 28 h 87"/>
                  <a:gd name="T20" fmla="*/ 90 w 156"/>
                  <a:gd name="T21" fmla="*/ 36 h 87"/>
                  <a:gd name="T22" fmla="*/ 80 w 156"/>
                  <a:gd name="T23" fmla="*/ 37 h 87"/>
                  <a:gd name="T24" fmla="*/ 78 w 156"/>
                  <a:gd name="T25" fmla="*/ 41 h 87"/>
                  <a:gd name="T26" fmla="*/ 93 w 156"/>
                  <a:gd name="T27" fmla="*/ 48 h 87"/>
                  <a:gd name="T28" fmla="*/ 85 w 156"/>
                  <a:gd name="T29" fmla="*/ 52 h 87"/>
                  <a:gd name="T30" fmla="*/ 95 w 156"/>
                  <a:gd name="T31" fmla="*/ 53 h 87"/>
                  <a:gd name="T32" fmla="*/ 110 w 156"/>
                  <a:gd name="T33" fmla="*/ 55 h 87"/>
                  <a:gd name="T34" fmla="*/ 119 w 156"/>
                  <a:gd name="T35" fmla="*/ 49 h 87"/>
                  <a:gd name="T36" fmla="*/ 128 w 156"/>
                  <a:gd name="T37" fmla="*/ 62 h 87"/>
                  <a:gd name="T38" fmla="*/ 92 w 156"/>
                  <a:gd name="T39" fmla="*/ 59 h 87"/>
                  <a:gd name="T40" fmla="*/ 74 w 156"/>
                  <a:gd name="T41" fmla="*/ 49 h 87"/>
                  <a:gd name="T42" fmla="*/ 53 w 156"/>
                  <a:gd name="T43" fmla="*/ 33 h 87"/>
                  <a:gd name="T44" fmla="*/ 60 w 156"/>
                  <a:gd name="T45" fmla="*/ 45 h 87"/>
                  <a:gd name="T46" fmla="*/ 73 w 156"/>
                  <a:gd name="T47" fmla="*/ 61 h 87"/>
                  <a:gd name="T48" fmla="*/ 52 w 156"/>
                  <a:gd name="T49" fmla="*/ 53 h 87"/>
                  <a:gd name="T50" fmla="*/ 32 w 156"/>
                  <a:gd name="T51" fmla="*/ 45 h 87"/>
                  <a:gd name="T52" fmla="*/ 11 w 156"/>
                  <a:gd name="T53" fmla="*/ 29 h 87"/>
                  <a:gd name="T54" fmla="*/ 9 w 156"/>
                  <a:gd name="T55" fmla="*/ 41 h 87"/>
                  <a:gd name="T56" fmla="*/ 35 w 156"/>
                  <a:gd name="T57" fmla="*/ 60 h 87"/>
                  <a:gd name="T58" fmla="*/ 25 w 156"/>
                  <a:gd name="T59" fmla="*/ 69 h 87"/>
                  <a:gd name="T60" fmla="*/ 6 w 156"/>
                  <a:gd name="T61" fmla="*/ 69 h 87"/>
                  <a:gd name="T62" fmla="*/ 0 w 156"/>
                  <a:gd name="T63" fmla="*/ 66 h 87"/>
                  <a:gd name="T64" fmla="*/ 5 w 156"/>
                  <a:gd name="T65" fmla="*/ 86 h 87"/>
                  <a:gd name="T66" fmla="*/ 37 w 156"/>
                  <a:gd name="T67" fmla="*/ 73 h 87"/>
                  <a:gd name="T68" fmla="*/ 51 w 156"/>
                  <a:gd name="T69" fmla="*/ 71 h 87"/>
                  <a:gd name="T70" fmla="*/ 44 w 156"/>
                  <a:gd name="T71" fmla="*/ 75 h 87"/>
                  <a:gd name="T72" fmla="*/ 61 w 156"/>
                  <a:gd name="T73" fmla="*/ 86 h 87"/>
                  <a:gd name="T74" fmla="*/ 64 w 156"/>
                  <a:gd name="T75" fmla="*/ 72 h 87"/>
                  <a:gd name="T76" fmla="*/ 53 w 156"/>
                  <a:gd name="T77" fmla="*/ 61 h 87"/>
                  <a:gd name="T78" fmla="*/ 75 w 156"/>
                  <a:gd name="T79" fmla="*/ 67 h 87"/>
                  <a:gd name="T80" fmla="*/ 95 w 156"/>
                  <a:gd name="T81" fmla="*/ 76 h 87"/>
                  <a:gd name="T82" fmla="*/ 94 w 156"/>
                  <a:gd name="T83" fmla="*/ 65 h 87"/>
                  <a:gd name="T84" fmla="*/ 117 w 156"/>
                  <a:gd name="T85" fmla="*/ 67 h 87"/>
                  <a:gd name="T86" fmla="*/ 143 w 156"/>
                  <a:gd name="T87" fmla="*/ 67 h 87"/>
                  <a:gd name="T88" fmla="*/ 132 w 156"/>
                  <a:gd name="T89" fmla="*/ 51 h 87"/>
                  <a:gd name="T90" fmla="*/ 118 w 156"/>
                  <a:gd name="T91" fmla="*/ 41 h 87"/>
                  <a:gd name="T92" fmla="*/ 120 w 156"/>
                  <a:gd name="T93" fmla="*/ 32 h 87"/>
                  <a:gd name="T94" fmla="*/ 145 w 156"/>
                  <a:gd name="T95" fmla="*/ 39 h 87"/>
                  <a:gd name="T96" fmla="*/ 155 w 156"/>
                  <a:gd name="T97" fmla="*/ 37 h 87"/>
                  <a:gd name="T98" fmla="*/ 150 w 156"/>
                  <a:gd name="T99" fmla="*/ 23 h 87"/>
                  <a:gd name="T100" fmla="*/ 137 w 156"/>
                  <a:gd name="T101" fmla="*/ 29 h 87"/>
                  <a:gd name="T102" fmla="*/ 112 w 156"/>
                  <a:gd name="T103" fmla="*/ 21 h 87"/>
                  <a:gd name="T104" fmla="*/ 105 w 156"/>
                  <a:gd name="T105" fmla="*/ 11 h 87"/>
                  <a:gd name="T106" fmla="*/ 105 w 156"/>
                  <a:gd name="T107" fmla="*/ 1 h 87"/>
                  <a:gd name="T108" fmla="*/ 93 w 156"/>
                  <a:gd name="T109" fmla="*/ 13 h 87"/>
                  <a:gd name="T110" fmla="*/ 78 w 156"/>
                  <a:gd name="T111" fmla="*/ 24 h 87"/>
                  <a:gd name="T112" fmla="*/ 79 w 156"/>
                  <a:gd name="T113" fmla="*/ 6 h 87"/>
                  <a:gd name="T114" fmla="*/ 68 w 156"/>
                  <a:gd name="T115" fmla="*/ 22 h 87"/>
                  <a:gd name="T116" fmla="*/ 67 w 156"/>
                  <a:gd name="T117" fmla="*/ 2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6" h="87">
                    <a:moveTo>
                      <a:pt x="96" y="49"/>
                    </a:moveTo>
                    <a:lnTo>
                      <a:pt x="97" y="47"/>
                    </a:lnTo>
                    <a:lnTo>
                      <a:pt x="97" y="45"/>
                    </a:lnTo>
                    <a:lnTo>
                      <a:pt x="97" y="45"/>
                    </a:lnTo>
                    <a:lnTo>
                      <a:pt x="98" y="44"/>
                    </a:lnTo>
                    <a:lnTo>
                      <a:pt x="99" y="44"/>
                    </a:lnTo>
                    <a:lnTo>
                      <a:pt x="100" y="44"/>
                    </a:lnTo>
                    <a:lnTo>
                      <a:pt x="104" y="44"/>
                    </a:lnTo>
                    <a:lnTo>
                      <a:pt x="107" y="43"/>
                    </a:lnTo>
                    <a:lnTo>
                      <a:pt x="108" y="44"/>
                    </a:lnTo>
                    <a:lnTo>
                      <a:pt x="109" y="45"/>
                    </a:lnTo>
                    <a:lnTo>
                      <a:pt x="109" y="46"/>
                    </a:lnTo>
                    <a:lnTo>
                      <a:pt x="109" y="47"/>
                    </a:lnTo>
                    <a:lnTo>
                      <a:pt x="109" y="48"/>
                    </a:lnTo>
                    <a:lnTo>
                      <a:pt x="109" y="48"/>
                    </a:lnTo>
                    <a:lnTo>
                      <a:pt x="108" y="49"/>
                    </a:lnTo>
                    <a:lnTo>
                      <a:pt x="105" y="49"/>
                    </a:lnTo>
                    <a:lnTo>
                      <a:pt x="105" y="49"/>
                    </a:lnTo>
                    <a:lnTo>
                      <a:pt x="104" y="50"/>
                    </a:lnTo>
                    <a:lnTo>
                      <a:pt x="102" y="50"/>
                    </a:lnTo>
                    <a:lnTo>
                      <a:pt x="101" y="50"/>
                    </a:lnTo>
                    <a:lnTo>
                      <a:pt x="97" y="49"/>
                    </a:lnTo>
                    <a:lnTo>
                      <a:pt x="96" y="49"/>
                    </a:lnTo>
                    <a:lnTo>
                      <a:pt x="96" y="49"/>
                    </a:lnTo>
                    <a:close/>
                    <a:moveTo>
                      <a:pt x="101" y="32"/>
                    </a:moveTo>
                    <a:lnTo>
                      <a:pt x="100" y="30"/>
                    </a:lnTo>
                    <a:lnTo>
                      <a:pt x="101" y="28"/>
                    </a:lnTo>
                    <a:lnTo>
                      <a:pt x="101" y="28"/>
                    </a:lnTo>
                    <a:lnTo>
                      <a:pt x="101" y="27"/>
                    </a:lnTo>
                    <a:lnTo>
                      <a:pt x="102" y="27"/>
                    </a:lnTo>
                    <a:lnTo>
                      <a:pt x="104" y="28"/>
                    </a:lnTo>
                    <a:lnTo>
                      <a:pt x="106" y="29"/>
                    </a:lnTo>
                    <a:lnTo>
                      <a:pt x="108" y="31"/>
                    </a:lnTo>
                    <a:lnTo>
                      <a:pt x="108" y="31"/>
                    </a:lnTo>
                    <a:lnTo>
                      <a:pt x="109" y="32"/>
                    </a:lnTo>
                    <a:lnTo>
                      <a:pt x="109" y="32"/>
                    </a:lnTo>
                    <a:lnTo>
                      <a:pt x="109" y="33"/>
                    </a:lnTo>
                    <a:lnTo>
                      <a:pt x="109" y="35"/>
                    </a:lnTo>
                    <a:lnTo>
                      <a:pt x="109" y="36"/>
                    </a:lnTo>
                    <a:lnTo>
                      <a:pt x="108" y="37"/>
                    </a:lnTo>
                    <a:lnTo>
                      <a:pt x="108" y="37"/>
                    </a:lnTo>
                    <a:lnTo>
                      <a:pt x="108" y="36"/>
                    </a:lnTo>
                    <a:lnTo>
                      <a:pt x="107" y="36"/>
                    </a:lnTo>
                    <a:lnTo>
                      <a:pt x="105" y="35"/>
                    </a:lnTo>
                    <a:lnTo>
                      <a:pt x="104" y="35"/>
                    </a:lnTo>
                    <a:lnTo>
                      <a:pt x="102" y="33"/>
                    </a:lnTo>
                    <a:lnTo>
                      <a:pt x="101" y="32"/>
                    </a:lnTo>
                    <a:lnTo>
                      <a:pt x="101" y="32"/>
                    </a:lnTo>
                    <a:close/>
                    <a:moveTo>
                      <a:pt x="99" y="21"/>
                    </a:moveTo>
                    <a:lnTo>
                      <a:pt x="98" y="21"/>
                    </a:lnTo>
                    <a:lnTo>
                      <a:pt x="98" y="20"/>
                    </a:lnTo>
                    <a:lnTo>
                      <a:pt x="97" y="20"/>
                    </a:lnTo>
                    <a:lnTo>
                      <a:pt x="97" y="19"/>
                    </a:lnTo>
                    <a:lnTo>
                      <a:pt x="98" y="18"/>
                    </a:lnTo>
                    <a:lnTo>
                      <a:pt x="99" y="17"/>
                    </a:lnTo>
                    <a:lnTo>
                      <a:pt x="101" y="16"/>
                    </a:lnTo>
                    <a:lnTo>
                      <a:pt x="101" y="16"/>
                    </a:lnTo>
                    <a:lnTo>
                      <a:pt x="101" y="16"/>
                    </a:lnTo>
                    <a:lnTo>
                      <a:pt x="102" y="16"/>
                    </a:lnTo>
                    <a:lnTo>
                      <a:pt x="102" y="16"/>
                    </a:lnTo>
                    <a:lnTo>
                      <a:pt x="103" y="16"/>
                    </a:lnTo>
                    <a:lnTo>
                      <a:pt x="104" y="18"/>
                    </a:lnTo>
                    <a:lnTo>
                      <a:pt x="105" y="20"/>
                    </a:lnTo>
                    <a:lnTo>
                      <a:pt x="105" y="21"/>
                    </a:lnTo>
                    <a:lnTo>
                      <a:pt x="105" y="21"/>
                    </a:lnTo>
                    <a:lnTo>
                      <a:pt x="105" y="22"/>
                    </a:lnTo>
                    <a:lnTo>
                      <a:pt x="105" y="23"/>
                    </a:lnTo>
                    <a:lnTo>
                      <a:pt x="105" y="24"/>
                    </a:lnTo>
                    <a:lnTo>
                      <a:pt x="103" y="24"/>
                    </a:lnTo>
                    <a:lnTo>
                      <a:pt x="102" y="24"/>
                    </a:lnTo>
                    <a:lnTo>
                      <a:pt x="101" y="24"/>
                    </a:lnTo>
                    <a:lnTo>
                      <a:pt x="99" y="22"/>
                    </a:lnTo>
                    <a:lnTo>
                      <a:pt x="99" y="21"/>
                    </a:lnTo>
                    <a:lnTo>
                      <a:pt x="99" y="21"/>
                    </a:lnTo>
                    <a:close/>
                    <a:moveTo>
                      <a:pt x="89" y="29"/>
                    </a:moveTo>
                    <a:lnTo>
                      <a:pt x="92" y="29"/>
                    </a:lnTo>
                    <a:lnTo>
                      <a:pt x="96" y="29"/>
                    </a:lnTo>
                    <a:lnTo>
                      <a:pt x="97" y="28"/>
                    </a:lnTo>
                    <a:lnTo>
                      <a:pt x="97" y="28"/>
                    </a:lnTo>
                    <a:lnTo>
                      <a:pt x="97" y="27"/>
                    </a:lnTo>
                    <a:lnTo>
                      <a:pt x="97" y="25"/>
                    </a:lnTo>
                    <a:lnTo>
                      <a:pt x="97" y="24"/>
                    </a:lnTo>
                    <a:lnTo>
                      <a:pt x="97" y="24"/>
                    </a:lnTo>
                    <a:lnTo>
                      <a:pt x="96" y="23"/>
                    </a:lnTo>
                    <a:lnTo>
                      <a:pt x="94" y="23"/>
                    </a:lnTo>
                    <a:lnTo>
                      <a:pt x="93" y="24"/>
                    </a:lnTo>
                    <a:lnTo>
                      <a:pt x="91" y="24"/>
                    </a:lnTo>
                    <a:lnTo>
                      <a:pt x="91" y="26"/>
                    </a:lnTo>
                    <a:lnTo>
                      <a:pt x="90" y="27"/>
                    </a:lnTo>
                    <a:lnTo>
                      <a:pt x="89" y="28"/>
                    </a:lnTo>
                    <a:lnTo>
                      <a:pt x="89" y="29"/>
                    </a:lnTo>
                    <a:lnTo>
                      <a:pt x="89" y="29"/>
                    </a:lnTo>
                    <a:close/>
                    <a:moveTo>
                      <a:pt x="85" y="31"/>
                    </a:moveTo>
                    <a:lnTo>
                      <a:pt x="86" y="32"/>
                    </a:lnTo>
                    <a:lnTo>
                      <a:pt x="88" y="32"/>
                    </a:lnTo>
                    <a:lnTo>
                      <a:pt x="89" y="32"/>
                    </a:lnTo>
                    <a:lnTo>
                      <a:pt x="89" y="33"/>
                    </a:lnTo>
                    <a:lnTo>
                      <a:pt x="90" y="35"/>
                    </a:lnTo>
                    <a:lnTo>
                      <a:pt x="90" y="36"/>
                    </a:lnTo>
                    <a:lnTo>
                      <a:pt x="91" y="37"/>
                    </a:lnTo>
                    <a:lnTo>
                      <a:pt x="91" y="37"/>
                    </a:lnTo>
                    <a:lnTo>
                      <a:pt x="90" y="38"/>
                    </a:lnTo>
                    <a:lnTo>
                      <a:pt x="89" y="39"/>
                    </a:lnTo>
                    <a:lnTo>
                      <a:pt x="88" y="39"/>
                    </a:lnTo>
                    <a:lnTo>
                      <a:pt x="87" y="39"/>
                    </a:lnTo>
                    <a:lnTo>
                      <a:pt x="84" y="38"/>
                    </a:lnTo>
                    <a:lnTo>
                      <a:pt x="81" y="37"/>
                    </a:lnTo>
                    <a:lnTo>
                      <a:pt x="80" y="37"/>
                    </a:lnTo>
                    <a:lnTo>
                      <a:pt x="79" y="37"/>
                    </a:lnTo>
                    <a:lnTo>
                      <a:pt x="78" y="37"/>
                    </a:lnTo>
                    <a:lnTo>
                      <a:pt x="77" y="37"/>
                    </a:lnTo>
                    <a:lnTo>
                      <a:pt x="77" y="37"/>
                    </a:lnTo>
                    <a:lnTo>
                      <a:pt x="77" y="38"/>
                    </a:lnTo>
                    <a:lnTo>
                      <a:pt x="77" y="38"/>
                    </a:lnTo>
                    <a:lnTo>
                      <a:pt x="77" y="39"/>
                    </a:lnTo>
                    <a:lnTo>
                      <a:pt x="77" y="40"/>
                    </a:lnTo>
                    <a:lnTo>
                      <a:pt x="78" y="41"/>
                    </a:lnTo>
                    <a:lnTo>
                      <a:pt x="79" y="41"/>
                    </a:lnTo>
                    <a:lnTo>
                      <a:pt x="81" y="41"/>
                    </a:lnTo>
                    <a:lnTo>
                      <a:pt x="84" y="42"/>
                    </a:lnTo>
                    <a:lnTo>
                      <a:pt x="89" y="44"/>
                    </a:lnTo>
                    <a:lnTo>
                      <a:pt x="91" y="45"/>
                    </a:lnTo>
                    <a:lnTo>
                      <a:pt x="92" y="46"/>
                    </a:lnTo>
                    <a:lnTo>
                      <a:pt x="93" y="47"/>
                    </a:lnTo>
                    <a:lnTo>
                      <a:pt x="93" y="48"/>
                    </a:lnTo>
                    <a:lnTo>
                      <a:pt x="93" y="48"/>
                    </a:lnTo>
                    <a:lnTo>
                      <a:pt x="93" y="49"/>
                    </a:lnTo>
                    <a:lnTo>
                      <a:pt x="92" y="49"/>
                    </a:lnTo>
                    <a:lnTo>
                      <a:pt x="91" y="49"/>
                    </a:lnTo>
                    <a:lnTo>
                      <a:pt x="89" y="49"/>
                    </a:lnTo>
                    <a:lnTo>
                      <a:pt x="88" y="49"/>
                    </a:lnTo>
                    <a:lnTo>
                      <a:pt x="87" y="49"/>
                    </a:lnTo>
                    <a:lnTo>
                      <a:pt x="86" y="50"/>
                    </a:lnTo>
                    <a:lnTo>
                      <a:pt x="85" y="51"/>
                    </a:lnTo>
                    <a:lnTo>
                      <a:pt x="85" y="52"/>
                    </a:lnTo>
                    <a:lnTo>
                      <a:pt x="84" y="52"/>
                    </a:lnTo>
                    <a:lnTo>
                      <a:pt x="84" y="52"/>
                    </a:lnTo>
                    <a:lnTo>
                      <a:pt x="85" y="53"/>
                    </a:lnTo>
                    <a:lnTo>
                      <a:pt x="85" y="53"/>
                    </a:lnTo>
                    <a:lnTo>
                      <a:pt x="86" y="53"/>
                    </a:lnTo>
                    <a:lnTo>
                      <a:pt x="88" y="53"/>
                    </a:lnTo>
                    <a:lnTo>
                      <a:pt x="91" y="53"/>
                    </a:lnTo>
                    <a:lnTo>
                      <a:pt x="94" y="53"/>
                    </a:lnTo>
                    <a:lnTo>
                      <a:pt x="95" y="53"/>
                    </a:lnTo>
                    <a:lnTo>
                      <a:pt x="97" y="53"/>
                    </a:lnTo>
                    <a:lnTo>
                      <a:pt x="97" y="54"/>
                    </a:lnTo>
                    <a:lnTo>
                      <a:pt x="100" y="55"/>
                    </a:lnTo>
                    <a:lnTo>
                      <a:pt x="101" y="56"/>
                    </a:lnTo>
                    <a:lnTo>
                      <a:pt x="104" y="56"/>
                    </a:lnTo>
                    <a:lnTo>
                      <a:pt x="106" y="56"/>
                    </a:lnTo>
                    <a:lnTo>
                      <a:pt x="108" y="56"/>
                    </a:lnTo>
                    <a:lnTo>
                      <a:pt x="109" y="55"/>
                    </a:lnTo>
                    <a:lnTo>
                      <a:pt x="110" y="55"/>
                    </a:lnTo>
                    <a:lnTo>
                      <a:pt x="111" y="54"/>
                    </a:lnTo>
                    <a:lnTo>
                      <a:pt x="112" y="53"/>
                    </a:lnTo>
                    <a:lnTo>
                      <a:pt x="112" y="52"/>
                    </a:lnTo>
                    <a:lnTo>
                      <a:pt x="113" y="49"/>
                    </a:lnTo>
                    <a:lnTo>
                      <a:pt x="113" y="47"/>
                    </a:lnTo>
                    <a:lnTo>
                      <a:pt x="115" y="46"/>
                    </a:lnTo>
                    <a:lnTo>
                      <a:pt x="116" y="46"/>
                    </a:lnTo>
                    <a:lnTo>
                      <a:pt x="117" y="47"/>
                    </a:lnTo>
                    <a:lnTo>
                      <a:pt x="119" y="49"/>
                    </a:lnTo>
                    <a:lnTo>
                      <a:pt x="121" y="51"/>
                    </a:lnTo>
                    <a:lnTo>
                      <a:pt x="123" y="53"/>
                    </a:lnTo>
                    <a:lnTo>
                      <a:pt x="126" y="55"/>
                    </a:lnTo>
                    <a:lnTo>
                      <a:pt x="129" y="57"/>
                    </a:lnTo>
                    <a:lnTo>
                      <a:pt x="130" y="60"/>
                    </a:lnTo>
                    <a:lnTo>
                      <a:pt x="130" y="61"/>
                    </a:lnTo>
                    <a:lnTo>
                      <a:pt x="129" y="61"/>
                    </a:lnTo>
                    <a:lnTo>
                      <a:pt x="129" y="61"/>
                    </a:lnTo>
                    <a:lnTo>
                      <a:pt x="128" y="62"/>
                    </a:lnTo>
                    <a:lnTo>
                      <a:pt x="125" y="62"/>
                    </a:lnTo>
                    <a:lnTo>
                      <a:pt x="122" y="61"/>
                    </a:lnTo>
                    <a:lnTo>
                      <a:pt x="119" y="61"/>
                    </a:lnTo>
                    <a:lnTo>
                      <a:pt x="114" y="61"/>
                    </a:lnTo>
                    <a:lnTo>
                      <a:pt x="109" y="61"/>
                    </a:lnTo>
                    <a:lnTo>
                      <a:pt x="105" y="61"/>
                    </a:lnTo>
                    <a:lnTo>
                      <a:pt x="100" y="60"/>
                    </a:lnTo>
                    <a:lnTo>
                      <a:pt x="95" y="59"/>
                    </a:lnTo>
                    <a:lnTo>
                      <a:pt x="92" y="59"/>
                    </a:lnTo>
                    <a:lnTo>
                      <a:pt x="89" y="59"/>
                    </a:lnTo>
                    <a:lnTo>
                      <a:pt x="89" y="59"/>
                    </a:lnTo>
                    <a:lnTo>
                      <a:pt x="88" y="59"/>
                    </a:lnTo>
                    <a:lnTo>
                      <a:pt x="87" y="59"/>
                    </a:lnTo>
                    <a:lnTo>
                      <a:pt x="86" y="58"/>
                    </a:lnTo>
                    <a:lnTo>
                      <a:pt x="84" y="57"/>
                    </a:lnTo>
                    <a:lnTo>
                      <a:pt x="81" y="53"/>
                    </a:lnTo>
                    <a:lnTo>
                      <a:pt x="77" y="51"/>
                    </a:lnTo>
                    <a:lnTo>
                      <a:pt x="74" y="49"/>
                    </a:lnTo>
                    <a:lnTo>
                      <a:pt x="72" y="48"/>
                    </a:lnTo>
                    <a:lnTo>
                      <a:pt x="69" y="46"/>
                    </a:lnTo>
                    <a:lnTo>
                      <a:pt x="65" y="44"/>
                    </a:lnTo>
                    <a:lnTo>
                      <a:pt x="63" y="42"/>
                    </a:lnTo>
                    <a:lnTo>
                      <a:pt x="60" y="39"/>
                    </a:lnTo>
                    <a:lnTo>
                      <a:pt x="57" y="36"/>
                    </a:lnTo>
                    <a:lnTo>
                      <a:pt x="56" y="35"/>
                    </a:lnTo>
                    <a:lnTo>
                      <a:pt x="54" y="33"/>
                    </a:lnTo>
                    <a:lnTo>
                      <a:pt x="53" y="33"/>
                    </a:lnTo>
                    <a:lnTo>
                      <a:pt x="52" y="33"/>
                    </a:lnTo>
                    <a:lnTo>
                      <a:pt x="50" y="33"/>
                    </a:lnTo>
                    <a:lnTo>
                      <a:pt x="50" y="35"/>
                    </a:lnTo>
                    <a:lnTo>
                      <a:pt x="50" y="36"/>
                    </a:lnTo>
                    <a:lnTo>
                      <a:pt x="50" y="37"/>
                    </a:lnTo>
                    <a:lnTo>
                      <a:pt x="53" y="39"/>
                    </a:lnTo>
                    <a:lnTo>
                      <a:pt x="56" y="41"/>
                    </a:lnTo>
                    <a:lnTo>
                      <a:pt x="57" y="42"/>
                    </a:lnTo>
                    <a:lnTo>
                      <a:pt x="60" y="45"/>
                    </a:lnTo>
                    <a:lnTo>
                      <a:pt x="63" y="49"/>
                    </a:lnTo>
                    <a:lnTo>
                      <a:pt x="66" y="51"/>
                    </a:lnTo>
                    <a:lnTo>
                      <a:pt x="73" y="56"/>
                    </a:lnTo>
                    <a:lnTo>
                      <a:pt x="77" y="58"/>
                    </a:lnTo>
                    <a:lnTo>
                      <a:pt x="77" y="59"/>
                    </a:lnTo>
                    <a:lnTo>
                      <a:pt x="77" y="59"/>
                    </a:lnTo>
                    <a:lnTo>
                      <a:pt x="77" y="60"/>
                    </a:lnTo>
                    <a:lnTo>
                      <a:pt x="74" y="61"/>
                    </a:lnTo>
                    <a:lnTo>
                      <a:pt x="73" y="61"/>
                    </a:lnTo>
                    <a:lnTo>
                      <a:pt x="70" y="61"/>
                    </a:lnTo>
                    <a:lnTo>
                      <a:pt x="68" y="61"/>
                    </a:lnTo>
                    <a:lnTo>
                      <a:pt x="65" y="60"/>
                    </a:lnTo>
                    <a:lnTo>
                      <a:pt x="61" y="59"/>
                    </a:lnTo>
                    <a:lnTo>
                      <a:pt x="58" y="58"/>
                    </a:lnTo>
                    <a:lnTo>
                      <a:pt x="57" y="57"/>
                    </a:lnTo>
                    <a:lnTo>
                      <a:pt x="54" y="55"/>
                    </a:lnTo>
                    <a:lnTo>
                      <a:pt x="53" y="54"/>
                    </a:lnTo>
                    <a:lnTo>
                      <a:pt x="52" y="53"/>
                    </a:lnTo>
                    <a:lnTo>
                      <a:pt x="51" y="53"/>
                    </a:lnTo>
                    <a:lnTo>
                      <a:pt x="49" y="53"/>
                    </a:lnTo>
                    <a:lnTo>
                      <a:pt x="47" y="53"/>
                    </a:lnTo>
                    <a:lnTo>
                      <a:pt x="45" y="53"/>
                    </a:lnTo>
                    <a:lnTo>
                      <a:pt x="43" y="52"/>
                    </a:lnTo>
                    <a:lnTo>
                      <a:pt x="40" y="50"/>
                    </a:lnTo>
                    <a:lnTo>
                      <a:pt x="38" y="49"/>
                    </a:lnTo>
                    <a:lnTo>
                      <a:pt x="35" y="47"/>
                    </a:lnTo>
                    <a:lnTo>
                      <a:pt x="32" y="45"/>
                    </a:lnTo>
                    <a:lnTo>
                      <a:pt x="29" y="44"/>
                    </a:lnTo>
                    <a:lnTo>
                      <a:pt x="25" y="42"/>
                    </a:lnTo>
                    <a:lnTo>
                      <a:pt x="24" y="42"/>
                    </a:lnTo>
                    <a:lnTo>
                      <a:pt x="21" y="41"/>
                    </a:lnTo>
                    <a:lnTo>
                      <a:pt x="17" y="38"/>
                    </a:lnTo>
                    <a:lnTo>
                      <a:pt x="15" y="35"/>
                    </a:lnTo>
                    <a:lnTo>
                      <a:pt x="13" y="32"/>
                    </a:lnTo>
                    <a:lnTo>
                      <a:pt x="12" y="31"/>
                    </a:lnTo>
                    <a:lnTo>
                      <a:pt x="11" y="29"/>
                    </a:lnTo>
                    <a:lnTo>
                      <a:pt x="9" y="28"/>
                    </a:lnTo>
                    <a:lnTo>
                      <a:pt x="8" y="27"/>
                    </a:lnTo>
                    <a:lnTo>
                      <a:pt x="8" y="27"/>
                    </a:lnTo>
                    <a:lnTo>
                      <a:pt x="6" y="28"/>
                    </a:lnTo>
                    <a:lnTo>
                      <a:pt x="4" y="29"/>
                    </a:lnTo>
                    <a:lnTo>
                      <a:pt x="4" y="31"/>
                    </a:lnTo>
                    <a:lnTo>
                      <a:pt x="6" y="35"/>
                    </a:lnTo>
                    <a:lnTo>
                      <a:pt x="8" y="39"/>
                    </a:lnTo>
                    <a:lnTo>
                      <a:pt x="9" y="41"/>
                    </a:lnTo>
                    <a:lnTo>
                      <a:pt x="10" y="42"/>
                    </a:lnTo>
                    <a:lnTo>
                      <a:pt x="12" y="44"/>
                    </a:lnTo>
                    <a:lnTo>
                      <a:pt x="13" y="45"/>
                    </a:lnTo>
                    <a:lnTo>
                      <a:pt x="17" y="47"/>
                    </a:lnTo>
                    <a:lnTo>
                      <a:pt x="20" y="49"/>
                    </a:lnTo>
                    <a:lnTo>
                      <a:pt x="26" y="53"/>
                    </a:lnTo>
                    <a:lnTo>
                      <a:pt x="32" y="57"/>
                    </a:lnTo>
                    <a:lnTo>
                      <a:pt x="33" y="58"/>
                    </a:lnTo>
                    <a:lnTo>
                      <a:pt x="35" y="60"/>
                    </a:lnTo>
                    <a:lnTo>
                      <a:pt x="36" y="61"/>
                    </a:lnTo>
                    <a:lnTo>
                      <a:pt x="36" y="62"/>
                    </a:lnTo>
                    <a:lnTo>
                      <a:pt x="35" y="62"/>
                    </a:lnTo>
                    <a:lnTo>
                      <a:pt x="35" y="63"/>
                    </a:lnTo>
                    <a:lnTo>
                      <a:pt x="34" y="64"/>
                    </a:lnTo>
                    <a:lnTo>
                      <a:pt x="33" y="65"/>
                    </a:lnTo>
                    <a:lnTo>
                      <a:pt x="31" y="66"/>
                    </a:lnTo>
                    <a:lnTo>
                      <a:pt x="29" y="68"/>
                    </a:lnTo>
                    <a:lnTo>
                      <a:pt x="25" y="69"/>
                    </a:lnTo>
                    <a:lnTo>
                      <a:pt x="22" y="72"/>
                    </a:lnTo>
                    <a:lnTo>
                      <a:pt x="18" y="73"/>
                    </a:lnTo>
                    <a:lnTo>
                      <a:pt x="14" y="73"/>
                    </a:lnTo>
                    <a:lnTo>
                      <a:pt x="12" y="74"/>
                    </a:lnTo>
                    <a:lnTo>
                      <a:pt x="10" y="74"/>
                    </a:lnTo>
                    <a:lnTo>
                      <a:pt x="9" y="74"/>
                    </a:lnTo>
                    <a:lnTo>
                      <a:pt x="8" y="73"/>
                    </a:lnTo>
                    <a:lnTo>
                      <a:pt x="8" y="72"/>
                    </a:lnTo>
                    <a:lnTo>
                      <a:pt x="6" y="69"/>
                    </a:lnTo>
                    <a:lnTo>
                      <a:pt x="4" y="66"/>
                    </a:lnTo>
                    <a:lnTo>
                      <a:pt x="3" y="62"/>
                    </a:lnTo>
                    <a:lnTo>
                      <a:pt x="2" y="61"/>
                    </a:lnTo>
                    <a:lnTo>
                      <a:pt x="2" y="61"/>
                    </a:lnTo>
                    <a:lnTo>
                      <a:pt x="1" y="61"/>
                    </a:lnTo>
                    <a:lnTo>
                      <a:pt x="0" y="61"/>
                    </a:lnTo>
                    <a:lnTo>
                      <a:pt x="0" y="63"/>
                    </a:lnTo>
                    <a:lnTo>
                      <a:pt x="0" y="65"/>
                    </a:lnTo>
                    <a:lnTo>
                      <a:pt x="0" y="66"/>
                    </a:lnTo>
                    <a:lnTo>
                      <a:pt x="0" y="69"/>
                    </a:lnTo>
                    <a:lnTo>
                      <a:pt x="2" y="73"/>
                    </a:lnTo>
                    <a:lnTo>
                      <a:pt x="2" y="77"/>
                    </a:lnTo>
                    <a:lnTo>
                      <a:pt x="3" y="81"/>
                    </a:lnTo>
                    <a:lnTo>
                      <a:pt x="3" y="85"/>
                    </a:lnTo>
                    <a:lnTo>
                      <a:pt x="4" y="85"/>
                    </a:lnTo>
                    <a:lnTo>
                      <a:pt x="4" y="85"/>
                    </a:lnTo>
                    <a:lnTo>
                      <a:pt x="4" y="86"/>
                    </a:lnTo>
                    <a:lnTo>
                      <a:pt x="5" y="86"/>
                    </a:lnTo>
                    <a:lnTo>
                      <a:pt x="7" y="87"/>
                    </a:lnTo>
                    <a:lnTo>
                      <a:pt x="9" y="87"/>
                    </a:lnTo>
                    <a:lnTo>
                      <a:pt x="13" y="87"/>
                    </a:lnTo>
                    <a:lnTo>
                      <a:pt x="16" y="86"/>
                    </a:lnTo>
                    <a:lnTo>
                      <a:pt x="19" y="85"/>
                    </a:lnTo>
                    <a:lnTo>
                      <a:pt x="25" y="81"/>
                    </a:lnTo>
                    <a:lnTo>
                      <a:pt x="30" y="78"/>
                    </a:lnTo>
                    <a:lnTo>
                      <a:pt x="34" y="76"/>
                    </a:lnTo>
                    <a:lnTo>
                      <a:pt x="37" y="73"/>
                    </a:lnTo>
                    <a:lnTo>
                      <a:pt x="42" y="70"/>
                    </a:lnTo>
                    <a:lnTo>
                      <a:pt x="43" y="69"/>
                    </a:lnTo>
                    <a:lnTo>
                      <a:pt x="44" y="69"/>
                    </a:lnTo>
                    <a:lnTo>
                      <a:pt x="45" y="68"/>
                    </a:lnTo>
                    <a:lnTo>
                      <a:pt x="46" y="68"/>
                    </a:lnTo>
                    <a:lnTo>
                      <a:pt x="47" y="68"/>
                    </a:lnTo>
                    <a:lnTo>
                      <a:pt x="48" y="69"/>
                    </a:lnTo>
                    <a:lnTo>
                      <a:pt x="49" y="69"/>
                    </a:lnTo>
                    <a:lnTo>
                      <a:pt x="51" y="71"/>
                    </a:lnTo>
                    <a:lnTo>
                      <a:pt x="52" y="72"/>
                    </a:lnTo>
                    <a:lnTo>
                      <a:pt x="53" y="73"/>
                    </a:lnTo>
                    <a:lnTo>
                      <a:pt x="53" y="73"/>
                    </a:lnTo>
                    <a:lnTo>
                      <a:pt x="53" y="73"/>
                    </a:lnTo>
                    <a:lnTo>
                      <a:pt x="51" y="74"/>
                    </a:lnTo>
                    <a:lnTo>
                      <a:pt x="49" y="74"/>
                    </a:lnTo>
                    <a:lnTo>
                      <a:pt x="47" y="74"/>
                    </a:lnTo>
                    <a:lnTo>
                      <a:pt x="45" y="74"/>
                    </a:lnTo>
                    <a:lnTo>
                      <a:pt x="44" y="75"/>
                    </a:lnTo>
                    <a:lnTo>
                      <a:pt x="43" y="75"/>
                    </a:lnTo>
                    <a:lnTo>
                      <a:pt x="43" y="75"/>
                    </a:lnTo>
                    <a:lnTo>
                      <a:pt x="43" y="76"/>
                    </a:lnTo>
                    <a:lnTo>
                      <a:pt x="44" y="77"/>
                    </a:lnTo>
                    <a:lnTo>
                      <a:pt x="47" y="77"/>
                    </a:lnTo>
                    <a:lnTo>
                      <a:pt x="50" y="80"/>
                    </a:lnTo>
                    <a:lnTo>
                      <a:pt x="55" y="82"/>
                    </a:lnTo>
                    <a:lnTo>
                      <a:pt x="58" y="85"/>
                    </a:lnTo>
                    <a:lnTo>
                      <a:pt x="61" y="86"/>
                    </a:lnTo>
                    <a:lnTo>
                      <a:pt x="61" y="86"/>
                    </a:lnTo>
                    <a:lnTo>
                      <a:pt x="63" y="85"/>
                    </a:lnTo>
                    <a:lnTo>
                      <a:pt x="64" y="85"/>
                    </a:lnTo>
                    <a:lnTo>
                      <a:pt x="65" y="83"/>
                    </a:lnTo>
                    <a:lnTo>
                      <a:pt x="65" y="81"/>
                    </a:lnTo>
                    <a:lnTo>
                      <a:pt x="65" y="79"/>
                    </a:lnTo>
                    <a:lnTo>
                      <a:pt x="65" y="77"/>
                    </a:lnTo>
                    <a:lnTo>
                      <a:pt x="65" y="74"/>
                    </a:lnTo>
                    <a:lnTo>
                      <a:pt x="64" y="72"/>
                    </a:lnTo>
                    <a:lnTo>
                      <a:pt x="62" y="70"/>
                    </a:lnTo>
                    <a:lnTo>
                      <a:pt x="61" y="69"/>
                    </a:lnTo>
                    <a:lnTo>
                      <a:pt x="61" y="69"/>
                    </a:lnTo>
                    <a:lnTo>
                      <a:pt x="59" y="68"/>
                    </a:lnTo>
                    <a:lnTo>
                      <a:pt x="57" y="67"/>
                    </a:lnTo>
                    <a:lnTo>
                      <a:pt x="56" y="65"/>
                    </a:lnTo>
                    <a:lnTo>
                      <a:pt x="54" y="62"/>
                    </a:lnTo>
                    <a:lnTo>
                      <a:pt x="54" y="62"/>
                    </a:lnTo>
                    <a:lnTo>
                      <a:pt x="53" y="61"/>
                    </a:lnTo>
                    <a:lnTo>
                      <a:pt x="54" y="61"/>
                    </a:lnTo>
                    <a:lnTo>
                      <a:pt x="54" y="61"/>
                    </a:lnTo>
                    <a:lnTo>
                      <a:pt x="55" y="61"/>
                    </a:lnTo>
                    <a:lnTo>
                      <a:pt x="57" y="61"/>
                    </a:lnTo>
                    <a:lnTo>
                      <a:pt x="61" y="62"/>
                    </a:lnTo>
                    <a:lnTo>
                      <a:pt x="65" y="63"/>
                    </a:lnTo>
                    <a:lnTo>
                      <a:pt x="69" y="65"/>
                    </a:lnTo>
                    <a:lnTo>
                      <a:pt x="73" y="66"/>
                    </a:lnTo>
                    <a:lnTo>
                      <a:pt x="75" y="67"/>
                    </a:lnTo>
                    <a:lnTo>
                      <a:pt x="77" y="69"/>
                    </a:lnTo>
                    <a:lnTo>
                      <a:pt x="80" y="70"/>
                    </a:lnTo>
                    <a:lnTo>
                      <a:pt x="82" y="73"/>
                    </a:lnTo>
                    <a:lnTo>
                      <a:pt x="85" y="75"/>
                    </a:lnTo>
                    <a:lnTo>
                      <a:pt x="87" y="76"/>
                    </a:lnTo>
                    <a:lnTo>
                      <a:pt x="89" y="77"/>
                    </a:lnTo>
                    <a:lnTo>
                      <a:pt x="90" y="77"/>
                    </a:lnTo>
                    <a:lnTo>
                      <a:pt x="93" y="77"/>
                    </a:lnTo>
                    <a:lnTo>
                      <a:pt x="95" y="76"/>
                    </a:lnTo>
                    <a:lnTo>
                      <a:pt x="95" y="76"/>
                    </a:lnTo>
                    <a:lnTo>
                      <a:pt x="95" y="75"/>
                    </a:lnTo>
                    <a:lnTo>
                      <a:pt x="95" y="73"/>
                    </a:lnTo>
                    <a:lnTo>
                      <a:pt x="95" y="72"/>
                    </a:lnTo>
                    <a:lnTo>
                      <a:pt x="94" y="70"/>
                    </a:lnTo>
                    <a:lnTo>
                      <a:pt x="94" y="69"/>
                    </a:lnTo>
                    <a:lnTo>
                      <a:pt x="93" y="68"/>
                    </a:lnTo>
                    <a:lnTo>
                      <a:pt x="94" y="66"/>
                    </a:lnTo>
                    <a:lnTo>
                      <a:pt x="94" y="65"/>
                    </a:lnTo>
                    <a:lnTo>
                      <a:pt x="95" y="65"/>
                    </a:lnTo>
                    <a:lnTo>
                      <a:pt x="96" y="64"/>
                    </a:lnTo>
                    <a:lnTo>
                      <a:pt x="97" y="64"/>
                    </a:lnTo>
                    <a:lnTo>
                      <a:pt x="101" y="65"/>
                    </a:lnTo>
                    <a:lnTo>
                      <a:pt x="105" y="65"/>
                    </a:lnTo>
                    <a:lnTo>
                      <a:pt x="109" y="65"/>
                    </a:lnTo>
                    <a:lnTo>
                      <a:pt x="112" y="65"/>
                    </a:lnTo>
                    <a:lnTo>
                      <a:pt x="114" y="66"/>
                    </a:lnTo>
                    <a:lnTo>
                      <a:pt x="117" y="67"/>
                    </a:lnTo>
                    <a:lnTo>
                      <a:pt x="123" y="69"/>
                    </a:lnTo>
                    <a:lnTo>
                      <a:pt x="128" y="71"/>
                    </a:lnTo>
                    <a:lnTo>
                      <a:pt x="130" y="72"/>
                    </a:lnTo>
                    <a:lnTo>
                      <a:pt x="132" y="72"/>
                    </a:lnTo>
                    <a:lnTo>
                      <a:pt x="135" y="72"/>
                    </a:lnTo>
                    <a:lnTo>
                      <a:pt x="137" y="72"/>
                    </a:lnTo>
                    <a:lnTo>
                      <a:pt x="140" y="70"/>
                    </a:lnTo>
                    <a:lnTo>
                      <a:pt x="141" y="69"/>
                    </a:lnTo>
                    <a:lnTo>
                      <a:pt x="143" y="67"/>
                    </a:lnTo>
                    <a:lnTo>
                      <a:pt x="144" y="65"/>
                    </a:lnTo>
                    <a:lnTo>
                      <a:pt x="144" y="64"/>
                    </a:lnTo>
                    <a:lnTo>
                      <a:pt x="145" y="61"/>
                    </a:lnTo>
                    <a:lnTo>
                      <a:pt x="144" y="60"/>
                    </a:lnTo>
                    <a:lnTo>
                      <a:pt x="144" y="59"/>
                    </a:lnTo>
                    <a:lnTo>
                      <a:pt x="143" y="58"/>
                    </a:lnTo>
                    <a:lnTo>
                      <a:pt x="141" y="57"/>
                    </a:lnTo>
                    <a:lnTo>
                      <a:pt x="137" y="55"/>
                    </a:lnTo>
                    <a:lnTo>
                      <a:pt x="132" y="51"/>
                    </a:lnTo>
                    <a:lnTo>
                      <a:pt x="126" y="48"/>
                    </a:lnTo>
                    <a:lnTo>
                      <a:pt x="123" y="46"/>
                    </a:lnTo>
                    <a:lnTo>
                      <a:pt x="122" y="46"/>
                    </a:lnTo>
                    <a:lnTo>
                      <a:pt x="121" y="45"/>
                    </a:lnTo>
                    <a:lnTo>
                      <a:pt x="121" y="45"/>
                    </a:lnTo>
                    <a:lnTo>
                      <a:pt x="120" y="44"/>
                    </a:lnTo>
                    <a:lnTo>
                      <a:pt x="119" y="43"/>
                    </a:lnTo>
                    <a:lnTo>
                      <a:pt x="119" y="42"/>
                    </a:lnTo>
                    <a:lnTo>
                      <a:pt x="118" y="41"/>
                    </a:lnTo>
                    <a:lnTo>
                      <a:pt x="119" y="41"/>
                    </a:lnTo>
                    <a:lnTo>
                      <a:pt x="119" y="39"/>
                    </a:lnTo>
                    <a:lnTo>
                      <a:pt x="118" y="37"/>
                    </a:lnTo>
                    <a:lnTo>
                      <a:pt x="118" y="37"/>
                    </a:lnTo>
                    <a:lnTo>
                      <a:pt x="118" y="36"/>
                    </a:lnTo>
                    <a:lnTo>
                      <a:pt x="118" y="35"/>
                    </a:lnTo>
                    <a:lnTo>
                      <a:pt x="119" y="33"/>
                    </a:lnTo>
                    <a:lnTo>
                      <a:pt x="119" y="32"/>
                    </a:lnTo>
                    <a:lnTo>
                      <a:pt x="120" y="32"/>
                    </a:lnTo>
                    <a:lnTo>
                      <a:pt x="121" y="32"/>
                    </a:lnTo>
                    <a:lnTo>
                      <a:pt x="122" y="32"/>
                    </a:lnTo>
                    <a:lnTo>
                      <a:pt x="125" y="32"/>
                    </a:lnTo>
                    <a:lnTo>
                      <a:pt x="127" y="32"/>
                    </a:lnTo>
                    <a:lnTo>
                      <a:pt x="130" y="34"/>
                    </a:lnTo>
                    <a:lnTo>
                      <a:pt x="135" y="35"/>
                    </a:lnTo>
                    <a:lnTo>
                      <a:pt x="140" y="37"/>
                    </a:lnTo>
                    <a:lnTo>
                      <a:pt x="143" y="38"/>
                    </a:lnTo>
                    <a:lnTo>
                      <a:pt x="145" y="39"/>
                    </a:lnTo>
                    <a:lnTo>
                      <a:pt x="147" y="40"/>
                    </a:lnTo>
                    <a:lnTo>
                      <a:pt x="148" y="40"/>
                    </a:lnTo>
                    <a:lnTo>
                      <a:pt x="149" y="39"/>
                    </a:lnTo>
                    <a:lnTo>
                      <a:pt x="151" y="38"/>
                    </a:lnTo>
                    <a:lnTo>
                      <a:pt x="153" y="38"/>
                    </a:lnTo>
                    <a:lnTo>
                      <a:pt x="153" y="38"/>
                    </a:lnTo>
                    <a:lnTo>
                      <a:pt x="154" y="37"/>
                    </a:lnTo>
                    <a:lnTo>
                      <a:pt x="154" y="37"/>
                    </a:lnTo>
                    <a:lnTo>
                      <a:pt x="155" y="37"/>
                    </a:lnTo>
                    <a:lnTo>
                      <a:pt x="156" y="33"/>
                    </a:lnTo>
                    <a:lnTo>
                      <a:pt x="156" y="29"/>
                    </a:lnTo>
                    <a:lnTo>
                      <a:pt x="156" y="27"/>
                    </a:lnTo>
                    <a:lnTo>
                      <a:pt x="155" y="24"/>
                    </a:lnTo>
                    <a:lnTo>
                      <a:pt x="154" y="24"/>
                    </a:lnTo>
                    <a:lnTo>
                      <a:pt x="153" y="23"/>
                    </a:lnTo>
                    <a:lnTo>
                      <a:pt x="153" y="22"/>
                    </a:lnTo>
                    <a:lnTo>
                      <a:pt x="151" y="22"/>
                    </a:lnTo>
                    <a:lnTo>
                      <a:pt x="150" y="23"/>
                    </a:lnTo>
                    <a:lnTo>
                      <a:pt x="150" y="23"/>
                    </a:lnTo>
                    <a:lnTo>
                      <a:pt x="150" y="24"/>
                    </a:lnTo>
                    <a:lnTo>
                      <a:pt x="149" y="24"/>
                    </a:lnTo>
                    <a:lnTo>
                      <a:pt x="147" y="25"/>
                    </a:lnTo>
                    <a:lnTo>
                      <a:pt x="143" y="28"/>
                    </a:lnTo>
                    <a:lnTo>
                      <a:pt x="142" y="28"/>
                    </a:lnTo>
                    <a:lnTo>
                      <a:pt x="141" y="28"/>
                    </a:lnTo>
                    <a:lnTo>
                      <a:pt x="138" y="28"/>
                    </a:lnTo>
                    <a:lnTo>
                      <a:pt x="137" y="29"/>
                    </a:lnTo>
                    <a:lnTo>
                      <a:pt x="132" y="28"/>
                    </a:lnTo>
                    <a:lnTo>
                      <a:pt x="127" y="28"/>
                    </a:lnTo>
                    <a:lnTo>
                      <a:pt x="118" y="27"/>
                    </a:lnTo>
                    <a:lnTo>
                      <a:pt x="114" y="26"/>
                    </a:lnTo>
                    <a:lnTo>
                      <a:pt x="113" y="25"/>
                    </a:lnTo>
                    <a:lnTo>
                      <a:pt x="113" y="25"/>
                    </a:lnTo>
                    <a:lnTo>
                      <a:pt x="113" y="24"/>
                    </a:lnTo>
                    <a:lnTo>
                      <a:pt x="112" y="24"/>
                    </a:lnTo>
                    <a:lnTo>
                      <a:pt x="112" y="21"/>
                    </a:lnTo>
                    <a:lnTo>
                      <a:pt x="110" y="20"/>
                    </a:lnTo>
                    <a:lnTo>
                      <a:pt x="109" y="18"/>
                    </a:lnTo>
                    <a:lnTo>
                      <a:pt x="108" y="16"/>
                    </a:lnTo>
                    <a:lnTo>
                      <a:pt x="106" y="15"/>
                    </a:lnTo>
                    <a:lnTo>
                      <a:pt x="105" y="14"/>
                    </a:lnTo>
                    <a:lnTo>
                      <a:pt x="105" y="14"/>
                    </a:lnTo>
                    <a:lnTo>
                      <a:pt x="105" y="12"/>
                    </a:lnTo>
                    <a:lnTo>
                      <a:pt x="105" y="12"/>
                    </a:lnTo>
                    <a:lnTo>
                      <a:pt x="105" y="11"/>
                    </a:lnTo>
                    <a:lnTo>
                      <a:pt x="105" y="8"/>
                    </a:lnTo>
                    <a:lnTo>
                      <a:pt x="105" y="8"/>
                    </a:lnTo>
                    <a:lnTo>
                      <a:pt x="105" y="8"/>
                    </a:lnTo>
                    <a:lnTo>
                      <a:pt x="106" y="6"/>
                    </a:lnTo>
                    <a:lnTo>
                      <a:pt x="106" y="5"/>
                    </a:lnTo>
                    <a:lnTo>
                      <a:pt x="106" y="4"/>
                    </a:lnTo>
                    <a:lnTo>
                      <a:pt x="106" y="3"/>
                    </a:lnTo>
                    <a:lnTo>
                      <a:pt x="105" y="2"/>
                    </a:lnTo>
                    <a:lnTo>
                      <a:pt x="105" y="1"/>
                    </a:lnTo>
                    <a:lnTo>
                      <a:pt x="105" y="0"/>
                    </a:lnTo>
                    <a:lnTo>
                      <a:pt x="104" y="0"/>
                    </a:lnTo>
                    <a:lnTo>
                      <a:pt x="102" y="0"/>
                    </a:lnTo>
                    <a:lnTo>
                      <a:pt x="102" y="1"/>
                    </a:lnTo>
                    <a:lnTo>
                      <a:pt x="101" y="2"/>
                    </a:lnTo>
                    <a:lnTo>
                      <a:pt x="101" y="3"/>
                    </a:lnTo>
                    <a:lnTo>
                      <a:pt x="100" y="4"/>
                    </a:lnTo>
                    <a:lnTo>
                      <a:pt x="97" y="8"/>
                    </a:lnTo>
                    <a:lnTo>
                      <a:pt x="93" y="13"/>
                    </a:lnTo>
                    <a:lnTo>
                      <a:pt x="89" y="18"/>
                    </a:lnTo>
                    <a:lnTo>
                      <a:pt x="86" y="22"/>
                    </a:lnTo>
                    <a:lnTo>
                      <a:pt x="84" y="24"/>
                    </a:lnTo>
                    <a:lnTo>
                      <a:pt x="83" y="24"/>
                    </a:lnTo>
                    <a:lnTo>
                      <a:pt x="81" y="25"/>
                    </a:lnTo>
                    <a:lnTo>
                      <a:pt x="80" y="25"/>
                    </a:lnTo>
                    <a:lnTo>
                      <a:pt x="79" y="25"/>
                    </a:lnTo>
                    <a:lnTo>
                      <a:pt x="78" y="25"/>
                    </a:lnTo>
                    <a:lnTo>
                      <a:pt x="78" y="24"/>
                    </a:lnTo>
                    <a:lnTo>
                      <a:pt x="78" y="24"/>
                    </a:lnTo>
                    <a:lnTo>
                      <a:pt x="80" y="19"/>
                    </a:lnTo>
                    <a:lnTo>
                      <a:pt x="81" y="14"/>
                    </a:lnTo>
                    <a:lnTo>
                      <a:pt x="82" y="13"/>
                    </a:lnTo>
                    <a:lnTo>
                      <a:pt x="82" y="11"/>
                    </a:lnTo>
                    <a:lnTo>
                      <a:pt x="81" y="9"/>
                    </a:lnTo>
                    <a:lnTo>
                      <a:pt x="80" y="7"/>
                    </a:lnTo>
                    <a:lnTo>
                      <a:pt x="80" y="7"/>
                    </a:lnTo>
                    <a:lnTo>
                      <a:pt x="79" y="6"/>
                    </a:lnTo>
                    <a:lnTo>
                      <a:pt x="78" y="7"/>
                    </a:lnTo>
                    <a:lnTo>
                      <a:pt x="78" y="7"/>
                    </a:lnTo>
                    <a:lnTo>
                      <a:pt x="77" y="9"/>
                    </a:lnTo>
                    <a:lnTo>
                      <a:pt x="76" y="12"/>
                    </a:lnTo>
                    <a:lnTo>
                      <a:pt x="74" y="16"/>
                    </a:lnTo>
                    <a:lnTo>
                      <a:pt x="73" y="18"/>
                    </a:lnTo>
                    <a:lnTo>
                      <a:pt x="71" y="20"/>
                    </a:lnTo>
                    <a:lnTo>
                      <a:pt x="69" y="21"/>
                    </a:lnTo>
                    <a:lnTo>
                      <a:pt x="68" y="22"/>
                    </a:lnTo>
                    <a:lnTo>
                      <a:pt x="67" y="23"/>
                    </a:lnTo>
                    <a:lnTo>
                      <a:pt x="65" y="24"/>
                    </a:lnTo>
                    <a:lnTo>
                      <a:pt x="65" y="25"/>
                    </a:lnTo>
                    <a:lnTo>
                      <a:pt x="64" y="26"/>
                    </a:lnTo>
                    <a:lnTo>
                      <a:pt x="64" y="27"/>
                    </a:lnTo>
                    <a:lnTo>
                      <a:pt x="64" y="27"/>
                    </a:lnTo>
                    <a:lnTo>
                      <a:pt x="64" y="28"/>
                    </a:lnTo>
                    <a:lnTo>
                      <a:pt x="65" y="28"/>
                    </a:lnTo>
                    <a:lnTo>
                      <a:pt x="67" y="28"/>
                    </a:lnTo>
                    <a:lnTo>
                      <a:pt x="71" y="29"/>
                    </a:lnTo>
                    <a:lnTo>
                      <a:pt x="76" y="30"/>
                    </a:lnTo>
                    <a:lnTo>
                      <a:pt x="81" y="31"/>
                    </a:lnTo>
                    <a:lnTo>
                      <a:pt x="85" y="3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5" name="ís1iďé"/>
              <p:cNvSpPr/>
              <p:nvPr userDrawn="1"/>
            </p:nvSpPr>
            <p:spPr bwMode="auto">
              <a:xfrm>
                <a:off x="2492376" y="3494088"/>
                <a:ext cx="1190625" cy="766763"/>
              </a:xfrm>
              <a:custGeom>
                <a:avLst/>
                <a:gdLst>
                  <a:gd name="T0" fmla="*/ 238 w 750"/>
                  <a:gd name="T1" fmla="*/ 410 h 483"/>
                  <a:gd name="T2" fmla="*/ 260 w 750"/>
                  <a:gd name="T3" fmla="*/ 439 h 483"/>
                  <a:gd name="T4" fmla="*/ 256 w 750"/>
                  <a:gd name="T5" fmla="*/ 482 h 483"/>
                  <a:gd name="T6" fmla="*/ 230 w 750"/>
                  <a:gd name="T7" fmla="*/ 454 h 483"/>
                  <a:gd name="T8" fmla="*/ 255 w 750"/>
                  <a:gd name="T9" fmla="*/ 473 h 483"/>
                  <a:gd name="T10" fmla="*/ 249 w 750"/>
                  <a:gd name="T11" fmla="*/ 443 h 483"/>
                  <a:gd name="T12" fmla="*/ 234 w 750"/>
                  <a:gd name="T13" fmla="*/ 401 h 483"/>
                  <a:gd name="T14" fmla="*/ 260 w 750"/>
                  <a:gd name="T15" fmla="*/ 397 h 483"/>
                  <a:gd name="T16" fmla="*/ 28 w 750"/>
                  <a:gd name="T17" fmla="*/ 433 h 483"/>
                  <a:gd name="T18" fmla="*/ 13 w 750"/>
                  <a:gd name="T19" fmla="*/ 428 h 483"/>
                  <a:gd name="T20" fmla="*/ 0 w 750"/>
                  <a:gd name="T21" fmla="*/ 419 h 483"/>
                  <a:gd name="T22" fmla="*/ 37 w 750"/>
                  <a:gd name="T23" fmla="*/ 447 h 483"/>
                  <a:gd name="T24" fmla="*/ 123 w 750"/>
                  <a:gd name="T25" fmla="*/ 381 h 483"/>
                  <a:gd name="T26" fmla="*/ 160 w 750"/>
                  <a:gd name="T27" fmla="*/ 436 h 483"/>
                  <a:gd name="T28" fmla="*/ 224 w 750"/>
                  <a:gd name="T29" fmla="*/ 423 h 483"/>
                  <a:gd name="T30" fmla="*/ 193 w 750"/>
                  <a:gd name="T31" fmla="*/ 391 h 483"/>
                  <a:gd name="T32" fmla="*/ 216 w 750"/>
                  <a:gd name="T33" fmla="*/ 409 h 483"/>
                  <a:gd name="T34" fmla="*/ 278 w 750"/>
                  <a:gd name="T35" fmla="*/ 482 h 483"/>
                  <a:gd name="T36" fmla="*/ 351 w 750"/>
                  <a:gd name="T37" fmla="*/ 426 h 483"/>
                  <a:gd name="T38" fmla="*/ 437 w 750"/>
                  <a:gd name="T39" fmla="*/ 430 h 483"/>
                  <a:gd name="T40" fmla="*/ 411 w 750"/>
                  <a:gd name="T41" fmla="*/ 359 h 483"/>
                  <a:gd name="T42" fmla="*/ 388 w 750"/>
                  <a:gd name="T43" fmla="*/ 381 h 483"/>
                  <a:gd name="T44" fmla="*/ 423 w 750"/>
                  <a:gd name="T45" fmla="*/ 447 h 483"/>
                  <a:gd name="T46" fmla="*/ 405 w 750"/>
                  <a:gd name="T47" fmla="*/ 417 h 483"/>
                  <a:gd name="T48" fmla="*/ 401 w 750"/>
                  <a:gd name="T49" fmla="*/ 366 h 483"/>
                  <a:gd name="T50" fmla="*/ 427 w 750"/>
                  <a:gd name="T51" fmla="*/ 408 h 483"/>
                  <a:gd name="T52" fmla="*/ 448 w 750"/>
                  <a:gd name="T53" fmla="*/ 334 h 483"/>
                  <a:gd name="T54" fmla="*/ 498 w 750"/>
                  <a:gd name="T55" fmla="*/ 301 h 483"/>
                  <a:gd name="T56" fmla="*/ 551 w 750"/>
                  <a:gd name="T57" fmla="*/ 375 h 483"/>
                  <a:gd name="T58" fmla="*/ 583 w 750"/>
                  <a:gd name="T59" fmla="*/ 330 h 483"/>
                  <a:gd name="T60" fmla="*/ 544 w 750"/>
                  <a:gd name="T61" fmla="*/ 279 h 483"/>
                  <a:gd name="T62" fmla="*/ 565 w 750"/>
                  <a:gd name="T63" fmla="*/ 265 h 483"/>
                  <a:gd name="T64" fmla="*/ 537 w 750"/>
                  <a:gd name="T65" fmla="*/ 269 h 483"/>
                  <a:gd name="T66" fmla="*/ 572 w 750"/>
                  <a:gd name="T67" fmla="*/ 333 h 483"/>
                  <a:gd name="T68" fmla="*/ 602 w 750"/>
                  <a:gd name="T69" fmla="*/ 327 h 483"/>
                  <a:gd name="T70" fmla="*/ 589 w 750"/>
                  <a:gd name="T71" fmla="*/ 271 h 483"/>
                  <a:gd name="T72" fmla="*/ 650 w 750"/>
                  <a:gd name="T73" fmla="*/ 233 h 483"/>
                  <a:gd name="T74" fmla="*/ 668 w 750"/>
                  <a:gd name="T75" fmla="*/ 220 h 483"/>
                  <a:gd name="T76" fmla="*/ 613 w 750"/>
                  <a:gd name="T77" fmla="*/ 169 h 483"/>
                  <a:gd name="T78" fmla="*/ 644 w 750"/>
                  <a:gd name="T79" fmla="*/ 157 h 483"/>
                  <a:gd name="T80" fmla="*/ 690 w 750"/>
                  <a:gd name="T81" fmla="*/ 213 h 483"/>
                  <a:gd name="T82" fmla="*/ 658 w 750"/>
                  <a:gd name="T83" fmla="*/ 175 h 483"/>
                  <a:gd name="T84" fmla="*/ 620 w 750"/>
                  <a:gd name="T85" fmla="*/ 169 h 483"/>
                  <a:gd name="T86" fmla="*/ 664 w 750"/>
                  <a:gd name="T87" fmla="*/ 208 h 483"/>
                  <a:gd name="T88" fmla="*/ 710 w 750"/>
                  <a:gd name="T89" fmla="*/ 149 h 483"/>
                  <a:gd name="T90" fmla="*/ 697 w 750"/>
                  <a:gd name="T91" fmla="*/ 143 h 483"/>
                  <a:gd name="T92" fmla="*/ 641 w 750"/>
                  <a:gd name="T93" fmla="*/ 104 h 483"/>
                  <a:gd name="T94" fmla="*/ 692 w 750"/>
                  <a:gd name="T95" fmla="*/ 96 h 483"/>
                  <a:gd name="T96" fmla="*/ 709 w 750"/>
                  <a:gd name="T97" fmla="*/ 135 h 483"/>
                  <a:gd name="T98" fmla="*/ 650 w 750"/>
                  <a:gd name="T99" fmla="*/ 108 h 483"/>
                  <a:gd name="T100" fmla="*/ 667 w 750"/>
                  <a:gd name="T101" fmla="*/ 97 h 483"/>
                  <a:gd name="T102" fmla="*/ 718 w 750"/>
                  <a:gd name="T103" fmla="*/ 126 h 483"/>
                  <a:gd name="T104" fmla="*/ 706 w 750"/>
                  <a:gd name="T105" fmla="*/ 61 h 483"/>
                  <a:gd name="T106" fmla="*/ 732 w 750"/>
                  <a:gd name="T107" fmla="*/ 81 h 483"/>
                  <a:gd name="T108" fmla="*/ 669 w 750"/>
                  <a:gd name="T109" fmla="*/ 73 h 483"/>
                  <a:gd name="T110" fmla="*/ 673 w 750"/>
                  <a:gd name="T111" fmla="*/ 53 h 483"/>
                  <a:gd name="T112" fmla="*/ 654 w 750"/>
                  <a:gd name="T113" fmla="*/ 62 h 483"/>
                  <a:gd name="T114" fmla="*/ 698 w 750"/>
                  <a:gd name="T115" fmla="*/ 91 h 483"/>
                  <a:gd name="T116" fmla="*/ 741 w 750"/>
                  <a:gd name="T117" fmla="*/ 77 h 483"/>
                  <a:gd name="T118" fmla="*/ 662 w 750"/>
                  <a:gd name="T119" fmla="*/ 9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50" h="483">
                    <a:moveTo>
                      <a:pt x="265" y="417"/>
                    </a:moveTo>
                    <a:lnTo>
                      <a:pt x="258" y="417"/>
                    </a:lnTo>
                    <a:lnTo>
                      <a:pt x="258" y="414"/>
                    </a:lnTo>
                    <a:lnTo>
                      <a:pt x="257" y="411"/>
                    </a:lnTo>
                    <a:lnTo>
                      <a:pt x="257" y="408"/>
                    </a:lnTo>
                    <a:lnTo>
                      <a:pt x="256" y="405"/>
                    </a:lnTo>
                    <a:lnTo>
                      <a:pt x="255" y="404"/>
                    </a:lnTo>
                    <a:lnTo>
                      <a:pt x="253" y="403"/>
                    </a:lnTo>
                    <a:lnTo>
                      <a:pt x="251" y="401"/>
                    </a:lnTo>
                    <a:lnTo>
                      <a:pt x="249" y="401"/>
                    </a:lnTo>
                    <a:lnTo>
                      <a:pt x="246" y="401"/>
                    </a:lnTo>
                    <a:lnTo>
                      <a:pt x="244" y="402"/>
                    </a:lnTo>
                    <a:lnTo>
                      <a:pt x="241" y="404"/>
                    </a:lnTo>
                    <a:lnTo>
                      <a:pt x="241" y="405"/>
                    </a:lnTo>
                    <a:lnTo>
                      <a:pt x="239" y="408"/>
                    </a:lnTo>
                    <a:lnTo>
                      <a:pt x="238" y="410"/>
                    </a:lnTo>
                    <a:lnTo>
                      <a:pt x="238" y="414"/>
                    </a:lnTo>
                    <a:lnTo>
                      <a:pt x="238" y="417"/>
                    </a:lnTo>
                    <a:lnTo>
                      <a:pt x="238" y="420"/>
                    </a:lnTo>
                    <a:lnTo>
                      <a:pt x="238" y="421"/>
                    </a:lnTo>
                    <a:lnTo>
                      <a:pt x="238" y="423"/>
                    </a:lnTo>
                    <a:lnTo>
                      <a:pt x="239" y="425"/>
                    </a:lnTo>
                    <a:lnTo>
                      <a:pt x="240" y="426"/>
                    </a:lnTo>
                    <a:lnTo>
                      <a:pt x="241" y="428"/>
                    </a:lnTo>
                    <a:lnTo>
                      <a:pt x="242" y="429"/>
                    </a:lnTo>
                    <a:lnTo>
                      <a:pt x="244" y="430"/>
                    </a:lnTo>
                    <a:lnTo>
                      <a:pt x="245" y="431"/>
                    </a:lnTo>
                    <a:lnTo>
                      <a:pt x="249" y="433"/>
                    </a:lnTo>
                    <a:lnTo>
                      <a:pt x="251" y="434"/>
                    </a:lnTo>
                    <a:lnTo>
                      <a:pt x="253" y="434"/>
                    </a:lnTo>
                    <a:lnTo>
                      <a:pt x="257" y="437"/>
                    </a:lnTo>
                    <a:lnTo>
                      <a:pt x="260" y="439"/>
                    </a:lnTo>
                    <a:lnTo>
                      <a:pt x="262" y="442"/>
                    </a:lnTo>
                    <a:lnTo>
                      <a:pt x="264" y="444"/>
                    </a:lnTo>
                    <a:lnTo>
                      <a:pt x="265" y="447"/>
                    </a:lnTo>
                    <a:lnTo>
                      <a:pt x="266" y="450"/>
                    </a:lnTo>
                    <a:lnTo>
                      <a:pt x="267" y="454"/>
                    </a:lnTo>
                    <a:lnTo>
                      <a:pt x="267" y="458"/>
                    </a:lnTo>
                    <a:lnTo>
                      <a:pt x="266" y="463"/>
                    </a:lnTo>
                    <a:lnTo>
                      <a:pt x="265" y="469"/>
                    </a:lnTo>
                    <a:lnTo>
                      <a:pt x="265" y="471"/>
                    </a:lnTo>
                    <a:lnTo>
                      <a:pt x="264" y="473"/>
                    </a:lnTo>
                    <a:lnTo>
                      <a:pt x="263" y="475"/>
                    </a:lnTo>
                    <a:lnTo>
                      <a:pt x="261" y="477"/>
                    </a:lnTo>
                    <a:lnTo>
                      <a:pt x="261" y="478"/>
                    </a:lnTo>
                    <a:lnTo>
                      <a:pt x="259" y="479"/>
                    </a:lnTo>
                    <a:lnTo>
                      <a:pt x="257" y="481"/>
                    </a:lnTo>
                    <a:lnTo>
                      <a:pt x="256" y="482"/>
                    </a:lnTo>
                    <a:lnTo>
                      <a:pt x="254" y="482"/>
                    </a:lnTo>
                    <a:lnTo>
                      <a:pt x="253" y="483"/>
                    </a:lnTo>
                    <a:lnTo>
                      <a:pt x="250" y="483"/>
                    </a:lnTo>
                    <a:lnTo>
                      <a:pt x="248" y="483"/>
                    </a:lnTo>
                    <a:lnTo>
                      <a:pt x="245" y="483"/>
                    </a:lnTo>
                    <a:lnTo>
                      <a:pt x="242" y="482"/>
                    </a:lnTo>
                    <a:lnTo>
                      <a:pt x="240" y="482"/>
                    </a:lnTo>
                    <a:lnTo>
                      <a:pt x="237" y="481"/>
                    </a:lnTo>
                    <a:lnTo>
                      <a:pt x="236" y="478"/>
                    </a:lnTo>
                    <a:lnTo>
                      <a:pt x="234" y="476"/>
                    </a:lnTo>
                    <a:lnTo>
                      <a:pt x="232" y="474"/>
                    </a:lnTo>
                    <a:lnTo>
                      <a:pt x="231" y="470"/>
                    </a:lnTo>
                    <a:lnTo>
                      <a:pt x="231" y="468"/>
                    </a:lnTo>
                    <a:lnTo>
                      <a:pt x="230" y="464"/>
                    </a:lnTo>
                    <a:lnTo>
                      <a:pt x="230" y="459"/>
                    </a:lnTo>
                    <a:lnTo>
                      <a:pt x="230" y="454"/>
                    </a:lnTo>
                    <a:lnTo>
                      <a:pt x="236" y="454"/>
                    </a:lnTo>
                    <a:lnTo>
                      <a:pt x="236" y="459"/>
                    </a:lnTo>
                    <a:lnTo>
                      <a:pt x="236" y="464"/>
                    </a:lnTo>
                    <a:lnTo>
                      <a:pt x="237" y="467"/>
                    </a:lnTo>
                    <a:lnTo>
                      <a:pt x="239" y="470"/>
                    </a:lnTo>
                    <a:lnTo>
                      <a:pt x="240" y="471"/>
                    </a:lnTo>
                    <a:lnTo>
                      <a:pt x="241" y="473"/>
                    </a:lnTo>
                    <a:lnTo>
                      <a:pt x="241" y="474"/>
                    </a:lnTo>
                    <a:lnTo>
                      <a:pt x="243" y="474"/>
                    </a:lnTo>
                    <a:lnTo>
                      <a:pt x="244" y="474"/>
                    </a:lnTo>
                    <a:lnTo>
                      <a:pt x="245" y="475"/>
                    </a:lnTo>
                    <a:lnTo>
                      <a:pt x="247" y="475"/>
                    </a:lnTo>
                    <a:lnTo>
                      <a:pt x="249" y="475"/>
                    </a:lnTo>
                    <a:lnTo>
                      <a:pt x="251" y="475"/>
                    </a:lnTo>
                    <a:lnTo>
                      <a:pt x="253" y="474"/>
                    </a:lnTo>
                    <a:lnTo>
                      <a:pt x="255" y="473"/>
                    </a:lnTo>
                    <a:lnTo>
                      <a:pt x="257" y="471"/>
                    </a:lnTo>
                    <a:lnTo>
                      <a:pt x="258" y="469"/>
                    </a:lnTo>
                    <a:lnTo>
                      <a:pt x="259" y="466"/>
                    </a:lnTo>
                    <a:lnTo>
                      <a:pt x="260" y="463"/>
                    </a:lnTo>
                    <a:lnTo>
                      <a:pt x="260" y="460"/>
                    </a:lnTo>
                    <a:lnTo>
                      <a:pt x="260" y="457"/>
                    </a:lnTo>
                    <a:lnTo>
                      <a:pt x="259" y="454"/>
                    </a:lnTo>
                    <a:lnTo>
                      <a:pt x="258" y="453"/>
                    </a:lnTo>
                    <a:lnTo>
                      <a:pt x="257" y="450"/>
                    </a:lnTo>
                    <a:lnTo>
                      <a:pt x="257" y="449"/>
                    </a:lnTo>
                    <a:lnTo>
                      <a:pt x="255" y="447"/>
                    </a:lnTo>
                    <a:lnTo>
                      <a:pt x="253" y="446"/>
                    </a:lnTo>
                    <a:lnTo>
                      <a:pt x="251" y="445"/>
                    </a:lnTo>
                    <a:lnTo>
                      <a:pt x="251" y="445"/>
                    </a:lnTo>
                    <a:lnTo>
                      <a:pt x="250" y="444"/>
                    </a:lnTo>
                    <a:lnTo>
                      <a:pt x="249" y="443"/>
                    </a:lnTo>
                    <a:lnTo>
                      <a:pt x="246" y="442"/>
                    </a:lnTo>
                    <a:lnTo>
                      <a:pt x="241" y="439"/>
                    </a:lnTo>
                    <a:lnTo>
                      <a:pt x="238" y="437"/>
                    </a:lnTo>
                    <a:lnTo>
                      <a:pt x="236" y="436"/>
                    </a:lnTo>
                    <a:lnTo>
                      <a:pt x="234" y="434"/>
                    </a:lnTo>
                    <a:lnTo>
                      <a:pt x="233" y="432"/>
                    </a:lnTo>
                    <a:lnTo>
                      <a:pt x="232" y="430"/>
                    </a:lnTo>
                    <a:lnTo>
                      <a:pt x="232" y="427"/>
                    </a:lnTo>
                    <a:lnTo>
                      <a:pt x="231" y="424"/>
                    </a:lnTo>
                    <a:lnTo>
                      <a:pt x="231" y="421"/>
                    </a:lnTo>
                    <a:lnTo>
                      <a:pt x="231" y="417"/>
                    </a:lnTo>
                    <a:lnTo>
                      <a:pt x="231" y="412"/>
                    </a:lnTo>
                    <a:lnTo>
                      <a:pt x="232" y="407"/>
                    </a:lnTo>
                    <a:lnTo>
                      <a:pt x="232" y="405"/>
                    </a:lnTo>
                    <a:lnTo>
                      <a:pt x="233" y="403"/>
                    </a:lnTo>
                    <a:lnTo>
                      <a:pt x="234" y="401"/>
                    </a:lnTo>
                    <a:lnTo>
                      <a:pt x="235" y="399"/>
                    </a:lnTo>
                    <a:lnTo>
                      <a:pt x="236" y="397"/>
                    </a:lnTo>
                    <a:lnTo>
                      <a:pt x="237" y="397"/>
                    </a:lnTo>
                    <a:lnTo>
                      <a:pt x="239" y="395"/>
                    </a:lnTo>
                    <a:lnTo>
                      <a:pt x="241" y="394"/>
                    </a:lnTo>
                    <a:lnTo>
                      <a:pt x="242" y="393"/>
                    </a:lnTo>
                    <a:lnTo>
                      <a:pt x="244" y="393"/>
                    </a:lnTo>
                    <a:lnTo>
                      <a:pt x="245" y="393"/>
                    </a:lnTo>
                    <a:lnTo>
                      <a:pt x="248" y="393"/>
                    </a:lnTo>
                    <a:lnTo>
                      <a:pt x="249" y="393"/>
                    </a:lnTo>
                    <a:lnTo>
                      <a:pt x="252" y="393"/>
                    </a:lnTo>
                    <a:lnTo>
                      <a:pt x="253" y="393"/>
                    </a:lnTo>
                    <a:lnTo>
                      <a:pt x="256" y="394"/>
                    </a:lnTo>
                    <a:lnTo>
                      <a:pt x="257" y="395"/>
                    </a:lnTo>
                    <a:lnTo>
                      <a:pt x="258" y="396"/>
                    </a:lnTo>
                    <a:lnTo>
                      <a:pt x="260" y="397"/>
                    </a:lnTo>
                    <a:lnTo>
                      <a:pt x="261" y="399"/>
                    </a:lnTo>
                    <a:lnTo>
                      <a:pt x="262" y="401"/>
                    </a:lnTo>
                    <a:lnTo>
                      <a:pt x="263" y="403"/>
                    </a:lnTo>
                    <a:lnTo>
                      <a:pt x="264" y="405"/>
                    </a:lnTo>
                    <a:lnTo>
                      <a:pt x="264" y="407"/>
                    </a:lnTo>
                    <a:lnTo>
                      <a:pt x="265" y="412"/>
                    </a:lnTo>
                    <a:lnTo>
                      <a:pt x="265" y="417"/>
                    </a:lnTo>
                    <a:lnTo>
                      <a:pt x="265" y="417"/>
                    </a:lnTo>
                    <a:close/>
                    <a:moveTo>
                      <a:pt x="16" y="438"/>
                    </a:moveTo>
                    <a:lnTo>
                      <a:pt x="18" y="438"/>
                    </a:lnTo>
                    <a:lnTo>
                      <a:pt x="20" y="438"/>
                    </a:lnTo>
                    <a:lnTo>
                      <a:pt x="21" y="437"/>
                    </a:lnTo>
                    <a:lnTo>
                      <a:pt x="23" y="436"/>
                    </a:lnTo>
                    <a:lnTo>
                      <a:pt x="24" y="435"/>
                    </a:lnTo>
                    <a:lnTo>
                      <a:pt x="27" y="434"/>
                    </a:lnTo>
                    <a:lnTo>
                      <a:pt x="28" y="433"/>
                    </a:lnTo>
                    <a:lnTo>
                      <a:pt x="29" y="431"/>
                    </a:lnTo>
                    <a:lnTo>
                      <a:pt x="30" y="430"/>
                    </a:lnTo>
                    <a:lnTo>
                      <a:pt x="32" y="428"/>
                    </a:lnTo>
                    <a:lnTo>
                      <a:pt x="32" y="425"/>
                    </a:lnTo>
                    <a:lnTo>
                      <a:pt x="34" y="423"/>
                    </a:lnTo>
                    <a:lnTo>
                      <a:pt x="58" y="358"/>
                    </a:lnTo>
                    <a:lnTo>
                      <a:pt x="51" y="355"/>
                    </a:lnTo>
                    <a:lnTo>
                      <a:pt x="27" y="420"/>
                    </a:lnTo>
                    <a:lnTo>
                      <a:pt x="25" y="423"/>
                    </a:lnTo>
                    <a:lnTo>
                      <a:pt x="24" y="425"/>
                    </a:lnTo>
                    <a:lnTo>
                      <a:pt x="23" y="426"/>
                    </a:lnTo>
                    <a:lnTo>
                      <a:pt x="20" y="428"/>
                    </a:lnTo>
                    <a:lnTo>
                      <a:pt x="19" y="429"/>
                    </a:lnTo>
                    <a:lnTo>
                      <a:pt x="17" y="429"/>
                    </a:lnTo>
                    <a:lnTo>
                      <a:pt x="15" y="429"/>
                    </a:lnTo>
                    <a:lnTo>
                      <a:pt x="13" y="428"/>
                    </a:lnTo>
                    <a:lnTo>
                      <a:pt x="12" y="427"/>
                    </a:lnTo>
                    <a:lnTo>
                      <a:pt x="10" y="425"/>
                    </a:lnTo>
                    <a:lnTo>
                      <a:pt x="9" y="424"/>
                    </a:lnTo>
                    <a:lnTo>
                      <a:pt x="8" y="421"/>
                    </a:lnTo>
                    <a:lnTo>
                      <a:pt x="8" y="419"/>
                    </a:lnTo>
                    <a:lnTo>
                      <a:pt x="8" y="417"/>
                    </a:lnTo>
                    <a:lnTo>
                      <a:pt x="8" y="414"/>
                    </a:lnTo>
                    <a:lnTo>
                      <a:pt x="8" y="411"/>
                    </a:lnTo>
                    <a:lnTo>
                      <a:pt x="33" y="346"/>
                    </a:lnTo>
                    <a:lnTo>
                      <a:pt x="26" y="342"/>
                    </a:lnTo>
                    <a:lnTo>
                      <a:pt x="2" y="407"/>
                    </a:lnTo>
                    <a:lnTo>
                      <a:pt x="1" y="410"/>
                    </a:lnTo>
                    <a:lnTo>
                      <a:pt x="0" y="412"/>
                    </a:lnTo>
                    <a:lnTo>
                      <a:pt x="0" y="414"/>
                    </a:lnTo>
                    <a:lnTo>
                      <a:pt x="0" y="417"/>
                    </a:lnTo>
                    <a:lnTo>
                      <a:pt x="0" y="419"/>
                    </a:lnTo>
                    <a:lnTo>
                      <a:pt x="0" y="421"/>
                    </a:lnTo>
                    <a:lnTo>
                      <a:pt x="0" y="423"/>
                    </a:lnTo>
                    <a:lnTo>
                      <a:pt x="1" y="425"/>
                    </a:lnTo>
                    <a:lnTo>
                      <a:pt x="3" y="428"/>
                    </a:lnTo>
                    <a:lnTo>
                      <a:pt x="4" y="430"/>
                    </a:lnTo>
                    <a:lnTo>
                      <a:pt x="5" y="432"/>
                    </a:lnTo>
                    <a:lnTo>
                      <a:pt x="7" y="434"/>
                    </a:lnTo>
                    <a:lnTo>
                      <a:pt x="8" y="435"/>
                    </a:lnTo>
                    <a:lnTo>
                      <a:pt x="11" y="436"/>
                    </a:lnTo>
                    <a:lnTo>
                      <a:pt x="14" y="438"/>
                    </a:lnTo>
                    <a:lnTo>
                      <a:pt x="16" y="438"/>
                    </a:lnTo>
                    <a:lnTo>
                      <a:pt x="16" y="438"/>
                    </a:lnTo>
                    <a:close/>
                    <a:moveTo>
                      <a:pt x="68" y="458"/>
                    </a:moveTo>
                    <a:lnTo>
                      <a:pt x="68" y="373"/>
                    </a:lnTo>
                    <a:lnTo>
                      <a:pt x="44" y="450"/>
                    </a:lnTo>
                    <a:lnTo>
                      <a:pt x="37" y="447"/>
                    </a:lnTo>
                    <a:lnTo>
                      <a:pt x="64" y="361"/>
                    </a:lnTo>
                    <a:lnTo>
                      <a:pt x="75" y="365"/>
                    </a:lnTo>
                    <a:lnTo>
                      <a:pt x="74" y="435"/>
                    </a:lnTo>
                    <a:lnTo>
                      <a:pt x="91" y="370"/>
                    </a:lnTo>
                    <a:lnTo>
                      <a:pt x="98" y="373"/>
                    </a:lnTo>
                    <a:lnTo>
                      <a:pt x="75" y="460"/>
                    </a:lnTo>
                    <a:lnTo>
                      <a:pt x="68" y="458"/>
                    </a:lnTo>
                    <a:lnTo>
                      <a:pt x="68" y="458"/>
                    </a:lnTo>
                    <a:close/>
                    <a:moveTo>
                      <a:pt x="92" y="466"/>
                    </a:moveTo>
                    <a:lnTo>
                      <a:pt x="111" y="377"/>
                    </a:lnTo>
                    <a:lnTo>
                      <a:pt x="104" y="375"/>
                    </a:lnTo>
                    <a:lnTo>
                      <a:pt x="84" y="463"/>
                    </a:lnTo>
                    <a:lnTo>
                      <a:pt x="92" y="466"/>
                    </a:lnTo>
                    <a:lnTo>
                      <a:pt x="92" y="466"/>
                    </a:lnTo>
                    <a:close/>
                    <a:moveTo>
                      <a:pt x="124" y="454"/>
                    </a:moveTo>
                    <a:lnTo>
                      <a:pt x="123" y="381"/>
                    </a:lnTo>
                    <a:lnTo>
                      <a:pt x="116" y="378"/>
                    </a:lnTo>
                    <a:lnTo>
                      <a:pt x="117" y="471"/>
                    </a:lnTo>
                    <a:lnTo>
                      <a:pt x="124" y="474"/>
                    </a:lnTo>
                    <a:lnTo>
                      <a:pt x="152" y="386"/>
                    </a:lnTo>
                    <a:lnTo>
                      <a:pt x="144" y="385"/>
                    </a:lnTo>
                    <a:lnTo>
                      <a:pt x="124" y="454"/>
                    </a:lnTo>
                    <a:lnTo>
                      <a:pt x="124" y="454"/>
                    </a:lnTo>
                    <a:close/>
                    <a:moveTo>
                      <a:pt x="146" y="477"/>
                    </a:moveTo>
                    <a:lnTo>
                      <a:pt x="157" y="387"/>
                    </a:lnTo>
                    <a:lnTo>
                      <a:pt x="187" y="392"/>
                    </a:lnTo>
                    <a:lnTo>
                      <a:pt x="186" y="401"/>
                    </a:lnTo>
                    <a:lnTo>
                      <a:pt x="164" y="397"/>
                    </a:lnTo>
                    <a:lnTo>
                      <a:pt x="160" y="426"/>
                    </a:lnTo>
                    <a:lnTo>
                      <a:pt x="177" y="429"/>
                    </a:lnTo>
                    <a:lnTo>
                      <a:pt x="176" y="438"/>
                    </a:lnTo>
                    <a:lnTo>
                      <a:pt x="160" y="436"/>
                    </a:lnTo>
                    <a:lnTo>
                      <a:pt x="155" y="469"/>
                    </a:lnTo>
                    <a:lnTo>
                      <a:pt x="179" y="472"/>
                    </a:lnTo>
                    <a:lnTo>
                      <a:pt x="177" y="481"/>
                    </a:lnTo>
                    <a:lnTo>
                      <a:pt x="146" y="477"/>
                    </a:lnTo>
                    <a:lnTo>
                      <a:pt x="146" y="477"/>
                    </a:lnTo>
                    <a:close/>
                    <a:moveTo>
                      <a:pt x="224" y="483"/>
                    </a:moveTo>
                    <a:lnTo>
                      <a:pt x="214" y="438"/>
                    </a:lnTo>
                    <a:lnTo>
                      <a:pt x="216" y="438"/>
                    </a:lnTo>
                    <a:lnTo>
                      <a:pt x="216" y="437"/>
                    </a:lnTo>
                    <a:lnTo>
                      <a:pt x="217" y="436"/>
                    </a:lnTo>
                    <a:lnTo>
                      <a:pt x="219" y="434"/>
                    </a:lnTo>
                    <a:lnTo>
                      <a:pt x="220" y="432"/>
                    </a:lnTo>
                    <a:lnTo>
                      <a:pt x="222" y="430"/>
                    </a:lnTo>
                    <a:lnTo>
                      <a:pt x="223" y="426"/>
                    </a:lnTo>
                    <a:lnTo>
                      <a:pt x="224" y="423"/>
                    </a:lnTo>
                    <a:lnTo>
                      <a:pt x="224" y="423"/>
                    </a:lnTo>
                    <a:lnTo>
                      <a:pt x="224" y="422"/>
                    </a:lnTo>
                    <a:lnTo>
                      <a:pt x="225" y="420"/>
                    </a:lnTo>
                    <a:lnTo>
                      <a:pt x="225" y="414"/>
                    </a:lnTo>
                    <a:lnTo>
                      <a:pt x="225" y="410"/>
                    </a:lnTo>
                    <a:lnTo>
                      <a:pt x="224" y="407"/>
                    </a:lnTo>
                    <a:lnTo>
                      <a:pt x="223" y="403"/>
                    </a:lnTo>
                    <a:lnTo>
                      <a:pt x="221" y="400"/>
                    </a:lnTo>
                    <a:lnTo>
                      <a:pt x="220" y="398"/>
                    </a:lnTo>
                    <a:lnTo>
                      <a:pt x="220" y="397"/>
                    </a:lnTo>
                    <a:lnTo>
                      <a:pt x="218" y="395"/>
                    </a:lnTo>
                    <a:lnTo>
                      <a:pt x="216" y="394"/>
                    </a:lnTo>
                    <a:lnTo>
                      <a:pt x="215" y="393"/>
                    </a:lnTo>
                    <a:lnTo>
                      <a:pt x="213" y="393"/>
                    </a:lnTo>
                    <a:lnTo>
                      <a:pt x="211" y="392"/>
                    </a:lnTo>
                    <a:lnTo>
                      <a:pt x="209" y="392"/>
                    </a:lnTo>
                    <a:lnTo>
                      <a:pt x="193" y="391"/>
                    </a:lnTo>
                    <a:lnTo>
                      <a:pt x="189" y="482"/>
                    </a:lnTo>
                    <a:lnTo>
                      <a:pt x="197" y="482"/>
                    </a:lnTo>
                    <a:lnTo>
                      <a:pt x="199" y="439"/>
                    </a:lnTo>
                    <a:lnTo>
                      <a:pt x="206" y="440"/>
                    </a:lnTo>
                    <a:lnTo>
                      <a:pt x="216" y="483"/>
                    </a:lnTo>
                    <a:lnTo>
                      <a:pt x="224" y="483"/>
                    </a:lnTo>
                    <a:lnTo>
                      <a:pt x="224" y="483"/>
                    </a:lnTo>
                    <a:close/>
                    <a:moveTo>
                      <a:pt x="199" y="430"/>
                    </a:moveTo>
                    <a:lnTo>
                      <a:pt x="200" y="401"/>
                    </a:lnTo>
                    <a:lnTo>
                      <a:pt x="208" y="401"/>
                    </a:lnTo>
                    <a:lnTo>
                      <a:pt x="209" y="401"/>
                    </a:lnTo>
                    <a:lnTo>
                      <a:pt x="212" y="402"/>
                    </a:lnTo>
                    <a:lnTo>
                      <a:pt x="213" y="403"/>
                    </a:lnTo>
                    <a:lnTo>
                      <a:pt x="214" y="405"/>
                    </a:lnTo>
                    <a:lnTo>
                      <a:pt x="216" y="407"/>
                    </a:lnTo>
                    <a:lnTo>
                      <a:pt x="216" y="409"/>
                    </a:lnTo>
                    <a:lnTo>
                      <a:pt x="216" y="412"/>
                    </a:lnTo>
                    <a:lnTo>
                      <a:pt x="216" y="415"/>
                    </a:lnTo>
                    <a:lnTo>
                      <a:pt x="216" y="418"/>
                    </a:lnTo>
                    <a:lnTo>
                      <a:pt x="216" y="421"/>
                    </a:lnTo>
                    <a:lnTo>
                      <a:pt x="214" y="425"/>
                    </a:lnTo>
                    <a:lnTo>
                      <a:pt x="213" y="427"/>
                    </a:lnTo>
                    <a:lnTo>
                      <a:pt x="212" y="429"/>
                    </a:lnTo>
                    <a:lnTo>
                      <a:pt x="210" y="430"/>
                    </a:lnTo>
                    <a:lnTo>
                      <a:pt x="208" y="430"/>
                    </a:lnTo>
                    <a:lnTo>
                      <a:pt x="206" y="430"/>
                    </a:lnTo>
                    <a:lnTo>
                      <a:pt x="199" y="430"/>
                    </a:lnTo>
                    <a:lnTo>
                      <a:pt x="199" y="430"/>
                    </a:lnTo>
                    <a:close/>
                    <a:moveTo>
                      <a:pt x="285" y="481"/>
                    </a:moveTo>
                    <a:lnTo>
                      <a:pt x="278" y="390"/>
                    </a:lnTo>
                    <a:lnTo>
                      <a:pt x="270" y="391"/>
                    </a:lnTo>
                    <a:lnTo>
                      <a:pt x="278" y="482"/>
                    </a:lnTo>
                    <a:lnTo>
                      <a:pt x="285" y="481"/>
                    </a:lnTo>
                    <a:lnTo>
                      <a:pt x="285" y="481"/>
                    </a:lnTo>
                    <a:close/>
                    <a:moveTo>
                      <a:pt x="282" y="398"/>
                    </a:moveTo>
                    <a:lnTo>
                      <a:pt x="282" y="389"/>
                    </a:lnTo>
                    <a:lnTo>
                      <a:pt x="318" y="385"/>
                    </a:lnTo>
                    <a:lnTo>
                      <a:pt x="319" y="393"/>
                    </a:lnTo>
                    <a:lnTo>
                      <a:pt x="305" y="395"/>
                    </a:lnTo>
                    <a:lnTo>
                      <a:pt x="314" y="477"/>
                    </a:lnTo>
                    <a:lnTo>
                      <a:pt x="307" y="478"/>
                    </a:lnTo>
                    <a:lnTo>
                      <a:pt x="297" y="397"/>
                    </a:lnTo>
                    <a:lnTo>
                      <a:pt x="282" y="398"/>
                    </a:lnTo>
                    <a:lnTo>
                      <a:pt x="282" y="398"/>
                    </a:lnTo>
                    <a:close/>
                    <a:moveTo>
                      <a:pt x="344" y="428"/>
                    </a:moveTo>
                    <a:lnTo>
                      <a:pt x="353" y="470"/>
                    </a:lnTo>
                    <a:lnTo>
                      <a:pt x="361" y="468"/>
                    </a:lnTo>
                    <a:lnTo>
                      <a:pt x="351" y="426"/>
                    </a:lnTo>
                    <a:lnTo>
                      <a:pt x="357" y="374"/>
                    </a:lnTo>
                    <a:lnTo>
                      <a:pt x="350" y="377"/>
                    </a:lnTo>
                    <a:lnTo>
                      <a:pt x="345" y="416"/>
                    </a:lnTo>
                    <a:lnTo>
                      <a:pt x="329" y="381"/>
                    </a:lnTo>
                    <a:lnTo>
                      <a:pt x="322" y="384"/>
                    </a:lnTo>
                    <a:lnTo>
                      <a:pt x="344" y="428"/>
                    </a:lnTo>
                    <a:lnTo>
                      <a:pt x="344" y="428"/>
                    </a:lnTo>
                    <a:close/>
                    <a:moveTo>
                      <a:pt x="427" y="446"/>
                    </a:moveTo>
                    <a:lnTo>
                      <a:pt x="429" y="445"/>
                    </a:lnTo>
                    <a:lnTo>
                      <a:pt x="431" y="443"/>
                    </a:lnTo>
                    <a:lnTo>
                      <a:pt x="433" y="442"/>
                    </a:lnTo>
                    <a:lnTo>
                      <a:pt x="434" y="440"/>
                    </a:lnTo>
                    <a:lnTo>
                      <a:pt x="436" y="438"/>
                    </a:lnTo>
                    <a:lnTo>
                      <a:pt x="437" y="436"/>
                    </a:lnTo>
                    <a:lnTo>
                      <a:pt x="437" y="433"/>
                    </a:lnTo>
                    <a:lnTo>
                      <a:pt x="437" y="430"/>
                    </a:lnTo>
                    <a:lnTo>
                      <a:pt x="438" y="427"/>
                    </a:lnTo>
                    <a:lnTo>
                      <a:pt x="437" y="423"/>
                    </a:lnTo>
                    <a:lnTo>
                      <a:pt x="437" y="419"/>
                    </a:lnTo>
                    <a:lnTo>
                      <a:pt x="436" y="414"/>
                    </a:lnTo>
                    <a:lnTo>
                      <a:pt x="433" y="403"/>
                    </a:lnTo>
                    <a:lnTo>
                      <a:pt x="431" y="393"/>
                    </a:lnTo>
                    <a:lnTo>
                      <a:pt x="429" y="388"/>
                    </a:lnTo>
                    <a:lnTo>
                      <a:pt x="427" y="383"/>
                    </a:lnTo>
                    <a:lnTo>
                      <a:pt x="425" y="379"/>
                    </a:lnTo>
                    <a:lnTo>
                      <a:pt x="423" y="374"/>
                    </a:lnTo>
                    <a:lnTo>
                      <a:pt x="421" y="370"/>
                    </a:lnTo>
                    <a:lnTo>
                      <a:pt x="419" y="367"/>
                    </a:lnTo>
                    <a:lnTo>
                      <a:pt x="417" y="364"/>
                    </a:lnTo>
                    <a:lnTo>
                      <a:pt x="415" y="362"/>
                    </a:lnTo>
                    <a:lnTo>
                      <a:pt x="413" y="360"/>
                    </a:lnTo>
                    <a:lnTo>
                      <a:pt x="411" y="359"/>
                    </a:lnTo>
                    <a:lnTo>
                      <a:pt x="409" y="358"/>
                    </a:lnTo>
                    <a:lnTo>
                      <a:pt x="407" y="357"/>
                    </a:lnTo>
                    <a:lnTo>
                      <a:pt x="405" y="357"/>
                    </a:lnTo>
                    <a:lnTo>
                      <a:pt x="403" y="357"/>
                    </a:lnTo>
                    <a:lnTo>
                      <a:pt x="401" y="357"/>
                    </a:lnTo>
                    <a:lnTo>
                      <a:pt x="398" y="358"/>
                    </a:lnTo>
                    <a:lnTo>
                      <a:pt x="396" y="360"/>
                    </a:lnTo>
                    <a:lnTo>
                      <a:pt x="394" y="361"/>
                    </a:lnTo>
                    <a:lnTo>
                      <a:pt x="393" y="362"/>
                    </a:lnTo>
                    <a:lnTo>
                      <a:pt x="391" y="364"/>
                    </a:lnTo>
                    <a:lnTo>
                      <a:pt x="390" y="366"/>
                    </a:lnTo>
                    <a:lnTo>
                      <a:pt x="389" y="369"/>
                    </a:lnTo>
                    <a:lnTo>
                      <a:pt x="388" y="371"/>
                    </a:lnTo>
                    <a:lnTo>
                      <a:pt x="388" y="374"/>
                    </a:lnTo>
                    <a:lnTo>
                      <a:pt x="388" y="377"/>
                    </a:lnTo>
                    <a:lnTo>
                      <a:pt x="388" y="381"/>
                    </a:lnTo>
                    <a:lnTo>
                      <a:pt x="389" y="385"/>
                    </a:lnTo>
                    <a:lnTo>
                      <a:pt x="389" y="389"/>
                    </a:lnTo>
                    <a:lnTo>
                      <a:pt x="392" y="399"/>
                    </a:lnTo>
                    <a:lnTo>
                      <a:pt x="395" y="409"/>
                    </a:lnTo>
                    <a:lnTo>
                      <a:pt x="398" y="419"/>
                    </a:lnTo>
                    <a:lnTo>
                      <a:pt x="402" y="429"/>
                    </a:lnTo>
                    <a:lnTo>
                      <a:pt x="405" y="433"/>
                    </a:lnTo>
                    <a:lnTo>
                      <a:pt x="407" y="437"/>
                    </a:lnTo>
                    <a:lnTo>
                      <a:pt x="409" y="440"/>
                    </a:lnTo>
                    <a:lnTo>
                      <a:pt x="410" y="442"/>
                    </a:lnTo>
                    <a:lnTo>
                      <a:pt x="413" y="444"/>
                    </a:lnTo>
                    <a:lnTo>
                      <a:pt x="414" y="446"/>
                    </a:lnTo>
                    <a:lnTo>
                      <a:pt x="416" y="446"/>
                    </a:lnTo>
                    <a:lnTo>
                      <a:pt x="418" y="447"/>
                    </a:lnTo>
                    <a:lnTo>
                      <a:pt x="421" y="447"/>
                    </a:lnTo>
                    <a:lnTo>
                      <a:pt x="423" y="447"/>
                    </a:lnTo>
                    <a:lnTo>
                      <a:pt x="425" y="446"/>
                    </a:lnTo>
                    <a:lnTo>
                      <a:pt x="427" y="446"/>
                    </a:lnTo>
                    <a:lnTo>
                      <a:pt x="427" y="446"/>
                    </a:lnTo>
                    <a:close/>
                    <a:moveTo>
                      <a:pt x="425" y="438"/>
                    </a:moveTo>
                    <a:lnTo>
                      <a:pt x="422" y="438"/>
                    </a:lnTo>
                    <a:lnTo>
                      <a:pt x="421" y="438"/>
                    </a:lnTo>
                    <a:lnTo>
                      <a:pt x="419" y="438"/>
                    </a:lnTo>
                    <a:lnTo>
                      <a:pt x="417" y="438"/>
                    </a:lnTo>
                    <a:lnTo>
                      <a:pt x="417" y="437"/>
                    </a:lnTo>
                    <a:lnTo>
                      <a:pt x="416" y="436"/>
                    </a:lnTo>
                    <a:lnTo>
                      <a:pt x="414" y="434"/>
                    </a:lnTo>
                    <a:lnTo>
                      <a:pt x="413" y="432"/>
                    </a:lnTo>
                    <a:lnTo>
                      <a:pt x="411" y="430"/>
                    </a:lnTo>
                    <a:lnTo>
                      <a:pt x="410" y="427"/>
                    </a:lnTo>
                    <a:lnTo>
                      <a:pt x="408" y="423"/>
                    </a:lnTo>
                    <a:lnTo>
                      <a:pt x="405" y="417"/>
                    </a:lnTo>
                    <a:lnTo>
                      <a:pt x="404" y="411"/>
                    </a:lnTo>
                    <a:lnTo>
                      <a:pt x="401" y="405"/>
                    </a:lnTo>
                    <a:lnTo>
                      <a:pt x="400" y="401"/>
                    </a:lnTo>
                    <a:lnTo>
                      <a:pt x="398" y="395"/>
                    </a:lnTo>
                    <a:lnTo>
                      <a:pt x="397" y="389"/>
                    </a:lnTo>
                    <a:lnTo>
                      <a:pt x="396" y="386"/>
                    </a:lnTo>
                    <a:lnTo>
                      <a:pt x="396" y="382"/>
                    </a:lnTo>
                    <a:lnTo>
                      <a:pt x="395" y="380"/>
                    </a:lnTo>
                    <a:lnTo>
                      <a:pt x="395" y="377"/>
                    </a:lnTo>
                    <a:lnTo>
                      <a:pt x="396" y="375"/>
                    </a:lnTo>
                    <a:lnTo>
                      <a:pt x="396" y="373"/>
                    </a:lnTo>
                    <a:lnTo>
                      <a:pt x="396" y="372"/>
                    </a:lnTo>
                    <a:lnTo>
                      <a:pt x="397" y="370"/>
                    </a:lnTo>
                    <a:lnTo>
                      <a:pt x="397" y="369"/>
                    </a:lnTo>
                    <a:lnTo>
                      <a:pt x="399" y="368"/>
                    </a:lnTo>
                    <a:lnTo>
                      <a:pt x="401" y="366"/>
                    </a:lnTo>
                    <a:lnTo>
                      <a:pt x="403" y="365"/>
                    </a:lnTo>
                    <a:lnTo>
                      <a:pt x="405" y="365"/>
                    </a:lnTo>
                    <a:lnTo>
                      <a:pt x="407" y="366"/>
                    </a:lnTo>
                    <a:lnTo>
                      <a:pt x="408" y="367"/>
                    </a:lnTo>
                    <a:lnTo>
                      <a:pt x="409" y="368"/>
                    </a:lnTo>
                    <a:lnTo>
                      <a:pt x="410" y="369"/>
                    </a:lnTo>
                    <a:lnTo>
                      <a:pt x="412" y="370"/>
                    </a:lnTo>
                    <a:lnTo>
                      <a:pt x="413" y="372"/>
                    </a:lnTo>
                    <a:lnTo>
                      <a:pt x="414" y="374"/>
                    </a:lnTo>
                    <a:lnTo>
                      <a:pt x="416" y="377"/>
                    </a:lnTo>
                    <a:lnTo>
                      <a:pt x="417" y="381"/>
                    </a:lnTo>
                    <a:lnTo>
                      <a:pt x="420" y="385"/>
                    </a:lnTo>
                    <a:lnTo>
                      <a:pt x="421" y="391"/>
                    </a:lnTo>
                    <a:lnTo>
                      <a:pt x="423" y="396"/>
                    </a:lnTo>
                    <a:lnTo>
                      <a:pt x="425" y="401"/>
                    </a:lnTo>
                    <a:lnTo>
                      <a:pt x="427" y="408"/>
                    </a:lnTo>
                    <a:lnTo>
                      <a:pt x="429" y="414"/>
                    </a:lnTo>
                    <a:lnTo>
                      <a:pt x="429" y="418"/>
                    </a:lnTo>
                    <a:lnTo>
                      <a:pt x="430" y="421"/>
                    </a:lnTo>
                    <a:lnTo>
                      <a:pt x="430" y="425"/>
                    </a:lnTo>
                    <a:lnTo>
                      <a:pt x="430" y="427"/>
                    </a:lnTo>
                    <a:lnTo>
                      <a:pt x="430" y="429"/>
                    </a:lnTo>
                    <a:lnTo>
                      <a:pt x="430" y="431"/>
                    </a:lnTo>
                    <a:lnTo>
                      <a:pt x="429" y="433"/>
                    </a:lnTo>
                    <a:lnTo>
                      <a:pt x="429" y="434"/>
                    </a:lnTo>
                    <a:lnTo>
                      <a:pt x="429" y="435"/>
                    </a:lnTo>
                    <a:lnTo>
                      <a:pt x="427" y="437"/>
                    </a:lnTo>
                    <a:lnTo>
                      <a:pt x="425" y="438"/>
                    </a:lnTo>
                    <a:lnTo>
                      <a:pt x="425" y="438"/>
                    </a:lnTo>
                    <a:close/>
                    <a:moveTo>
                      <a:pt x="454" y="434"/>
                    </a:moveTo>
                    <a:lnTo>
                      <a:pt x="421" y="349"/>
                    </a:lnTo>
                    <a:lnTo>
                      <a:pt x="448" y="334"/>
                    </a:lnTo>
                    <a:lnTo>
                      <a:pt x="452" y="343"/>
                    </a:lnTo>
                    <a:lnTo>
                      <a:pt x="431" y="353"/>
                    </a:lnTo>
                    <a:lnTo>
                      <a:pt x="441" y="377"/>
                    </a:lnTo>
                    <a:lnTo>
                      <a:pt x="459" y="367"/>
                    </a:lnTo>
                    <a:lnTo>
                      <a:pt x="462" y="375"/>
                    </a:lnTo>
                    <a:lnTo>
                      <a:pt x="444" y="385"/>
                    </a:lnTo>
                    <a:lnTo>
                      <a:pt x="461" y="430"/>
                    </a:lnTo>
                    <a:lnTo>
                      <a:pt x="454" y="434"/>
                    </a:lnTo>
                    <a:lnTo>
                      <a:pt x="454" y="434"/>
                    </a:lnTo>
                    <a:close/>
                    <a:moveTo>
                      <a:pt x="471" y="330"/>
                    </a:moveTo>
                    <a:lnTo>
                      <a:pt x="484" y="321"/>
                    </a:lnTo>
                    <a:lnTo>
                      <a:pt x="526" y="392"/>
                    </a:lnTo>
                    <a:lnTo>
                      <a:pt x="533" y="388"/>
                    </a:lnTo>
                    <a:lnTo>
                      <a:pt x="490" y="317"/>
                    </a:lnTo>
                    <a:lnTo>
                      <a:pt x="503" y="308"/>
                    </a:lnTo>
                    <a:lnTo>
                      <a:pt x="498" y="301"/>
                    </a:lnTo>
                    <a:lnTo>
                      <a:pt x="466" y="323"/>
                    </a:lnTo>
                    <a:lnTo>
                      <a:pt x="471" y="330"/>
                    </a:lnTo>
                    <a:lnTo>
                      <a:pt x="471" y="330"/>
                    </a:lnTo>
                    <a:close/>
                    <a:moveTo>
                      <a:pt x="551" y="375"/>
                    </a:moveTo>
                    <a:lnTo>
                      <a:pt x="503" y="297"/>
                    </a:lnTo>
                    <a:lnTo>
                      <a:pt x="527" y="277"/>
                    </a:lnTo>
                    <a:lnTo>
                      <a:pt x="532" y="284"/>
                    </a:lnTo>
                    <a:lnTo>
                      <a:pt x="514" y="299"/>
                    </a:lnTo>
                    <a:lnTo>
                      <a:pt x="529" y="324"/>
                    </a:lnTo>
                    <a:lnTo>
                      <a:pt x="542" y="312"/>
                    </a:lnTo>
                    <a:lnTo>
                      <a:pt x="547" y="319"/>
                    </a:lnTo>
                    <a:lnTo>
                      <a:pt x="533" y="331"/>
                    </a:lnTo>
                    <a:lnTo>
                      <a:pt x="553" y="363"/>
                    </a:lnTo>
                    <a:lnTo>
                      <a:pt x="572" y="346"/>
                    </a:lnTo>
                    <a:lnTo>
                      <a:pt x="576" y="353"/>
                    </a:lnTo>
                    <a:lnTo>
                      <a:pt x="551" y="375"/>
                    </a:lnTo>
                    <a:lnTo>
                      <a:pt x="551" y="375"/>
                    </a:lnTo>
                    <a:close/>
                    <a:moveTo>
                      <a:pt x="588" y="306"/>
                    </a:moveTo>
                    <a:lnTo>
                      <a:pt x="591" y="311"/>
                    </a:lnTo>
                    <a:lnTo>
                      <a:pt x="593" y="315"/>
                    </a:lnTo>
                    <a:lnTo>
                      <a:pt x="595" y="319"/>
                    </a:lnTo>
                    <a:lnTo>
                      <a:pt x="595" y="321"/>
                    </a:lnTo>
                    <a:lnTo>
                      <a:pt x="595" y="324"/>
                    </a:lnTo>
                    <a:lnTo>
                      <a:pt x="595" y="326"/>
                    </a:lnTo>
                    <a:lnTo>
                      <a:pt x="594" y="328"/>
                    </a:lnTo>
                    <a:lnTo>
                      <a:pt x="593" y="329"/>
                    </a:lnTo>
                    <a:lnTo>
                      <a:pt x="590" y="330"/>
                    </a:lnTo>
                    <a:lnTo>
                      <a:pt x="589" y="332"/>
                    </a:lnTo>
                    <a:lnTo>
                      <a:pt x="588" y="332"/>
                    </a:lnTo>
                    <a:lnTo>
                      <a:pt x="586" y="332"/>
                    </a:lnTo>
                    <a:lnTo>
                      <a:pt x="585" y="331"/>
                    </a:lnTo>
                    <a:lnTo>
                      <a:pt x="583" y="330"/>
                    </a:lnTo>
                    <a:lnTo>
                      <a:pt x="581" y="330"/>
                    </a:lnTo>
                    <a:lnTo>
                      <a:pt x="580" y="329"/>
                    </a:lnTo>
                    <a:lnTo>
                      <a:pt x="577" y="327"/>
                    </a:lnTo>
                    <a:lnTo>
                      <a:pt x="575" y="325"/>
                    </a:lnTo>
                    <a:lnTo>
                      <a:pt x="573" y="322"/>
                    </a:lnTo>
                    <a:lnTo>
                      <a:pt x="569" y="317"/>
                    </a:lnTo>
                    <a:lnTo>
                      <a:pt x="565" y="313"/>
                    </a:lnTo>
                    <a:lnTo>
                      <a:pt x="561" y="309"/>
                    </a:lnTo>
                    <a:lnTo>
                      <a:pt x="557" y="304"/>
                    </a:lnTo>
                    <a:lnTo>
                      <a:pt x="553" y="298"/>
                    </a:lnTo>
                    <a:lnTo>
                      <a:pt x="550" y="293"/>
                    </a:lnTo>
                    <a:lnTo>
                      <a:pt x="548" y="289"/>
                    </a:lnTo>
                    <a:lnTo>
                      <a:pt x="546" y="286"/>
                    </a:lnTo>
                    <a:lnTo>
                      <a:pt x="545" y="283"/>
                    </a:lnTo>
                    <a:lnTo>
                      <a:pt x="545" y="281"/>
                    </a:lnTo>
                    <a:lnTo>
                      <a:pt x="544" y="279"/>
                    </a:lnTo>
                    <a:lnTo>
                      <a:pt x="544" y="277"/>
                    </a:lnTo>
                    <a:lnTo>
                      <a:pt x="544" y="275"/>
                    </a:lnTo>
                    <a:lnTo>
                      <a:pt x="544" y="274"/>
                    </a:lnTo>
                    <a:lnTo>
                      <a:pt x="544" y="273"/>
                    </a:lnTo>
                    <a:lnTo>
                      <a:pt x="545" y="270"/>
                    </a:lnTo>
                    <a:lnTo>
                      <a:pt x="546" y="269"/>
                    </a:lnTo>
                    <a:lnTo>
                      <a:pt x="548" y="268"/>
                    </a:lnTo>
                    <a:lnTo>
                      <a:pt x="549" y="266"/>
                    </a:lnTo>
                    <a:lnTo>
                      <a:pt x="551" y="265"/>
                    </a:lnTo>
                    <a:lnTo>
                      <a:pt x="553" y="266"/>
                    </a:lnTo>
                    <a:lnTo>
                      <a:pt x="555" y="267"/>
                    </a:lnTo>
                    <a:lnTo>
                      <a:pt x="557" y="269"/>
                    </a:lnTo>
                    <a:lnTo>
                      <a:pt x="561" y="271"/>
                    </a:lnTo>
                    <a:lnTo>
                      <a:pt x="564" y="275"/>
                    </a:lnTo>
                    <a:lnTo>
                      <a:pt x="569" y="269"/>
                    </a:lnTo>
                    <a:lnTo>
                      <a:pt x="565" y="265"/>
                    </a:lnTo>
                    <a:lnTo>
                      <a:pt x="562" y="261"/>
                    </a:lnTo>
                    <a:lnTo>
                      <a:pt x="560" y="260"/>
                    </a:lnTo>
                    <a:lnTo>
                      <a:pt x="558" y="259"/>
                    </a:lnTo>
                    <a:lnTo>
                      <a:pt x="557" y="258"/>
                    </a:lnTo>
                    <a:lnTo>
                      <a:pt x="555" y="257"/>
                    </a:lnTo>
                    <a:lnTo>
                      <a:pt x="553" y="257"/>
                    </a:lnTo>
                    <a:lnTo>
                      <a:pt x="551" y="257"/>
                    </a:lnTo>
                    <a:lnTo>
                      <a:pt x="549" y="257"/>
                    </a:lnTo>
                    <a:lnTo>
                      <a:pt x="548" y="258"/>
                    </a:lnTo>
                    <a:lnTo>
                      <a:pt x="546" y="258"/>
                    </a:lnTo>
                    <a:lnTo>
                      <a:pt x="545" y="260"/>
                    </a:lnTo>
                    <a:lnTo>
                      <a:pt x="543" y="261"/>
                    </a:lnTo>
                    <a:lnTo>
                      <a:pt x="541" y="262"/>
                    </a:lnTo>
                    <a:lnTo>
                      <a:pt x="540" y="264"/>
                    </a:lnTo>
                    <a:lnTo>
                      <a:pt x="538" y="266"/>
                    </a:lnTo>
                    <a:lnTo>
                      <a:pt x="537" y="269"/>
                    </a:lnTo>
                    <a:lnTo>
                      <a:pt x="537" y="271"/>
                    </a:lnTo>
                    <a:lnTo>
                      <a:pt x="537" y="273"/>
                    </a:lnTo>
                    <a:lnTo>
                      <a:pt x="536" y="276"/>
                    </a:lnTo>
                    <a:lnTo>
                      <a:pt x="536" y="278"/>
                    </a:lnTo>
                    <a:lnTo>
                      <a:pt x="537" y="281"/>
                    </a:lnTo>
                    <a:lnTo>
                      <a:pt x="537" y="284"/>
                    </a:lnTo>
                    <a:lnTo>
                      <a:pt x="539" y="288"/>
                    </a:lnTo>
                    <a:lnTo>
                      <a:pt x="541" y="292"/>
                    </a:lnTo>
                    <a:lnTo>
                      <a:pt x="544" y="297"/>
                    </a:lnTo>
                    <a:lnTo>
                      <a:pt x="546" y="301"/>
                    </a:lnTo>
                    <a:lnTo>
                      <a:pt x="549" y="305"/>
                    </a:lnTo>
                    <a:lnTo>
                      <a:pt x="552" y="310"/>
                    </a:lnTo>
                    <a:lnTo>
                      <a:pt x="555" y="314"/>
                    </a:lnTo>
                    <a:lnTo>
                      <a:pt x="562" y="322"/>
                    </a:lnTo>
                    <a:lnTo>
                      <a:pt x="569" y="329"/>
                    </a:lnTo>
                    <a:lnTo>
                      <a:pt x="572" y="333"/>
                    </a:lnTo>
                    <a:lnTo>
                      <a:pt x="575" y="336"/>
                    </a:lnTo>
                    <a:lnTo>
                      <a:pt x="578" y="338"/>
                    </a:lnTo>
                    <a:lnTo>
                      <a:pt x="581" y="339"/>
                    </a:lnTo>
                    <a:lnTo>
                      <a:pt x="583" y="340"/>
                    </a:lnTo>
                    <a:lnTo>
                      <a:pt x="585" y="341"/>
                    </a:lnTo>
                    <a:lnTo>
                      <a:pt x="587" y="341"/>
                    </a:lnTo>
                    <a:lnTo>
                      <a:pt x="589" y="340"/>
                    </a:lnTo>
                    <a:lnTo>
                      <a:pt x="592" y="340"/>
                    </a:lnTo>
                    <a:lnTo>
                      <a:pt x="593" y="338"/>
                    </a:lnTo>
                    <a:lnTo>
                      <a:pt x="596" y="337"/>
                    </a:lnTo>
                    <a:lnTo>
                      <a:pt x="597" y="336"/>
                    </a:lnTo>
                    <a:lnTo>
                      <a:pt x="599" y="334"/>
                    </a:lnTo>
                    <a:lnTo>
                      <a:pt x="600" y="333"/>
                    </a:lnTo>
                    <a:lnTo>
                      <a:pt x="601" y="330"/>
                    </a:lnTo>
                    <a:lnTo>
                      <a:pt x="601" y="329"/>
                    </a:lnTo>
                    <a:lnTo>
                      <a:pt x="602" y="327"/>
                    </a:lnTo>
                    <a:lnTo>
                      <a:pt x="603" y="325"/>
                    </a:lnTo>
                    <a:lnTo>
                      <a:pt x="603" y="322"/>
                    </a:lnTo>
                    <a:lnTo>
                      <a:pt x="603" y="321"/>
                    </a:lnTo>
                    <a:lnTo>
                      <a:pt x="602" y="318"/>
                    </a:lnTo>
                    <a:lnTo>
                      <a:pt x="601" y="316"/>
                    </a:lnTo>
                    <a:lnTo>
                      <a:pt x="601" y="313"/>
                    </a:lnTo>
                    <a:lnTo>
                      <a:pt x="600" y="311"/>
                    </a:lnTo>
                    <a:lnTo>
                      <a:pt x="597" y="306"/>
                    </a:lnTo>
                    <a:lnTo>
                      <a:pt x="593" y="301"/>
                    </a:lnTo>
                    <a:lnTo>
                      <a:pt x="588" y="306"/>
                    </a:lnTo>
                    <a:lnTo>
                      <a:pt x="588" y="306"/>
                    </a:lnTo>
                    <a:close/>
                    <a:moveTo>
                      <a:pt x="642" y="284"/>
                    </a:moveTo>
                    <a:lnTo>
                      <a:pt x="579" y="218"/>
                    </a:lnTo>
                    <a:lnTo>
                      <a:pt x="573" y="225"/>
                    </a:lnTo>
                    <a:lnTo>
                      <a:pt x="603" y="253"/>
                    </a:lnTo>
                    <a:lnTo>
                      <a:pt x="589" y="271"/>
                    </a:lnTo>
                    <a:lnTo>
                      <a:pt x="560" y="241"/>
                    </a:lnTo>
                    <a:lnTo>
                      <a:pt x="555" y="248"/>
                    </a:lnTo>
                    <a:lnTo>
                      <a:pt x="617" y="313"/>
                    </a:lnTo>
                    <a:lnTo>
                      <a:pt x="622" y="307"/>
                    </a:lnTo>
                    <a:lnTo>
                      <a:pt x="594" y="277"/>
                    </a:lnTo>
                    <a:lnTo>
                      <a:pt x="609" y="260"/>
                    </a:lnTo>
                    <a:lnTo>
                      <a:pt x="637" y="290"/>
                    </a:lnTo>
                    <a:lnTo>
                      <a:pt x="642" y="284"/>
                    </a:lnTo>
                    <a:lnTo>
                      <a:pt x="642" y="284"/>
                    </a:lnTo>
                    <a:close/>
                    <a:moveTo>
                      <a:pt x="668" y="249"/>
                    </a:moveTo>
                    <a:lnTo>
                      <a:pt x="596" y="215"/>
                    </a:lnTo>
                    <a:lnTo>
                      <a:pt x="654" y="268"/>
                    </a:lnTo>
                    <a:lnTo>
                      <a:pt x="650" y="274"/>
                    </a:lnTo>
                    <a:lnTo>
                      <a:pt x="582" y="213"/>
                    </a:lnTo>
                    <a:lnTo>
                      <a:pt x="589" y="202"/>
                    </a:lnTo>
                    <a:lnTo>
                      <a:pt x="650" y="233"/>
                    </a:lnTo>
                    <a:lnTo>
                      <a:pt x="600" y="188"/>
                    </a:lnTo>
                    <a:lnTo>
                      <a:pt x="604" y="181"/>
                    </a:lnTo>
                    <a:lnTo>
                      <a:pt x="673" y="241"/>
                    </a:lnTo>
                    <a:lnTo>
                      <a:pt x="668" y="249"/>
                    </a:lnTo>
                    <a:lnTo>
                      <a:pt x="668" y="249"/>
                    </a:lnTo>
                    <a:close/>
                    <a:moveTo>
                      <a:pt x="690" y="213"/>
                    </a:moveTo>
                    <a:lnTo>
                      <a:pt x="689" y="215"/>
                    </a:lnTo>
                    <a:lnTo>
                      <a:pt x="687" y="217"/>
                    </a:lnTo>
                    <a:lnTo>
                      <a:pt x="686" y="219"/>
                    </a:lnTo>
                    <a:lnTo>
                      <a:pt x="683" y="220"/>
                    </a:lnTo>
                    <a:lnTo>
                      <a:pt x="682" y="221"/>
                    </a:lnTo>
                    <a:lnTo>
                      <a:pt x="679" y="221"/>
                    </a:lnTo>
                    <a:lnTo>
                      <a:pt x="678" y="222"/>
                    </a:lnTo>
                    <a:lnTo>
                      <a:pt x="675" y="222"/>
                    </a:lnTo>
                    <a:lnTo>
                      <a:pt x="672" y="221"/>
                    </a:lnTo>
                    <a:lnTo>
                      <a:pt x="668" y="220"/>
                    </a:lnTo>
                    <a:lnTo>
                      <a:pt x="665" y="218"/>
                    </a:lnTo>
                    <a:lnTo>
                      <a:pt x="660" y="216"/>
                    </a:lnTo>
                    <a:lnTo>
                      <a:pt x="650" y="210"/>
                    </a:lnTo>
                    <a:lnTo>
                      <a:pt x="642" y="205"/>
                    </a:lnTo>
                    <a:lnTo>
                      <a:pt x="638" y="202"/>
                    </a:lnTo>
                    <a:lnTo>
                      <a:pt x="634" y="199"/>
                    </a:lnTo>
                    <a:lnTo>
                      <a:pt x="630" y="195"/>
                    </a:lnTo>
                    <a:lnTo>
                      <a:pt x="626" y="192"/>
                    </a:lnTo>
                    <a:lnTo>
                      <a:pt x="622" y="189"/>
                    </a:lnTo>
                    <a:lnTo>
                      <a:pt x="619" y="185"/>
                    </a:lnTo>
                    <a:lnTo>
                      <a:pt x="617" y="182"/>
                    </a:lnTo>
                    <a:lnTo>
                      <a:pt x="615" y="179"/>
                    </a:lnTo>
                    <a:lnTo>
                      <a:pt x="614" y="177"/>
                    </a:lnTo>
                    <a:lnTo>
                      <a:pt x="613" y="174"/>
                    </a:lnTo>
                    <a:lnTo>
                      <a:pt x="613" y="172"/>
                    </a:lnTo>
                    <a:lnTo>
                      <a:pt x="613" y="169"/>
                    </a:lnTo>
                    <a:lnTo>
                      <a:pt x="613" y="167"/>
                    </a:lnTo>
                    <a:lnTo>
                      <a:pt x="613" y="165"/>
                    </a:lnTo>
                    <a:lnTo>
                      <a:pt x="614" y="162"/>
                    </a:lnTo>
                    <a:lnTo>
                      <a:pt x="615" y="160"/>
                    </a:lnTo>
                    <a:lnTo>
                      <a:pt x="616" y="157"/>
                    </a:lnTo>
                    <a:lnTo>
                      <a:pt x="618" y="156"/>
                    </a:lnTo>
                    <a:lnTo>
                      <a:pt x="620" y="153"/>
                    </a:lnTo>
                    <a:lnTo>
                      <a:pt x="622" y="153"/>
                    </a:lnTo>
                    <a:lnTo>
                      <a:pt x="623" y="151"/>
                    </a:lnTo>
                    <a:lnTo>
                      <a:pt x="626" y="151"/>
                    </a:lnTo>
                    <a:lnTo>
                      <a:pt x="627" y="151"/>
                    </a:lnTo>
                    <a:lnTo>
                      <a:pt x="630" y="151"/>
                    </a:lnTo>
                    <a:lnTo>
                      <a:pt x="633" y="151"/>
                    </a:lnTo>
                    <a:lnTo>
                      <a:pt x="637" y="153"/>
                    </a:lnTo>
                    <a:lnTo>
                      <a:pt x="640" y="154"/>
                    </a:lnTo>
                    <a:lnTo>
                      <a:pt x="644" y="157"/>
                    </a:lnTo>
                    <a:lnTo>
                      <a:pt x="654" y="161"/>
                    </a:lnTo>
                    <a:lnTo>
                      <a:pt x="662" y="167"/>
                    </a:lnTo>
                    <a:lnTo>
                      <a:pt x="670" y="173"/>
                    </a:lnTo>
                    <a:lnTo>
                      <a:pt x="678" y="181"/>
                    </a:lnTo>
                    <a:lnTo>
                      <a:pt x="682" y="184"/>
                    </a:lnTo>
                    <a:lnTo>
                      <a:pt x="686" y="188"/>
                    </a:lnTo>
                    <a:lnTo>
                      <a:pt x="688" y="190"/>
                    </a:lnTo>
                    <a:lnTo>
                      <a:pt x="690" y="193"/>
                    </a:lnTo>
                    <a:lnTo>
                      <a:pt x="691" y="196"/>
                    </a:lnTo>
                    <a:lnTo>
                      <a:pt x="692" y="198"/>
                    </a:lnTo>
                    <a:lnTo>
                      <a:pt x="692" y="201"/>
                    </a:lnTo>
                    <a:lnTo>
                      <a:pt x="692" y="203"/>
                    </a:lnTo>
                    <a:lnTo>
                      <a:pt x="692" y="205"/>
                    </a:lnTo>
                    <a:lnTo>
                      <a:pt x="692" y="208"/>
                    </a:lnTo>
                    <a:lnTo>
                      <a:pt x="691" y="210"/>
                    </a:lnTo>
                    <a:lnTo>
                      <a:pt x="690" y="213"/>
                    </a:lnTo>
                    <a:lnTo>
                      <a:pt x="690" y="213"/>
                    </a:lnTo>
                    <a:close/>
                    <a:moveTo>
                      <a:pt x="684" y="209"/>
                    </a:moveTo>
                    <a:lnTo>
                      <a:pt x="685" y="206"/>
                    </a:lnTo>
                    <a:lnTo>
                      <a:pt x="685" y="204"/>
                    </a:lnTo>
                    <a:lnTo>
                      <a:pt x="685" y="202"/>
                    </a:lnTo>
                    <a:lnTo>
                      <a:pt x="685" y="201"/>
                    </a:lnTo>
                    <a:lnTo>
                      <a:pt x="684" y="199"/>
                    </a:lnTo>
                    <a:lnTo>
                      <a:pt x="683" y="197"/>
                    </a:lnTo>
                    <a:lnTo>
                      <a:pt x="682" y="196"/>
                    </a:lnTo>
                    <a:lnTo>
                      <a:pt x="681" y="193"/>
                    </a:lnTo>
                    <a:lnTo>
                      <a:pt x="679" y="192"/>
                    </a:lnTo>
                    <a:lnTo>
                      <a:pt x="678" y="189"/>
                    </a:lnTo>
                    <a:lnTo>
                      <a:pt x="674" y="186"/>
                    </a:lnTo>
                    <a:lnTo>
                      <a:pt x="668" y="182"/>
                    </a:lnTo>
                    <a:lnTo>
                      <a:pt x="662" y="178"/>
                    </a:lnTo>
                    <a:lnTo>
                      <a:pt x="658" y="175"/>
                    </a:lnTo>
                    <a:lnTo>
                      <a:pt x="654" y="171"/>
                    </a:lnTo>
                    <a:lnTo>
                      <a:pt x="648" y="168"/>
                    </a:lnTo>
                    <a:lnTo>
                      <a:pt x="642" y="164"/>
                    </a:lnTo>
                    <a:lnTo>
                      <a:pt x="638" y="162"/>
                    </a:lnTo>
                    <a:lnTo>
                      <a:pt x="636" y="161"/>
                    </a:lnTo>
                    <a:lnTo>
                      <a:pt x="634" y="160"/>
                    </a:lnTo>
                    <a:lnTo>
                      <a:pt x="632" y="160"/>
                    </a:lnTo>
                    <a:lnTo>
                      <a:pt x="630" y="159"/>
                    </a:lnTo>
                    <a:lnTo>
                      <a:pt x="628" y="159"/>
                    </a:lnTo>
                    <a:lnTo>
                      <a:pt x="627" y="160"/>
                    </a:lnTo>
                    <a:lnTo>
                      <a:pt x="626" y="160"/>
                    </a:lnTo>
                    <a:lnTo>
                      <a:pt x="625" y="161"/>
                    </a:lnTo>
                    <a:lnTo>
                      <a:pt x="623" y="162"/>
                    </a:lnTo>
                    <a:lnTo>
                      <a:pt x="622" y="164"/>
                    </a:lnTo>
                    <a:lnTo>
                      <a:pt x="620" y="166"/>
                    </a:lnTo>
                    <a:lnTo>
                      <a:pt x="620" y="169"/>
                    </a:lnTo>
                    <a:lnTo>
                      <a:pt x="620" y="170"/>
                    </a:lnTo>
                    <a:lnTo>
                      <a:pt x="620" y="172"/>
                    </a:lnTo>
                    <a:lnTo>
                      <a:pt x="621" y="173"/>
                    </a:lnTo>
                    <a:lnTo>
                      <a:pt x="622" y="175"/>
                    </a:lnTo>
                    <a:lnTo>
                      <a:pt x="622" y="177"/>
                    </a:lnTo>
                    <a:lnTo>
                      <a:pt x="624" y="178"/>
                    </a:lnTo>
                    <a:lnTo>
                      <a:pt x="626" y="181"/>
                    </a:lnTo>
                    <a:lnTo>
                      <a:pt x="627" y="183"/>
                    </a:lnTo>
                    <a:lnTo>
                      <a:pt x="631" y="186"/>
                    </a:lnTo>
                    <a:lnTo>
                      <a:pt x="636" y="189"/>
                    </a:lnTo>
                    <a:lnTo>
                      <a:pt x="642" y="194"/>
                    </a:lnTo>
                    <a:lnTo>
                      <a:pt x="646" y="197"/>
                    </a:lnTo>
                    <a:lnTo>
                      <a:pt x="650" y="201"/>
                    </a:lnTo>
                    <a:lnTo>
                      <a:pt x="655" y="204"/>
                    </a:lnTo>
                    <a:lnTo>
                      <a:pt x="660" y="206"/>
                    </a:lnTo>
                    <a:lnTo>
                      <a:pt x="664" y="208"/>
                    </a:lnTo>
                    <a:lnTo>
                      <a:pt x="666" y="209"/>
                    </a:lnTo>
                    <a:lnTo>
                      <a:pt x="670" y="211"/>
                    </a:lnTo>
                    <a:lnTo>
                      <a:pt x="673" y="213"/>
                    </a:lnTo>
                    <a:lnTo>
                      <a:pt x="675" y="213"/>
                    </a:lnTo>
                    <a:lnTo>
                      <a:pt x="677" y="213"/>
                    </a:lnTo>
                    <a:lnTo>
                      <a:pt x="678" y="213"/>
                    </a:lnTo>
                    <a:lnTo>
                      <a:pt x="679" y="213"/>
                    </a:lnTo>
                    <a:lnTo>
                      <a:pt x="681" y="212"/>
                    </a:lnTo>
                    <a:lnTo>
                      <a:pt x="682" y="210"/>
                    </a:lnTo>
                    <a:lnTo>
                      <a:pt x="684" y="209"/>
                    </a:lnTo>
                    <a:lnTo>
                      <a:pt x="684" y="209"/>
                    </a:lnTo>
                    <a:close/>
                    <a:moveTo>
                      <a:pt x="630" y="130"/>
                    </a:moveTo>
                    <a:lnTo>
                      <a:pt x="626" y="137"/>
                    </a:lnTo>
                    <a:lnTo>
                      <a:pt x="705" y="183"/>
                    </a:lnTo>
                    <a:lnTo>
                      <a:pt x="718" y="153"/>
                    </a:lnTo>
                    <a:lnTo>
                      <a:pt x="710" y="149"/>
                    </a:lnTo>
                    <a:lnTo>
                      <a:pt x="701" y="171"/>
                    </a:lnTo>
                    <a:lnTo>
                      <a:pt x="630" y="130"/>
                    </a:lnTo>
                    <a:lnTo>
                      <a:pt x="630" y="130"/>
                    </a:lnTo>
                    <a:close/>
                    <a:moveTo>
                      <a:pt x="726" y="133"/>
                    </a:moveTo>
                    <a:lnTo>
                      <a:pt x="725" y="135"/>
                    </a:lnTo>
                    <a:lnTo>
                      <a:pt x="723" y="137"/>
                    </a:lnTo>
                    <a:lnTo>
                      <a:pt x="722" y="139"/>
                    </a:lnTo>
                    <a:lnTo>
                      <a:pt x="720" y="141"/>
                    </a:lnTo>
                    <a:lnTo>
                      <a:pt x="718" y="141"/>
                    </a:lnTo>
                    <a:lnTo>
                      <a:pt x="715" y="142"/>
                    </a:lnTo>
                    <a:lnTo>
                      <a:pt x="713" y="143"/>
                    </a:lnTo>
                    <a:lnTo>
                      <a:pt x="710" y="144"/>
                    </a:lnTo>
                    <a:lnTo>
                      <a:pt x="707" y="144"/>
                    </a:lnTo>
                    <a:lnTo>
                      <a:pt x="704" y="144"/>
                    </a:lnTo>
                    <a:lnTo>
                      <a:pt x="701" y="143"/>
                    </a:lnTo>
                    <a:lnTo>
                      <a:pt x="697" y="143"/>
                    </a:lnTo>
                    <a:lnTo>
                      <a:pt x="692" y="141"/>
                    </a:lnTo>
                    <a:lnTo>
                      <a:pt x="688" y="141"/>
                    </a:lnTo>
                    <a:lnTo>
                      <a:pt x="684" y="139"/>
                    </a:lnTo>
                    <a:lnTo>
                      <a:pt x="679" y="137"/>
                    </a:lnTo>
                    <a:lnTo>
                      <a:pt x="670" y="133"/>
                    </a:lnTo>
                    <a:lnTo>
                      <a:pt x="661" y="129"/>
                    </a:lnTo>
                    <a:lnTo>
                      <a:pt x="656" y="126"/>
                    </a:lnTo>
                    <a:lnTo>
                      <a:pt x="652" y="124"/>
                    </a:lnTo>
                    <a:lnTo>
                      <a:pt x="649" y="121"/>
                    </a:lnTo>
                    <a:lnTo>
                      <a:pt x="647" y="119"/>
                    </a:lnTo>
                    <a:lnTo>
                      <a:pt x="646" y="117"/>
                    </a:lnTo>
                    <a:lnTo>
                      <a:pt x="644" y="114"/>
                    </a:lnTo>
                    <a:lnTo>
                      <a:pt x="642" y="112"/>
                    </a:lnTo>
                    <a:lnTo>
                      <a:pt x="642" y="109"/>
                    </a:lnTo>
                    <a:lnTo>
                      <a:pt x="641" y="106"/>
                    </a:lnTo>
                    <a:lnTo>
                      <a:pt x="641" y="104"/>
                    </a:lnTo>
                    <a:lnTo>
                      <a:pt x="641" y="101"/>
                    </a:lnTo>
                    <a:lnTo>
                      <a:pt x="642" y="98"/>
                    </a:lnTo>
                    <a:lnTo>
                      <a:pt x="642" y="96"/>
                    </a:lnTo>
                    <a:lnTo>
                      <a:pt x="644" y="93"/>
                    </a:lnTo>
                    <a:lnTo>
                      <a:pt x="646" y="92"/>
                    </a:lnTo>
                    <a:lnTo>
                      <a:pt x="647" y="90"/>
                    </a:lnTo>
                    <a:lnTo>
                      <a:pt x="650" y="89"/>
                    </a:lnTo>
                    <a:lnTo>
                      <a:pt x="651" y="88"/>
                    </a:lnTo>
                    <a:lnTo>
                      <a:pt x="654" y="88"/>
                    </a:lnTo>
                    <a:lnTo>
                      <a:pt x="657" y="87"/>
                    </a:lnTo>
                    <a:lnTo>
                      <a:pt x="659" y="87"/>
                    </a:lnTo>
                    <a:lnTo>
                      <a:pt x="663" y="87"/>
                    </a:lnTo>
                    <a:lnTo>
                      <a:pt x="667" y="88"/>
                    </a:lnTo>
                    <a:lnTo>
                      <a:pt x="672" y="89"/>
                    </a:lnTo>
                    <a:lnTo>
                      <a:pt x="682" y="92"/>
                    </a:lnTo>
                    <a:lnTo>
                      <a:pt x="692" y="96"/>
                    </a:lnTo>
                    <a:lnTo>
                      <a:pt x="701" y="100"/>
                    </a:lnTo>
                    <a:lnTo>
                      <a:pt x="709" y="104"/>
                    </a:lnTo>
                    <a:lnTo>
                      <a:pt x="712" y="105"/>
                    </a:lnTo>
                    <a:lnTo>
                      <a:pt x="715" y="108"/>
                    </a:lnTo>
                    <a:lnTo>
                      <a:pt x="718" y="110"/>
                    </a:lnTo>
                    <a:lnTo>
                      <a:pt x="720" y="112"/>
                    </a:lnTo>
                    <a:lnTo>
                      <a:pt x="722" y="114"/>
                    </a:lnTo>
                    <a:lnTo>
                      <a:pt x="723" y="117"/>
                    </a:lnTo>
                    <a:lnTo>
                      <a:pt x="724" y="119"/>
                    </a:lnTo>
                    <a:lnTo>
                      <a:pt x="726" y="122"/>
                    </a:lnTo>
                    <a:lnTo>
                      <a:pt x="726" y="125"/>
                    </a:lnTo>
                    <a:lnTo>
                      <a:pt x="726" y="127"/>
                    </a:lnTo>
                    <a:lnTo>
                      <a:pt x="726" y="130"/>
                    </a:lnTo>
                    <a:lnTo>
                      <a:pt x="726" y="133"/>
                    </a:lnTo>
                    <a:lnTo>
                      <a:pt x="726" y="133"/>
                    </a:lnTo>
                    <a:close/>
                    <a:moveTo>
                      <a:pt x="709" y="135"/>
                    </a:moveTo>
                    <a:lnTo>
                      <a:pt x="707" y="135"/>
                    </a:lnTo>
                    <a:lnTo>
                      <a:pt x="705" y="135"/>
                    </a:lnTo>
                    <a:lnTo>
                      <a:pt x="702" y="135"/>
                    </a:lnTo>
                    <a:lnTo>
                      <a:pt x="700" y="134"/>
                    </a:lnTo>
                    <a:lnTo>
                      <a:pt x="696" y="134"/>
                    </a:lnTo>
                    <a:lnTo>
                      <a:pt x="691" y="133"/>
                    </a:lnTo>
                    <a:lnTo>
                      <a:pt x="686" y="131"/>
                    </a:lnTo>
                    <a:lnTo>
                      <a:pt x="682" y="129"/>
                    </a:lnTo>
                    <a:lnTo>
                      <a:pt x="677" y="127"/>
                    </a:lnTo>
                    <a:lnTo>
                      <a:pt x="670" y="125"/>
                    </a:lnTo>
                    <a:lnTo>
                      <a:pt x="664" y="121"/>
                    </a:lnTo>
                    <a:lnTo>
                      <a:pt x="660" y="119"/>
                    </a:lnTo>
                    <a:lnTo>
                      <a:pt x="655" y="116"/>
                    </a:lnTo>
                    <a:lnTo>
                      <a:pt x="653" y="113"/>
                    </a:lnTo>
                    <a:lnTo>
                      <a:pt x="650" y="110"/>
                    </a:lnTo>
                    <a:lnTo>
                      <a:pt x="650" y="108"/>
                    </a:lnTo>
                    <a:lnTo>
                      <a:pt x="649" y="106"/>
                    </a:lnTo>
                    <a:lnTo>
                      <a:pt x="649" y="105"/>
                    </a:lnTo>
                    <a:lnTo>
                      <a:pt x="649" y="104"/>
                    </a:lnTo>
                    <a:lnTo>
                      <a:pt x="649" y="102"/>
                    </a:lnTo>
                    <a:lnTo>
                      <a:pt x="650" y="101"/>
                    </a:lnTo>
                    <a:lnTo>
                      <a:pt x="650" y="101"/>
                    </a:lnTo>
                    <a:lnTo>
                      <a:pt x="650" y="99"/>
                    </a:lnTo>
                    <a:lnTo>
                      <a:pt x="651" y="98"/>
                    </a:lnTo>
                    <a:lnTo>
                      <a:pt x="653" y="97"/>
                    </a:lnTo>
                    <a:lnTo>
                      <a:pt x="654" y="97"/>
                    </a:lnTo>
                    <a:lnTo>
                      <a:pt x="656" y="96"/>
                    </a:lnTo>
                    <a:lnTo>
                      <a:pt x="658" y="96"/>
                    </a:lnTo>
                    <a:lnTo>
                      <a:pt x="660" y="95"/>
                    </a:lnTo>
                    <a:lnTo>
                      <a:pt x="662" y="95"/>
                    </a:lnTo>
                    <a:lnTo>
                      <a:pt x="664" y="96"/>
                    </a:lnTo>
                    <a:lnTo>
                      <a:pt x="667" y="97"/>
                    </a:lnTo>
                    <a:lnTo>
                      <a:pt x="671" y="97"/>
                    </a:lnTo>
                    <a:lnTo>
                      <a:pt x="678" y="100"/>
                    </a:lnTo>
                    <a:lnTo>
                      <a:pt x="684" y="102"/>
                    </a:lnTo>
                    <a:lnTo>
                      <a:pt x="690" y="104"/>
                    </a:lnTo>
                    <a:lnTo>
                      <a:pt x="694" y="106"/>
                    </a:lnTo>
                    <a:lnTo>
                      <a:pt x="699" y="108"/>
                    </a:lnTo>
                    <a:lnTo>
                      <a:pt x="703" y="110"/>
                    </a:lnTo>
                    <a:lnTo>
                      <a:pt x="706" y="112"/>
                    </a:lnTo>
                    <a:lnTo>
                      <a:pt x="711" y="115"/>
                    </a:lnTo>
                    <a:lnTo>
                      <a:pt x="714" y="117"/>
                    </a:lnTo>
                    <a:lnTo>
                      <a:pt x="715" y="119"/>
                    </a:lnTo>
                    <a:lnTo>
                      <a:pt x="716" y="121"/>
                    </a:lnTo>
                    <a:lnTo>
                      <a:pt x="718" y="121"/>
                    </a:lnTo>
                    <a:lnTo>
                      <a:pt x="718" y="123"/>
                    </a:lnTo>
                    <a:lnTo>
                      <a:pt x="718" y="125"/>
                    </a:lnTo>
                    <a:lnTo>
                      <a:pt x="718" y="126"/>
                    </a:lnTo>
                    <a:lnTo>
                      <a:pt x="719" y="127"/>
                    </a:lnTo>
                    <a:lnTo>
                      <a:pt x="718" y="129"/>
                    </a:lnTo>
                    <a:lnTo>
                      <a:pt x="718" y="129"/>
                    </a:lnTo>
                    <a:lnTo>
                      <a:pt x="718" y="131"/>
                    </a:lnTo>
                    <a:lnTo>
                      <a:pt x="717" y="132"/>
                    </a:lnTo>
                    <a:lnTo>
                      <a:pt x="716" y="133"/>
                    </a:lnTo>
                    <a:lnTo>
                      <a:pt x="714" y="133"/>
                    </a:lnTo>
                    <a:lnTo>
                      <a:pt x="713" y="134"/>
                    </a:lnTo>
                    <a:lnTo>
                      <a:pt x="710" y="135"/>
                    </a:lnTo>
                    <a:lnTo>
                      <a:pt x="709" y="135"/>
                    </a:lnTo>
                    <a:lnTo>
                      <a:pt x="709" y="135"/>
                    </a:lnTo>
                    <a:close/>
                    <a:moveTo>
                      <a:pt x="745" y="59"/>
                    </a:moveTo>
                    <a:lnTo>
                      <a:pt x="701" y="49"/>
                    </a:lnTo>
                    <a:lnTo>
                      <a:pt x="698" y="69"/>
                    </a:lnTo>
                    <a:lnTo>
                      <a:pt x="705" y="71"/>
                    </a:lnTo>
                    <a:lnTo>
                      <a:pt x="706" y="61"/>
                    </a:lnTo>
                    <a:lnTo>
                      <a:pt x="710" y="61"/>
                    </a:lnTo>
                    <a:lnTo>
                      <a:pt x="716" y="62"/>
                    </a:lnTo>
                    <a:lnTo>
                      <a:pt x="721" y="63"/>
                    </a:lnTo>
                    <a:lnTo>
                      <a:pt x="724" y="64"/>
                    </a:lnTo>
                    <a:lnTo>
                      <a:pt x="727" y="65"/>
                    </a:lnTo>
                    <a:lnTo>
                      <a:pt x="730" y="67"/>
                    </a:lnTo>
                    <a:lnTo>
                      <a:pt x="731" y="68"/>
                    </a:lnTo>
                    <a:lnTo>
                      <a:pt x="732" y="69"/>
                    </a:lnTo>
                    <a:lnTo>
                      <a:pt x="733" y="69"/>
                    </a:lnTo>
                    <a:lnTo>
                      <a:pt x="733" y="71"/>
                    </a:lnTo>
                    <a:lnTo>
                      <a:pt x="734" y="72"/>
                    </a:lnTo>
                    <a:lnTo>
                      <a:pt x="734" y="73"/>
                    </a:lnTo>
                    <a:lnTo>
                      <a:pt x="734" y="75"/>
                    </a:lnTo>
                    <a:lnTo>
                      <a:pt x="734" y="77"/>
                    </a:lnTo>
                    <a:lnTo>
                      <a:pt x="733" y="79"/>
                    </a:lnTo>
                    <a:lnTo>
                      <a:pt x="732" y="81"/>
                    </a:lnTo>
                    <a:lnTo>
                      <a:pt x="731" y="82"/>
                    </a:lnTo>
                    <a:lnTo>
                      <a:pt x="730" y="82"/>
                    </a:lnTo>
                    <a:lnTo>
                      <a:pt x="729" y="83"/>
                    </a:lnTo>
                    <a:lnTo>
                      <a:pt x="727" y="84"/>
                    </a:lnTo>
                    <a:lnTo>
                      <a:pt x="724" y="84"/>
                    </a:lnTo>
                    <a:lnTo>
                      <a:pt x="722" y="85"/>
                    </a:lnTo>
                    <a:lnTo>
                      <a:pt x="718" y="85"/>
                    </a:lnTo>
                    <a:lnTo>
                      <a:pt x="714" y="85"/>
                    </a:lnTo>
                    <a:lnTo>
                      <a:pt x="707" y="84"/>
                    </a:lnTo>
                    <a:lnTo>
                      <a:pt x="700" y="83"/>
                    </a:lnTo>
                    <a:lnTo>
                      <a:pt x="692" y="81"/>
                    </a:lnTo>
                    <a:lnTo>
                      <a:pt x="685" y="80"/>
                    </a:lnTo>
                    <a:lnTo>
                      <a:pt x="679" y="77"/>
                    </a:lnTo>
                    <a:lnTo>
                      <a:pt x="674" y="75"/>
                    </a:lnTo>
                    <a:lnTo>
                      <a:pt x="671" y="74"/>
                    </a:lnTo>
                    <a:lnTo>
                      <a:pt x="669" y="73"/>
                    </a:lnTo>
                    <a:lnTo>
                      <a:pt x="667" y="72"/>
                    </a:lnTo>
                    <a:lnTo>
                      <a:pt x="666" y="71"/>
                    </a:lnTo>
                    <a:lnTo>
                      <a:pt x="665" y="69"/>
                    </a:lnTo>
                    <a:lnTo>
                      <a:pt x="664" y="68"/>
                    </a:lnTo>
                    <a:lnTo>
                      <a:pt x="663" y="67"/>
                    </a:lnTo>
                    <a:lnTo>
                      <a:pt x="662" y="65"/>
                    </a:lnTo>
                    <a:lnTo>
                      <a:pt x="662" y="64"/>
                    </a:lnTo>
                    <a:lnTo>
                      <a:pt x="662" y="62"/>
                    </a:lnTo>
                    <a:lnTo>
                      <a:pt x="662" y="61"/>
                    </a:lnTo>
                    <a:lnTo>
                      <a:pt x="662" y="59"/>
                    </a:lnTo>
                    <a:lnTo>
                      <a:pt x="663" y="57"/>
                    </a:lnTo>
                    <a:lnTo>
                      <a:pt x="665" y="56"/>
                    </a:lnTo>
                    <a:lnTo>
                      <a:pt x="666" y="55"/>
                    </a:lnTo>
                    <a:lnTo>
                      <a:pt x="668" y="54"/>
                    </a:lnTo>
                    <a:lnTo>
                      <a:pt x="670" y="53"/>
                    </a:lnTo>
                    <a:lnTo>
                      <a:pt x="673" y="53"/>
                    </a:lnTo>
                    <a:lnTo>
                      <a:pt x="676" y="54"/>
                    </a:lnTo>
                    <a:lnTo>
                      <a:pt x="679" y="54"/>
                    </a:lnTo>
                    <a:lnTo>
                      <a:pt x="681" y="46"/>
                    </a:lnTo>
                    <a:lnTo>
                      <a:pt x="677" y="45"/>
                    </a:lnTo>
                    <a:lnTo>
                      <a:pt x="673" y="45"/>
                    </a:lnTo>
                    <a:lnTo>
                      <a:pt x="669" y="45"/>
                    </a:lnTo>
                    <a:lnTo>
                      <a:pt x="665" y="46"/>
                    </a:lnTo>
                    <a:lnTo>
                      <a:pt x="662" y="47"/>
                    </a:lnTo>
                    <a:lnTo>
                      <a:pt x="661" y="48"/>
                    </a:lnTo>
                    <a:lnTo>
                      <a:pt x="659" y="49"/>
                    </a:lnTo>
                    <a:lnTo>
                      <a:pt x="657" y="51"/>
                    </a:lnTo>
                    <a:lnTo>
                      <a:pt x="655" y="53"/>
                    </a:lnTo>
                    <a:lnTo>
                      <a:pt x="654" y="56"/>
                    </a:lnTo>
                    <a:lnTo>
                      <a:pt x="654" y="57"/>
                    </a:lnTo>
                    <a:lnTo>
                      <a:pt x="654" y="60"/>
                    </a:lnTo>
                    <a:lnTo>
                      <a:pt x="654" y="62"/>
                    </a:lnTo>
                    <a:lnTo>
                      <a:pt x="654" y="65"/>
                    </a:lnTo>
                    <a:lnTo>
                      <a:pt x="654" y="67"/>
                    </a:lnTo>
                    <a:lnTo>
                      <a:pt x="655" y="69"/>
                    </a:lnTo>
                    <a:lnTo>
                      <a:pt x="656" y="72"/>
                    </a:lnTo>
                    <a:lnTo>
                      <a:pt x="657" y="74"/>
                    </a:lnTo>
                    <a:lnTo>
                      <a:pt x="659" y="76"/>
                    </a:lnTo>
                    <a:lnTo>
                      <a:pt x="661" y="77"/>
                    </a:lnTo>
                    <a:lnTo>
                      <a:pt x="663" y="80"/>
                    </a:lnTo>
                    <a:lnTo>
                      <a:pt x="666" y="81"/>
                    </a:lnTo>
                    <a:lnTo>
                      <a:pt x="670" y="83"/>
                    </a:lnTo>
                    <a:lnTo>
                      <a:pt x="674" y="85"/>
                    </a:lnTo>
                    <a:lnTo>
                      <a:pt x="678" y="86"/>
                    </a:lnTo>
                    <a:lnTo>
                      <a:pt x="683" y="88"/>
                    </a:lnTo>
                    <a:lnTo>
                      <a:pt x="689" y="89"/>
                    </a:lnTo>
                    <a:lnTo>
                      <a:pt x="694" y="90"/>
                    </a:lnTo>
                    <a:lnTo>
                      <a:pt x="698" y="91"/>
                    </a:lnTo>
                    <a:lnTo>
                      <a:pt x="703" y="92"/>
                    </a:lnTo>
                    <a:lnTo>
                      <a:pt x="709" y="93"/>
                    </a:lnTo>
                    <a:lnTo>
                      <a:pt x="713" y="93"/>
                    </a:lnTo>
                    <a:lnTo>
                      <a:pt x="718" y="93"/>
                    </a:lnTo>
                    <a:lnTo>
                      <a:pt x="722" y="93"/>
                    </a:lnTo>
                    <a:lnTo>
                      <a:pt x="726" y="93"/>
                    </a:lnTo>
                    <a:lnTo>
                      <a:pt x="729" y="92"/>
                    </a:lnTo>
                    <a:lnTo>
                      <a:pt x="731" y="91"/>
                    </a:lnTo>
                    <a:lnTo>
                      <a:pt x="733" y="90"/>
                    </a:lnTo>
                    <a:lnTo>
                      <a:pt x="735" y="89"/>
                    </a:lnTo>
                    <a:lnTo>
                      <a:pt x="737" y="88"/>
                    </a:lnTo>
                    <a:lnTo>
                      <a:pt x="738" y="86"/>
                    </a:lnTo>
                    <a:lnTo>
                      <a:pt x="739" y="84"/>
                    </a:lnTo>
                    <a:lnTo>
                      <a:pt x="740" y="82"/>
                    </a:lnTo>
                    <a:lnTo>
                      <a:pt x="741" y="79"/>
                    </a:lnTo>
                    <a:lnTo>
                      <a:pt x="741" y="77"/>
                    </a:lnTo>
                    <a:lnTo>
                      <a:pt x="741" y="75"/>
                    </a:lnTo>
                    <a:lnTo>
                      <a:pt x="741" y="73"/>
                    </a:lnTo>
                    <a:lnTo>
                      <a:pt x="741" y="71"/>
                    </a:lnTo>
                    <a:lnTo>
                      <a:pt x="740" y="69"/>
                    </a:lnTo>
                    <a:lnTo>
                      <a:pt x="739" y="68"/>
                    </a:lnTo>
                    <a:lnTo>
                      <a:pt x="738" y="66"/>
                    </a:lnTo>
                    <a:lnTo>
                      <a:pt x="738" y="65"/>
                    </a:lnTo>
                    <a:lnTo>
                      <a:pt x="743" y="66"/>
                    </a:lnTo>
                    <a:lnTo>
                      <a:pt x="745" y="59"/>
                    </a:lnTo>
                    <a:lnTo>
                      <a:pt x="745" y="59"/>
                    </a:lnTo>
                    <a:close/>
                    <a:moveTo>
                      <a:pt x="707" y="32"/>
                    </a:moveTo>
                    <a:lnTo>
                      <a:pt x="748" y="39"/>
                    </a:lnTo>
                    <a:lnTo>
                      <a:pt x="750" y="30"/>
                    </a:lnTo>
                    <a:lnTo>
                      <a:pt x="708" y="23"/>
                    </a:lnTo>
                    <a:lnTo>
                      <a:pt x="663" y="0"/>
                    </a:lnTo>
                    <a:lnTo>
                      <a:pt x="662" y="9"/>
                    </a:lnTo>
                    <a:lnTo>
                      <a:pt x="698" y="26"/>
                    </a:lnTo>
                    <a:lnTo>
                      <a:pt x="658" y="33"/>
                    </a:lnTo>
                    <a:lnTo>
                      <a:pt x="657" y="42"/>
                    </a:lnTo>
                    <a:lnTo>
                      <a:pt x="707" y="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6" name="íṥḻîḋè"/>
              <p:cNvSpPr/>
              <p:nvPr userDrawn="1"/>
            </p:nvSpPr>
            <p:spPr bwMode="auto">
              <a:xfrm>
                <a:off x="2030413" y="3495676"/>
                <a:ext cx="242888" cy="368300"/>
              </a:xfrm>
              <a:custGeom>
                <a:avLst/>
                <a:gdLst>
                  <a:gd name="T0" fmla="*/ 85 w 153"/>
                  <a:gd name="T1" fmla="*/ 34 h 232"/>
                  <a:gd name="T2" fmla="*/ 90 w 153"/>
                  <a:gd name="T3" fmla="*/ 26 h 232"/>
                  <a:gd name="T4" fmla="*/ 90 w 153"/>
                  <a:gd name="T5" fmla="*/ 13 h 232"/>
                  <a:gd name="T6" fmla="*/ 86 w 153"/>
                  <a:gd name="T7" fmla="*/ 5 h 232"/>
                  <a:gd name="T8" fmla="*/ 78 w 153"/>
                  <a:gd name="T9" fmla="*/ 0 h 232"/>
                  <a:gd name="T10" fmla="*/ 58 w 153"/>
                  <a:gd name="T11" fmla="*/ 4 h 232"/>
                  <a:gd name="T12" fmla="*/ 38 w 153"/>
                  <a:gd name="T13" fmla="*/ 22 h 232"/>
                  <a:gd name="T14" fmla="*/ 21 w 153"/>
                  <a:gd name="T15" fmla="*/ 38 h 232"/>
                  <a:gd name="T16" fmla="*/ 10 w 153"/>
                  <a:gd name="T17" fmla="*/ 36 h 232"/>
                  <a:gd name="T18" fmla="*/ 7 w 153"/>
                  <a:gd name="T19" fmla="*/ 27 h 232"/>
                  <a:gd name="T20" fmla="*/ 14 w 153"/>
                  <a:gd name="T21" fmla="*/ 18 h 232"/>
                  <a:gd name="T22" fmla="*/ 15 w 153"/>
                  <a:gd name="T23" fmla="*/ 9 h 232"/>
                  <a:gd name="T24" fmla="*/ 3 w 153"/>
                  <a:gd name="T25" fmla="*/ 16 h 232"/>
                  <a:gd name="T26" fmla="*/ 1 w 153"/>
                  <a:gd name="T27" fmla="*/ 31 h 232"/>
                  <a:gd name="T28" fmla="*/ 4 w 153"/>
                  <a:gd name="T29" fmla="*/ 40 h 232"/>
                  <a:gd name="T30" fmla="*/ 14 w 153"/>
                  <a:gd name="T31" fmla="*/ 46 h 232"/>
                  <a:gd name="T32" fmla="*/ 28 w 153"/>
                  <a:gd name="T33" fmla="*/ 45 h 232"/>
                  <a:gd name="T34" fmla="*/ 39 w 153"/>
                  <a:gd name="T35" fmla="*/ 33 h 232"/>
                  <a:gd name="T36" fmla="*/ 62 w 153"/>
                  <a:gd name="T37" fmla="*/ 9 h 232"/>
                  <a:gd name="T38" fmla="*/ 74 w 153"/>
                  <a:gd name="T39" fmla="*/ 7 h 232"/>
                  <a:gd name="T40" fmla="*/ 82 w 153"/>
                  <a:gd name="T41" fmla="*/ 13 h 232"/>
                  <a:gd name="T42" fmla="*/ 83 w 153"/>
                  <a:gd name="T43" fmla="*/ 23 h 232"/>
                  <a:gd name="T44" fmla="*/ 77 w 153"/>
                  <a:gd name="T45" fmla="*/ 29 h 232"/>
                  <a:gd name="T46" fmla="*/ 73 w 153"/>
                  <a:gd name="T47" fmla="*/ 39 h 232"/>
                  <a:gd name="T48" fmla="*/ 9 w 153"/>
                  <a:gd name="T49" fmla="*/ 69 h 232"/>
                  <a:gd name="T50" fmla="*/ 17 w 153"/>
                  <a:gd name="T51" fmla="*/ 60 h 232"/>
                  <a:gd name="T52" fmla="*/ 36 w 153"/>
                  <a:gd name="T53" fmla="*/ 52 h 232"/>
                  <a:gd name="T54" fmla="*/ 71 w 153"/>
                  <a:gd name="T55" fmla="*/ 44 h 232"/>
                  <a:gd name="T56" fmla="*/ 91 w 153"/>
                  <a:gd name="T57" fmla="*/ 47 h 232"/>
                  <a:gd name="T58" fmla="*/ 98 w 153"/>
                  <a:gd name="T59" fmla="*/ 56 h 232"/>
                  <a:gd name="T60" fmla="*/ 98 w 153"/>
                  <a:gd name="T61" fmla="*/ 67 h 232"/>
                  <a:gd name="T62" fmla="*/ 90 w 153"/>
                  <a:gd name="T63" fmla="*/ 76 h 232"/>
                  <a:gd name="T64" fmla="*/ 68 w 153"/>
                  <a:gd name="T65" fmla="*/ 85 h 232"/>
                  <a:gd name="T66" fmla="*/ 42 w 153"/>
                  <a:gd name="T67" fmla="*/ 90 h 232"/>
                  <a:gd name="T68" fmla="*/ 20 w 153"/>
                  <a:gd name="T69" fmla="*/ 91 h 232"/>
                  <a:gd name="T70" fmla="*/ 11 w 153"/>
                  <a:gd name="T71" fmla="*/ 84 h 232"/>
                  <a:gd name="T72" fmla="*/ 16 w 153"/>
                  <a:gd name="T73" fmla="*/ 76 h 232"/>
                  <a:gd name="T74" fmla="*/ 21 w 153"/>
                  <a:gd name="T75" fmla="*/ 82 h 232"/>
                  <a:gd name="T76" fmla="*/ 31 w 153"/>
                  <a:gd name="T77" fmla="*/ 84 h 232"/>
                  <a:gd name="T78" fmla="*/ 62 w 153"/>
                  <a:gd name="T79" fmla="*/ 77 h 232"/>
                  <a:gd name="T80" fmla="*/ 84 w 153"/>
                  <a:gd name="T81" fmla="*/ 70 h 232"/>
                  <a:gd name="T82" fmla="*/ 90 w 153"/>
                  <a:gd name="T83" fmla="*/ 64 h 232"/>
                  <a:gd name="T84" fmla="*/ 89 w 153"/>
                  <a:gd name="T85" fmla="*/ 56 h 232"/>
                  <a:gd name="T86" fmla="*/ 82 w 153"/>
                  <a:gd name="T87" fmla="*/ 52 h 232"/>
                  <a:gd name="T88" fmla="*/ 64 w 153"/>
                  <a:gd name="T89" fmla="*/ 53 h 232"/>
                  <a:gd name="T90" fmla="*/ 32 w 153"/>
                  <a:gd name="T91" fmla="*/ 61 h 232"/>
                  <a:gd name="T92" fmla="*/ 19 w 153"/>
                  <a:gd name="T93" fmla="*/ 68 h 232"/>
                  <a:gd name="T94" fmla="*/ 15 w 153"/>
                  <a:gd name="T95" fmla="*/ 75 h 232"/>
                  <a:gd name="T96" fmla="*/ 26 w 153"/>
                  <a:gd name="T97" fmla="*/ 135 h 232"/>
                  <a:gd name="T98" fmla="*/ 34 w 153"/>
                  <a:gd name="T99" fmla="*/ 140 h 232"/>
                  <a:gd name="T100" fmla="*/ 43 w 153"/>
                  <a:gd name="T101" fmla="*/ 141 h 232"/>
                  <a:gd name="T102" fmla="*/ 44 w 153"/>
                  <a:gd name="T103" fmla="*/ 132 h 232"/>
                  <a:gd name="T104" fmla="*/ 34 w 153"/>
                  <a:gd name="T105" fmla="*/ 130 h 232"/>
                  <a:gd name="T106" fmla="*/ 30 w 153"/>
                  <a:gd name="T107" fmla="*/ 121 h 232"/>
                  <a:gd name="T108" fmla="*/ 36 w 153"/>
                  <a:gd name="T109" fmla="*/ 112 h 232"/>
                  <a:gd name="T110" fmla="*/ 34 w 153"/>
                  <a:gd name="T111" fmla="*/ 103 h 232"/>
                  <a:gd name="T112" fmla="*/ 26 w 153"/>
                  <a:gd name="T113" fmla="*/ 109 h 232"/>
                  <a:gd name="T114" fmla="*/ 22 w 153"/>
                  <a:gd name="T115" fmla="*/ 119 h 232"/>
                  <a:gd name="T116" fmla="*/ 110 w 153"/>
                  <a:gd name="T117" fmla="*/ 122 h 232"/>
                  <a:gd name="T118" fmla="*/ 42 w 153"/>
                  <a:gd name="T119" fmla="*/ 172 h 232"/>
                  <a:gd name="T120" fmla="*/ 73 w 153"/>
                  <a:gd name="T121" fmla="*/ 232 h 232"/>
                  <a:gd name="T122" fmla="*/ 137 w 153"/>
                  <a:gd name="T123" fmla="*/ 163 h 232"/>
                  <a:gd name="T124" fmla="*/ 108 w 153"/>
                  <a:gd name="T125" fmla="*/ 204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3" h="232">
                    <a:moveTo>
                      <a:pt x="73" y="39"/>
                    </a:moveTo>
                    <a:lnTo>
                      <a:pt x="75" y="38"/>
                    </a:lnTo>
                    <a:lnTo>
                      <a:pt x="78" y="37"/>
                    </a:lnTo>
                    <a:lnTo>
                      <a:pt x="82" y="36"/>
                    </a:lnTo>
                    <a:lnTo>
                      <a:pt x="85" y="34"/>
                    </a:lnTo>
                    <a:lnTo>
                      <a:pt x="86" y="33"/>
                    </a:lnTo>
                    <a:lnTo>
                      <a:pt x="87" y="31"/>
                    </a:lnTo>
                    <a:lnTo>
                      <a:pt x="89" y="29"/>
                    </a:lnTo>
                    <a:lnTo>
                      <a:pt x="90" y="28"/>
                    </a:lnTo>
                    <a:lnTo>
                      <a:pt x="90" y="26"/>
                    </a:lnTo>
                    <a:lnTo>
                      <a:pt x="91" y="24"/>
                    </a:lnTo>
                    <a:lnTo>
                      <a:pt x="91" y="21"/>
                    </a:lnTo>
                    <a:lnTo>
                      <a:pt x="91" y="18"/>
                    </a:lnTo>
                    <a:lnTo>
                      <a:pt x="90" y="16"/>
                    </a:lnTo>
                    <a:lnTo>
                      <a:pt x="90" y="13"/>
                    </a:lnTo>
                    <a:lnTo>
                      <a:pt x="90" y="12"/>
                    </a:lnTo>
                    <a:lnTo>
                      <a:pt x="89" y="9"/>
                    </a:lnTo>
                    <a:lnTo>
                      <a:pt x="87" y="8"/>
                    </a:lnTo>
                    <a:lnTo>
                      <a:pt x="86" y="6"/>
                    </a:lnTo>
                    <a:lnTo>
                      <a:pt x="86" y="5"/>
                    </a:lnTo>
                    <a:lnTo>
                      <a:pt x="84" y="4"/>
                    </a:lnTo>
                    <a:lnTo>
                      <a:pt x="82" y="3"/>
                    </a:lnTo>
                    <a:lnTo>
                      <a:pt x="81" y="2"/>
                    </a:lnTo>
                    <a:lnTo>
                      <a:pt x="80" y="1"/>
                    </a:lnTo>
                    <a:lnTo>
                      <a:pt x="78" y="0"/>
                    </a:lnTo>
                    <a:lnTo>
                      <a:pt x="74" y="0"/>
                    </a:lnTo>
                    <a:lnTo>
                      <a:pt x="69" y="0"/>
                    </a:lnTo>
                    <a:lnTo>
                      <a:pt x="66" y="0"/>
                    </a:lnTo>
                    <a:lnTo>
                      <a:pt x="62" y="1"/>
                    </a:lnTo>
                    <a:lnTo>
                      <a:pt x="58" y="4"/>
                    </a:lnTo>
                    <a:lnTo>
                      <a:pt x="54" y="5"/>
                    </a:lnTo>
                    <a:lnTo>
                      <a:pt x="51" y="8"/>
                    </a:lnTo>
                    <a:lnTo>
                      <a:pt x="49" y="10"/>
                    </a:lnTo>
                    <a:lnTo>
                      <a:pt x="43" y="16"/>
                    </a:lnTo>
                    <a:lnTo>
                      <a:pt x="38" y="22"/>
                    </a:lnTo>
                    <a:lnTo>
                      <a:pt x="32" y="28"/>
                    </a:lnTo>
                    <a:lnTo>
                      <a:pt x="26" y="35"/>
                    </a:lnTo>
                    <a:lnTo>
                      <a:pt x="25" y="36"/>
                    </a:lnTo>
                    <a:lnTo>
                      <a:pt x="23" y="36"/>
                    </a:lnTo>
                    <a:lnTo>
                      <a:pt x="21" y="38"/>
                    </a:lnTo>
                    <a:lnTo>
                      <a:pt x="18" y="38"/>
                    </a:lnTo>
                    <a:lnTo>
                      <a:pt x="16" y="38"/>
                    </a:lnTo>
                    <a:lnTo>
                      <a:pt x="14" y="38"/>
                    </a:lnTo>
                    <a:lnTo>
                      <a:pt x="12" y="37"/>
                    </a:lnTo>
                    <a:lnTo>
                      <a:pt x="10" y="36"/>
                    </a:lnTo>
                    <a:lnTo>
                      <a:pt x="10" y="36"/>
                    </a:lnTo>
                    <a:lnTo>
                      <a:pt x="9" y="34"/>
                    </a:lnTo>
                    <a:lnTo>
                      <a:pt x="8" y="32"/>
                    </a:lnTo>
                    <a:lnTo>
                      <a:pt x="7" y="30"/>
                    </a:lnTo>
                    <a:lnTo>
                      <a:pt x="7" y="27"/>
                    </a:lnTo>
                    <a:lnTo>
                      <a:pt x="8" y="24"/>
                    </a:lnTo>
                    <a:lnTo>
                      <a:pt x="9" y="22"/>
                    </a:lnTo>
                    <a:lnTo>
                      <a:pt x="10" y="20"/>
                    </a:lnTo>
                    <a:lnTo>
                      <a:pt x="12" y="19"/>
                    </a:lnTo>
                    <a:lnTo>
                      <a:pt x="14" y="18"/>
                    </a:lnTo>
                    <a:lnTo>
                      <a:pt x="18" y="17"/>
                    </a:lnTo>
                    <a:lnTo>
                      <a:pt x="22" y="16"/>
                    </a:lnTo>
                    <a:lnTo>
                      <a:pt x="21" y="8"/>
                    </a:lnTo>
                    <a:lnTo>
                      <a:pt x="18" y="8"/>
                    </a:lnTo>
                    <a:lnTo>
                      <a:pt x="15" y="9"/>
                    </a:lnTo>
                    <a:lnTo>
                      <a:pt x="12" y="10"/>
                    </a:lnTo>
                    <a:lnTo>
                      <a:pt x="8" y="12"/>
                    </a:lnTo>
                    <a:lnTo>
                      <a:pt x="6" y="13"/>
                    </a:lnTo>
                    <a:lnTo>
                      <a:pt x="5" y="15"/>
                    </a:lnTo>
                    <a:lnTo>
                      <a:pt x="3" y="16"/>
                    </a:lnTo>
                    <a:lnTo>
                      <a:pt x="2" y="19"/>
                    </a:lnTo>
                    <a:lnTo>
                      <a:pt x="1" y="21"/>
                    </a:lnTo>
                    <a:lnTo>
                      <a:pt x="1" y="24"/>
                    </a:lnTo>
                    <a:lnTo>
                      <a:pt x="0" y="28"/>
                    </a:lnTo>
                    <a:lnTo>
                      <a:pt x="1" y="31"/>
                    </a:lnTo>
                    <a:lnTo>
                      <a:pt x="1" y="33"/>
                    </a:lnTo>
                    <a:lnTo>
                      <a:pt x="1" y="35"/>
                    </a:lnTo>
                    <a:lnTo>
                      <a:pt x="2" y="37"/>
                    </a:lnTo>
                    <a:lnTo>
                      <a:pt x="3" y="39"/>
                    </a:lnTo>
                    <a:lnTo>
                      <a:pt x="4" y="40"/>
                    </a:lnTo>
                    <a:lnTo>
                      <a:pt x="6" y="42"/>
                    </a:lnTo>
                    <a:lnTo>
                      <a:pt x="6" y="43"/>
                    </a:lnTo>
                    <a:lnTo>
                      <a:pt x="8" y="44"/>
                    </a:lnTo>
                    <a:lnTo>
                      <a:pt x="11" y="46"/>
                    </a:lnTo>
                    <a:lnTo>
                      <a:pt x="14" y="46"/>
                    </a:lnTo>
                    <a:lnTo>
                      <a:pt x="17" y="47"/>
                    </a:lnTo>
                    <a:lnTo>
                      <a:pt x="19" y="47"/>
                    </a:lnTo>
                    <a:lnTo>
                      <a:pt x="22" y="46"/>
                    </a:lnTo>
                    <a:lnTo>
                      <a:pt x="26" y="46"/>
                    </a:lnTo>
                    <a:lnTo>
                      <a:pt x="28" y="45"/>
                    </a:lnTo>
                    <a:lnTo>
                      <a:pt x="30" y="44"/>
                    </a:lnTo>
                    <a:lnTo>
                      <a:pt x="32" y="42"/>
                    </a:lnTo>
                    <a:lnTo>
                      <a:pt x="34" y="40"/>
                    </a:lnTo>
                    <a:lnTo>
                      <a:pt x="36" y="36"/>
                    </a:lnTo>
                    <a:lnTo>
                      <a:pt x="39" y="33"/>
                    </a:lnTo>
                    <a:lnTo>
                      <a:pt x="45" y="25"/>
                    </a:lnTo>
                    <a:lnTo>
                      <a:pt x="52" y="18"/>
                    </a:lnTo>
                    <a:lnTo>
                      <a:pt x="55" y="14"/>
                    </a:lnTo>
                    <a:lnTo>
                      <a:pt x="59" y="12"/>
                    </a:lnTo>
                    <a:lnTo>
                      <a:pt x="62" y="9"/>
                    </a:lnTo>
                    <a:lnTo>
                      <a:pt x="66" y="8"/>
                    </a:lnTo>
                    <a:lnTo>
                      <a:pt x="68" y="7"/>
                    </a:lnTo>
                    <a:lnTo>
                      <a:pt x="70" y="7"/>
                    </a:lnTo>
                    <a:lnTo>
                      <a:pt x="71" y="7"/>
                    </a:lnTo>
                    <a:lnTo>
                      <a:pt x="74" y="7"/>
                    </a:lnTo>
                    <a:lnTo>
                      <a:pt x="75" y="8"/>
                    </a:lnTo>
                    <a:lnTo>
                      <a:pt x="77" y="9"/>
                    </a:lnTo>
                    <a:lnTo>
                      <a:pt x="78" y="10"/>
                    </a:lnTo>
                    <a:lnTo>
                      <a:pt x="80" y="12"/>
                    </a:lnTo>
                    <a:lnTo>
                      <a:pt x="82" y="13"/>
                    </a:lnTo>
                    <a:lnTo>
                      <a:pt x="82" y="15"/>
                    </a:lnTo>
                    <a:lnTo>
                      <a:pt x="83" y="17"/>
                    </a:lnTo>
                    <a:lnTo>
                      <a:pt x="84" y="20"/>
                    </a:lnTo>
                    <a:lnTo>
                      <a:pt x="84" y="21"/>
                    </a:lnTo>
                    <a:lnTo>
                      <a:pt x="83" y="23"/>
                    </a:lnTo>
                    <a:lnTo>
                      <a:pt x="83" y="24"/>
                    </a:lnTo>
                    <a:lnTo>
                      <a:pt x="82" y="25"/>
                    </a:lnTo>
                    <a:lnTo>
                      <a:pt x="81" y="27"/>
                    </a:lnTo>
                    <a:lnTo>
                      <a:pt x="79" y="28"/>
                    </a:lnTo>
                    <a:lnTo>
                      <a:pt x="77" y="29"/>
                    </a:lnTo>
                    <a:lnTo>
                      <a:pt x="75" y="29"/>
                    </a:lnTo>
                    <a:lnTo>
                      <a:pt x="73" y="29"/>
                    </a:lnTo>
                    <a:lnTo>
                      <a:pt x="71" y="30"/>
                    </a:lnTo>
                    <a:lnTo>
                      <a:pt x="73" y="39"/>
                    </a:lnTo>
                    <a:lnTo>
                      <a:pt x="73" y="39"/>
                    </a:lnTo>
                    <a:close/>
                    <a:moveTo>
                      <a:pt x="9" y="78"/>
                    </a:moveTo>
                    <a:lnTo>
                      <a:pt x="8" y="76"/>
                    </a:lnTo>
                    <a:lnTo>
                      <a:pt x="8" y="73"/>
                    </a:lnTo>
                    <a:lnTo>
                      <a:pt x="9" y="72"/>
                    </a:lnTo>
                    <a:lnTo>
                      <a:pt x="9" y="69"/>
                    </a:lnTo>
                    <a:lnTo>
                      <a:pt x="10" y="68"/>
                    </a:lnTo>
                    <a:lnTo>
                      <a:pt x="11" y="66"/>
                    </a:lnTo>
                    <a:lnTo>
                      <a:pt x="13" y="64"/>
                    </a:lnTo>
                    <a:lnTo>
                      <a:pt x="14" y="63"/>
                    </a:lnTo>
                    <a:lnTo>
                      <a:pt x="17" y="60"/>
                    </a:lnTo>
                    <a:lnTo>
                      <a:pt x="20" y="58"/>
                    </a:lnTo>
                    <a:lnTo>
                      <a:pt x="23" y="56"/>
                    </a:lnTo>
                    <a:lnTo>
                      <a:pt x="27" y="55"/>
                    </a:lnTo>
                    <a:lnTo>
                      <a:pt x="31" y="53"/>
                    </a:lnTo>
                    <a:lnTo>
                      <a:pt x="36" y="52"/>
                    </a:lnTo>
                    <a:lnTo>
                      <a:pt x="40" y="50"/>
                    </a:lnTo>
                    <a:lnTo>
                      <a:pt x="45" y="48"/>
                    </a:lnTo>
                    <a:lnTo>
                      <a:pt x="54" y="47"/>
                    </a:lnTo>
                    <a:lnTo>
                      <a:pt x="63" y="45"/>
                    </a:lnTo>
                    <a:lnTo>
                      <a:pt x="71" y="44"/>
                    </a:lnTo>
                    <a:lnTo>
                      <a:pt x="78" y="44"/>
                    </a:lnTo>
                    <a:lnTo>
                      <a:pt x="82" y="44"/>
                    </a:lnTo>
                    <a:lnTo>
                      <a:pt x="86" y="44"/>
                    </a:lnTo>
                    <a:lnTo>
                      <a:pt x="89" y="46"/>
                    </a:lnTo>
                    <a:lnTo>
                      <a:pt x="91" y="47"/>
                    </a:lnTo>
                    <a:lnTo>
                      <a:pt x="94" y="49"/>
                    </a:lnTo>
                    <a:lnTo>
                      <a:pt x="95" y="52"/>
                    </a:lnTo>
                    <a:lnTo>
                      <a:pt x="97" y="52"/>
                    </a:lnTo>
                    <a:lnTo>
                      <a:pt x="97" y="54"/>
                    </a:lnTo>
                    <a:lnTo>
                      <a:pt x="98" y="56"/>
                    </a:lnTo>
                    <a:lnTo>
                      <a:pt x="98" y="57"/>
                    </a:lnTo>
                    <a:lnTo>
                      <a:pt x="98" y="60"/>
                    </a:lnTo>
                    <a:lnTo>
                      <a:pt x="98" y="63"/>
                    </a:lnTo>
                    <a:lnTo>
                      <a:pt x="98" y="64"/>
                    </a:lnTo>
                    <a:lnTo>
                      <a:pt x="98" y="67"/>
                    </a:lnTo>
                    <a:lnTo>
                      <a:pt x="97" y="68"/>
                    </a:lnTo>
                    <a:lnTo>
                      <a:pt x="95" y="70"/>
                    </a:lnTo>
                    <a:lnTo>
                      <a:pt x="94" y="72"/>
                    </a:lnTo>
                    <a:lnTo>
                      <a:pt x="92" y="74"/>
                    </a:lnTo>
                    <a:lnTo>
                      <a:pt x="90" y="76"/>
                    </a:lnTo>
                    <a:lnTo>
                      <a:pt x="86" y="77"/>
                    </a:lnTo>
                    <a:lnTo>
                      <a:pt x="82" y="80"/>
                    </a:lnTo>
                    <a:lnTo>
                      <a:pt x="78" y="81"/>
                    </a:lnTo>
                    <a:lnTo>
                      <a:pt x="73" y="84"/>
                    </a:lnTo>
                    <a:lnTo>
                      <a:pt x="68" y="85"/>
                    </a:lnTo>
                    <a:lnTo>
                      <a:pt x="63" y="87"/>
                    </a:lnTo>
                    <a:lnTo>
                      <a:pt x="58" y="88"/>
                    </a:lnTo>
                    <a:lnTo>
                      <a:pt x="53" y="88"/>
                    </a:lnTo>
                    <a:lnTo>
                      <a:pt x="48" y="90"/>
                    </a:lnTo>
                    <a:lnTo>
                      <a:pt x="42" y="90"/>
                    </a:lnTo>
                    <a:lnTo>
                      <a:pt x="37" y="91"/>
                    </a:lnTo>
                    <a:lnTo>
                      <a:pt x="32" y="92"/>
                    </a:lnTo>
                    <a:lnTo>
                      <a:pt x="26" y="92"/>
                    </a:lnTo>
                    <a:lnTo>
                      <a:pt x="22" y="92"/>
                    </a:lnTo>
                    <a:lnTo>
                      <a:pt x="20" y="91"/>
                    </a:lnTo>
                    <a:lnTo>
                      <a:pt x="18" y="90"/>
                    </a:lnTo>
                    <a:lnTo>
                      <a:pt x="15" y="89"/>
                    </a:lnTo>
                    <a:lnTo>
                      <a:pt x="14" y="88"/>
                    </a:lnTo>
                    <a:lnTo>
                      <a:pt x="12" y="87"/>
                    </a:lnTo>
                    <a:lnTo>
                      <a:pt x="11" y="84"/>
                    </a:lnTo>
                    <a:lnTo>
                      <a:pt x="10" y="83"/>
                    </a:lnTo>
                    <a:lnTo>
                      <a:pt x="10" y="81"/>
                    </a:lnTo>
                    <a:lnTo>
                      <a:pt x="9" y="78"/>
                    </a:lnTo>
                    <a:lnTo>
                      <a:pt x="9" y="78"/>
                    </a:lnTo>
                    <a:close/>
                    <a:moveTo>
                      <a:pt x="16" y="76"/>
                    </a:moveTo>
                    <a:lnTo>
                      <a:pt x="16" y="78"/>
                    </a:lnTo>
                    <a:lnTo>
                      <a:pt x="18" y="80"/>
                    </a:lnTo>
                    <a:lnTo>
                      <a:pt x="18" y="80"/>
                    </a:lnTo>
                    <a:lnTo>
                      <a:pt x="19" y="81"/>
                    </a:lnTo>
                    <a:lnTo>
                      <a:pt x="21" y="82"/>
                    </a:lnTo>
                    <a:lnTo>
                      <a:pt x="22" y="83"/>
                    </a:lnTo>
                    <a:lnTo>
                      <a:pt x="24" y="83"/>
                    </a:lnTo>
                    <a:lnTo>
                      <a:pt x="26" y="84"/>
                    </a:lnTo>
                    <a:lnTo>
                      <a:pt x="28" y="84"/>
                    </a:lnTo>
                    <a:lnTo>
                      <a:pt x="31" y="84"/>
                    </a:lnTo>
                    <a:lnTo>
                      <a:pt x="36" y="83"/>
                    </a:lnTo>
                    <a:lnTo>
                      <a:pt x="43" y="82"/>
                    </a:lnTo>
                    <a:lnTo>
                      <a:pt x="50" y="80"/>
                    </a:lnTo>
                    <a:lnTo>
                      <a:pt x="56" y="80"/>
                    </a:lnTo>
                    <a:lnTo>
                      <a:pt x="62" y="77"/>
                    </a:lnTo>
                    <a:lnTo>
                      <a:pt x="69" y="76"/>
                    </a:lnTo>
                    <a:lnTo>
                      <a:pt x="74" y="74"/>
                    </a:lnTo>
                    <a:lnTo>
                      <a:pt x="79" y="72"/>
                    </a:lnTo>
                    <a:lnTo>
                      <a:pt x="82" y="71"/>
                    </a:lnTo>
                    <a:lnTo>
                      <a:pt x="84" y="70"/>
                    </a:lnTo>
                    <a:lnTo>
                      <a:pt x="86" y="68"/>
                    </a:lnTo>
                    <a:lnTo>
                      <a:pt x="87" y="68"/>
                    </a:lnTo>
                    <a:lnTo>
                      <a:pt x="88" y="66"/>
                    </a:lnTo>
                    <a:lnTo>
                      <a:pt x="90" y="64"/>
                    </a:lnTo>
                    <a:lnTo>
                      <a:pt x="90" y="64"/>
                    </a:lnTo>
                    <a:lnTo>
                      <a:pt x="90" y="63"/>
                    </a:lnTo>
                    <a:lnTo>
                      <a:pt x="91" y="60"/>
                    </a:lnTo>
                    <a:lnTo>
                      <a:pt x="91" y="59"/>
                    </a:lnTo>
                    <a:lnTo>
                      <a:pt x="90" y="57"/>
                    </a:lnTo>
                    <a:lnTo>
                      <a:pt x="89" y="56"/>
                    </a:lnTo>
                    <a:lnTo>
                      <a:pt x="88" y="56"/>
                    </a:lnTo>
                    <a:lnTo>
                      <a:pt x="87" y="55"/>
                    </a:lnTo>
                    <a:lnTo>
                      <a:pt x="86" y="54"/>
                    </a:lnTo>
                    <a:lnTo>
                      <a:pt x="84" y="53"/>
                    </a:lnTo>
                    <a:lnTo>
                      <a:pt x="82" y="52"/>
                    </a:lnTo>
                    <a:lnTo>
                      <a:pt x="80" y="52"/>
                    </a:lnTo>
                    <a:lnTo>
                      <a:pt x="78" y="52"/>
                    </a:lnTo>
                    <a:lnTo>
                      <a:pt x="75" y="52"/>
                    </a:lnTo>
                    <a:lnTo>
                      <a:pt x="70" y="52"/>
                    </a:lnTo>
                    <a:lnTo>
                      <a:pt x="64" y="53"/>
                    </a:lnTo>
                    <a:lnTo>
                      <a:pt x="58" y="55"/>
                    </a:lnTo>
                    <a:lnTo>
                      <a:pt x="50" y="56"/>
                    </a:lnTo>
                    <a:lnTo>
                      <a:pt x="44" y="58"/>
                    </a:lnTo>
                    <a:lnTo>
                      <a:pt x="38" y="60"/>
                    </a:lnTo>
                    <a:lnTo>
                      <a:pt x="32" y="61"/>
                    </a:lnTo>
                    <a:lnTo>
                      <a:pt x="27" y="64"/>
                    </a:lnTo>
                    <a:lnTo>
                      <a:pt x="25" y="64"/>
                    </a:lnTo>
                    <a:lnTo>
                      <a:pt x="22" y="66"/>
                    </a:lnTo>
                    <a:lnTo>
                      <a:pt x="21" y="67"/>
                    </a:lnTo>
                    <a:lnTo>
                      <a:pt x="19" y="68"/>
                    </a:lnTo>
                    <a:lnTo>
                      <a:pt x="18" y="70"/>
                    </a:lnTo>
                    <a:lnTo>
                      <a:pt x="17" y="71"/>
                    </a:lnTo>
                    <a:lnTo>
                      <a:pt x="17" y="72"/>
                    </a:lnTo>
                    <a:lnTo>
                      <a:pt x="16" y="74"/>
                    </a:lnTo>
                    <a:lnTo>
                      <a:pt x="15" y="75"/>
                    </a:lnTo>
                    <a:lnTo>
                      <a:pt x="16" y="76"/>
                    </a:lnTo>
                    <a:lnTo>
                      <a:pt x="16" y="76"/>
                    </a:lnTo>
                    <a:close/>
                    <a:moveTo>
                      <a:pt x="23" y="128"/>
                    </a:moveTo>
                    <a:lnTo>
                      <a:pt x="25" y="132"/>
                    </a:lnTo>
                    <a:lnTo>
                      <a:pt x="26" y="135"/>
                    </a:lnTo>
                    <a:lnTo>
                      <a:pt x="27" y="136"/>
                    </a:lnTo>
                    <a:lnTo>
                      <a:pt x="29" y="137"/>
                    </a:lnTo>
                    <a:lnTo>
                      <a:pt x="30" y="139"/>
                    </a:lnTo>
                    <a:lnTo>
                      <a:pt x="32" y="140"/>
                    </a:lnTo>
                    <a:lnTo>
                      <a:pt x="34" y="140"/>
                    </a:lnTo>
                    <a:lnTo>
                      <a:pt x="35" y="140"/>
                    </a:lnTo>
                    <a:lnTo>
                      <a:pt x="37" y="141"/>
                    </a:lnTo>
                    <a:lnTo>
                      <a:pt x="39" y="141"/>
                    </a:lnTo>
                    <a:lnTo>
                      <a:pt x="41" y="141"/>
                    </a:lnTo>
                    <a:lnTo>
                      <a:pt x="43" y="141"/>
                    </a:lnTo>
                    <a:lnTo>
                      <a:pt x="45" y="140"/>
                    </a:lnTo>
                    <a:lnTo>
                      <a:pt x="47" y="140"/>
                    </a:lnTo>
                    <a:lnTo>
                      <a:pt x="115" y="116"/>
                    </a:lnTo>
                    <a:lnTo>
                      <a:pt x="112" y="108"/>
                    </a:lnTo>
                    <a:lnTo>
                      <a:pt x="44" y="132"/>
                    </a:lnTo>
                    <a:lnTo>
                      <a:pt x="42" y="132"/>
                    </a:lnTo>
                    <a:lnTo>
                      <a:pt x="39" y="132"/>
                    </a:lnTo>
                    <a:lnTo>
                      <a:pt x="38" y="132"/>
                    </a:lnTo>
                    <a:lnTo>
                      <a:pt x="36" y="132"/>
                    </a:lnTo>
                    <a:lnTo>
                      <a:pt x="34" y="130"/>
                    </a:lnTo>
                    <a:lnTo>
                      <a:pt x="32" y="129"/>
                    </a:lnTo>
                    <a:lnTo>
                      <a:pt x="31" y="128"/>
                    </a:lnTo>
                    <a:lnTo>
                      <a:pt x="30" y="125"/>
                    </a:lnTo>
                    <a:lnTo>
                      <a:pt x="30" y="124"/>
                    </a:lnTo>
                    <a:lnTo>
                      <a:pt x="30" y="121"/>
                    </a:lnTo>
                    <a:lnTo>
                      <a:pt x="30" y="119"/>
                    </a:lnTo>
                    <a:lnTo>
                      <a:pt x="31" y="116"/>
                    </a:lnTo>
                    <a:lnTo>
                      <a:pt x="32" y="115"/>
                    </a:lnTo>
                    <a:lnTo>
                      <a:pt x="34" y="112"/>
                    </a:lnTo>
                    <a:lnTo>
                      <a:pt x="36" y="112"/>
                    </a:lnTo>
                    <a:lnTo>
                      <a:pt x="38" y="110"/>
                    </a:lnTo>
                    <a:lnTo>
                      <a:pt x="105" y="88"/>
                    </a:lnTo>
                    <a:lnTo>
                      <a:pt x="103" y="80"/>
                    </a:lnTo>
                    <a:lnTo>
                      <a:pt x="36" y="102"/>
                    </a:lnTo>
                    <a:lnTo>
                      <a:pt x="34" y="103"/>
                    </a:lnTo>
                    <a:lnTo>
                      <a:pt x="32" y="104"/>
                    </a:lnTo>
                    <a:lnTo>
                      <a:pt x="30" y="105"/>
                    </a:lnTo>
                    <a:lnTo>
                      <a:pt x="29" y="107"/>
                    </a:lnTo>
                    <a:lnTo>
                      <a:pt x="27" y="108"/>
                    </a:lnTo>
                    <a:lnTo>
                      <a:pt x="26" y="109"/>
                    </a:lnTo>
                    <a:lnTo>
                      <a:pt x="25" y="112"/>
                    </a:lnTo>
                    <a:lnTo>
                      <a:pt x="24" y="113"/>
                    </a:lnTo>
                    <a:lnTo>
                      <a:pt x="23" y="115"/>
                    </a:lnTo>
                    <a:lnTo>
                      <a:pt x="22" y="117"/>
                    </a:lnTo>
                    <a:lnTo>
                      <a:pt x="22" y="119"/>
                    </a:lnTo>
                    <a:lnTo>
                      <a:pt x="22" y="120"/>
                    </a:lnTo>
                    <a:lnTo>
                      <a:pt x="22" y="124"/>
                    </a:lnTo>
                    <a:lnTo>
                      <a:pt x="23" y="128"/>
                    </a:lnTo>
                    <a:lnTo>
                      <a:pt x="23" y="128"/>
                    </a:lnTo>
                    <a:close/>
                    <a:moveTo>
                      <a:pt x="110" y="122"/>
                    </a:moveTo>
                    <a:lnTo>
                      <a:pt x="116" y="119"/>
                    </a:lnTo>
                    <a:lnTo>
                      <a:pt x="130" y="151"/>
                    </a:lnTo>
                    <a:lnTo>
                      <a:pt x="123" y="153"/>
                    </a:lnTo>
                    <a:lnTo>
                      <a:pt x="118" y="141"/>
                    </a:lnTo>
                    <a:lnTo>
                      <a:pt x="42" y="172"/>
                    </a:lnTo>
                    <a:lnTo>
                      <a:pt x="38" y="164"/>
                    </a:lnTo>
                    <a:lnTo>
                      <a:pt x="114" y="133"/>
                    </a:lnTo>
                    <a:lnTo>
                      <a:pt x="110" y="122"/>
                    </a:lnTo>
                    <a:lnTo>
                      <a:pt x="110" y="122"/>
                    </a:lnTo>
                    <a:close/>
                    <a:moveTo>
                      <a:pt x="73" y="232"/>
                    </a:moveTo>
                    <a:lnTo>
                      <a:pt x="153" y="190"/>
                    </a:lnTo>
                    <a:lnTo>
                      <a:pt x="149" y="183"/>
                    </a:lnTo>
                    <a:lnTo>
                      <a:pt x="115" y="200"/>
                    </a:lnTo>
                    <a:lnTo>
                      <a:pt x="103" y="177"/>
                    </a:lnTo>
                    <a:lnTo>
                      <a:pt x="137" y="163"/>
                    </a:lnTo>
                    <a:lnTo>
                      <a:pt x="133" y="155"/>
                    </a:lnTo>
                    <a:lnTo>
                      <a:pt x="50" y="192"/>
                    </a:lnTo>
                    <a:lnTo>
                      <a:pt x="54" y="200"/>
                    </a:lnTo>
                    <a:lnTo>
                      <a:pt x="95" y="180"/>
                    </a:lnTo>
                    <a:lnTo>
                      <a:pt x="108" y="204"/>
                    </a:lnTo>
                    <a:lnTo>
                      <a:pt x="69" y="225"/>
                    </a:lnTo>
                    <a:lnTo>
                      <a:pt x="73" y="2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7" name="iṩ1íḋé"/>
              <p:cNvSpPr/>
              <p:nvPr userDrawn="1"/>
            </p:nvSpPr>
            <p:spPr bwMode="auto">
              <a:xfrm>
                <a:off x="2192338" y="3840163"/>
                <a:ext cx="303213" cy="306388"/>
              </a:xfrm>
              <a:custGeom>
                <a:avLst/>
                <a:gdLst>
                  <a:gd name="T0" fmla="*/ 20 w 191"/>
                  <a:gd name="T1" fmla="*/ 59 h 193"/>
                  <a:gd name="T2" fmla="*/ 13 w 191"/>
                  <a:gd name="T3" fmla="*/ 60 h 193"/>
                  <a:gd name="T4" fmla="*/ 9 w 191"/>
                  <a:gd name="T5" fmla="*/ 56 h 193"/>
                  <a:gd name="T6" fmla="*/ 8 w 191"/>
                  <a:gd name="T7" fmla="*/ 50 h 193"/>
                  <a:gd name="T8" fmla="*/ 10 w 191"/>
                  <a:gd name="T9" fmla="*/ 45 h 193"/>
                  <a:gd name="T10" fmla="*/ 14 w 191"/>
                  <a:gd name="T11" fmla="*/ 39 h 193"/>
                  <a:gd name="T12" fmla="*/ 24 w 191"/>
                  <a:gd name="T13" fmla="*/ 30 h 193"/>
                  <a:gd name="T14" fmla="*/ 38 w 191"/>
                  <a:gd name="T15" fmla="*/ 19 h 193"/>
                  <a:gd name="T16" fmla="*/ 52 w 191"/>
                  <a:gd name="T17" fmla="*/ 12 h 193"/>
                  <a:gd name="T18" fmla="*/ 60 w 191"/>
                  <a:gd name="T19" fmla="*/ 10 h 193"/>
                  <a:gd name="T20" fmla="*/ 65 w 191"/>
                  <a:gd name="T21" fmla="*/ 10 h 193"/>
                  <a:gd name="T22" fmla="*/ 69 w 191"/>
                  <a:gd name="T23" fmla="*/ 12 h 193"/>
                  <a:gd name="T24" fmla="*/ 71 w 191"/>
                  <a:gd name="T25" fmla="*/ 18 h 193"/>
                  <a:gd name="T26" fmla="*/ 69 w 191"/>
                  <a:gd name="T27" fmla="*/ 24 h 193"/>
                  <a:gd name="T28" fmla="*/ 61 w 191"/>
                  <a:gd name="T29" fmla="*/ 32 h 193"/>
                  <a:gd name="T30" fmla="*/ 69 w 191"/>
                  <a:gd name="T31" fmla="*/ 36 h 193"/>
                  <a:gd name="T32" fmla="*/ 75 w 191"/>
                  <a:gd name="T33" fmla="*/ 31 h 193"/>
                  <a:gd name="T34" fmla="*/ 77 w 191"/>
                  <a:gd name="T35" fmla="*/ 25 h 193"/>
                  <a:gd name="T36" fmla="*/ 79 w 191"/>
                  <a:gd name="T37" fmla="*/ 19 h 193"/>
                  <a:gd name="T38" fmla="*/ 78 w 191"/>
                  <a:gd name="T39" fmla="*/ 13 h 193"/>
                  <a:gd name="T40" fmla="*/ 75 w 191"/>
                  <a:gd name="T41" fmla="*/ 7 h 193"/>
                  <a:gd name="T42" fmla="*/ 71 w 191"/>
                  <a:gd name="T43" fmla="*/ 3 h 193"/>
                  <a:gd name="T44" fmla="*/ 64 w 191"/>
                  <a:gd name="T45" fmla="*/ 0 h 193"/>
                  <a:gd name="T46" fmla="*/ 55 w 191"/>
                  <a:gd name="T47" fmla="*/ 2 h 193"/>
                  <a:gd name="T48" fmla="*/ 42 w 191"/>
                  <a:gd name="T49" fmla="*/ 7 h 193"/>
                  <a:gd name="T50" fmla="*/ 29 w 191"/>
                  <a:gd name="T51" fmla="*/ 16 h 193"/>
                  <a:gd name="T52" fmla="*/ 17 w 191"/>
                  <a:gd name="T53" fmla="*/ 25 h 193"/>
                  <a:gd name="T54" fmla="*/ 8 w 191"/>
                  <a:gd name="T55" fmla="*/ 35 h 193"/>
                  <a:gd name="T56" fmla="*/ 2 w 191"/>
                  <a:gd name="T57" fmla="*/ 43 h 193"/>
                  <a:gd name="T58" fmla="*/ 0 w 191"/>
                  <a:gd name="T59" fmla="*/ 51 h 193"/>
                  <a:gd name="T60" fmla="*/ 2 w 191"/>
                  <a:gd name="T61" fmla="*/ 58 h 193"/>
                  <a:gd name="T62" fmla="*/ 5 w 191"/>
                  <a:gd name="T63" fmla="*/ 64 h 193"/>
                  <a:gd name="T64" fmla="*/ 9 w 191"/>
                  <a:gd name="T65" fmla="*/ 67 h 193"/>
                  <a:gd name="T66" fmla="*/ 14 w 191"/>
                  <a:gd name="T67" fmla="*/ 69 h 193"/>
                  <a:gd name="T68" fmla="*/ 20 w 191"/>
                  <a:gd name="T69" fmla="*/ 68 h 193"/>
                  <a:gd name="T70" fmla="*/ 28 w 191"/>
                  <a:gd name="T71" fmla="*/ 65 h 193"/>
                  <a:gd name="T72" fmla="*/ 29 w 191"/>
                  <a:gd name="T73" fmla="*/ 55 h 193"/>
                  <a:gd name="T74" fmla="*/ 43 w 191"/>
                  <a:gd name="T75" fmla="*/ 107 h 193"/>
                  <a:gd name="T76" fmla="*/ 27 w 191"/>
                  <a:gd name="T77" fmla="*/ 89 h 193"/>
                  <a:gd name="T78" fmla="*/ 97 w 191"/>
                  <a:gd name="T79" fmla="*/ 33 h 193"/>
                  <a:gd name="T80" fmla="*/ 110 w 191"/>
                  <a:gd name="T81" fmla="*/ 47 h 193"/>
                  <a:gd name="T82" fmla="*/ 48 w 191"/>
                  <a:gd name="T83" fmla="*/ 112 h 193"/>
                  <a:gd name="T84" fmla="*/ 124 w 191"/>
                  <a:gd name="T85" fmla="*/ 60 h 193"/>
                  <a:gd name="T86" fmla="*/ 64 w 191"/>
                  <a:gd name="T87" fmla="*/ 127 h 193"/>
                  <a:gd name="T88" fmla="*/ 169 w 191"/>
                  <a:gd name="T89" fmla="*/ 95 h 193"/>
                  <a:gd name="T90" fmla="*/ 149 w 191"/>
                  <a:gd name="T91" fmla="*/ 82 h 193"/>
                  <a:gd name="T92" fmla="*/ 82 w 191"/>
                  <a:gd name="T93" fmla="*/ 143 h 193"/>
                  <a:gd name="T94" fmla="*/ 99 w 191"/>
                  <a:gd name="T95" fmla="*/ 156 h 193"/>
                  <a:gd name="T96" fmla="*/ 145 w 191"/>
                  <a:gd name="T97" fmla="*/ 188 h 193"/>
                  <a:gd name="T98" fmla="*/ 182 w 191"/>
                  <a:gd name="T99" fmla="*/ 105 h 193"/>
                  <a:gd name="T100" fmla="*/ 147 w 191"/>
                  <a:gd name="T101" fmla="*/ 148 h 193"/>
                  <a:gd name="T102" fmla="*/ 153 w 191"/>
                  <a:gd name="T103" fmla="*/ 14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1" h="193">
                    <a:moveTo>
                      <a:pt x="29" y="55"/>
                    </a:moveTo>
                    <a:lnTo>
                      <a:pt x="24" y="57"/>
                    </a:lnTo>
                    <a:lnTo>
                      <a:pt x="20" y="59"/>
                    </a:lnTo>
                    <a:lnTo>
                      <a:pt x="17" y="60"/>
                    </a:lnTo>
                    <a:lnTo>
                      <a:pt x="15" y="60"/>
                    </a:lnTo>
                    <a:lnTo>
                      <a:pt x="13" y="60"/>
                    </a:lnTo>
                    <a:lnTo>
                      <a:pt x="12" y="59"/>
                    </a:lnTo>
                    <a:lnTo>
                      <a:pt x="10" y="58"/>
                    </a:lnTo>
                    <a:lnTo>
                      <a:pt x="9" y="56"/>
                    </a:lnTo>
                    <a:lnTo>
                      <a:pt x="8" y="54"/>
                    </a:lnTo>
                    <a:lnTo>
                      <a:pt x="8" y="51"/>
                    </a:lnTo>
                    <a:lnTo>
                      <a:pt x="8" y="50"/>
                    </a:lnTo>
                    <a:lnTo>
                      <a:pt x="8" y="48"/>
                    </a:lnTo>
                    <a:lnTo>
                      <a:pt x="9" y="47"/>
                    </a:lnTo>
                    <a:lnTo>
                      <a:pt x="10" y="45"/>
                    </a:lnTo>
                    <a:lnTo>
                      <a:pt x="11" y="43"/>
                    </a:lnTo>
                    <a:lnTo>
                      <a:pt x="12" y="42"/>
                    </a:lnTo>
                    <a:lnTo>
                      <a:pt x="14" y="39"/>
                    </a:lnTo>
                    <a:lnTo>
                      <a:pt x="16" y="37"/>
                    </a:lnTo>
                    <a:lnTo>
                      <a:pt x="20" y="33"/>
                    </a:lnTo>
                    <a:lnTo>
                      <a:pt x="24" y="30"/>
                    </a:lnTo>
                    <a:lnTo>
                      <a:pt x="28" y="27"/>
                    </a:lnTo>
                    <a:lnTo>
                      <a:pt x="33" y="23"/>
                    </a:lnTo>
                    <a:lnTo>
                      <a:pt x="38" y="19"/>
                    </a:lnTo>
                    <a:lnTo>
                      <a:pt x="43" y="17"/>
                    </a:lnTo>
                    <a:lnTo>
                      <a:pt x="48" y="15"/>
                    </a:lnTo>
                    <a:lnTo>
                      <a:pt x="52" y="12"/>
                    </a:lnTo>
                    <a:lnTo>
                      <a:pt x="56" y="11"/>
                    </a:lnTo>
                    <a:lnTo>
                      <a:pt x="58" y="10"/>
                    </a:lnTo>
                    <a:lnTo>
                      <a:pt x="60" y="10"/>
                    </a:lnTo>
                    <a:lnTo>
                      <a:pt x="61" y="9"/>
                    </a:lnTo>
                    <a:lnTo>
                      <a:pt x="64" y="9"/>
                    </a:lnTo>
                    <a:lnTo>
                      <a:pt x="65" y="10"/>
                    </a:lnTo>
                    <a:lnTo>
                      <a:pt x="66" y="10"/>
                    </a:lnTo>
                    <a:lnTo>
                      <a:pt x="67" y="11"/>
                    </a:lnTo>
                    <a:lnTo>
                      <a:pt x="69" y="12"/>
                    </a:lnTo>
                    <a:lnTo>
                      <a:pt x="70" y="14"/>
                    </a:lnTo>
                    <a:lnTo>
                      <a:pt x="71" y="16"/>
                    </a:lnTo>
                    <a:lnTo>
                      <a:pt x="71" y="18"/>
                    </a:lnTo>
                    <a:lnTo>
                      <a:pt x="71" y="19"/>
                    </a:lnTo>
                    <a:lnTo>
                      <a:pt x="71" y="22"/>
                    </a:lnTo>
                    <a:lnTo>
                      <a:pt x="69" y="24"/>
                    </a:lnTo>
                    <a:lnTo>
                      <a:pt x="68" y="27"/>
                    </a:lnTo>
                    <a:lnTo>
                      <a:pt x="65" y="29"/>
                    </a:lnTo>
                    <a:lnTo>
                      <a:pt x="61" y="32"/>
                    </a:lnTo>
                    <a:lnTo>
                      <a:pt x="65" y="39"/>
                    </a:lnTo>
                    <a:lnTo>
                      <a:pt x="67" y="38"/>
                    </a:lnTo>
                    <a:lnTo>
                      <a:pt x="69" y="36"/>
                    </a:lnTo>
                    <a:lnTo>
                      <a:pt x="71" y="35"/>
                    </a:lnTo>
                    <a:lnTo>
                      <a:pt x="73" y="33"/>
                    </a:lnTo>
                    <a:lnTo>
                      <a:pt x="75" y="31"/>
                    </a:lnTo>
                    <a:lnTo>
                      <a:pt x="76" y="29"/>
                    </a:lnTo>
                    <a:lnTo>
                      <a:pt x="77" y="27"/>
                    </a:lnTo>
                    <a:lnTo>
                      <a:pt x="77" y="25"/>
                    </a:lnTo>
                    <a:lnTo>
                      <a:pt x="78" y="23"/>
                    </a:lnTo>
                    <a:lnTo>
                      <a:pt x="79" y="21"/>
                    </a:lnTo>
                    <a:lnTo>
                      <a:pt x="79" y="19"/>
                    </a:lnTo>
                    <a:lnTo>
                      <a:pt x="79" y="17"/>
                    </a:lnTo>
                    <a:lnTo>
                      <a:pt x="78" y="15"/>
                    </a:lnTo>
                    <a:lnTo>
                      <a:pt x="78" y="13"/>
                    </a:lnTo>
                    <a:lnTo>
                      <a:pt x="77" y="11"/>
                    </a:lnTo>
                    <a:lnTo>
                      <a:pt x="77" y="9"/>
                    </a:lnTo>
                    <a:lnTo>
                      <a:pt x="75" y="7"/>
                    </a:lnTo>
                    <a:lnTo>
                      <a:pt x="74" y="5"/>
                    </a:lnTo>
                    <a:lnTo>
                      <a:pt x="73" y="3"/>
                    </a:lnTo>
                    <a:lnTo>
                      <a:pt x="71" y="3"/>
                    </a:lnTo>
                    <a:lnTo>
                      <a:pt x="69" y="1"/>
                    </a:lnTo>
                    <a:lnTo>
                      <a:pt x="66" y="1"/>
                    </a:lnTo>
                    <a:lnTo>
                      <a:pt x="64" y="0"/>
                    </a:lnTo>
                    <a:lnTo>
                      <a:pt x="61" y="0"/>
                    </a:lnTo>
                    <a:lnTo>
                      <a:pt x="58" y="1"/>
                    </a:lnTo>
                    <a:lnTo>
                      <a:pt x="55" y="2"/>
                    </a:lnTo>
                    <a:lnTo>
                      <a:pt x="51" y="3"/>
                    </a:lnTo>
                    <a:lnTo>
                      <a:pt x="47" y="5"/>
                    </a:lnTo>
                    <a:lnTo>
                      <a:pt x="42" y="7"/>
                    </a:lnTo>
                    <a:lnTo>
                      <a:pt x="38" y="10"/>
                    </a:lnTo>
                    <a:lnTo>
                      <a:pt x="34" y="13"/>
                    </a:lnTo>
                    <a:lnTo>
                      <a:pt x="29" y="16"/>
                    </a:lnTo>
                    <a:lnTo>
                      <a:pt x="24" y="19"/>
                    </a:lnTo>
                    <a:lnTo>
                      <a:pt x="20" y="22"/>
                    </a:lnTo>
                    <a:lnTo>
                      <a:pt x="17" y="25"/>
                    </a:lnTo>
                    <a:lnTo>
                      <a:pt x="13" y="29"/>
                    </a:lnTo>
                    <a:lnTo>
                      <a:pt x="10" y="32"/>
                    </a:lnTo>
                    <a:lnTo>
                      <a:pt x="8" y="35"/>
                    </a:lnTo>
                    <a:lnTo>
                      <a:pt x="5" y="38"/>
                    </a:lnTo>
                    <a:lnTo>
                      <a:pt x="4" y="41"/>
                    </a:lnTo>
                    <a:lnTo>
                      <a:pt x="2" y="43"/>
                    </a:lnTo>
                    <a:lnTo>
                      <a:pt x="1" y="46"/>
                    </a:lnTo>
                    <a:lnTo>
                      <a:pt x="0" y="48"/>
                    </a:lnTo>
                    <a:lnTo>
                      <a:pt x="0" y="51"/>
                    </a:lnTo>
                    <a:lnTo>
                      <a:pt x="0" y="53"/>
                    </a:lnTo>
                    <a:lnTo>
                      <a:pt x="0" y="55"/>
                    </a:lnTo>
                    <a:lnTo>
                      <a:pt x="2" y="58"/>
                    </a:lnTo>
                    <a:lnTo>
                      <a:pt x="3" y="60"/>
                    </a:lnTo>
                    <a:lnTo>
                      <a:pt x="4" y="63"/>
                    </a:lnTo>
                    <a:lnTo>
                      <a:pt x="5" y="64"/>
                    </a:lnTo>
                    <a:lnTo>
                      <a:pt x="6" y="66"/>
                    </a:lnTo>
                    <a:lnTo>
                      <a:pt x="8" y="67"/>
                    </a:lnTo>
                    <a:lnTo>
                      <a:pt x="9" y="67"/>
                    </a:lnTo>
                    <a:lnTo>
                      <a:pt x="11" y="68"/>
                    </a:lnTo>
                    <a:lnTo>
                      <a:pt x="12" y="69"/>
                    </a:lnTo>
                    <a:lnTo>
                      <a:pt x="14" y="69"/>
                    </a:lnTo>
                    <a:lnTo>
                      <a:pt x="16" y="69"/>
                    </a:lnTo>
                    <a:lnTo>
                      <a:pt x="19" y="69"/>
                    </a:lnTo>
                    <a:lnTo>
                      <a:pt x="20" y="68"/>
                    </a:lnTo>
                    <a:lnTo>
                      <a:pt x="23" y="67"/>
                    </a:lnTo>
                    <a:lnTo>
                      <a:pt x="25" y="67"/>
                    </a:lnTo>
                    <a:lnTo>
                      <a:pt x="28" y="65"/>
                    </a:lnTo>
                    <a:lnTo>
                      <a:pt x="30" y="63"/>
                    </a:lnTo>
                    <a:lnTo>
                      <a:pt x="33" y="62"/>
                    </a:lnTo>
                    <a:lnTo>
                      <a:pt x="29" y="55"/>
                    </a:lnTo>
                    <a:lnTo>
                      <a:pt x="29" y="55"/>
                    </a:lnTo>
                    <a:close/>
                    <a:moveTo>
                      <a:pt x="48" y="112"/>
                    </a:moveTo>
                    <a:lnTo>
                      <a:pt x="43" y="107"/>
                    </a:lnTo>
                    <a:lnTo>
                      <a:pt x="78" y="76"/>
                    </a:lnTo>
                    <a:lnTo>
                      <a:pt x="64" y="59"/>
                    </a:lnTo>
                    <a:lnTo>
                      <a:pt x="27" y="89"/>
                    </a:lnTo>
                    <a:lnTo>
                      <a:pt x="21" y="83"/>
                    </a:lnTo>
                    <a:lnTo>
                      <a:pt x="91" y="27"/>
                    </a:lnTo>
                    <a:lnTo>
                      <a:pt x="97" y="33"/>
                    </a:lnTo>
                    <a:lnTo>
                      <a:pt x="70" y="54"/>
                    </a:lnTo>
                    <a:lnTo>
                      <a:pt x="84" y="71"/>
                    </a:lnTo>
                    <a:lnTo>
                      <a:pt x="110" y="47"/>
                    </a:lnTo>
                    <a:lnTo>
                      <a:pt x="116" y="53"/>
                    </a:lnTo>
                    <a:lnTo>
                      <a:pt x="48" y="112"/>
                    </a:lnTo>
                    <a:lnTo>
                      <a:pt x="48" y="112"/>
                    </a:lnTo>
                    <a:close/>
                    <a:moveTo>
                      <a:pt x="64" y="127"/>
                    </a:moveTo>
                    <a:lnTo>
                      <a:pt x="58" y="121"/>
                    </a:lnTo>
                    <a:lnTo>
                      <a:pt x="124" y="60"/>
                    </a:lnTo>
                    <a:lnTo>
                      <a:pt x="130" y="66"/>
                    </a:lnTo>
                    <a:lnTo>
                      <a:pt x="64" y="127"/>
                    </a:lnTo>
                    <a:lnTo>
                      <a:pt x="64" y="127"/>
                    </a:lnTo>
                    <a:close/>
                    <a:moveTo>
                      <a:pt x="99" y="156"/>
                    </a:moveTo>
                    <a:lnTo>
                      <a:pt x="105" y="161"/>
                    </a:lnTo>
                    <a:lnTo>
                      <a:pt x="169" y="95"/>
                    </a:lnTo>
                    <a:lnTo>
                      <a:pt x="163" y="91"/>
                    </a:lnTo>
                    <a:lnTo>
                      <a:pt x="122" y="131"/>
                    </a:lnTo>
                    <a:lnTo>
                      <a:pt x="149" y="82"/>
                    </a:lnTo>
                    <a:lnTo>
                      <a:pt x="139" y="74"/>
                    </a:lnTo>
                    <a:lnTo>
                      <a:pt x="75" y="136"/>
                    </a:lnTo>
                    <a:lnTo>
                      <a:pt x="82" y="143"/>
                    </a:lnTo>
                    <a:lnTo>
                      <a:pt x="137" y="86"/>
                    </a:lnTo>
                    <a:lnTo>
                      <a:pt x="99" y="156"/>
                    </a:lnTo>
                    <a:lnTo>
                      <a:pt x="99" y="156"/>
                    </a:lnTo>
                    <a:close/>
                    <a:moveTo>
                      <a:pt x="147" y="148"/>
                    </a:moveTo>
                    <a:lnTo>
                      <a:pt x="160" y="159"/>
                    </a:lnTo>
                    <a:lnTo>
                      <a:pt x="145" y="188"/>
                    </a:lnTo>
                    <a:lnTo>
                      <a:pt x="153" y="193"/>
                    </a:lnTo>
                    <a:lnTo>
                      <a:pt x="191" y="111"/>
                    </a:lnTo>
                    <a:lnTo>
                      <a:pt x="182" y="105"/>
                    </a:lnTo>
                    <a:lnTo>
                      <a:pt x="115" y="168"/>
                    </a:lnTo>
                    <a:lnTo>
                      <a:pt x="121" y="173"/>
                    </a:lnTo>
                    <a:lnTo>
                      <a:pt x="147" y="148"/>
                    </a:lnTo>
                    <a:lnTo>
                      <a:pt x="147" y="148"/>
                    </a:lnTo>
                    <a:close/>
                    <a:moveTo>
                      <a:pt x="163" y="151"/>
                    </a:moveTo>
                    <a:lnTo>
                      <a:pt x="153" y="143"/>
                    </a:lnTo>
                    <a:lnTo>
                      <a:pt x="178" y="119"/>
                    </a:lnTo>
                    <a:lnTo>
                      <a:pt x="163" y="15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8" name="ïś1ïḋe"/>
              <p:cNvSpPr/>
              <p:nvPr userDrawn="1"/>
            </p:nvSpPr>
            <p:spPr bwMode="auto">
              <a:xfrm>
                <a:off x="2944813" y="3957638"/>
                <a:ext cx="39688" cy="73025"/>
              </a:xfrm>
              <a:custGeom>
                <a:avLst/>
                <a:gdLst>
                  <a:gd name="T0" fmla="*/ 13 w 25"/>
                  <a:gd name="T1" fmla="*/ 0 h 46"/>
                  <a:gd name="T2" fmla="*/ 20 w 25"/>
                  <a:gd name="T3" fmla="*/ 29 h 46"/>
                  <a:gd name="T4" fmla="*/ 24 w 25"/>
                  <a:gd name="T5" fmla="*/ 28 h 46"/>
                  <a:gd name="T6" fmla="*/ 25 w 25"/>
                  <a:gd name="T7" fmla="*/ 32 h 46"/>
                  <a:gd name="T8" fmla="*/ 21 w 25"/>
                  <a:gd name="T9" fmla="*/ 33 h 46"/>
                  <a:gd name="T10" fmla="*/ 24 w 25"/>
                  <a:gd name="T11" fmla="*/ 45 h 46"/>
                  <a:gd name="T12" fmla="*/ 20 w 25"/>
                  <a:gd name="T13" fmla="*/ 46 h 46"/>
                  <a:gd name="T14" fmla="*/ 17 w 25"/>
                  <a:gd name="T15" fmla="*/ 33 h 46"/>
                  <a:gd name="T16" fmla="*/ 2 w 25"/>
                  <a:gd name="T17" fmla="*/ 37 h 46"/>
                  <a:gd name="T18" fmla="*/ 0 w 25"/>
                  <a:gd name="T19" fmla="*/ 33 h 46"/>
                  <a:gd name="T20" fmla="*/ 11 w 25"/>
                  <a:gd name="T21" fmla="*/ 0 h 46"/>
                  <a:gd name="T22" fmla="*/ 13 w 25"/>
                  <a:gd name="T23" fmla="*/ 0 h 46"/>
                  <a:gd name="T24" fmla="*/ 13 w 25"/>
                  <a:gd name="T25" fmla="*/ 0 h 46"/>
                  <a:gd name="T26" fmla="*/ 16 w 25"/>
                  <a:gd name="T27" fmla="*/ 29 h 46"/>
                  <a:gd name="T28" fmla="*/ 11 w 25"/>
                  <a:gd name="T29" fmla="*/ 7 h 46"/>
                  <a:gd name="T30" fmla="*/ 3 w 25"/>
                  <a:gd name="T31" fmla="*/ 33 h 46"/>
                  <a:gd name="T32" fmla="*/ 16 w 25"/>
                  <a:gd name="T33" fmla="*/ 2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46">
                    <a:moveTo>
                      <a:pt x="13" y="0"/>
                    </a:moveTo>
                    <a:lnTo>
                      <a:pt x="20" y="29"/>
                    </a:lnTo>
                    <a:lnTo>
                      <a:pt x="24" y="28"/>
                    </a:lnTo>
                    <a:lnTo>
                      <a:pt x="25" y="32"/>
                    </a:lnTo>
                    <a:lnTo>
                      <a:pt x="21" y="33"/>
                    </a:lnTo>
                    <a:lnTo>
                      <a:pt x="24" y="45"/>
                    </a:lnTo>
                    <a:lnTo>
                      <a:pt x="20" y="46"/>
                    </a:lnTo>
                    <a:lnTo>
                      <a:pt x="17" y="33"/>
                    </a:lnTo>
                    <a:lnTo>
                      <a:pt x="2" y="37"/>
                    </a:lnTo>
                    <a:lnTo>
                      <a:pt x="0" y="33"/>
                    </a:lnTo>
                    <a:lnTo>
                      <a:pt x="11" y="0"/>
                    </a:lnTo>
                    <a:lnTo>
                      <a:pt x="13" y="0"/>
                    </a:lnTo>
                    <a:lnTo>
                      <a:pt x="13" y="0"/>
                    </a:lnTo>
                    <a:close/>
                    <a:moveTo>
                      <a:pt x="16" y="29"/>
                    </a:moveTo>
                    <a:lnTo>
                      <a:pt x="11" y="7"/>
                    </a:lnTo>
                    <a:lnTo>
                      <a:pt x="3" y="33"/>
                    </a:lnTo>
                    <a:lnTo>
                      <a:pt x="16" y="29"/>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9" name="ís1íďe"/>
              <p:cNvSpPr/>
              <p:nvPr userDrawn="1"/>
            </p:nvSpPr>
            <p:spPr bwMode="auto">
              <a:xfrm>
                <a:off x="2720976" y="3960813"/>
                <a:ext cx="38100" cy="71438"/>
              </a:xfrm>
              <a:custGeom>
                <a:avLst/>
                <a:gdLst>
                  <a:gd name="T0" fmla="*/ 16 w 24"/>
                  <a:gd name="T1" fmla="*/ 10 h 45"/>
                  <a:gd name="T2" fmla="*/ 16 w 24"/>
                  <a:gd name="T3" fmla="*/ 8 h 45"/>
                  <a:gd name="T4" fmla="*/ 16 w 24"/>
                  <a:gd name="T5" fmla="*/ 7 h 45"/>
                  <a:gd name="T6" fmla="*/ 16 w 24"/>
                  <a:gd name="T7" fmla="*/ 6 h 45"/>
                  <a:gd name="T8" fmla="*/ 15 w 24"/>
                  <a:gd name="T9" fmla="*/ 5 h 45"/>
                  <a:gd name="T10" fmla="*/ 12 w 24"/>
                  <a:gd name="T11" fmla="*/ 5 h 45"/>
                  <a:gd name="T12" fmla="*/ 9 w 24"/>
                  <a:gd name="T13" fmla="*/ 5 h 45"/>
                  <a:gd name="T14" fmla="*/ 10 w 24"/>
                  <a:gd name="T15" fmla="*/ 3 h 45"/>
                  <a:gd name="T16" fmla="*/ 13 w 24"/>
                  <a:gd name="T17" fmla="*/ 3 h 45"/>
                  <a:gd name="T18" fmla="*/ 17 w 24"/>
                  <a:gd name="T19" fmla="*/ 3 h 45"/>
                  <a:gd name="T20" fmla="*/ 20 w 24"/>
                  <a:gd name="T21" fmla="*/ 2 h 45"/>
                  <a:gd name="T22" fmla="*/ 24 w 24"/>
                  <a:gd name="T23" fmla="*/ 0 h 45"/>
                  <a:gd name="T24" fmla="*/ 14 w 24"/>
                  <a:gd name="T25" fmla="*/ 39 h 45"/>
                  <a:gd name="T26" fmla="*/ 14 w 24"/>
                  <a:gd name="T27" fmla="*/ 39 h 45"/>
                  <a:gd name="T28" fmla="*/ 14 w 24"/>
                  <a:gd name="T29" fmla="*/ 40 h 45"/>
                  <a:gd name="T30" fmla="*/ 14 w 24"/>
                  <a:gd name="T31" fmla="*/ 41 h 45"/>
                  <a:gd name="T32" fmla="*/ 14 w 24"/>
                  <a:gd name="T33" fmla="*/ 42 h 45"/>
                  <a:gd name="T34" fmla="*/ 16 w 24"/>
                  <a:gd name="T35" fmla="*/ 43 h 45"/>
                  <a:gd name="T36" fmla="*/ 18 w 24"/>
                  <a:gd name="T37" fmla="*/ 43 h 45"/>
                  <a:gd name="T38" fmla="*/ 18 w 24"/>
                  <a:gd name="T39" fmla="*/ 45 h 45"/>
                  <a:gd name="T40" fmla="*/ 0 w 24"/>
                  <a:gd name="T41" fmla="*/ 40 h 45"/>
                  <a:gd name="T42" fmla="*/ 1 w 24"/>
                  <a:gd name="T43" fmla="*/ 39 h 45"/>
                  <a:gd name="T44" fmla="*/ 4 w 24"/>
                  <a:gd name="T45" fmla="*/ 39 h 45"/>
                  <a:gd name="T46" fmla="*/ 6 w 24"/>
                  <a:gd name="T47" fmla="*/ 39 h 45"/>
                  <a:gd name="T48" fmla="*/ 7 w 24"/>
                  <a:gd name="T49" fmla="*/ 39 h 45"/>
                  <a:gd name="T50" fmla="*/ 8 w 24"/>
                  <a:gd name="T51" fmla="*/ 39 h 45"/>
                  <a:gd name="T52" fmla="*/ 8 w 24"/>
                  <a:gd name="T53" fmla="*/ 39 h 45"/>
                  <a:gd name="T54" fmla="*/ 8 w 24"/>
                  <a:gd name="T55" fmla="*/ 39 h 45"/>
                  <a:gd name="T56" fmla="*/ 16 w 24"/>
                  <a:gd name="T57" fmla="*/ 1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45">
                    <a:moveTo>
                      <a:pt x="16" y="10"/>
                    </a:moveTo>
                    <a:lnTo>
                      <a:pt x="16" y="8"/>
                    </a:lnTo>
                    <a:lnTo>
                      <a:pt x="16" y="7"/>
                    </a:lnTo>
                    <a:lnTo>
                      <a:pt x="16" y="6"/>
                    </a:lnTo>
                    <a:lnTo>
                      <a:pt x="15" y="5"/>
                    </a:lnTo>
                    <a:lnTo>
                      <a:pt x="12" y="5"/>
                    </a:lnTo>
                    <a:lnTo>
                      <a:pt x="9" y="5"/>
                    </a:lnTo>
                    <a:lnTo>
                      <a:pt x="10" y="3"/>
                    </a:lnTo>
                    <a:lnTo>
                      <a:pt x="13" y="3"/>
                    </a:lnTo>
                    <a:lnTo>
                      <a:pt x="17" y="3"/>
                    </a:lnTo>
                    <a:lnTo>
                      <a:pt x="20" y="2"/>
                    </a:lnTo>
                    <a:lnTo>
                      <a:pt x="24" y="0"/>
                    </a:lnTo>
                    <a:lnTo>
                      <a:pt x="14" y="39"/>
                    </a:lnTo>
                    <a:lnTo>
                      <a:pt x="14" y="39"/>
                    </a:lnTo>
                    <a:lnTo>
                      <a:pt x="14" y="40"/>
                    </a:lnTo>
                    <a:lnTo>
                      <a:pt x="14" y="41"/>
                    </a:lnTo>
                    <a:lnTo>
                      <a:pt x="14" y="42"/>
                    </a:lnTo>
                    <a:lnTo>
                      <a:pt x="16" y="43"/>
                    </a:lnTo>
                    <a:lnTo>
                      <a:pt x="18" y="43"/>
                    </a:lnTo>
                    <a:lnTo>
                      <a:pt x="18" y="45"/>
                    </a:lnTo>
                    <a:lnTo>
                      <a:pt x="0" y="40"/>
                    </a:lnTo>
                    <a:lnTo>
                      <a:pt x="1" y="39"/>
                    </a:lnTo>
                    <a:lnTo>
                      <a:pt x="4" y="39"/>
                    </a:lnTo>
                    <a:lnTo>
                      <a:pt x="6" y="39"/>
                    </a:lnTo>
                    <a:lnTo>
                      <a:pt x="7" y="39"/>
                    </a:lnTo>
                    <a:lnTo>
                      <a:pt x="8" y="39"/>
                    </a:lnTo>
                    <a:lnTo>
                      <a:pt x="8" y="39"/>
                    </a:lnTo>
                    <a:lnTo>
                      <a:pt x="8" y="39"/>
                    </a:lnTo>
                    <a:lnTo>
                      <a:pt x="16" y="1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0" name="i$ľide"/>
              <p:cNvSpPr/>
              <p:nvPr userDrawn="1"/>
            </p:nvSpPr>
            <p:spPr bwMode="auto">
              <a:xfrm>
                <a:off x="2797176" y="3963988"/>
                <a:ext cx="36513" cy="71438"/>
              </a:xfrm>
              <a:custGeom>
                <a:avLst/>
                <a:gdLst>
                  <a:gd name="T0" fmla="*/ 1 w 23"/>
                  <a:gd name="T1" fmla="*/ 45 h 45"/>
                  <a:gd name="T2" fmla="*/ 6 w 23"/>
                  <a:gd name="T3" fmla="*/ 42 h 45"/>
                  <a:gd name="T4" fmla="*/ 10 w 23"/>
                  <a:gd name="T5" fmla="*/ 39 h 45"/>
                  <a:gd name="T6" fmla="*/ 14 w 23"/>
                  <a:gd name="T7" fmla="*/ 33 h 45"/>
                  <a:gd name="T8" fmla="*/ 16 w 23"/>
                  <a:gd name="T9" fmla="*/ 25 h 45"/>
                  <a:gd name="T10" fmla="*/ 12 w 23"/>
                  <a:gd name="T11" fmla="*/ 28 h 45"/>
                  <a:gd name="T12" fmla="*/ 11 w 23"/>
                  <a:gd name="T13" fmla="*/ 29 h 45"/>
                  <a:gd name="T14" fmla="*/ 8 w 23"/>
                  <a:gd name="T15" fmla="*/ 29 h 45"/>
                  <a:gd name="T16" fmla="*/ 5 w 23"/>
                  <a:gd name="T17" fmla="*/ 27 h 45"/>
                  <a:gd name="T18" fmla="*/ 3 w 23"/>
                  <a:gd name="T19" fmla="*/ 24 h 45"/>
                  <a:gd name="T20" fmla="*/ 1 w 23"/>
                  <a:gd name="T21" fmla="*/ 20 h 45"/>
                  <a:gd name="T22" fmla="*/ 0 w 23"/>
                  <a:gd name="T23" fmla="*/ 14 h 45"/>
                  <a:gd name="T24" fmla="*/ 1 w 23"/>
                  <a:gd name="T25" fmla="*/ 9 h 45"/>
                  <a:gd name="T26" fmla="*/ 4 w 23"/>
                  <a:gd name="T27" fmla="*/ 5 h 45"/>
                  <a:gd name="T28" fmla="*/ 5 w 23"/>
                  <a:gd name="T29" fmla="*/ 2 h 45"/>
                  <a:gd name="T30" fmla="*/ 8 w 23"/>
                  <a:gd name="T31" fmla="*/ 1 h 45"/>
                  <a:gd name="T32" fmla="*/ 12 w 23"/>
                  <a:gd name="T33" fmla="*/ 0 h 45"/>
                  <a:gd name="T34" fmla="*/ 14 w 23"/>
                  <a:gd name="T35" fmla="*/ 0 h 45"/>
                  <a:gd name="T36" fmla="*/ 16 w 23"/>
                  <a:gd name="T37" fmla="*/ 1 h 45"/>
                  <a:gd name="T38" fmla="*/ 20 w 23"/>
                  <a:gd name="T39" fmla="*/ 6 h 45"/>
                  <a:gd name="T40" fmla="*/ 23 w 23"/>
                  <a:gd name="T41" fmla="*/ 13 h 45"/>
                  <a:gd name="T42" fmla="*/ 23 w 23"/>
                  <a:gd name="T43" fmla="*/ 21 h 45"/>
                  <a:gd name="T44" fmla="*/ 22 w 23"/>
                  <a:gd name="T45" fmla="*/ 29 h 45"/>
                  <a:gd name="T46" fmla="*/ 20 w 23"/>
                  <a:gd name="T47" fmla="*/ 33 h 45"/>
                  <a:gd name="T48" fmla="*/ 18 w 23"/>
                  <a:gd name="T49" fmla="*/ 37 h 45"/>
                  <a:gd name="T50" fmla="*/ 15 w 23"/>
                  <a:gd name="T51" fmla="*/ 40 h 45"/>
                  <a:gd name="T52" fmla="*/ 11 w 23"/>
                  <a:gd name="T53" fmla="*/ 42 h 45"/>
                  <a:gd name="T54" fmla="*/ 7 w 23"/>
                  <a:gd name="T55" fmla="*/ 45 h 45"/>
                  <a:gd name="T56" fmla="*/ 1 w 23"/>
                  <a:gd name="T57" fmla="*/ 45 h 45"/>
                  <a:gd name="T58" fmla="*/ 16 w 23"/>
                  <a:gd name="T59" fmla="*/ 7 h 45"/>
                  <a:gd name="T60" fmla="*/ 13 w 23"/>
                  <a:gd name="T61" fmla="*/ 4 h 45"/>
                  <a:gd name="T62" fmla="*/ 12 w 23"/>
                  <a:gd name="T63" fmla="*/ 3 h 45"/>
                  <a:gd name="T64" fmla="*/ 9 w 23"/>
                  <a:gd name="T65" fmla="*/ 3 h 45"/>
                  <a:gd name="T66" fmla="*/ 8 w 23"/>
                  <a:gd name="T67" fmla="*/ 4 h 45"/>
                  <a:gd name="T68" fmla="*/ 6 w 23"/>
                  <a:gd name="T69" fmla="*/ 5 h 45"/>
                  <a:gd name="T70" fmla="*/ 5 w 23"/>
                  <a:gd name="T71" fmla="*/ 9 h 45"/>
                  <a:gd name="T72" fmla="*/ 5 w 23"/>
                  <a:gd name="T73" fmla="*/ 13 h 45"/>
                  <a:gd name="T74" fmla="*/ 5 w 23"/>
                  <a:gd name="T75" fmla="*/ 21 h 45"/>
                  <a:gd name="T76" fmla="*/ 7 w 23"/>
                  <a:gd name="T77" fmla="*/ 25 h 45"/>
                  <a:gd name="T78" fmla="*/ 8 w 23"/>
                  <a:gd name="T79" fmla="*/ 25 h 45"/>
                  <a:gd name="T80" fmla="*/ 11 w 23"/>
                  <a:gd name="T81" fmla="*/ 25 h 45"/>
                  <a:gd name="T82" fmla="*/ 15 w 23"/>
                  <a:gd name="T83" fmla="*/ 24 h 45"/>
                  <a:gd name="T84" fmla="*/ 16 w 23"/>
                  <a:gd name="T85" fmla="*/ 23 h 45"/>
                  <a:gd name="T86" fmla="*/ 17 w 23"/>
                  <a:gd name="T87" fmla="*/ 21 h 45"/>
                  <a:gd name="T88" fmla="*/ 18 w 23"/>
                  <a:gd name="T89" fmla="*/ 16 h 45"/>
                  <a:gd name="T90" fmla="*/ 17 w 23"/>
                  <a:gd name="T91" fmla="*/ 11 h 45"/>
                  <a:gd name="T92" fmla="*/ 16 w 23"/>
                  <a:gd name="T93" fmla="*/ 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 h="45">
                    <a:moveTo>
                      <a:pt x="1" y="45"/>
                    </a:moveTo>
                    <a:lnTo>
                      <a:pt x="1" y="45"/>
                    </a:lnTo>
                    <a:lnTo>
                      <a:pt x="4" y="44"/>
                    </a:lnTo>
                    <a:lnTo>
                      <a:pt x="6" y="42"/>
                    </a:lnTo>
                    <a:lnTo>
                      <a:pt x="8" y="41"/>
                    </a:lnTo>
                    <a:lnTo>
                      <a:pt x="10" y="39"/>
                    </a:lnTo>
                    <a:lnTo>
                      <a:pt x="12" y="36"/>
                    </a:lnTo>
                    <a:lnTo>
                      <a:pt x="14" y="33"/>
                    </a:lnTo>
                    <a:lnTo>
                      <a:pt x="16" y="29"/>
                    </a:lnTo>
                    <a:lnTo>
                      <a:pt x="16" y="25"/>
                    </a:lnTo>
                    <a:lnTo>
                      <a:pt x="14" y="26"/>
                    </a:lnTo>
                    <a:lnTo>
                      <a:pt x="12" y="28"/>
                    </a:lnTo>
                    <a:lnTo>
                      <a:pt x="12" y="28"/>
                    </a:lnTo>
                    <a:lnTo>
                      <a:pt x="11" y="29"/>
                    </a:lnTo>
                    <a:lnTo>
                      <a:pt x="9" y="29"/>
                    </a:lnTo>
                    <a:lnTo>
                      <a:pt x="8" y="29"/>
                    </a:lnTo>
                    <a:lnTo>
                      <a:pt x="7" y="28"/>
                    </a:lnTo>
                    <a:lnTo>
                      <a:pt x="5" y="27"/>
                    </a:lnTo>
                    <a:lnTo>
                      <a:pt x="4" y="26"/>
                    </a:lnTo>
                    <a:lnTo>
                      <a:pt x="3" y="24"/>
                    </a:lnTo>
                    <a:lnTo>
                      <a:pt x="2" y="22"/>
                    </a:lnTo>
                    <a:lnTo>
                      <a:pt x="1" y="20"/>
                    </a:lnTo>
                    <a:lnTo>
                      <a:pt x="0" y="17"/>
                    </a:lnTo>
                    <a:lnTo>
                      <a:pt x="0" y="14"/>
                    </a:lnTo>
                    <a:lnTo>
                      <a:pt x="1" y="12"/>
                    </a:lnTo>
                    <a:lnTo>
                      <a:pt x="1" y="9"/>
                    </a:lnTo>
                    <a:lnTo>
                      <a:pt x="2" y="7"/>
                    </a:lnTo>
                    <a:lnTo>
                      <a:pt x="4" y="5"/>
                    </a:lnTo>
                    <a:lnTo>
                      <a:pt x="4" y="3"/>
                    </a:lnTo>
                    <a:lnTo>
                      <a:pt x="5" y="2"/>
                    </a:lnTo>
                    <a:lnTo>
                      <a:pt x="7" y="1"/>
                    </a:lnTo>
                    <a:lnTo>
                      <a:pt x="8" y="1"/>
                    </a:lnTo>
                    <a:lnTo>
                      <a:pt x="10" y="0"/>
                    </a:lnTo>
                    <a:lnTo>
                      <a:pt x="12" y="0"/>
                    </a:lnTo>
                    <a:lnTo>
                      <a:pt x="13" y="0"/>
                    </a:lnTo>
                    <a:lnTo>
                      <a:pt x="14" y="0"/>
                    </a:lnTo>
                    <a:lnTo>
                      <a:pt x="16" y="1"/>
                    </a:lnTo>
                    <a:lnTo>
                      <a:pt x="16" y="1"/>
                    </a:lnTo>
                    <a:lnTo>
                      <a:pt x="19" y="4"/>
                    </a:lnTo>
                    <a:lnTo>
                      <a:pt x="20" y="6"/>
                    </a:lnTo>
                    <a:lnTo>
                      <a:pt x="22" y="9"/>
                    </a:lnTo>
                    <a:lnTo>
                      <a:pt x="23" y="13"/>
                    </a:lnTo>
                    <a:lnTo>
                      <a:pt x="23" y="17"/>
                    </a:lnTo>
                    <a:lnTo>
                      <a:pt x="23" y="21"/>
                    </a:lnTo>
                    <a:lnTo>
                      <a:pt x="23" y="25"/>
                    </a:lnTo>
                    <a:lnTo>
                      <a:pt x="22" y="29"/>
                    </a:lnTo>
                    <a:lnTo>
                      <a:pt x="21" y="31"/>
                    </a:lnTo>
                    <a:lnTo>
                      <a:pt x="20" y="33"/>
                    </a:lnTo>
                    <a:lnTo>
                      <a:pt x="19" y="35"/>
                    </a:lnTo>
                    <a:lnTo>
                      <a:pt x="18" y="37"/>
                    </a:lnTo>
                    <a:lnTo>
                      <a:pt x="16" y="38"/>
                    </a:lnTo>
                    <a:lnTo>
                      <a:pt x="15" y="40"/>
                    </a:lnTo>
                    <a:lnTo>
                      <a:pt x="12" y="41"/>
                    </a:lnTo>
                    <a:lnTo>
                      <a:pt x="11" y="42"/>
                    </a:lnTo>
                    <a:lnTo>
                      <a:pt x="8" y="44"/>
                    </a:lnTo>
                    <a:lnTo>
                      <a:pt x="7" y="45"/>
                    </a:lnTo>
                    <a:lnTo>
                      <a:pt x="4" y="45"/>
                    </a:lnTo>
                    <a:lnTo>
                      <a:pt x="1" y="45"/>
                    </a:lnTo>
                    <a:lnTo>
                      <a:pt x="1" y="45"/>
                    </a:lnTo>
                    <a:close/>
                    <a:moveTo>
                      <a:pt x="16" y="7"/>
                    </a:moveTo>
                    <a:lnTo>
                      <a:pt x="15" y="5"/>
                    </a:lnTo>
                    <a:lnTo>
                      <a:pt x="13" y="4"/>
                    </a:lnTo>
                    <a:lnTo>
                      <a:pt x="12" y="3"/>
                    </a:lnTo>
                    <a:lnTo>
                      <a:pt x="12" y="3"/>
                    </a:lnTo>
                    <a:lnTo>
                      <a:pt x="11" y="3"/>
                    </a:lnTo>
                    <a:lnTo>
                      <a:pt x="9" y="3"/>
                    </a:lnTo>
                    <a:lnTo>
                      <a:pt x="8" y="3"/>
                    </a:lnTo>
                    <a:lnTo>
                      <a:pt x="8" y="4"/>
                    </a:lnTo>
                    <a:lnTo>
                      <a:pt x="7" y="5"/>
                    </a:lnTo>
                    <a:lnTo>
                      <a:pt x="6" y="5"/>
                    </a:lnTo>
                    <a:lnTo>
                      <a:pt x="5" y="7"/>
                    </a:lnTo>
                    <a:lnTo>
                      <a:pt x="5" y="9"/>
                    </a:lnTo>
                    <a:lnTo>
                      <a:pt x="5" y="10"/>
                    </a:lnTo>
                    <a:lnTo>
                      <a:pt x="5" y="13"/>
                    </a:lnTo>
                    <a:lnTo>
                      <a:pt x="5" y="17"/>
                    </a:lnTo>
                    <a:lnTo>
                      <a:pt x="5" y="21"/>
                    </a:lnTo>
                    <a:lnTo>
                      <a:pt x="6" y="23"/>
                    </a:lnTo>
                    <a:lnTo>
                      <a:pt x="7" y="25"/>
                    </a:lnTo>
                    <a:lnTo>
                      <a:pt x="8" y="25"/>
                    </a:lnTo>
                    <a:lnTo>
                      <a:pt x="8" y="25"/>
                    </a:lnTo>
                    <a:lnTo>
                      <a:pt x="10" y="25"/>
                    </a:lnTo>
                    <a:lnTo>
                      <a:pt x="11" y="25"/>
                    </a:lnTo>
                    <a:lnTo>
                      <a:pt x="13" y="25"/>
                    </a:lnTo>
                    <a:lnTo>
                      <a:pt x="15" y="24"/>
                    </a:lnTo>
                    <a:lnTo>
                      <a:pt x="16" y="23"/>
                    </a:lnTo>
                    <a:lnTo>
                      <a:pt x="16" y="23"/>
                    </a:lnTo>
                    <a:lnTo>
                      <a:pt x="16" y="22"/>
                    </a:lnTo>
                    <a:lnTo>
                      <a:pt x="17" y="21"/>
                    </a:lnTo>
                    <a:lnTo>
                      <a:pt x="17" y="19"/>
                    </a:lnTo>
                    <a:lnTo>
                      <a:pt x="18" y="16"/>
                    </a:lnTo>
                    <a:lnTo>
                      <a:pt x="17" y="13"/>
                    </a:lnTo>
                    <a:lnTo>
                      <a:pt x="17" y="11"/>
                    </a:lnTo>
                    <a:lnTo>
                      <a:pt x="16" y="9"/>
                    </a:lnTo>
                    <a:lnTo>
                      <a:pt x="16" y="7"/>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1" name="í$lïḓé"/>
              <p:cNvSpPr/>
              <p:nvPr userDrawn="1"/>
            </p:nvSpPr>
            <p:spPr bwMode="auto">
              <a:xfrm>
                <a:off x="2874963" y="3962401"/>
                <a:ext cx="34925" cy="74613"/>
              </a:xfrm>
              <a:custGeom>
                <a:avLst/>
                <a:gdLst>
                  <a:gd name="T0" fmla="*/ 0 w 22"/>
                  <a:gd name="T1" fmla="*/ 10 h 47"/>
                  <a:gd name="T2" fmla="*/ 1 w 22"/>
                  <a:gd name="T3" fmla="*/ 6 h 47"/>
                  <a:gd name="T4" fmla="*/ 4 w 22"/>
                  <a:gd name="T5" fmla="*/ 2 h 47"/>
                  <a:gd name="T6" fmla="*/ 8 w 22"/>
                  <a:gd name="T7" fmla="*/ 1 h 47"/>
                  <a:gd name="T8" fmla="*/ 12 w 22"/>
                  <a:gd name="T9" fmla="*/ 1 h 47"/>
                  <a:gd name="T10" fmla="*/ 16 w 22"/>
                  <a:gd name="T11" fmla="*/ 2 h 47"/>
                  <a:gd name="T12" fmla="*/ 18 w 22"/>
                  <a:gd name="T13" fmla="*/ 6 h 47"/>
                  <a:gd name="T14" fmla="*/ 20 w 22"/>
                  <a:gd name="T15" fmla="*/ 10 h 47"/>
                  <a:gd name="T16" fmla="*/ 19 w 22"/>
                  <a:gd name="T17" fmla="*/ 14 h 47"/>
                  <a:gd name="T18" fmla="*/ 16 w 22"/>
                  <a:gd name="T19" fmla="*/ 18 h 47"/>
                  <a:gd name="T20" fmla="*/ 15 w 22"/>
                  <a:gd name="T21" fmla="*/ 22 h 47"/>
                  <a:gd name="T22" fmla="*/ 17 w 22"/>
                  <a:gd name="T23" fmla="*/ 24 h 47"/>
                  <a:gd name="T24" fmla="*/ 20 w 22"/>
                  <a:gd name="T25" fmla="*/ 26 h 47"/>
                  <a:gd name="T26" fmla="*/ 21 w 22"/>
                  <a:gd name="T27" fmla="*/ 29 h 47"/>
                  <a:gd name="T28" fmla="*/ 22 w 22"/>
                  <a:gd name="T29" fmla="*/ 33 h 47"/>
                  <a:gd name="T30" fmla="*/ 21 w 22"/>
                  <a:gd name="T31" fmla="*/ 38 h 47"/>
                  <a:gd name="T32" fmla="*/ 18 w 22"/>
                  <a:gd name="T33" fmla="*/ 42 h 47"/>
                  <a:gd name="T34" fmla="*/ 14 w 22"/>
                  <a:gd name="T35" fmla="*/ 46 h 47"/>
                  <a:gd name="T36" fmla="*/ 10 w 22"/>
                  <a:gd name="T37" fmla="*/ 47 h 47"/>
                  <a:gd name="T38" fmla="*/ 6 w 22"/>
                  <a:gd name="T39" fmla="*/ 47 h 47"/>
                  <a:gd name="T40" fmla="*/ 4 w 22"/>
                  <a:gd name="T41" fmla="*/ 46 h 47"/>
                  <a:gd name="T42" fmla="*/ 1 w 22"/>
                  <a:gd name="T43" fmla="*/ 45 h 47"/>
                  <a:gd name="T44" fmla="*/ 0 w 22"/>
                  <a:gd name="T45" fmla="*/ 42 h 47"/>
                  <a:gd name="T46" fmla="*/ 1 w 22"/>
                  <a:gd name="T47" fmla="*/ 40 h 47"/>
                  <a:gd name="T48" fmla="*/ 4 w 22"/>
                  <a:gd name="T49" fmla="*/ 39 h 47"/>
                  <a:gd name="T50" fmla="*/ 5 w 22"/>
                  <a:gd name="T51" fmla="*/ 40 h 47"/>
                  <a:gd name="T52" fmla="*/ 7 w 22"/>
                  <a:gd name="T53" fmla="*/ 42 h 47"/>
                  <a:gd name="T54" fmla="*/ 9 w 22"/>
                  <a:gd name="T55" fmla="*/ 43 h 47"/>
                  <a:gd name="T56" fmla="*/ 12 w 22"/>
                  <a:gd name="T57" fmla="*/ 42 h 47"/>
                  <a:gd name="T58" fmla="*/ 14 w 22"/>
                  <a:gd name="T59" fmla="*/ 41 h 47"/>
                  <a:gd name="T60" fmla="*/ 16 w 22"/>
                  <a:gd name="T61" fmla="*/ 38 h 47"/>
                  <a:gd name="T62" fmla="*/ 17 w 22"/>
                  <a:gd name="T63" fmla="*/ 36 h 47"/>
                  <a:gd name="T64" fmla="*/ 17 w 22"/>
                  <a:gd name="T65" fmla="*/ 34 h 47"/>
                  <a:gd name="T66" fmla="*/ 17 w 22"/>
                  <a:gd name="T67" fmla="*/ 30 h 47"/>
                  <a:gd name="T68" fmla="*/ 16 w 22"/>
                  <a:gd name="T69" fmla="*/ 28 h 47"/>
                  <a:gd name="T70" fmla="*/ 13 w 22"/>
                  <a:gd name="T71" fmla="*/ 26 h 47"/>
                  <a:gd name="T72" fmla="*/ 9 w 22"/>
                  <a:gd name="T73" fmla="*/ 24 h 47"/>
                  <a:gd name="T74" fmla="*/ 6 w 22"/>
                  <a:gd name="T75" fmla="*/ 22 h 47"/>
                  <a:gd name="T76" fmla="*/ 9 w 22"/>
                  <a:gd name="T77" fmla="*/ 22 h 47"/>
                  <a:gd name="T78" fmla="*/ 12 w 22"/>
                  <a:gd name="T79" fmla="*/ 19 h 47"/>
                  <a:gd name="T80" fmla="*/ 14 w 22"/>
                  <a:gd name="T81" fmla="*/ 16 h 47"/>
                  <a:gd name="T82" fmla="*/ 14 w 22"/>
                  <a:gd name="T83" fmla="*/ 13 h 47"/>
                  <a:gd name="T84" fmla="*/ 14 w 22"/>
                  <a:gd name="T85" fmla="*/ 9 h 47"/>
                  <a:gd name="T86" fmla="*/ 12 w 22"/>
                  <a:gd name="T87" fmla="*/ 6 h 47"/>
                  <a:gd name="T88" fmla="*/ 11 w 22"/>
                  <a:gd name="T89" fmla="*/ 6 h 47"/>
                  <a:gd name="T90" fmla="*/ 8 w 22"/>
                  <a:gd name="T91" fmla="*/ 5 h 47"/>
                  <a:gd name="T92" fmla="*/ 6 w 22"/>
                  <a:gd name="T93" fmla="*/ 6 h 47"/>
                  <a:gd name="T94" fmla="*/ 4 w 22"/>
                  <a:gd name="T95" fmla="*/ 6 h 47"/>
                  <a:gd name="T96" fmla="*/ 3 w 22"/>
                  <a:gd name="T97" fmla="*/ 8 h 47"/>
                  <a:gd name="T98" fmla="*/ 2 w 22"/>
                  <a:gd name="T99"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 h="47">
                    <a:moveTo>
                      <a:pt x="0" y="11"/>
                    </a:moveTo>
                    <a:lnTo>
                      <a:pt x="0" y="10"/>
                    </a:lnTo>
                    <a:lnTo>
                      <a:pt x="1" y="8"/>
                    </a:lnTo>
                    <a:lnTo>
                      <a:pt x="1" y="6"/>
                    </a:lnTo>
                    <a:lnTo>
                      <a:pt x="3" y="5"/>
                    </a:lnTo>
                    <a:lnTo>
                      <a:pt x="4" y="2"/>
                    </a:lnTo>
                    <a:lnTo>
                      <a:pt x="6" y="2"/>
                    </a:lnTo>
                    <a:lnTo>
                      <a:pt x="8" y="1"/>
                    </a:lnTo>
                    <a:lnTo>
                      <a:pt x="10" y="0"/>
                    </a:lnTo>
                    <a:lnTo>
                      <a:pt x="12" y="1"/>
                    </a:lnTo>
                    <a:lnTo>
                      <a:pt x="14" y="2"/>
                    </a:lnTo>
                    <a:lnTo>
                      <a:pt x="16" y="2"/>
                    </a:lnTo>
                    <a:lnTo>
                      <a:pt x="17" y="4"/>
                    </a:lnTo>
                    <a:lnTo>
                      <a:pt x="18" y="6"/>
                    </a:lnTo>
                    <a:lnTo>
                      <a:pt x="19" y="8"/>
                    </a:lnTo>
                    <a:lnTo>
                      <a:pt x="20" y="10"/>
                    </a:lnTo>
                    <a:lnTo>
                      <a:pt x="20" y="12"/>
                    </a:lnTo>
                    <a:lnTo>
                      <a:pt x="19" y="14"/>
                    </a:lnTo>
                    <a:lnTo>
                      <a:pt x="17" y="17"/>
                    </a:lnTo>
                    <a:lnTo>
                      <a:pt x="16" y="18"/>
                    </a:lnTo>
                    <a:lnTo>
                      <a:pt x="13" y="21"/>
                    </a:lnTo>
                    <a:lnTo>
                      <a:pt x="15" y="22"/>
                    </a:lnTo>
                    <a:lnTo>
                      <a:pt x="16" y="22"/>
                    </a:lnTo>
                    <a:lnTo>
                      <a:pt x="17" y="24"/>
                    </a:lnTo>
                    <a:lnTo>
                      <a:pt x="19" y="25"/>
                    </a:lnTo>
                    <a:lnTo>
                      <a:pt x="20" y="26"/>
                    </a:lnTo>
                    <a:lnTo>
                      <a:pt x="20" y="27"/>
                    </a:lnTo>
                    <a:lnTo>
                      <a:pt x="21" y="29"/>
                    </a:lnTo>
                    <a:lnTo>
                      <a:pt x="21" y="30"/>
                    </a:lnTo>
                    <a:lnTo>
                      <a:pt x="22" y="33"/>
                    </a:lnTo>
                    <a:lnTo>
                      <a:pt x="22" y="35"/>
                    </a:lnTo>
                    <a:lnTo>
                      <a:pt x="21" y="38"/>
                    </a:lnTo>
                    <a:lnTo>
                      <a:pt x="20" y="40"/>
                    </a:lnTo>
                    <a:lnTo>
                      <a:pt x="18" y="42"/>
                    </a:lnTo>
                    <a:lnTo>
                      <a:pt x="16" y="44"/>
                    </a:lnTo>
                    <a:lnTo>
                      <a:pt x="14" y="46"/>
                    </a:lnTo>
                    <a:lnTo>
                      <a:pt x="12" y="46"/>
                    </a:lnTo>
                    <a:lnTo>
                      <a:pt x="10" y="47"/>
                    </a:lnTo>
                    <a:lnTo>
                      <a:pt x="7" y="47"/>
                    </a:lnTo>
                    <a:lnTo>
                      <a:pt x="6" y="47"/>
                    </a:lnTo>
                    <a:lnTo>
                      <a:pt x="4" y="46"/>
                    </a:lnTo>
                    <a:lnTo>
                      <a:pt x="4" y="46"/>
                    </a:lnTo>
                    <a:lnTo>
                      <a:pt x="2" y="46"/>
                    </a:lnTo>
                    <a:lnTo>
                      <a:pt x="1" y="45"/>
                    </a:lnTo>
                    <a:lnTo>
                      <a:pt x="0" y="44"/>
                    </a:lnTo>
                    <a:lnTo>
                      <a:pt x="0" y="42"/>
                    </a:lnTo>
                    <a:lnTo>
                      <a:pt x="0" y="41"/>
                    </a:lnTo>
                    <a:lnTo>
                      <a:pt x="1" y="40"/>
                    </a:lnTo>
                    <a:lnTo>
                      <a:pt x="3" y="39"/>
                    </a:lnTo>
                    <a:lnTo>
                      <a:pt x="4" y="39"/>
                    </a:lnTo>
                    <a:lnTo>
                      <a:pt x="4" y="39"/>
                    </a:lnTo>
                    <a:lnTo>
                      <a:pt x="5" y="40"/>
                    </a:lnTo>
                    <a:lnTo>
                      <a:pt x="6" y="41"/>
                    </a:lnTo>
                    <a:lnTo>
                      <a:pt x="7" y="42"/>
                    </a:lnTo>
                    <a:lnTo>
                      <a:pt x="8" y="43"/>
                    </a:lnTo>
                    <a:lnTo>
                      <a:pt x="9" y="43"/>
                    </a:lnTo>
                    <a:lnTo>
                      <a:pt x="11" y="43"/>
                    </a:lnTo>
                    <a:lnTo>
                      <a:pt x="12" y="42"/>
                    </a:lnTo>
                    <a:lnTo>
                      <a:pt x="13" y="42"/>
                    </a:lnTo>
                    <a:lnTo>
                      <a:pt x="14" y="41"/>
                    </a:lnTo>
                    <a:lnTo>
                      <a:pt x="16" y="40"/>
                    </a:lnTo>
                    <a:lnTo>
                      <a:pt x="16" y="38"/>
                    </a:lnTo>
                    <a:lnTo>
                      <a:pt x="17" y="38"/>
                    </a:lnTo>
                    <a:lnTo>
                      <a:pt x="17" y="36"/>
                    </a:lnTo>
                    <a:lnTo>
                      <a:pt x="17" y="34"/>
                    </a:lnTo>
                    <a:lnTo>
                      <a:pt x="17" y="34"/>
                    </a:lnTo>
                    <a:lnTo>
                      <a:pt x="17" y="32"/>
                    </a:lnTo>
                    <a:lnTo>
                      <a:pt x="17" y="30"/>
                    </a:lnTo>
                    <a:lnTo>
                      <a:pt x="16" y="29"/>
                    </a:lnTo>
                    <a:lnTo>
                      <a:pt x="16" y="28"/>
                    </a:lnTo>
                    <a:lnTo>
                      <a:pt x="15" y="26"/>
                    </a:lnTo>
                    <a:lnTo>
                      <a:pt x="13" y="26"/>
                    </a:lnTo>
                    <a:lnTo>
                      <a:pt x="12" y="24"/>
                    </a:lnTo>
                    <a:lnTo>
                      <a:pt x="9" y="24"/>
                    </a:lnTo>
                    <a:lnTo>
                      <a:pt x="6" y="24"/>
                    </a:lnTo>
                    <a:lnTo>
                      <a:pt x="6" y="22"/>
                    </a:lnTo>
                    <a:lnTo>
                      <a:pt x="8" y="22"/>
                    </a:lnTo>
                    <a:lnTo>
                      <a:pt x="9" y="22"/>
                    </a:lnTo>
                    <a:lnTo>
                      <a:pt x="10" y="21"/>
                    </a:lnTo>
                    <a:lnTo>
                      <a:pt x="12" y="19"/>
                    </a:lnTo>
                    <a:lnTo>
                      <a:pt x="13" y="18"/>
                    </a:lnTo>
                    <a:lnTo>
                      <a:pt x="14" y="16"/>
                    </a:lnTo>
                    <a:lnTo>
                      <a:pt x="14" y="14"/>
                    </a:lnTo>
                    <a:lnTo>
                      <a:pt x="14" y="13"/>
                    </a:lnTo>
                    <a:lnTo>
                      <a:pt x="14" y="10"/>
                    </a:lnTo>
                    <a:lnTo>
                      <a:pt x="14" y="9"/>
                    </a:lnTo>
                    <a:lnTo>
                      <a:pt x="13" y="8"/>
                    </a:lnTo>
                    <a:lnTo>
                      <a:pt x="12" y="6"/>
                    </a:lnTo>
                    <a:lnTo>
                      <a:pt x="12" y="6"/>
                    </a:lnTo>
                    <a:lnTo>
                      <a:pt x="11" y="6"/>
                    </a:lnTo>
                    <a:lnTo>
                      <a:pt x="10" y="5"/>
                    </a:lnTo>
                    <a:lnTo>
                      <a:pt x="8" y="5"/>
                    </a:lnTo>
                    <a:lnTo>
                      <a:pt x="7" y="5"/>
                    </a:lnTo>
                    <a:lnTo>
                      <a:pt x="6" y="6"/>
                    </a:lnTo>
                    <a:lnTo>
                      <a:pt x="4" y="6"/>
                    </a:lnTo>
                    <a:lnTo>
                      <a:pt x="4" y="6"/>
                    </a:lnTo>
                    <a:lnTo>
                      <a:pt x="4" y="7"/>
                    </a:lnTo>
                    <a:lnTo>
                      <a:pt x="3" y="8"/>
                    </a:lnTo>
                    <a:lnTo>
                      <a:pt x="3" y="10"/>
                    </a:lnTo>
                    <a:lnTo>
                      <a:pt x="2" y="11"/>
                    </a:lnTo>
                    <a:lnTo>
                      <a:pt x="0" y="1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nvGrpSpPr>
            <p:cNvPr id="11" name="íṧļïďê"/>
            <p:cNvGrpSpPr/>
            <p:nvPr userDrawn="1"/>
          </p:nvGrpSpPr>
          <p:grpSpPr>
            <a:xfrm>
              <a:off x="4119563" y="2551113"/>
              <a:ext cx="6130925" cy="1306513"/>
              <a:chOff x="4119563" y="2551113"/>
              <a:chExt cx="6130925" cy="1306513"/>
            </a:xfrm>
          </p:grpSpPr>
          <p:sp>
            <p:nvSpPr>
              <p:cNvPr id="48" name="ïṩḷïḋê"/>
              <p:cNvSpPr/>
              <p:nvPr userDrawn="1"/>
            </p:nvSpPr>
            <p:spPr bwMode="auto">
              <a:xfrm>
                <a:off x="9555163" y="2644776"/>
                <a:ext cx="695325" cy="1212850"/>
              </a:xfrm>
              <a:custGeom>
                <a:avLst/>
                <a:gdLst>
                  <a:gd name="T0" fmla="*/ 199 w 438"/>
                  <a:gd name="T1" fmla="*/ 337 h 764"/>
                  <a:gd name="T2" fmla="*/ 183 w 438"/>
                  <a:gd name="T3" fmla="*/ 308 h 764"/>
                  <a:gd name="T4" fmla="*/ 126 w 438"/>
                  <a:gd name="T5" fmla="*/ 371 h 764"/>
                  <a:gd name="T6" fmla="*/ 78 w 438"/>
                  <a:gd name="T7" fmla="*/ 348 h 764"/>
                  <a:gd name="T8" fmla="*/ 55 w 438"/>
                  <a:gd name="T9" fmla="*/ 290 h 764"/>
                  <a:gd name="T10" fmla="*/ 103 w 438"/>
                  <a:gd name="T11" fmla="*/ 283 h 764"/>
                  <a:gd name="T12" fmla="*/ 78 w 438"/>
                  <a:gd name="T13" fmla="*/ 216 h 764"/>
                  <a:gd name="T14" fmla="*/ 83 w 438"/>
                  <a:gd name="T15" fmla="*/ 183 h 764"/>
                  <a:gd name="T16" fmla="*/ 159 w 438"/>
                  <a:gd name="T17" fmla="*/ 189 h 764"/>
                  <a:gd name="T18" fmla="*/ 233 w 438"/>
                  <a:gd name="T19" fmla="*/ 120 h 764"/>
                  <a:gd name="T20" fmla="*/ 250 w 438"/>
                  <a:gd name="T21" fmla="*/ 27 h 764"/>
                  <a:gd name="T22" fmla="*/ 319 w 438"/>
                  <a:gd name="T23" fmla="*/ 21 h 764"/>
                  <a:gd name="T24" fmla="*/ 276 w 438"/>
                  <a:gd name="T25" fmla="*/ 123 h 764"/>
                  <a:gd name="T26" fmla="*/ 255 w 438"/>
                  <a:gd name="T27" fmla="*/ 180 h 764"/>
                  <a:gd name="T28" fmla="*/ 315 w 438"/>
                  <a:gd name="T29" fmla="*/ 172 h 764"/>
                  <a:gd name="T30" fmla="*/ 409 w 438"/>
                  <a:gd name="T31" fmla="*/ 132 h 764"/>
                  <a:gd name="T32" fmla="*/ 435 w 438"/>
                  <a:gd name="T33" fmla="*/ 194 h 764"/>
                  <a:gd name="T34" fmla="*/ 396 w 438"/>
                  <a:gd name="T35" fmla="*/ 231 h 764"/>
                  <a:gd name="T36" fmla="*/ 364 w 438"/>
                  <a:gd name="T37" fmla="*/ 260 h 764"/>
                  <a:gd name="T38" fmla="*/ 321 w 438"/>
                  <a:gd name="T39" fmla="*/ 307 h 764"/>
                  <a:gd name="T40" fmla="*/ 356 w 438"/>
                  <a:gd name="T41" fmla="*/ 387 h 764"/>
                  <a:gd name="T42" fmla="*/ 292 w 438"/>
                  <a:gd name="T43" fmla="*/ 434 h 764"/>
                  <a:gd name="T44" fmla="*/ 251 w 438"/>
                  <a:gd name="T45" fmla="*/ 469 h 764"/>
                  <a:gd name="T46" fmla="*/ 225 w 438"/>
                  <a:gd name="T47" fmla="*/ 504 h 764"/>
                  <a:gd name="T48" fmla="*/ 306 w 438"/>
                  <a:gd name="T49" fmla="*/ 484 h 764"/>
                  <a:gd name="T50" fmla="*/ 326 w 438"/>
                  <a:gd name="T51" fmla="*/ 532 h 764"/>
                  <a:gd name="T52" fmla="*/ 282 w 438"/>
                  <a:gd name="T53" fmla="*/ 553 h 764"/>
                  <a:gd name="T54" fmla="*/ 243 w 438"/>
                  <a:gd name="T55" fmla="*/ 541 h 764"/>
                  <a:gd name="T56" fmla="*/ 251 w 438"/>
                  <a:gd name="T57" fmla="*/ 613 h 764"/>
                  <a:gd name="T58" fmla="*/ 263 w 438"/>
                  <a:gd name="T59" fmla="*/ 691 h 764"/>
                  <a:gd name="T60" fmla="*/ 245 w 438"/>
                  <a:gd name="T61" fmla="*/ 760 h 764"/>
                  <a:gd name="T62" fmla="*/ 196 w 438"/>
                  <a:gd name="T63" fmla="*/ 749 h 764"/>
                  <a:gd name="T64" fmla="*/ 142 w 438"/>
                  <a:gd name="T65" fmla="*/ 719 h 764"/>
                  <a:gd name="T66" fmla="*/ 207 w 438"/>
                  <a:gd name="T67" fmla="*/ 700 h 764"/>
                  <a:gd name="T68" fmla="*/ 217 w 438"/>
                  <a:gd name="T69" fmla="*/ 634 h 764"/>
                  <a:gd name="T70" fmla="*/ 163 w 438"/>
                  <a:gd name="T71" fmla="*/ 584 h 764"/>
                  <a:gd name="T72" fmla="*/ 71 w 438"/>
                  <a:gd name="T73" fmla="*/ 634 h 764"/>
                  <a:gd name="T74" fmla="*/ 3 w 438"/>
                  <a:gd name="T75" fmla="*/ 622 h 764"/>
                  <a:gd name="T76" fmla="*/ 68 w 438"/>
                  <a:gd name="T77" fmla="*/ 588 h 764"/>
                  <a:gd name="T78" fmla="*/ 151 w 438"/>
                  <a:gd name="T79" fmla="*/ 536 h 764"/>
                  <a:gd name="T80" fmla="*/ 195 w 438"/>
                  <a:gd name="T81" fmla="*/ 496 h 764"/>
                  <a:gd name="T82" fmla="*/ 262 w 438"/>
                  <a:gd name="T83" fmla="*/ 432 h 764"/>
                  <a:gd name="T84" fmla="*/ 238 w 438"/>
                  <a:gd name="T85" fmla="*/ 413 h 764"/>
                  <a:gd name="T86" fmla="*/ 176 w 438"/>
                  <a:gd name="T87" fmla="*/ 445 h 764"/>
                  <a:gd name="T88" fmla="*/ 113 w 438"/>
                  <a:gd name="T89" fmla="*/ 449 h 764"/>
                  <a:gd name="T90" fmla="*/ 213 w 438"/>
                  <a:gd name="T91" fmla="*/ 395 h 764"/>
                  <a:gd name="T92" fmla="*/ 277 w 438"/>
                  <a:gd name="T93" fmla="*/ 361 h 764"/>
                  <a:gd name="T94" fmla="*/ 300 w 438"/>
                  <a:gd name="T95" fmla="*/ 303 h 764"/>
                  <a:gd name="T96" fmla="*/ 335 w 438"/>
                  <a:gd name="T97" fmla="*/ 263 h 764"/>
                  <a:gd name="T98" fmla="*/ 368 w 438"/>
                  <a:gd name="T99" fmla="*/ 191 h 764"/>
                  <a:gd name="T100" fmla="*/ 309 w 438"/>
                  <a:gd name="T101" fmla="*/ 206 h 764"/>
                  <a:gd name="T102" fmla="*/ 313 w 438"/>
                  <a:gd name="T103" fmla="*/ 245 h 764"/>
                  <a:gd name="T104" fmla="*/ 284 w 438"/>
                  <a:gd name="T105" fmla="*/ 301 h 764"/>
                  <a:gd name="T106" fmla="*/ 243 w 438"/>
                  <a:gd name="T107" fmla="*/ 356 h 764"/>
                  <a:gd name="T108" fmla="*/ 134 w 438"/>
                  <a:gd name="T109" fmla="*/ 220 h 764"/>
                  <a:gd name="T110" fmla="*/ 131 w 438"/>
                  <a:gd name="T111" fmla="*/ 279 h 764"/>
                  <a:gd name="T112" fmla="*/ 153 w 438"/>
                  <a:gd name="T113" fmla="*/ 279 h 764"/>
                  <a:gd name="T114" fmla="*/ 167 w 438"/>
                  <a:gd name="T115" fmla="*/ 224 h 764"/>
                  <a:gd name="T116" fmla="*/ 179 w 438"/>
                  <a:gd name="T117" fmla="*/ 250 h 764"/>
                  <a:gd name="T118" fmla="*/ 226 w 438"/>
                  <a:gd name="T119" fmla="*/ 228 h 764"/>
                  <a:gd name="T120" fmla="*/ 248 w 438"/>
                  <a:gd name="T121" fmla="*/ 279 h 764"/>
                  <a:gd name="T122" fmla="*/ 274 w 438"/>
                  <a:gd name="T123" fmla="*/ 254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764">
                    <a:moveTo>
                      <a:pt x="244" y="325"/>
                    </a:moveTo>
                    <a:lnTo>
                      <a:pt x="239" y="324"/>
                    </a:lnTo>
                    <a:lnTo>
                      <a:pt x="235" y="324"/>
                    </a:lnTo>
                    <a:lnTo>
                      <a:pt x="231" y="323"/>
                    </a:lnTo>
                    <a:lnTo>
                      <a:pt x="227" y="321"/>
                    </a:lnTo>
                    <a:lnTo>
                      <a:pt x="223" y="320"/>
                    </a:lnTo>
                    <a:lnTo>
                      <a:pt x="219" y="320"/>
                    </a:lnTo>
                    <a:lnTo>
                      <a:pt x="216" y="320"/>
                    </a:lnTo>
                    <a:lnTo>
                      <a:pt x="214" y="320"/>
                    </a:lnTo>
                    <a:lnTo>
                      <a:pt x="211" y="320"/>
                    </a:lnTo>
                    <a:lnTo>
                      <a:pt x="209" y="320"/>
                    </a:lnTo>
                    <a:lnTo>
                      <a:pt x="209" y="323"/>
                    </a:lnTo>
                    <a:lnTo>
                      <a:pt x="208" y="325"/>
                    </a:lnTo>
                    <a:lnTo>
                      <a:pt x="207" y="328"/>
                    </a:lnTo>
                    <a:lnTo>
                      <a:pt x="206" y="330"/>
                    </a:lnTo>
                    <a:lnTo>
                      <a:pt x="204" y="332"/>
                    </a:lnTo>
                    <a:lnTo>
                      <a:pt x="203" y="334"/>
                    </a:lnTo>
                    <a:lnTo>
                      <a:pt x="201" y="336"/>
                    </a:lnTo>
                    <a:lnTo>
                      <a:pt x="199" y="337"/>
                    </a:lnTo>
                    <a:lnTo>
                      <a:pt x="195" y="341"/>
                    </a:lnTo>
                    <a:lnTo>
                      <a:pt x="189" y="343"/>
                    </a:lnTo>
                    <a:lnTo>
                      <a:pt x="184" y="345"/>
                    </a:lnTo>
                    <a:lnTo>
                      <a:pt x="179" y="347"/>
                    </a:lnTo>
                    <a:lnTo>
                      <a:pt x="178" y="344"/>
                    </a:lnTo>
                    <a:lnTo>
                      <a:pt x="177" y="341"/>
                    </a:lnTo>
                    <a:lnTo>
                      <a:pt x="176" y="340"/>
                    </a:lnTo>
                    <a:lnTo>
                      <a:pt x="175" y="339"/>
                    </a:lnTo>
                    <a:lnTo>
                      <a:pt x="175" y="337"/>
                    </a:lnTo>
                    <a:lnTo>
                      <a:pt x="175" y="335"/>
                    </a:lnTo>
                    <a:lnTo>
                      <a:pt x="177" y="332"/>
                    </a:lnTo>
                    <a:lnTo>
                      <a:pt x="179" y="330"/>
                    </a:lnTo>
                    <a:lnTo>
                      <a:pt x="181" y="327"/>
                    </a:lnTo>
                    <a:lnTo>
                      <a:pt x="183" y="323"/>
                    </a:lnTo>
                    <a:lnTo>
                      <a:pt x="184" y="320"/>
                    </a:lnTo>
                    <a:lnTo>
                      <a:pt x="185" y="316"/>
                    </a:lnTo>
                    <a:lnTo>
                      <a:pt x="186" y="312"/>
                    </a:lnTo>
                    <a:lnTo>
                      <a:pt x="186" y="309"/>
                    </a:lnTo>
                    <a:lnTo>
                      <a:pt x="183" y="308"/>
                    </a:lnTo>
                    <a:lnTo>
                      <a:pt x="179" y="307"/>
                    </a:lnTo>
                    <a:lnTo>
                      <a:pt x="175" y="307"/>
                    </a:lnTo>
                    <a:lnTo>
                      <a:pt x="170" y="306"/>
                    </a:lnTo>
                    <a:lnTo>
                      <a:pt x="169" y="308"/>
                    </a:lnTo>
                    <a:lnTo>
                      <a:pt x="168" y="311"/>
                    </a:lnTo>
                    <a:lnTo>
                      <a:pt x="167" y="312"/>
                    </a:lnTo>
                    <a:lnTo>
                      <a:pt x="167" y="314"/>
                    </a:lnTo>
                    <a:lnTo>
                      <a:pt x="163" y="317"/>
                    </a:lnTo>
                    <a:lnTo>
                      <a:pt x="161" y="320"/>
                    </a:lnTo>
                    <a:lnTo>
                      <a:pt x="155" y="326"/>
                    </a:lnTo>
                    <a:lnTo>
                      <a:pt x="149" y="332"/>
                    </a:lnTo>
                    <a:lnTo>
                      <a:pt x="147" y="335"/>
                    </a:lnTo>
                    <a:lnTo>
                      <a:pt x="144" y="339"/>
                    </a:lnTo>
                    <a:lnTo>
                      <a:pt x="142" y="343"/>
                    </a:lnTo>
                    <a:lnTo>
                      <a:pt x="140" y="347"/>
                    </a:lnTo>
                    <a:lnTo>
                      <a:pt x="135" y="355"/>
                    </a:lnTo>
                    <a:lnTo>
                      <a:pt x="131" y="363"/>
                    </a:lnTo>
                    <a:lnTo>
                      <a:pt x="128" y="367"/>
                    </a:lnTo>
                    <a:lnTo>
                      <a:pt x="126" y="371"/>
                    </a:lnTo>
                    <a:lnTo>
                      <a:pt x="122" y="374"/>
                    </a:lnTo>
                    <a:lnTo>
                      <a:pt x="119" y="376"/>
                    </a:lnTo>
                    <a:lnTo>
                      <a:pt x="116" y="378"/>
                    </a:lnTo>
                    <a:lnTo>
                      <a:pt x="115" y="379"/>
                    </a:lnTo>
                    <a:lnTo>
                      <a:pt x="112" y="380"/>
                    </a:lnTo>
                    <a:lnTo>
                      <a:pt x="110" y="380"/>
                    </a:lnTo>
                    <a:lnTo>
                      <a:pt x="107" y="380"/>
                    </a:lnTo>
                    <a:lnTo>
                      <a:pt x="105" y="381"/>
                    </a:lnTo>
                    <a:lnTo>
                      <a:pt x="102" y="381"/>
                    </a:lnTo>
                    <a:lnTo>
                      <a:pt x="99" y="380"/>
                    </a:lnTo>
                    <a:lnTo>
                      <a:pt x="97" y="376"/>
                    </a:lnTo>
                    <a:lnTo>
                      <a:pt x="95" y="373"/>
                    </a:lnTo>
                    <a:lnTo>
                      <a:pt x="93" y="369"/>
                    </a:lnTo>
                    <a:lnTo>
                      <a:pt x="91" y="365"/>
                    </a:lnTo>
                    <a:lnTo>
                      <a:pt x="87" y="364"/>
                    </a:lnTo>
                    <a:lnTo>
                      <a:pt x="84" y="363"/>
                    </a:lnTo>
                    <a:lnTo>
                      <a:pt x="82" y="358"/>
                    </a:lnTo>
                    <a:lnTo>
                      <a:pt x="79" y="354"/>
                    </a:lnTo>
                    <a:lnTo>
                      <a:pt x="78" y="348"/>
                    </a:lnTo>
                    <a:lnTo>
                      <a:pt x="76" y="344"/>
                    </a:lnTo>
                    <a:lnTo>
                      <a:pt x="75" y="339"/>
                    </a:lnTo>
                    <a:lnTo>
                      <a:pt x="73" y="334"/>
                    </a:lnTo>
                    <a:lnTo>
                      <a:pt x="72" y="332"/>
                    </a:lnTo>
                    <a:lnTo>
                      <a:pt x="71" y="329"/>
                    </a:lnTo>
                    <a:lnTo>
                      <a:pt x="70" y="328"/>
                    </a:lnTo>
                    <a:lnTo>
                      <a:pt x="68" y="325"/>
                    </a:lnTo>
                    <a:lnTo>
                      <a:pt x="64" y="321"/>
                    </a:lnTo>
                    <a:lnTo>
                      <a:pt x="60" y="317"/>
                    </a:lnTo>
                    <a:lnTo>
                      <a:pt x="55" y="314"/>
                    </a:lnTo>
                    <a:lnTo>
                      <a:pt x="51" y="310"/>
                    </a:lnTo>
                    <a:lnTo>
                      <a:pt x="51" y="305"/>
                    </a:lnTo>
                    <a:lnTo>
                      <a:pt x="51" y="300"/>
                    </a:lnTo>
                    <a:lnTo>
                      <a:pt x="51" y="298"/>
                    </a:lnTo>
                    <a:lnTo>
                      <a:pt x="51" y="296"/>
                    </a:lnTo>
                    <a:lnTo>
                      <a:pt x="52" y="295"/>
                    </a:lnTo>
                    <a:lnTo>
                      <a:pt x="53" y="292"/>
                    </a:lnTo>
                    <a:lnTo>
                      <a:pt x="54" y="291"/>
                    </a:lnTo>
                    <a:lnTo>
                      <a:pt x="55" y="290"/>
                    </a:lnTo>
                    <a:lnTo>
                      <a:pt x="57" y="288"/>
                    </a:lnTo>
                    <a:lnTo>
                      <a:pt x="59" y="287"/>
                    </a:lnTo>
                    <a:lnTo>
                      <a:pt x="61" y="287"/>
                    </a:lnTo>
                    <a:lnTo>
                      <a:pt x="63" y="286"/>
                    </a:lnTo>
                    <a:lnTo>
                      <a:pt x="66" y="286"/>
                    </a:lnTo>
                    <a:lnTo>
                      <a:pt x="69" y="286"/>
                    </a:lnTo>
                    <a:lnTo>
                      <a:pt x="71" y="288"/>
                    </a:lnTo>
                    <a:lnTo>
                      <a:pt x="73" y="291"/>
                    </a:lnTo>
                    <a:lnTo>
                      <a:pt x="76" y="292"/>
                    </a:lnTo>
                    <a:lnTo>
                      <a:pt x="79" y="294"/>
                    </a:lnTo>
                    <a:lnTo>
                      <a:pt x="83" y="295"/>
                    </a:lnTo>
                    <a:lnTo>
                      <a:pt x="87" y="296"/>
                    </a:lnTo>
                    <a:lnTo>
                      <a:pt x="91" y="296"/>
                    </a:lnTo>
                    <a:lnTo>
                      <a:pt x="95" y="297"/>
                    </a:lnTo>
                    <a:lnTo>
                      <a:pt x="97" y="295"/>
                    </a:lnTo>
                    <a:lnTo>
                      <a:pt x="99" y="292"/>
                    </a:lnTo>
                    <a:lnTo>
                      <a:pt x="101" y="290"/>
                    </a:lnTo>
                    <a:lnTo>
                      <a:pt x="102" y="287"/>
                    </a:lnTo>
                    <a:lnTo>
                      <a:pt x="103" y="283"/>
                    </a:lnTo>
                    <a:lnTo>
                      <a:pt x="103" y="279"/>
                    </a:lnTo>
                    <a:lnTo>
                      <a:pt x="103" y="276"/>
                    </a:lnTo>
                    <a:lnTo>
                      <a:pt x="103" y="272"/>
                    </a:lnTo>
                    <a:lnTo>
                      <a:pt x="103" y="268"/>
                    </a:lnTo>
                    <a:lnTo>
                      <a:pt x="102" y="265"/>
                    </a:lnTo>
                    <a:lnTo>
                      <a:pt x="101" y="261"/>
                    </a:lnTo>
                    <a:lnTo>
                      <a:pt x="100" y="257"/>
                    </a:lnTo>
                    <a:lnTo>
                      <a:pt x="98" y="254"/>
                    </a:lnTo>
                    <a:lnTo>
                      <a:pt x="96" y="250"/>
                    </a:lnTo>
                    <a:lnTo>
                      <a:pt x="95" y="247"/>
                    </a:lnTo>
                    <a:lnTo>
                      <a:pt x="92" y="243"/>
                    </a:lnTo>
                    <a:lnTo>
                      <a:pt x="91" y="240"/>
                    </a:lnTo>
                    <a:lnTo>
                      <a:pt x="88" y="237"/>
                    </a:lnTo>
                    <a:lnTo>
                      <a:pt x="88" y="233"/>
                    </a:lnTo>
                    <a:lnTo>
                      <a:pt x="87" y="229"/>
                    </a:lnTo>
                    <a:lnTo>
                      <a:pt x="87" y="224"/>
                    </a:lnTo>
                    <a:lnTo>
                      <a:pt x="87" y="220"/>
                    </a:lnTo>
                    <a:lnTo>
                      <a:pt x="82" y="219"/>
                    </a:lnTo>
                    <a:lnTo>
                      <a:pt x="78" y="216"/>
                    </a:lnTo>
                    <a:lnTo>
                      <a:pt x="75" y="215"/>
                    </a:lnTo>
                    <a:lnTo>
                      <a:pt x="74" y="211"/>
                    </a:lnTo>
                    <a:lnTo>
                      <a:pt x="71" y="207"/>
                    </a:lnTo>
                    <a:lnTo>
                      <a:pt x="68" y="203"/>
                    </a:lnTo>
                    <a:lnTo>
                      <a:pt x="65" y="199"/>
                    </a:lnTo>
                    <a:lnTo>
                      <a:pt x="63" y="195"/>
                    </a:lnTo>
                    <a:lnTo>
                      <a:pt x="61" y="191"/>
                    </a:lnTo>
                    <a:lnTo>
                      <a:pt x="61" y="188"/>
                    </a:lnTo>
                    <a:lnTo>
                      <a:pt x="62" y="185"/>
                    </a:lnTo>
                    <a:lnTo>
                      <a:pt x="63" y="183"/>
                    </a:lnTo>
                    <a:lnTo>
                      <a:pt x="67" y="182"/>
                    </a:lnTo>
                    <a:lnTo>
                      <a:pt x="69" y="180"/>
                    </a:lnTo>
                    <a:lnTo>
                      <a:pt x="70" y="179"/>
                    </a:lnTo>
                    <a:lnTo>
                      <a:pt x="72" y="179"/>
                    </a:lnTo>
                    <a:lnTo>
                      <a:pt x="74" y="179"/>
                    </a:lnTo>
                    <a:lnTo>
                      <a:pt x="76" y="178"/>
                    </a:lnTo>
                    <a:lnTo>
                      <a:pt x="79" y="179"/>
                    </a:lnTo>
                    <a:lnTo>
                      <a:pt x="81" y="181"/>
                    </a:lnTo>
                    <a:lnTo>
                      <a:pt x="83" y="183"/>
                    </a:lnTo>
                    <a:lnTo>
                      <a:pt x="86" y="184"/>
                    </a:lnTo>
                    <a:lnTo>
                      <a:pt x="89" y="187"/>
                    </a:lnTo>
                    <a:lnTo>
                      <a:pt x="93" y="192"/>
                    </a:lnTo>
                    <a:lnTo>
                      <a:pt x="96" y="196"/>
                    </a:lnTo>
                    <a:lnTo>
                      <a:pt x="100" y="200"/>
                    </a:lnTo>
                    <a:lnTo>
                      <a:pt x="103" y="202"/>
                    </a:lnTo>
                    <a:lnTo>
                      <a:pt x="105" y="203"/>
                    </a:lnTo>
                    <a:lnTo>
                      <a:pt x="107" y="205"/>
                    </a:lnTo>
                    <a:lnTo>
                      <a:pt x="111" y="206"/>
                    </a:lnTo>
                    <a:lnTo>
                      <a:pt x="112" y="207"/>
                    </a:lnTo>
                    <a:lnTo>
                      <a:pt x="115" y="207"/>
                    </a:lnTo>
                    <a:lnTo>
                      <a:pt x="117" y="206"/>
                    </a:lnTo>
                    <a:lnTo>
                      <a:pt x="119" y="206"/>
                    </a:lnTo>
                    <a:lnTo>
                      <a:pt x="126" y="203"/>
                    </a:lnTo>
                    <a:lnTo>
                      <a:pt x="131" y="201"/>
                    </a:lnTo>
                    <a:lnTo>
                      <a:pt x="143" y="195"/>
                    </a:lnTo>
                    <a:lnTo>
                      <a:pt x="150" y="191"/>
                    </a:lnTo>
                    <a:lnTo>
                      <a:pt x="155" y="190"/>
                    </a:lnTo>
                    <a:lnTo>
                      <a:pt x="159" y="189"/>
                    </a:lnTo>
                    <a:lnTo>
                      <a:pt x="163" y="189"/>
                    </a:lnTo>
                    <a:lnTo>
                      <a:pt x="167" y="188"/>
                    </a:lnTo>
                    <a:lnTo>
                      <a:pt x="172" y="185"/>
                    </a:lnTo>
                    <a:lnTo>
                      <a:pt x="176" y="181"/>
                    </a:lnTo>
                    <a:lnTo>
                      <a:pt x="185" y="178"/>
                    </a:lnTo>
                    <a:lnTo>
                      <a:pt x="192" y="175"/>
                    </a:lnTo>
                    <a:lnTo>
                      <a:pt x="196" y="174"/>
                    </a:lnTo>
                    <a:lnTo>
                      <a:pt x="199" y="172"/>
                    </a:lnTo>
                    <a:lnTo>
                      <a:pt x="203" y="170"/>
                    </a:lnTo>
                    <a:lnTo>
                      <a:pt x="207" y="167"/>
                    </a:lnTo>
                    <a:lnTo>
                      <a:pt x="209" y="165"/>
                    </a:lnTo>
                    <a:lnTo>
                      <a:pt x="211" y="163"/>
                    </a:lnTo>
                    <a:lnTo>
                      <a:pt x="212" y="160"/>
                    </a:lnTo>
                    <a:lnTo>
                      <a:pt x="214" y="157"/>
                    </a:lnTo>
                    <a:lnTo>
                      <a:pt x="216" y="151"/>
                    </a:lnTo>
                    <a:lnTo>
                      <a:pt x="219" y="144"/>
                    </a:lnTo>
                    <a:lnTo>
                      <a:pt x="223" y="136"/>
                    </a:lnTo>
                    <a:lnTo>
                      <a:pt x="228" y="128"/>
                    </a:lnTo>
                    <a:lnTo>
                      <a:pt x="233" y="120"/>
                    </a:lnTo>
                    <a:lnTo>
                      <a:pt x="239" y="111"/>
                    </a:lnTo>
                    <a:lnTo>
                      <a:pt x="244" y="103"/>
                    </a:lnTo>
                    <a:lnTo>
                      <a:pt x="250" y="95"/>
                    </a:lnTo>
                    <a:lnTo>
                      <a:pt x="255" y="87"/>
                    </a:lnTo>
                    <a:lnTo>
                      <a:pt x="260" y="79"/>
                    </a:lnTo>
                    <a:lnTo>
                      <a:pt x="261" y="77"/>
                    </a:lnTo>
                    <a:lnTo>
                      <a:pt x="262" y="75"/>
                    </a:lnTo>
                    <a:lnTo>
                      <a:pt x="263" y="72"/>
                    </a:lnTo>
                    <a:lnTo>
                      <a:pt x="262" y="69"/>
                    </a:lnTo>
                    <a:lnTo>
                      <a:pt x="262" y="67"/>
                    </a:lnTo>
                    <a:lnTo>
                      <a:pt x="261" y="63"/>
                    </a:lnTo>
                    <a:lnTo>
                      <a:pt x="260" y="60"/>
                    </a:lnTo>
                    <a:lnTo>
                      <a:pt x="259" y="58"/>
                    </a:lnTo>
                    <a:lnTo>
                      <a:pt x="257" y="52"/>
                    </a:lnTo>
                    <a:lnTo>
                      <a:pt x="255" y="47"/>
                    </a:lnTo>
                    <a:lnTo>
                      <a:pt x="252" y="44"/>
                    </a:lnTo>
                    <a:lnTo>
                      <a:pt x="251" y="41"/>
                    </a:lnTo>
                    <a:lnTo>
                      <a:pt x="251" y="37"/>
                    </a:lnTo>
                    <a:lnTo>
                      <a:pt x="250" y="27"/>
                    </a:lnTo>
                    <a:lnTo>
                      <a:pt x="249" y="16"/>
                    </a:lnTo>
                    <a:lnTo>
                      <a:pt x="248" y="9"/>
                    </a:lnTo>
                    <a:lnTo>
                      <a:pt x="250" y="9"/>
                    </a:lnTo>
                    <a:lnTo>
                      <a:pt x="251" y="8"/>
                    </a:lnTo>
                    <a:lnTo>
                      <a:pt x="252" y="7"/>
                    </a:lnTo>
                    <a:lnTo>
                      <a:pt x="254" y="6"/>
                    </a:lnTo>
                    <a:lnTo>
                      <a:pt x="255" y="3"/>
                    </a:lnTo>
                    <a:lnTo>
                      <a:pt x="257" y="1"/>
                    </a:lnTo>
                    <a:lnTo>
                      <a:pt x="265" y="0"/>
                    </a:lnTo>
                    <a:lnTo>
                      <a:pt x="272" y="1"/>
                    </a:lnTo>
                    <a:lnTo>
                      <a:pt x="280" y="2"/>
                    </a:lnTo>
                    <a:lnTo>
                      <a:pt x="286" y="3"/>
                    </a:lnTo>
                    <a:lnTo>
                      <a:pt x="292" y="4"/>
                    </a:lnTo>
                    <a:lnTo>
                      <a:pt x="297" y="6"/>
                    </a:lnTo>
                    <a:lnTo>
                      <a:pt x="302" y="8"/>
                    </a:lnTo>
                    <a:lnTo>
                      <a:pt x="307" y="11"/>
                    </a:lnTo>
                    <a:lnTo>
                      <a:pt x="311" y="14"/>
                    </a:lnTo>
                    <a:lnTo>
                      <a:pt x="315" y="17"/>
                    </a:lnTo>
                    <a:lnTo>
                      <a:pt x="319" y="21"/>
                    </a:lnTo>
                    <a:lnTo>
                      <a:pt x="323" y="25"/>
                    </a:lnTo>
                    <a:lnTo>
                      <a:pt x="331" y="34"/>
                    </a:lnTo>
                    <a:lnTo>
                      <a:pt x="339" y="43"/>
                    </a:lnTo>
                    <a:lnTo>
                      <a:pt x="338" y="50"/>
                    </a:lnTo>
                    <a:lnTo>
                      <a:pt x="336" y="55"/>
                    </a:lnTo>
                    <a:lnTo>
                      <a:pt x="334" y="60"/>
                    </a:lnTo>
                    <a:lnTo>
                      <a:pt x="332" y="65"/>
                    </a:lnTo>
                    <a:lnTo>
                      <a:pt x="328" y="69"/>
                    </a:lnTo>
                    <a:lnTo>
                      <a:pt x="324" y="73"/>
                    </a:lnTo>
                    <a:lnTo>
                      <a:pt x="321" y="77"/>
                    </a:lnTo>
                    <a:lnTo>
                      <a:pt x="317" y="81"/>
                    </a:lnTo>
                    <a:lnTo>
                      <a:pt x="309" y="87"/>
                    </a:lnTo>
                    <a:lnTo>
                      <a:pt x="301" y="95"/>
                    </a:lnTo>
                    <a:lnTo>
                      <a:pt x="297" y="98"/>
                    </a:lnTo>
                    <a:lnTo>
                      <a:pt x="293" y="102"/>
                    </a:lnTo>
                    <a:lnTo>
                      <a:pt x="289" y="105"/>
                    </a:lnTo>
                    <a:lnTo>
                      <a:pt x="286" y="109"/>
                    </a:lnTo>
                    <a:lnTo>
                      <a:pt x="280" y="116"/>
                    </a:lnTo>
                    <a:lnTo>
                      <a:pt x="276" y="123"/>
                    </a:lnTo>
                    <a:lnTo>
                      <a:pt x="273" y="127"/>
                    </a:lnTo>
                    <a:lnTo>
                      <a:pt x="271" y="130"/>
                    </a:lnTo>
                    <a:lnTo>
                      <a:pt x="267" y="133"/>
                    </a:lnTo>
                    <a:lnTo>
                      <a:pt x="265" y="136"/>
                    </a:lnTo>
                    <a:lnTo>
                      <a:pt x="255" y="143"/>
                    </a:lnTo>
                    <a:lnTo>
                      <a:pt x="246" y="151"/>
                    </a:lnTo>
                    <a:lnTo>
                      <a:pt x="243" y="153"/>
                    </a:lnTo>
                    <a:lnTo>
                      <a:pt x="242" y="155"/>
                    </a:lnTo>
                    <a:lnTo>
                      <a:pt x="239" y="158"/>
                    </a:lnTo>
                    <a:lnTo>
                      <a:pt x="238" y="160"/>
                    </a:lnTo>
                    <a:lnTo>
                      <a:pt x="237" y="163"/>
                    </a:lnTo>
                    <a:lnTo>
                      <a:pt x="235" y="166"/>
                    </a:lnTo>
                    <a:lnTo>
                      <a:pt x="235" y="169"/>
                    </a:lnTo>
                    <a:lnTo>
                      <a:pt x="235" y="172"/>
                    </a:lnTo>
                    <a:lnTo>
                      <a:pt x="237" y="175"/>
                    </a:lnTo>
                    <a:lnTo>
                      <a:pt x="239" y="177"/>
                    </a:lnTo>
                    <a:lnTo>
                      <a:pt x="244" y="178"/>
                    </a:lnTo>
                    <a:lnTo>
                      <a:pt x="250" y="179"/>
                    </a:lnTo>
                    <a:lnTo>
                      <a:pt x="255" y="180"/>
                    </a:lnTo>
                    <a:lnTo>
                      <a:pt x="260" y="181"/>
                    </a:lnTo>
                    <a:lnTo>
                      <a:pt x="263" y="183"/>
                    </a:lnTo>
                    <a:lnTo>
                      <a:pt x="265" y="185"/>
                    </a:lnTo>
                    <a:lnTo>
                      <a:pt x="267" y="186"/>
                    </a:lnTo>
                    <a:lnTo>
                      <a:pt x="268" y="187"/>
                    </a:lnTo>
                    <a:lnTo>
                      <a:pt x="270" y="187"/>
                    </a:lnTo>
                    <a:lnTo>
                      <a:pt x="272" y="188"/>
                    </a:lnTo>
                    <a:lnTo>
                      <a:pt x="274" y="189"/>
                    </a:lnTo>
                    <a:lnTo>
                      <a:pt x="277" y="189"/>
                    </a:lnTo>
                    <a:lnTo>
                      <a:pt x="280" y="189"/>
                    </a:lnTo>
                    <a:lnTo>
                      <a:pt x="282" y="189"/>
                    </a:lnTo>
                    <a:lnTo>
                      <a:pt x="285" y="188"/>
                    </a:lnTo>
                    <a:lnTo>
                      <a:pt x="288" y="187"/>
                    </a:lnTo>
                    <a:lnTo>
                      <a:pt x="291" y="187"/>
                    </a:lnTo>
                    <a:lnTo>
                      <a:pt x="293" y="185"/>
                    </a:lnTo>
                    <a:lnTo>
                      <a:pt x="299" y="183"/>
                    </a:lnTo>
                    <a:lnTo>
                      <a:pt x="304" y="179"/>
                    </a:lnTo>
                    <a:lnTo>
                      <a:pt x="309" y="176"/>
                    </a:lnTo>
                    <a:lnTo>
                      <a:pt x="315" y="172"/>
                    </a:lnTo>
                    <a:lnTo>
                      <a:pt x="325" y="165"/>
                    </a:lnTo>
                    <a:lnTo>
                      <a:pt x="335" y="157"/>
                    </a:lnTo>
                    <a:lnTo>
                      <a:pt x="339" y="154"/>
                    </a:lnTo>
                    <a:lnTo>
                      <a:pt x="344" y="151"/>
                    </a:lnTo>
                    <a:lnTo>
                      <a:pt x="347" y="148"/>
                    </a:lnTo>
                    <a:lnTo>
                      <a:pt x="351" y="146"/>
                    </a:lnTo>
                    <a:lnTo>
                      <a:pt x="355" y="145"/>
                    </a:lnTo>
                    <a:lnTo>
                      <a:pt x="359" y="144"/>
                    </a:lnTo>
                    <a:lnTo>
                      <a:pt x="364" y="143"/>
                    </a:lnTo>
                    <a:lnTo>
                      <a:pt x="367" y="142"/>
                    </a:lnTo>
                    <a:lnTo>
                      <a:pt x="378" y="136"/>
                    </a:lnTo>
                    <a:lnTo>
                      <a:pt x="388" y="131"/>
                    </a:lnTo>
                    <a:lnTo>
                      <a:pt x="391" y="130"/>
                    </a:lnTo>
                    <a:lnTo>
                      <a:pt x="394" y="129"/>
                    </a:lnTo>
                    <a:lnTo>
                      <a:pt x="396" y="128"/>
                    </a:lnTo>
                    <a:lnTo>
                      <a:pt x="400" y="128"/>
                    </a:lnTo>
                    <a:lnTo>
                      <a:pt x="403" y="129"/>
                    </a:lnTo>
                    <a:lnTo>
                      <a:pt x="406" y="131"/>
                    </a:lnTo>
                    <a:lnTo>
                      <a:pt x="409" y="132"/>
                    </a:lnTo>
                    <a:lnTo>
                      <a:pt x="413" y="135"/>
                    </a:lnTo>
                    <a:lnTo>
                      <a:pt x="416" y="137"/>
                    </a:lnTo>
                    <a:lnTo>
                      <a:pt x="418" y="140"/>
                    </a:lnTo>
                    <a:lnTo>
                      <a:pt x="420" y="143"/>
                    </a:lnTo>
                    <a:lnTo>
                      <a:pt x="424" y="146"/>
                    </a:lnTo>
                    <a:lnTo>
                      <a:pt x="426" y="150"/>
                    </a:lnTo>
                    <a:lnTo>
                      <a:pt x="428" y="154"/>
                    </a:lnTo>
                    <a:lnTo>
                      <a:pt x="431" y="158"/>
                    </a:lnTo>
                    <a:lnTo>
                      <a:pt x="433" y="162"/>
                    </a:lnTo>
                    <a:lnTo>
                      <a:pt x="435" y="167"/>
                    </a:lnTo>
                    <a:lnTo>
                      <a:pt x="436" y="171"/>
                    </a:lnTo>
                    <a:lnTo>
                      <a:pt x="437" y="176"/>
                    </a:lnTo>
                    <a:lnTo>
                      <a:pt x="438" y="180"/>
                    </a:lnTo>
                    <a:lnTo>
                      <a:pt x="437" y="183"/>
                    </a:lnTo>
                    <a:lnTo>
                      <a:pt x="437" y="185"/>
                    </a:lnTo>
                    <a:lnTo>
                      <a:pt x="437" y="187"/>
                    </a:lnTo>
                    <a:lnTo>
                      <a:pt x="436" y="189"/>
                    </a:lnTo>
                    <a:lnTo>
                      <a:pt x="436" y="191"/>
                    </a:lnTo>
                    <a:lnTo>
                      <a:pt x="435" y="194"/>
                    </a:lnTo>
                    <a:lnTo>
                      <a:pt x="434" y="196"/>
                    </a:lnTo>
                    <a:lnTo>
                      <a:pt x="432" y="198"/>
                    </a:lnTo>
                    <a:lnTo>
                      <a:pt x="430" y="200"/>
                    </a:lnTo>
                    <a:lnTo>
                      <a:pt x="428" y="202"/>
                    </a:lnTo>
                    <a:lnTo>
                      <a:pt x="425" y="203"/>
                    </a:lnTo>
                    <a:lnTo>
                      <a:pt x="422" y="205"/>
                    </a:lnTo>
                    <a:lnTo>
                      <a:pt x="419" y="207"/>
                    </a:lnTo>
                    <a:lnTo>
                      <a:pt x="416" y="208"/>
                    </a:lnTo>
                    <a:lnTo>
                      <a:pt x="413" y="210"/>
                    </a:lnTo>
                    <a:lnTo>
                      <a:pt x="411" y="211"/>
                    </a:lnTo>
                    <a:lnTo>
                      <a:pt x="409" y="214"/>
                    </a:lnTo>
                    <a:lnTo>
                      <a:pt x="408" y="216"/>
                    </a:lnTo>
                    <a:lnTo>
                      <a:pt x="406" y="219"/>
                    </a:lnTo>
                    <a:lnTo>
                      <a:pt x="404" y="221"/>
                    </a:lnTo>
                    <a:lnTo>
                      <a:pt x="403" y="223"/>
                    </a:lnTo>
                    <a:lnTo>
                      <a:pt x="401" y="226"/>
                    </a:lnTo>
                    <a:lnTo>
                      <a:pt x="400" y="228"/>
                    </a:lnTo>
                    <a:lnTo>
                      <a:pt x="397" y="230"/>
                    </a:lnTo>
                    <a:lnTo>
                      <a:pt x="396" y="231"/>
                    </a:lnTo>
                    <a:lnTo>
                      <a:pt x="394" y="231"/>
                    </a:lnTo>
                    <a:lnTo>
                      <a:pt x="392" y="231"/>
                    </a:lnTo>
                    <a:lnTo>
                      <a:pt x="390" y="231"/>
                    </a:lnTo>
                    <a:lnTo>
                      <a:pt x="388" y="232"/>
                    </a:lnTo>
                    <a:lnTo>
                      <a:pt x="387" y="233"/>
                    </a:lnTo>
                    <a:lnTo>
                      <a:pt x="385" y="234"/>
                    </a:lnTo>
                    <a:lnTo>
                      <a:pt x="384" y="235"/>
                    </a:lnTo>
                    <a:lnTo>
                      <a:pt x="384" y="237"/>
                    </a:lnTo>
                    <a:lnTo>
                      <a:pt x="384" y="239"/>
                    </a:lnTo>
                    <a:lnTo>
                      <a:pt x="381" y="242"/>
                    </a:lnTo>
                    <a:lnTo>
                      <a:pt x="379" y="243"/>
                    </a:lnTo>
                    <a:lnTo>
                      <a:pt x="376" y="246"/>
                    </a:lnTo>
                    <a:lnTo>
                      <a:pt x="374" y="247"/>
                    </a:lnTo>
                    <a:lnTo>
                      <a:pt x="372" y="249"/>
                    </a:lnTo>
                    <a:lnTo>
                      <a:pt x="368" y="251"/>
                    </a:lnTo>
                    <a:lnTo>
                      <a:pt x="367" y="253"/>
                    </a:lnTo>
                    <a:lnTo>
                      <a:pt x="364" y="255"/>
                    </a:lnTo>
                    <a:lnTo>
                      <a:pt x="364" y="258"/>
                    </a:lnTo>
                    <a:lnTo>
                      <a:pt x="364" y="260"/>
                    </a:lnTo>
                    <a:lnTo>
                      <a:pt x="362" y="263"/>
                    </a:lnTo>
                    <a:lnTo>
                      <a:pt x="359" y="267"/>
                    </a:lnTo>
                    <a:lnTo>
                      <a:pt x="356" y="269"/>
                    </a:lnTo>
                    <a:lnTo>
                      <a:pt x="352" y="271"/>
                    </a:lnTo>
                    <a:lnTo>
                      <a:pt x="345" y="276"/>
                    </a:lnTo>
                    <a:lnTo>
                      <a:pt x="339" y="281"/>
                    </a:lnTo>
                    <a:lnTo>
                      <a:pt x="338" y="282"/>
                    </a:lnTo>
                    <a:lnTo>
                      <a:pt x="337" y="283"/>
                    </a:lnTo>
                    <a:lnTo>
                      <a:pt x="336" y="285"/>
                    </a:lnTo>
                    <a:lnTo>
                      <a:pt x="336" y="287"/>
                    </a:lnTo>
                    <a:lnTo>
                      <a:pt x="336" y="291"/>
                    </a:lnTo>
                    <a:lnTo>
                      <a:pt x="335" y="294"/>
                    </a:lnTo>
                    <a:lnTo>
                      <a:pt x="333" y="295"/>
                    </a:lnTo>
                    <a:lnTo>
                      <a:pt x="332" y="296"/>
                    </a:lnTo>
                    <a:lnTo>
                      <a:pt x="331" y="298"/>
                    </a:lnTo>
                    <a:lnTo>
                      <a:pt x="329" y="299"/>
                    </a:lnTo>
                    <a:lnTo>
                      <a:pt x="326" y="300"/>
                    </a:lnTo>
                    <a:lnTo>
                      <a:pt x="324" y="303"/>
                    </a:lnTo>
                    <a:lnTo>
                      <a:pt x="321" y="307"/>
                    </a:lnTo>
                    <a:lnTo>
                      <a:pt x="319" y="314"/>
                    </a:lnTo>
                    <a:lnTo>
                      <a:pt x="316" y="322"/>
                    </a:lnTo>
                    <a:lnTo>
                      <a:pt x="314" y="326"/>
                    </a:lnTo>
                    <a:lnTo>
                      <a:pt x="323" y="331"/>
                    </a:lnTo>
                    <a:lnTo>
                      <a:pt x="332" y="336"/>
                    </a:lnTo>
                    <a:lnTo>
                      <a:pt x="336" y="337"/>
                    </a:lnTo>
                    <a:lnTo>
                      <a:pt x="340" y="340"/>
                    </a:lnTo>
                    <a:lnTo>
                      <a:pt x="343" y="343"/>
                    </a:lnTo>
                    <a:lnTo>
                      <a:pt x="347" y="346"/>
                    </a:lnTo>
                    <a:lnTo>
                      <a:pt x="350" y="349"/>
                    </a:lnTo>
                    <a:lnTo>
                      <a:pt x="352" y="352"/>
                    </a:lnTo>
                    <a:lnTo>
                      <a:pt x="355" y="356"/>
                    </a:lnTo>
                    <a:lnTo>
                      <a:pt x="356" y="361"/>
                    </a:lnTo>
                    <a:lnTo>
                      <a:pt x="358" y="365"/>
                    </a:lnTo>
                    <a:lnTo>
                      <a:pt x="360" y="371"/>
                    </a:lnTo>
                    <a:lnTo>
                      <a:pt x="360" y="376"/>
                    </a:lnTo>
                    <a:lnTo>
                      <a:pt x="360" y="383"/>
                    </a:lnTo>
                    <a:lnTo>
                      <a:pt x="358" y="384"/>
                    </a:lnTo>
                    <a:lnTo>
                      <a:pt x="356" y="387"/>
                    </a:lnTo>
                    <a:lnTo>
                      <a:pt x="354" y="389"/>
                    </a:lnTo>
                    <a:lnTo>
                      <a:pt x="352" y="391"/>
                    </a:lnTo>
                    <a:lnTo>
                      <a:pt x="350" y="396"/>
                    </a:lnTo>
                    <a:lnTo>
                      <a:pt x="346" y="400"/>
                    </a:lnTo>
                    <a:lnTo>
                      <a:pt x="342" y="401"/>
                    </a:lnTo>
                    <a:lnTo>
                      <a:pt x="337" y="402"/>
                    </a:lnTo>
                    <a:lnTo>
                      <a:pt x="334" y="407"/>
                    </a:lnTo>
                    <a:lnTo>
                      <a:pt x="330" y="412"/>
                    </a:lnTo>
                    <a:lnTo>
                      <a:pt x="328" y="412"/>
                    </a:lnTo>
                    <a:lnTo>
                      <a:pt x="326" y="413"/>
                    </a:lnTo>
                    <a:lnTo>
                      <a:pt x="324" y="414"/>
                    </a:lnTo>
                    <a:lnTo>
                      <a:pt x="322" y="415"/>
                    </a:lnTo>
                    <a:lnTo>
                      <a:pt x="317" y="416"/>
                    </a:lnTo>
                    <a:lnTo>
                      <a:pt x="313" y="418"/>
                    </a:lnTo>
                    <a:lnTo>
                      <a:pt x="309" y="423"/>
                    </a:lnTo>
                    <a:lnTo>
                      <a:pt x="306" y="428"/>
                    </a:lnTo>
                    <a:lnTo>
                      <a:pt x="300" y="430"/>
                    </a:lnTo>
                    <a:lnTo>
                      <a:pt x="296" y="433"/>
                    </a:lnTo>
                    <a:lnTo>
                      <a:pt x="292" y="434"/>
                    </a:lnTo>
                    <a:lnTo>
                      <a:pt x="291" y="436"/>
                    </a:lnTo>
                    <a:lnTo>
                      <a:pt x="288" y="437"/>
                    </a:lnTo>
                    <a:lnTo>
                      <a:pt x="286" y="439"/>
                    </a:lnTo>
                    <a:lnTo>
                      <a:pt x="283" y="442"/>
                    </a:lnTo>
                    <a:lnTo>
                      <a:pt x="280" y="446"/>
                    </a:lnTo>
                    <a:lnTo>
                      <a:pt x="279" y="448"/>
                    </a:lnTo>
                    <a:lnTo>
                      <a:pt x="277" y="450"/>
                    </a:lnTo>
                    <a:lnTo>
                      <a:pt x="276" y="452"/>
                    </a:lnTo>
                    <a:lnTo>
                      <a:pt x="274" y="452"/>
                    </a:lnTo>
                    <a:lnTo>
                      <a:pt x="272" y="453"/>
                    </a:lnTo>
                    <a:lnTo>
                      <a:pt x="268" y="453"/>
                    </a:lnTo>
                    <a:lnTo>
                      <a:pt x="266" y="456"/>
                    </a:lnTo>
                    <a:lnTo>
                      <a:pt x="263" y="460"/>
                    </a:lnTo>
                    <a:lnTo>
                      <a:pt x="262" y="462"/>
                    </a:lnTo>
                    <a:lnTo>
                      <a:pt x="261" y="464"/>
                    </a:lnTo>
                    <a:lnTo>
                      <a:pt x="259" y="465"/>
                    </a:lnTo>
                    <a:lnTo>
                      <a:pt x="258" y="467"/>
                    </a:lnTo>
                    <a:lnTo>
                      <a:pt x="254" y="468"/>
                    </a:lnTo>
                    <a:lnTo>
                      <a:pt x="251" y="469"/>
                    </a:lnTo>
                    <a:lnTo>
                      <a:pt x="250" y="470"/>
                    </a:lnTo>
                    <a:lnTo>
                      <a:pt x="248" y="472"/>
                    </a:lnTo>
                    <a:lnTo>
                      <a:pt x="247" y="475"/>
                    </a:lnTo>
                    <a:lnTo>
                      <a:pt x="244" y="476"/>
                    </a:lnTo>
                    <a:lnTo>
                      <a:pt x="243" y="478"/>
                    </a:lnTo>
                    <a:lnTo>
                      <a:pt x="240" y="480"/>
                    </a:lnTo>
                    <a:lnTo>
                      <a:pt x="235" y="482"/>
                    </a:lnTo>
                    <a:lnTo>
                      <a:pt x="231" y="484"/>
                    </a:lnTo>
                    <a:lnTo>
                      <a:pt x="229" y="486"/>
                    </a:lnTo>
                    <a:lnTo>
                      <a:pt x="227" y="488"/>
                    </a:lnTo>
                    <a:lnTo>
                      <a:pt x="225" y="489"/>
                    </a:lnTo>
                    <a:lnTo>
                      <a:pt x="223" y="492"/>
                    </a:lnTo>
                    <a:lnTo>
                      <a:pt x="222" y="494"/>
                    </a:lnTo>
                    <a:lnTo>
                      <a:pt x="221" y="496"/>
                    </a:lnTo>
                    <a:lnTo>
                      <a:pt x="221" y="500"/>
                    </a:lnTo>
                    <a:lnTo>
                      <a:pt x="221" y="504"/>
                    </a:lnTo>
                    <a:lnTo>
                      <a:pt x="222" y="504"/>
                    </a:lnTo>
                    <a:lnTo>
                      <a:pt x="224" y="504"/>
                    </a:lnTo>
                    <a:lnTo>
                      <a:pt x="225" y="504"/>
                    </a:lnTo>
                    <a:lnTo>
                      <a:pt x="227" y="504"/>
                    </a:lnTo>
                    <a:lnTo>
                      <a:pt x="229" y="504"/>
                    </a:lnTo>
                    <a:lnTo>
                      <a:pt x="232" y="504"/>
                    </a:lnTo>
                    <a:lnTo>
                      <a:pt x="239" y="502"/>
                    </a:lnTo>
                    <a:lnTo>
                      <a:pt x="246" y="500"/>
                    </a:lnTo>
                    <a:lnTo>
                      <a:pt x="259" y="494"/>
                    </a:lnTo>
                    <a:lnTo>
                      <a:pt x="267" y="490"/>
                    </a:lnTo>
                    <a:lnTo>
                      <a:pt x="272" y="489"/>
                    </a:lnTo>
                    <a:lnTo>
                      <a:pt x="276" y="488"/>
                    </a:lnTo>
                    <a:lnTo>
                      <a:pt x="280" y="488"/>
                    </a:lnTo>
                    <a:lnTo>
                      <a:pt x="284" y="488"/>
                    </a:lnTo>
                    <a:lnTo>
                      <a:pt x="287" y="487"/>
                    </a:lnTo>
                    <a:lnTo>
                      <a:pt x="290" y="485"/>
                    </a:lnTo>
                    <a:lnTo>
                      <a:pt x="292" y="485"/>
                    </a:lnTo>
                    <a:lnTo>
                      <a:pt x="296" y="484"/>
                    </a:lnTo>
                    <a:lnTo>
                      <a:pt x="298" y="484"/>
                    </a:lnTo>
                    <a:lnTo>
                      <a:pt x="301" y="484"/>
                    </a:lnTo>
                    <a:lnTo>
                      <a:pt x="304" y="484"/>
                    </a:lnTo>
                    <a:lnTo>
                      <a:pt x="306" y="484"/>
                    </a:lnTo>
                    <a:lnTo>
                      <a:pt x="308" y="485"/>
                    </a:lnTo>
                    <a:lnTo>
                      <a:pt x="311" y="485"/>
                    </a:lnTo>
                    <a:lnTo>
                      <a:pt x="313" y="486"/>
                    </a:lnTo>
                    <a:lnTo>
                      <a:pt x="315" y="487"/>
                    </a:lnTo>
                    <a:lnTo>
                      <a:pt x="320" y="489"/>
                    </a:lnTo>
                    <a:lnTo>
                      <a:pt x="323" y="492"/>
                    </a:lnTo>
                    <a:lnTo>
                      <a:pt x="327" y="495"/>
                    </a:lnTo>
                    <a:lnTo>
                      <a:pt x="330" y="499"/>
                    </a:lnTo>
                    <a:lnTo>
                      <a:pt x="332" y="502"/>
                    </a:lnTo>
                    <a:lnTo>
                      <a:pt x="335" y="506"/>
                    </a:lnTo>
                    <a:lnTo>
                      <a:pt x="337" y="511"/>
                    </a:lnTo>
                    <a:lnTo>
                      <a:pt x="339" y="515"/>
                    </a:lnTo>
                    <a:lnTo>
                      <a:pt x="340" y="520"/>
                    </a:lnTo>
                    <a:lnTo>
                      <a:pt x="342" y="524"/>
                    </a:lnTo>
                    <a:lnTo>
                      <a:pt x="338" y="528"/>
                    </a:lnTo>
                    <a:lnTo>
                      <a:pt x="335" y="532"/>
                    </a:lnTo>
                    <a:lnTo>
                      <a:pt x="332" y="532"/>
                    </a:lnTo>
                    <a:lnTo>
                      <a:pt x="328" y="532"/>
                    </a:lnTo>
                    <a:lnTo>
                      <a:pt x="326" y="532"/>
                    </a:lnTo>
                    <a:lnTo>
                      <a:pt x="323" y="532"/>
                    </a:lnTo>
                    <a:lnTo>
                      <a:pt x="319" y="533"/>
                    </a:lnTo>
                    <a:lnTo>
                      <a:pt x="315" y="536"/>
                    </a:lnTo>
                    <a:lnTo>
                      <a:pt x="311" y="539"/>
                    </a:lnTo>
                    <a:lnTo>
                      <a:pt x="307" y="541"/>
                    </a:lnTo>
                    <a:lnTo>
                      <a:pt x="304" y="541"/>
                    </a:lnTo>
                    <a:lnTo>
                      <a:pt x="302" y="541"/>
                    </a:lnTo>
                    <a:lnTo>
                      <a:pt x="300" y="542"/>
                    </a:lnTo>
                    <a:lnTo>
                      <a:pt x="297" y="542"/>
                    </a:lnTo>
                    <a:lnTo>
                      <a:pt x="296" y="542"/>
                    </a:lnTo>
                    <a:lnTo>
                      <a:pt x="293" y="542"/>
                    </a:lnTo>
                    <a:lnTo>
                      <a:pt x="292" y="542"/>
                    </a:lnTo>
                    <a:lnTo>
                      <a:pt x="290" y="543"/>
                    </a:lnTo>
                    <a:lnTo>
                      <a:pt x="290" y="544"/>
                    </a:lnTo>
                    <a:lnTo>
                      <a:pt x="290" y="545"/>
                    </a:lnTo>
                    <a:lnTo>
                      <a:pt x="289" y="546"/>
                    </a:lnTo>
                    <a:lnTo>
                      <a:pt x="288" y="548"/>
                    </a:lnTo>
                    <a:lnTo>
                      <a:pt x="285" y="550"/>
                    </a:lnTo>
                    <a:lnTo>
                      <a:pt x="282" y="553"/>
                    </a:lnTo>
                    <a:lnTo>
                      <a:pt x="278" y="556"/>
                    </a:lnTo>
                    <a:lnTo>
                      <a:pt x="274" y="558"/>
                    </a:lnTo>
                    <a:lnTo>
                      <a:pt x="271" y="559"/>
                    </a:lnTo>
                    <a:lnTo>
                      <a:pt x="267" y="560"/>
                    </a:lnTo>
                    <a:lnTo>
                      <a:pt x="267" y="559"/>
                    </a:lnTo>
                    <a:lnTo>
                      <a:pt x="267" y="558"/>
                    </a:lnTo>
                    <a:lnTo>
                      <a:pt x="264" y="556"/>
                    </a:lnTo>
                    <a:lnTo>
                      <a:pt x="261" y="552"/>
                    </a:lnTo>
                    <a:lnTo>
                      <a:pt x="260" y="551"/>
                    </a:lnTo>
                    <a:lnTo>
                      <a:pt x="260" y="549"/>
                    </a:lnTo>
                    <a:lnTo>
                      <a:pt x="260" y="548"/>
                    </a:lnTo>
                    <a:lnTo>
                      <a:pt x="261" y="546"/>
                    </a:lnTo>
                    <a:lnTo>
                      <a:pt x="261" y="545"/>
                    </a:lnTo>
                    <a:lnTo>
                      <a:pt x="261" y="544"/>
                    </a:lnTo>
                    <a:lnTo>
                      <a:pt x="261" y="542"/>
                    </a:lnTo>
                    <a:lnTo>
                      <a:pt x="260" y="541"/>
                    </a:lnTo>
                    <a:lnTo>
                      <a:pt x="255" y="541"/>
                    </a:lnTo>
                    <a:lnTo>
                      <a:pt x="248" y="541"/>
                    </a:lnTo>
                    <a:lnTo>
                      <a:pt x="243" y="541"/>
                    </a:lnTo>
                    <a:lnTo>
                      <a:pt x="237" y="541"/>
                    </a:lnTo>
                    <a:lnTo>
                      <a:pt x="235" y="543"/>
                    </a:lnTo>
                    <a:lnTo>
                      <a:pt x="235" y="546"/>
                    </a:lnTo>
                    <a:lnTo>
                      <a:pt x="235" y="548"/>
                    </a:lnTo>
                    <a:lnTo>
                      <a:pt x="235" y="551"/>
                    </a:lnTo>
                    <a:lnTo>
                      <a:pt x="235" y="553"/>
                    </a:lnTo>
                    <a:lnTo>
                      <a:pt x="235" y="556"/>
                    </a:lnTo>
                    <a:lnTo>
                      <a:pt x="236" y="561"/>
                    </a:lnTo>
                    <a:lnTo>
                      <a:pt x="239" y="567"/>
                    </a:lnTo>
                    <a:lnTo>
                      <a:pt x="243" y="576"/>
                    </a:lnTo>
                    <a:lnTo>
                      <a:pt x="247" y="586"/>
                    </a:lnTo>
                    <a:lnTo>
                      <a:pt x="247" y="589"/>
                    </a:lnTo>
                    <a:lnTo>
                      <a:pt x="248" y="593"/>
                    </a:lnTo>
                    <a:lnTo>
                      <a:pt x="248" y="596"/>
                    </a:lnTo>
                    <a:lnTo>
                      <a:pt x="248" y="600"/>
                    </a:lnTo>
                    <a:lnTo>
                      <a:pt x="248" y="603"/>
                    </a:lnTo>
                    <a:lnTo>
                      <a:pt x="249" y="606"/>
                    </a:lnTo>
                    <a:lnTo>
                      <a:pt x="250" y="609"/>
                    </a:lnTo>
                    <a:lnTo>
                      <a:pt x="251" y="613"/>
                    </a:lnTo>
                    <a:lnTo>
                      <a:pt x="253" y="616"/>
                    </a:lnTo>
                    <a:lnTo>
                      <a:pt x="255" y="618"/>
                    </a:lnTo>
                    <a:lnTo>
                      <a:pt x="256" y="620"/>
                    </a:lnTo>
                    <a:lnTo>
                      <a:pt x="257" y="622"/>
                    </a:lnTo>
                    <a:lnTo>
                      <a:pt x="257" y="624"/>
                    </a:lnTo>
                    <a:lnTo>
                      <a:pt x="257" y="625"/>
                    </a:lnTo>
                    <a:lnTo>
                      <a:pt x="257" y="628"/>
                    </a:lnTo>
                    <a:lnTo>
                      <a:pt x="257" y="629"/>
                    </a:lnTo>
                    <a:lnTo>
                      <a:pt x="257" y="632"/>
                    </a:lnTo>
                    <a:lnTo>
                      <a:pt x="258" y="634"/>
                    </a:lnTo>
                    <a:lnTo>
                      <a:pt x="261" y="639"/>
                    </a:lnTo>
                    <a:lnTo>
                      <a:pt x="263" y="643"/>
                    </a:lnTo>
                    <a:lnTo>
                      <a:pt x="265" y="645"/>
                    </a:lnTo>
                    <a:lnTo>
                      <a:pt x="265" y="648"/>
                    </a:lnTo>
                    <a:lnTo>
                      <a:pt x="266" y="652"/>
                    </a:lnTo>
                    <a:lnTo>
                      <a:pt x="266" y="657"/>
                    </a:lnTo>
                    <a:lnTo>
                      <a:pt x="266" y="668"/>
                    </a:lnTo>
                    <a:lnTo>
                      <a:pt x="265" y="679"/>
                    </a:lnTo>
                    <a:lnTo>
                      <a:pt x="263" y="691"/>
                    </a:lnTo>
                    <a:lnTo>
                      <a:pt x="263" y="700"/>
                    </a:lnTo>
                    <a:lnTo>
                      <a:pt x="261" y="708"/>
                    </a:lnTo>
                    <a:lnTo>
                      <a:pt x="260" y="713"/>
                    </a:lnTo>
                    <a:lnTo>
                      <a:pt x="259" y="716"/>
                    </a:lnTo>
                    <a:lnTo>
                      <a:pt x="259" y="720"/>
                    </a:lnTo>
                    <a:lnTo>
                      <a:pt x="259" y="723"/>
                    </a:lnTo>
                    <a:lnTo>
                      <a:pt x="259" y="727"/>
                    </a:lnTo>
                    <a:lnTo>
                      <a:pt x="258" y="732"/>
                    </a:lnTo>
                    <a:lnTo>
                      <a:pt x="258" y="739"/>
                    </a:lnTo>
                    <a:lnTo>
                      <a:pt x="258" y="741"/>
                    </a:lnTo>
                    <a:lnTo>
                      <a:pt x="257" y="744"/>
                    </a:lnTo>
                    <a:lnTo>
                      <a:pt x="257" y="747"/>
                    </a:lnTo>
                    <a:lnTo>
                      <a:pt x="256" y="749"/>
                    </a:lnTo>
                    <a:lnTo>
                      <a:pt x="255" y="752"/>
                    </a:lnTo>
                    <a:lnTo>
                      <a:pt x="254" y="754"/>
                    </a:lnTo>
                    <a:lnTo>
                      <a:pt x="251" y="756"/>
                    </a:lnTo>
                    <a:lnTo>
                      <a:pt x="249" y="758"/>
                    </a:lnTo>
                    <a:lnTo>
                      <a:pt x="247" y="760"/>
                    </a:lnTo>
                    <a:lnTo>
                      <a:pt x="245" y="760"/>
                    </a:lnTo>
                    <a:lnTo>
                      <a:pt x="243" y="762"/>
                    </a:lnTo>
                    <a:lnTo>
                      <a:pt x="239" y="763"/>
                    </a:lnTo>
                    <a:lnTo>
                      <a:pt x="236" y="764"/>
                    </a:lnTo>
                    <a:lnTo>
                      <a:pt x="233" y="764"/>
                    </a:lnTo>
                    <a:lnTo>
                      <a:pt x="230" y="764"/>
                    </a:lnTo>
                    <a:lnTo>
                      <a:pt x="226" y="764"/>
                    </a:lnTo>
                    <a:lnTo>
                      <a:pt x="223" y="763"/>
                    </a:lnTo>
                    <a:lnTo>
                      <a:pt x="219" y="763"/>
                    </a:lnTo>
                    <a:lnTo>
                      <a:pt x="216" y="762"/>
                    </a:lnTo>
                    <a:lnTo>
                      <a:pt x="213" y="761"/>
                    </a:lnTo>
                    <a:lnTo>
                      <a:pt x="210" y="760"/>
                    </a:lnTo>
                    <a:lnTo>
                      <a:pt x="207" y="760"/>
                    </a:lnTo>
                    <a:lnTo>
                      <a:pt x="205" y="758"/>
                    </a:lnTo>
                    <a:lnTo>
                      <a:pt x="203" y="757"/>
                    </a:lnTo>
                    <a:lnTo>
                      <a:pt x="201" y="756"/>
                    </a:lnTo>
                    <a:lnTo>
                      <a:pt x="200" y="754"/>
                    </a:lnTo>
                    <a:lnTo>
                      <a:pt x="199" y="752"/>
                    </a:lnTo>
                    <a:lnTo>
                      <a:pt x="197" y="751"/>
                    </a:lnTo>
                    <a:lnTo>
                      <a:pt x="196" y="749"/>
                    </a:lnTo>
                    <a:lnTo>
                      <a:pt x="195" y="748"/>
                    </a:lnTo>
                    <a:lnTo>
                      <a:pt x="193" y="746"/>
                    </a:lnTo>
                    <a:lnTo>
                      <a:pt x="191" y="745"/>
                    </a:lnTo>
                    <a:lnTo>
                      <a:pt x="187" y="744"/>
                    </a:lnTo>
                    <a:lnTo>
                      <a:pt x="182" y="742"/>
                    </a:lnTo>
                    <a:lnTo>
                      <a:pt x="177" y="740"/>
                    </a:lnTo>
                    <a:lnTo>
                      <a:pt x="172" y="740"/>
                    </a:lnTo>
                    <a:lnTo>
                      <a:pt x="168" y="738"/>
                    </a:lnTo>
                    <a:lnTo>
                      <a:pt x="163" y="736"/>
                    </a:lnTo>
                    <a:lnTo>
                      <a:pt x="162" y="736"/>
                    </a:lnTo>
                    <a:lnTo>
                      <a:pt x="159" y="734"/>
                    </a:lnTo>
                    <a:lnTo>
                      <a:pt x="158" y="733"/>
                    </a:lnTo>
                    <a:lnTo>
                      <a:pt x="156" y="732"/>
                    </a:lnTo>
                    <a:lnTo>
                      <a:pt x="151" y="728"/>
                    </a:lnTo>
                    <a:lnTo>
                      <a:pt x="146" y="724"/>
                    </a:lnTo>
                    <a:lnTo>
                      <a:pt x="144" y="723"/>
                    </a:lnTo>
                    <a:lnTo>
                      <a:pt x="143" y="721"/>
                    </a:lnTo>
                    <a:lnTo>
                      <a:pt x="143" y="720"/>
                    </a:lnTo>
                    <a:lnTo>
                      <a:pt x="142" y="719"/>
                    </a:lnTo>
                    <a:lnTo>
                      <a:pt x="142" y="717"/>
                    </a:lnTo>
                    <a:lnTo>
                      <a:pt x="142" y="716"/>
                    </a:lnTo>
                    <a:lnTo>
                      <a:pt x="143" y="716"/>
                    </a:lnTo>
                    <a:lnTo>
                      <a:pt x="144" y="714"/>
                    </a:lnTo>
                    <a:lnTo>
                      <a:pt x="145" y="713"/>
                    </a:lnTo>
                    <a:lnTo>
                      <a:pt x="147" y="712"/>
                    </a:lnTo>
                    <a:lnTo>
                      <a:pt x="149" y="712"/>
                    </a:lnTo>
                    <a:lnTo>
                      <a:pt x="151" y="711"/>
                    </a:lnTo>
                    <a:lnTo>
                      <a:pt x="159" y="709"/>
                    </a:lnTo>
                    <a:lnTo>
                      <a:pt x="166" y="708"/>
                    </a:lnTo>
                    <a:lnTo>
                      <a:pt x="179" y="706"/>
                    </a:lnTo>
                    <a:lnTo>
                      <a:pt x="188" y="705"/>
                    </a:lnTo>
                    <a:lnTo>
                      <a:pt x="191" y="705"/>
                    </a:lnTo>
                    <a:lnTo>
                      <a:pt x="195" y="705"/>
                    </a:lnTo>
                    <a:lnTo>
                      <a:pt x="199" y="705"/>
                    </a:lnTo>
                    <a:lnTo>
                      <a:pt x="202" y="705"/>
                    </a:lnTo>
                    <a:lnTo>
                      <a:pt x="203" y="704"/>
                    </a:lnTo>
                    <a:lnTo>
                      <a:pt x="206" y="702"/>
                    </a:lnTo>
                    <a:lnTo>
                      <a:pt x="207" y="700"/>
                    </a:lnTo>
                    <a:lnTo>
                      <a:pt x="210" y="697"/>
                    </a:lnTo>
                    <a:lnTo>
                      <a:pt x="212" y="695"/>
                    </a:lnTo>
                    <a:lnTo>
                      <a:pt x="214" y="693"/>
                    </a:lnTo>
                    <a:lnTo>
                      <a:pt x="215" y="692"/>
                    </a:lnTo>
                    <a:lnTo>
                      <a:pt x="217" y="692"/>
                    </a:lnTo>
                    <a:lnTo>
                      <a:pt x="217" y="688"/>
                    </a:lnTo>
                    <a:lnTo>
                      <a:pt x="217" y="684"/>
                    </a:lnTo>
                    <a:lnTo>
                      <a:pt x="218" y="679"/>
                    </a:lnTo>
                    <a:lnTo>
                      <a:pt x="219" y="675"/>
                    </a:lnTo>
                    <a:lnTo>
                      <a:pt x="221" y="665"/>
                    </a:lnTo>
                    <a:lnTo>
                      <a:pt x="223" y="657"/>
                    </a:lnTo>
                    <a:lnTo>
                      <a:pt x="223" y="655"/>
                    </a:lnTo>
                    <a:lnTo>
                      <a:pt x="224" y="653"/>
                    </a:lnTo>
                    <a:lnTo>
                      <a:pt x="224" y="652"/>
                    </a:lnTo>
                    <a:lnTo>
                      <a:pt x="224" y="649"/>
                    </a:lnTo>
                    <a:lnTo>
                      <a:pt x="223" y="647"/>
                    </a:lnTo>
                    <a:lnTo>
                      <a:pt x="222" y="644"/>
                    </a:lnTo>
                    <a:lnTo>
                      <a:pt x="219" y="638"/>
                    </a:lnTo>
                    <a:lnTo>
                      <a:pt x="217" y="634"/>
                    </a:lnTo>
                    <a:lnTo>
                      <a:pt x="217" y="628"/>
                    </a:lnTo>
                    <a:lnTo>
                      <a:pt x="217" y="622"/>
                    </a:lnTo>
                    <a:lnTo>
                      <a:pt x="217" y="616"/>
                    </a:lnTo>
                    <a:lnTo>
                      <a:pt x="217" y="611"/>
                    </a:lnTo>
                    <a:lnTo>
                      <a:pt x="214" y="602"/>
                    </a:lnTo>
                    <a:lnTo>
                      <a:pt x="211" y="592"/>
                    </a:lnTo>
                    <a:lnTo>
                      <a:pt x="211" y="587"/>
                    </a:lnTo>
                    <a:lnTo>
                      <a:pt x="209" y="582"/>
                    </a:lnTo>
                    <a:lnTo>
                      <a:pt x="208" y="578"/>
                    </a:lnTo>
                    <a:lnTo>
                      <a:pt x="207" y="574"/>
                    </a:lnTo>
                    <a:lnTo>
                      <a:pt x="201" y="573"/>
                    </a:lnTo>
                    <a:lnTo>
                      <a:pt x="196" y="573"/>
                    </a:lnTo>
                    <a:lnTo>
                      <a:pt x="191" y="574"/>
                    </a:lnTo>
                    <a:lnTo>
                      <a:pt x="186" y="575"/>
                    </a:lnTo>
                    <a:lnTo>
                      <a:pt x="181" y="576"/>
                    </a:lnTo>
                    <a:lnTo>
                      <a:pt x="178" y="576"/>
                    </a:lnTo>
                    <a:lnTo>
                      <a:pt x="174" y="578"/>
                    </a:lnTo>
                    <a:lnTo>
                      <a:pt x="170" y="580"/>
                    </a:lnTo>
                    <a:lnTo>
                      <a:pt x="163" y="584"/>
                    </a:lnTo>
                    <a:lnTo>
                      <a:pt x="155" y="589"/>
                    </a:lnTo>
                    <a:lnTo>
                      <a:pt x="149" y="594"/>
                    </a:lnTo>
                    <a:lnTo>
                      <a:pt x="143" y="599"/>
                    </a:lnTo>
                    <a:lnTo>
                      <a:pt x="140" y="600"/>
                    </a:lnTo>
                    <a:lnTo>
                      <a:pt x="138" y="600"/>
                    </a:lnTo>
                    <a:lnTo>
                      <a:pt x="135" y="601"/>
                    </a:lnTo>
                    <a:lnTo>
                      <a:pt x="133" y="602"/>
                    </a:lnTo>
                    <a:lnTo>
                      <a:pt x="131" y="602"/>
                    </a:lnTo>
                    <a:lnTo>
                      <a:pt x="128" y="603"/>
                    </a:lnTo>
                    <a:lnTo>
                      <a:pt x="126" y="604"/>
                    </a:lnTo>
                    <a:lnTo>
                      <a:pt x="123" y="605"/>
                    </a:lnTo>
                    <a:lnTo>
                      <a:pt x="119" y="609"/>
                    </a:lnTo>
                    <a:lnTo>
                      <a:pt x="115" y="612"/>
                    </a:lnTo>
                    <a:lnTo>
                      <a:pt x="108" y="616"/>
                    </a:lnTo>
                    <a:lnTo>
                      <a:pt x="102" y="620"/>
                    </a:lnTo>
                    <a:lnTo>
                      <a:pt x="95" y="624"/>
                    </a:lnTo>
                    <a:lnTo>
                      <a:pt x="87" y="628"/>
                    </a:lnTo>
                    <a:lnTo>
                      <a:pt x="79" y="631"/>
                    </a:lnTo>
                    <a:lnTo>
                      <a:pt x="71" y="634"/>
                    </a:lnTo>
                    <a:lnTo>
                      <a:pt x="62" y="637"/>
                    </a:lnTo>
                    <a:lnTo>
                      <a:pt x="54" y="640"/>
                    </a:lnTo>
                    <a:lnTo>
                      <a:pt x="45" y="641"/>
                    </a:lnTo>
                    <a:lnTo>
                      <a:pt x="36" y="642"/>
                    </a:lnTo>
                    <a:lnTo>
                      <a:pt x="32" y="643"/>
                    </a:lnTo>
                    <a:lnTo>
                      <a:pt x="28" y="643"/>
                    </a:lnTo>
                    <a:lnTo>
                      <a:pt x="24" y="643"/>
                    </a:lnTo>
                    <a:lnTo>
                      <a:pt x="20" y="643"/>
                    </a:lnTo>
                    <a:lnTo>
                      <a:pt x="16" y="642"/>
                    </a:lnTo>
                    <a:lnTo>
                      <a:pt x="13" y="641"/>
                    </a:lnTo>
                    <a:lnTo>
                      <a:pt x="9" y="641"/>
                    </a:lnTo>
                    <a:lnTo>
                      <a:pt x="5" y="640"/>
                    </a:lnTo>
                    <a:lnTo>
                      <a:pt x="3" y="636"/>
                    </a:lnTo>
                    <a:lnTo>
                      <a:pt x="3" y="633"/>
                    </a:lnTo>
                    <a:lnTo>
                      <a:pt x="2" y="632"/>
                    </a:lnTo>
                    <a:lnTo>
                      <a:pt x="1" y="629"/>
                    </a:lnTo>
                    <a:lnTo>
                      <a:pt x="1" y="628"/>
                    </a:lnTo>
                    <a:lnTo>
                      <a:pt x="0" y="625"/>
                    </a:lnTo>
                    <a:lnTo>
                      <a:pt x="3" y="622"/>
                    </a:lnTo>
                    <a:lnTo>
                      <a:pt x="5" y="618"/>
                    </a:lnTo>
                    <a:lnTo>
                      <a:pt x="7" y="615"/>
                    </a:lnTo>
                    <a:lnTo>
                      <a:pt x="10" y="611"/>
                    </a:lnTo>
                    <a:lnTo>
                      <a:pt x="15" y="610"/>
                    </a:lnTo>
                    <a:lnTo>
                      <a:pt x="21" y="608"/>
                    </a:lnTo>
                    <a:lnTo>
                      <a:pt x="27" y="606"/>
                    </a:lnTo>
                    <a:lnTo>
                      <a:pt x="32" y="603"/>
                    </a:lnTo>
                    <a:lnTo>
                      <a:pt x="37" y="600"/>
                    </a:lnTo>
                    <a:lnTo>
                      <a:pt x="42" y="597"/>
                    </a:lnTo>
                    <a:lnTo>
                      <a:pt x="47" y="595"/>
                    </a:lnTo>
                    <a:lnTo>
                      <a:pt x="51" y="592"/>
                    </a:lnTo>
                    <a:lnTo>
                      <a:pt x="53" y="591"/>
                    </a:lnTo>
                    <a:lnTo>
                      <a:pt x="55" y="590"/>
                    </a:lnTo>
                    <a:lnTo>
                      <a:pt x="57" y="589"/>
                    </a:lnTo>
                    <a:lnTo>
                      <a:pt x="59" y="589"/>
                    </a:lnTo>
                    <a:lnTo>
                      <a:pt x="62" y="589"/>
                    </a:lnTo>
                    <a:lnTo>
                      <a:pt x="64" y="589"/>
                    </a:lnTo>
                    <a:lnTo>
                      <a:pt x="67" y="588"/>
                    </a:lnTo>
                    <a:lnTo>
                      <a:pt x="68" y="588"/>
                    </a:lnTo>
                    <a:lnTo>
                      <a:pt x="73" y="584"/>
                    </a:lnTo>
                    <a:lnTo>
                      <a:pt x="78" y="579"/>
                    </a:lnTo>
                    <a:lnTo>
                      <a:pt x="83" y="575"/>
                    </a:lnTo>
                    <a:lnTo>
                      <a:pt x="87" y="572"/>
                    </a:lnTo>
                    <a:lnTo>
                      <a:pt x="93" y="568"/>
                    </a:lnTo>
                    <a:lnTo>
                      <a:pt x="99" y="566"/>
                    </a:lnTo>
                    <a:lnTo>
                      <a:pt x="105" y="564"/>
                    </a:lnTo>
                    <a:lnTo>
                      <a:pt x="111" y="561"/>
                    </a:lnTo>
                    <a:lnTo>
                      <a:pt x="117" y="560"/>
                    </a:lnTo>
                    <a:lnTo>
                      <a:pt x="123" y="557"/>
                    </a:lnTo>
                    <a:lnTo>
                      <a:pt x="129" y="555"/>
                    </a:lnTo>
                    <a:lnTo>
                      <a:pt x="135" y="552"/>
                    </a:lnTo>
                    <a:lnTo>
                      <a:pt x="136" y="550"/>
                    </a:lnTo>
                    <a:lnTo>
                      <a:pt x="138" y="548"/>
                    </a:lnTo>
                    <a:lnTo>
                      <a:pt x="139" y="547"/>
                    </a:lnTo>
                    <a:lnTo>
                      <a:pt x="141" y="545"/>
                    </a:lnTo>
                    <a:lnTo>
                      <a:pt x="143" y="541"/>
                    </a:lnTo>
                    <a:lnTo>
                      <a:pt x="147" y="539"/>
                    </a:lnTo>
                    <a:lnTo>
                      <a:pt x="151" y="536"/>
                    </a:lnTo>
                    <a:lnTo>
                      <a:pt x="156" y="534"/>
                    </a:lnTo>
                    <a:lnTo>
                      <a:pt x="163" y="532"/>
                    </a:lnTo>
                    <a:lnTo>
                      <a:pt x="170" y="529"/>
                    </a:lnTo>
                    <a:lnTo>
                      <a:pt x="176" y="526"/>
                    </a:lnTo>
                    <a:lnTo>
                      <a:pt x="183" y="524"/>
                    </a:lnTo>
                    <a:lnTo>
                      <a:pt x="185" y="523"/>
                    </a:lnTo>
                    <a:lnTo>
                      <a:pt x="187" y="521"/>
                    </a:lnTo>
                    <a:lnTo>
                      <a:pt x="189" y="520"/>
                    </a:lnTo>
                    <a:lnTo>
                      <a:pt x="191" y="518"/>
                    </a:lnTo>
                    <a:lnTo>
                      <a:pt x="191" y="516"/>
                    </a:lnTo>
                    <a:lnTo>
                      <a:pt x="191" y="514"/>
                    </a:lnTo>
                    <a:lnTo>
                      <a:pt x="191" y="512"/>
                    </a:lnTo>
                    <a:lnTo>
                      <a:pt x="191" y="509"/>
                    </a:lnTo>
                    <a:lnTo>
                      <a:pt x="192" y="507"/>
                    </a:lnTo>
                    <a:lnTo>
                      <a:pt x="192" y="504"/>
                    </a:lnTo>
                    <a:lnTo>
                      <a:pt x="192" y="502"/>
                    </a:lnTo>
                    <a:lnTo>
                      <a:pt x="193" y="500"/>
                    </a:lnTo>
                    <a:lnTo>
                      <a:pt x="194" y="498"/>
                    </a:lnTo>
                    <a:lnTo>
                      <a:pt x="195" y="496"/>
                    </a:lnTo>
                    <a:lnTo>
                      <a:pt x="196" y="496"/>
                    </a:lnTo>
                    <a:lnTo>
                      <a:pt x="197" y="494"/>
                    </a:lnTo>
                    <a:lnTo>
                      <a:pt x="199" y="492"/>
                    </a:lnTo>
                    <a:lnTo>
                      <a:pt x="203" y="490"/>
                    </a:lnTo>
                    <a:lnTo>
                      <a:pt x="206" y="488"/>
                    </a:lnTo>
                    <a:lnTo>
                      <a:pt x="208" y="487"/>
                    </a:lnTo>
                    <a:lnTo>
                      <a:pt x="211" y="484"/>
                    </a:lnTo>
                    <a:lnTo>
                      <a:pt x="213" y="483"/>
                    </a:lnTo>
                    <a:lnTo>
                      <a:pt x="218" y="476"/>
                    </a:lnTo>
                    <a:lnTo>
                      <a:pt x="222" y="469"/>
                    </a:lnTo>
                    <a:lnTo>
                      <a:pt x="226" y="464"/>
                    </a:lnTo>
                    <a:lnTo>
                      <a:pt x="231" y="457"/>
                    </a:lnTo>
                    <a:lnTo>
                      <a:pt x="234" y="454"/>
                    </a:lnTo>
                    <a:lnTo>
                      <a:pt x="236" y="452"/>
                    </a:lnTo>
                    <a:lnTo>
                      <a:pt x="239" y="449"/>
                    </a:lnTo>
                    <a:lnTo>
                      <a:pt x="243" y="447"/>
                    </a:lnTo>
                    <a:lnTo>
                      <a:pt x="249" y="442"/>
                    </a:lnTo>
                    <a:lnTo>
                      <a:pt x="255" y="437"/>
                    </a:lnTo>
                    <a:lnTo>
                      <a:pt x="262" y="432"/>
                    </a:lnTo>
                    <a:lnTo>
                      <a:pt x="267" y="426"/>
                    </a:lnTo>
                    <a:lnTo>
                      <a:pt x="270" y="424"/>
                    </a:lnTo>
                    <a:lnTo>
                      <a:pt x="272" y="420"/>
                    </a:lnTo>
                    <a:lnTo>
                      <a:pt x="275" y="417"/>
                    </a:lnTo>
                    <a:lnTo>
                      <a:pt x="276" y="413"/>
                    </a:lnTo>
                    <a:lnTo>
                      <a:pt x="276" y="408"/>
                    </a:lnTo>
                    <a:lnTo>
                      <a:pt x="276" y="404"/>
                    </a:lnTo>
                    <a:lnTo>
                      <a:pt x="272" y="403"/>
                    </a:lnTo>
                    <a:lnTo>
                      <a:pt x="267" y="402"/>
                    </a:lnTo>
                    <a:lnTo>
                      <a:pt x="263" y="402"/>
                    </a:lnTo>
                    <a:lnTo>
                      <a:pt x="256" y="402"/>
                    </a:lnTo>
                    <a:lnTo>
                      <a:pt x="256" y="402"/>
                    </a:lnTo>
                    <a:lnTo>
                      <a:pt x="255" y="402"/>
                    </a:lnTo>
                    <a:lnTo>
                      <a:pt x="253" y="405"/>
                    </a:lnTo>
                    <a:lnTo>
                      <a:pt x="250" y="408"/>
                    </a:lnTo>
                    <a:lnTo>
                      <a:pt x="247" y="411"/>
                    </a:lnTo>
                    <a:lnTo>
                      <a:pt x="244" y="413"/>
                    </a:lnTo>
                    <a:lnTo>
                      <a:pt x="241" y="413"/>
                    </a:lnTo>
                    <a:lnTo>
                      <a:pt x="238" y="413"/>
                    </a:lnTo>
                    <a:lnTo>
                      <a:pt x="235" y="413"/>
                    </a:lnTo>
                    <a:lnTo>
                      <a:pt x="231" y="413"/>
                    </a:lnTo>
                    <a:lnTo>
                      <a:pt x="225" y="416"/>
                    </a:lnTo>
                    <a:lnTo>
                      <a:pt x="218" y="420"/>
                    </a:lnTo>
                    <a:lnTo>
                      <a:pt x="211" y="424"/>
                    </a:lnTo>
                    <a:lnTo>
                      <a:pt x="205" y="428"/>
                    </a:lnTo>
                    <a:lnTo>
                      <a:pt x="203" y="428"/>
                    </a:lnTo>
                    <a:lnTo>
                      <a:pt x="200" y="428"/>
                    </a:lnTo>
                    <a:lnTo>
                      <a:pt x="198" y="429"/>
                    </a:lnTo>
                    <a:lnTo>
                      <a:pt x="196" y="429"/>
                    </a:lnTo>
                    <a:lnTo>
                      <a:pt x="194" y="429"/>
                    </a:lnTo>
                    <a:lnTo>
                      <a:pt x="192" y="430"/>
                    </a:lnTo>
                    <a:lnTo>
                      <a:pt x="190" y="430"/>
                    </a:lnTo>
                    <a:lnTo>
                      <a:pt x="188" y="432"/>
                    </a:lnTo>
                    <a:lnTo>
                      <a:pt x="186" y="434"/>
                    </a:lnTo>
                    <a:lnTo>
                      <a:pt x="183" y="437"/>
                    </a:lnTo>
                    <a:lnTo>
                      <a:pt x="181" y="440"/>
                    </a:lnTo>
                    <a:lnTo>
                      <a:pt x="179" y="443"/>
                    </a:lnTo>
                    <a:lnTo>
                      <a:pt x="176" y="445"/>
                    </a:lnTo>
                    <a:lnTo>
                      <a:pt x="174" y="448"/>
                    </a:lnTo>
                    <a:lnTo>
                      <a:pt x="171" y="451"/>
                    </a:lnTo>
                    <a:lnTo>
                      <a:pt x="167" y="452"/>
                    </a:lnTo>
                    <a:lnTo>
                      <a:pt x="163" y="452"/>
                    </a:lnTo>
                    <a:lnTo>
                      <a:pt x="157" y="452"/>
                    </a:lnTo>
                    <a:lnTo>
                      <a:pt x="151" y="452"/>
                    </a:lnTo>
                    <a:lnTo>
                      <a:pt x="147" y="452"/>
                    </a:lnTo>
                    <a:lnTo>
                      <a:pt x="142" y="454"/>
                    </a:lnTo>
                    <a:lnTo>
                      <a:pt x="136" y="456"/>
                    </a:lnTo>
                    <a:lnTo>
                      <a:pt x="133" y="456"/>
                    </a:lnTo>
                    <a:lnTo>
                      <a:pt x="131" y="456"/>
                    </a:lnTo>
                    <a:lnTo>
                      <a:pt x="127" y="456"/>
                    </a:lnTo>
                    <a:lnTo>
                      <a:pt x="125" y="456"/>
                    </a:lnTo>
                    <a:lnTo>
                      <a:pt x="122" y="456"/>
                    </a:lnTo>
                    <a:lnTo>
                      <a:pt x="120" y="456"/>
                    </a:lnTo>
                    <a:lnTo>
                      <a:pt x="118" y="455"/>
                    </a:lnTo>
                    <a:lnTo>
                      <a:pt x="115" y="453"/>
                    </a:lnTo>
                    <a:lnTo>
                      <a:pt x="114" y="452"/>
                    </a:lnTo>
                    <a:lnTo>
                      <a:pt x="113" y="449"/>
                    </a:lnTo>
                    <a:lnTo>
                      <a:pt x="112" y="447"/>
                    </a:lnTo>
                    <a:lnTo>
                      <a:pt x="111" y="443"/>
                    </a:lnTo>
                    <a:lnTo>
                      <a:pt x="122" y="439"/>
                    </a:lnTo>
                    <a:lnTo>
                      <a:pt x="132" y="435"/>
                    </a:lnTo>
                    <a:lnTo>
                      <a:pt x="142" y="430"/>
                    </a:lnTo>
                    <a:lnTo>
                      <a:pt x="151" y="425"/>
                    </a:lnTo>
                    <a:lnTo>
                      <a:pt x="161" y="420"/>
                    </a:lnTo>
                    <a:lnTo>
                      <a:pt x="171" y="415"/>
                    </a:lnTo>
                    <a:lnTo>
                      <a:pt x="179" y="409"/>
                    </a:lnTo>
                    <a:lnTo>
                      <a:pt x="188" y="404"/>
                    </a:lnTo>
                    <a:lnTo>
                      <a:pt x="191" y="403"/>
                    </a:lnTo>
                    <a:lnTo>
                      <a:pt x="192" y="402"/>
                    </a:lnTo>
                    <a:lnTo>
                      <a:pt x="195" y="402"/>
                    </a:lnTo>
                    <a:lnTo>
                      <a:pt x="198" y="401"/>
                    </a:lnTo>
                    <a:lnTo>
                      <a:pt x="200" y="401"/>
                    </a:lnTo>
                    <a:lnTo>
                      <a:pt x="202" y="400"/>
                    </a:lnTo>
                    <a:lnTo>
                      <a:pt x="204" y="400"/>
                    </a:lnTo>
                    <a:lnTo>
                      <a:pt x="207" y="399"/>
                    </a:lnTo>
                    <a:lnTo>
                      <a:pt x="213" y="395"/>
                    </a:lnTo>
                    <a:lnTo>
                      <a:pt x="219" y="389"/>
                    </a:lnTo>
                    <a:lnTo>
                      <a:pt x="222" y="387"/>
                    </a:lnTo>
                    <a:lnTo>
                      <a:pt x="226" y="384"/>
                    </a:lnTo>
                    <a:lnTo>
                      <a:pt x="229" y="383"/>
                    </a:lnTo>
                    <a:lnTo>
                      <a:pt x="232" y="380"/>
                    </a:lnTo>
                    <a:lnTo>
                      <a:pt x="235" y="380"/>
                    </a:lnTo>
                    <a:lnTo>
                      <a:pt x="239" y="380"/>
                    </a:lnTo>
                    <a:lnTo>
                      <a:pt x="241" y="379"/>
                    </a:lnTo>
                    <a:lnTo>
                      <a:pt x="244" y="378"/>
                    </a:lnTo>
                    <a:lnTo>
                      <a:pt x="250" y="376"/>
                    </a:lnTo>
                    <a:lnTo>
                      <a:pt x="255" y="372"/>
                    </a:lnTo>
                    <a:lnTo>
                      <a:pt x="259" y="368"/>
                    </a:lnTo>
                    <a:lnTo>
                      <a:pt x="265" y="364"/>
                    </a:lnTo>
                    <a:lnTo>
                      <a:pt x="267" y="364"/>
                    </a:lnTo>
                    <a:lnTo>
                      <a:pt x="268" y="363"/>
                    </a:lnTo>
                    <a:lnTo>
                      <a:pt x="271" y="363"/>
                    </a:lnTo>
                    <a:lnTo>
                      <a:pt x="273" y="363"/>
                    </a:lnTo>
                    <a:lnTo>
                      <a:pt x="276" y="362"/>
                    </a:lnTo>
                    <a:lnTo>
                      <a:pt x="277" y="361"/>
                    </a:lnTo>
                    <a:lnTo>
                      <a:pt x="280" y="361"/>
                    </a:lnTo>
                    <a:lnTo>
                      <a:pt x="280" y="360"/>
                    </a:lnTo>
                    <a:lnTo>
                      <a:pt x="283" y="357"/>
                    </a:lnTo>
                    <a:lnTo>
                      <a:pt x="284" y="353"/>
                    </a:lnTo>
                    <a:lnTo>
                      <a:pt x="285" y="349"/>
                    </a:lnTo>
                    <a:lnTo>
                      <a:pt x="287" y="344"/>
                    </a:lnTo>
                    <a:lnTo>
                      <a:pt x="288" y="336"/>
                    </a:lnTo>
                    <a:lnTo>
                      <a:pt x="290" y="328"/>
                    </a:lnTo>
                    <a:lnTo>
                      <a:pt x="290" y="327"/>
                    </a:lnTo>
                    <a:lnTo>
                      <a:pt x="290" y="325"/>
                    </a:lnTo>
                    <a:lnTo>
                      <a:pt x="292" y="324"/>
                    </a:lnTo>
                    <a:lnTo>
                      <a:pt x="292" y="323"/>
                    </a:lnTo>
                    <a:lnTo>
                      <a:pt x="293" y="321"/>
                    </a:lnTo>
                    <a:lnTo>
                      <a:pt x="294" y="320"/>
                    </a:lnTo>
                    <a:lnTo>
                      <a:pt x="295" y="317"/>
                    </a:lnTo>
                    <a:lnTo>
                      <a:pt x="296" y="313"/>
                    </a:lnTo>
                    <a:lnTo>
                      <a:pt x="297" y="310"/>
                    </a:lnTo>
                    <a:lnTo>
                      <a:pt x="298" y="308"/>
                    </a:lnTo>
                    <a:lnTo>
                      <a:pt x="300" y="303"/>
                    </a:lnTo>
                    <a:lnTo>
                      <a:pt x="302" y="301"/>
                    </a:lnTo>
                    <a:lnTo>
                      <a:pt x="305" y="298"/>
                    </a:lnTo>
                    <a:lnTo>
                      <a:pt x="308" y="295"/>
                    </a:lnTo>
                    <a:lnTo>
                      <a:pt x="312" y="292"/>
                    </a:lnTo>
                    <a:lnTo>
                      <a:pt x="316" y="290"/>
                    </a:lnTo>
                    <a:lnTo>
                      <a:pt x="317" y="287"/>
                    </a:lnTo>
                    <a:lnTo>
                      <a:pt x="318" y="286"/>
                    </a:lnTo>
                    <a:lnTo>
                      <a:pt x="319" y="283"/>
                    </a:lnTo>
                    <a:lnTo>
                      <a:pt x="320" y="282"/>
                    </a:lnTo>
                    <a:lnTo>
                      <a:pt x="321" y="278"/>
                    </a:lnTo>
                    <a:lnTo>
                      <a:pt x="323" y="274"/>
                    </a:lnTo>
                    <a:lnTo>
                      <a:pt x="324" y="272"/>
                    </a:lnTo>
                    <a:lnTo>
                      <a:pt x="325" y="271"/>
                    </a:lnTo>
                    <a:lnTo>
                      <a:pt x="326" y="271"/>
                    </a:lnTo>
                    <a:lnTo>
                      <a:pt x="328" y="270"/>
                    </a:lnTo>
                    <a:lnTo>
                      <a:pt x="330" y="268"/>
                    </a:lnTo>
                    <a:lnTo>
                      <a:pt x="332" y="267"/>
                    </a:lnTo>
                    <a:lnTo>
                      <a:pt x="333" y="265"/>
                    </a:lnTo>
                    <a:lnTo>
                      <a:pt x="335" y="263"/>
                    </a:lnTo>
                    <a:lnTo>
                      <a:pt x="336" y="262"/>
                    </a:lnTo>
                    <a:lnTo>
                      <a:pt x="336" y="259"/>
                    </a:lnTo>
                    <a:lnTo>
                      <a:pt x="336" y="257"/>
                    </a:lnTo>
                    <a:lnTo>
                      <a:pt x="337" y="255"/>
                    </a:lnTo>
                    <a:lnTo>
                      <a:pt x="338" y="253"/>
                    </a:lnTo>
                    <a:lnTo>
                      <a:pt x="339" y="251"/>
                    </a:lnTo>
                    <a:lnTo>
                      <a:pt x="344" y="244"/>
                    </a:lnTo>
                    <a:lnTo>
                      <a:pt x="348" y="239"/>
                    </a:lnTo>
                    <a:lnTo>
                      <a:pt x="353" y="231"/>
                    </a:lnTo>
                    <a:lnTo>
                      <a:pt x="358" y="225"/>
                    </a:lnTo>
                    <a:lnTo>
                      <a:pt x="360" y="222"/>
                    </a:lnTo>
                    <a:lnTo>
                      <a:pt x="363" y="218"/>
                    </a:lnTo>
                    <a:lnTo>
                      <a:pt x="365" y="215"/>
                    </a:lnTo>
                    <a:lnTo>
                      <a:pt x="367" y="211"/>
                    </a:lnTo>
                    <a:lnTo>
                      <a:pt x="368" y="206"/>
                    </a:lnTo>
                    <a:lnTo>
                      <a:pt x="368" y="202"/>
                    </a:lnTo>
                    <a:lnTo>
                      <a:pt x="369" y="198"/>
                    </a:lnTo>
                    <a:lnTo>
                      <a:pt x="369" y="192"/>
                    </a:lnTo>
                    <a:lnTo>
                      <a:pt x="368" y="191"/>
                    </a:lnTo>
                    <a:lnTo>
                      <a:pt x="366" y="189"/>
                    </a:lnTo>
                    <a:lnTo>
                      <a:pt x="362" y="189"/>
                    </a:lnTo>
                    <a:lnTo>
                      <a:pt x="358" y="188"/>
                    </a:lnTo>
                    <a:lnTo>
                      <a:pt x="354" y="189"/>
                    </a:lnTo>
                    <a:lnTo>
                      <a:pt x="352" y="189"/>
                    </a:lnTo>
                    <a:lnTo>
                      <a:pt x="348" y="190"/>
                    </a:lnTo>
                    <a:lnTo>
                      <a:pt x="345" y="191"/>
                    </a:lnTo>
                    <a:lnTo>
                      <a:pt x="342" y="191"/>
                    </a:lnTo>
                    <a:lnTo>
                      <a:pt x="340" y="193"/>
                    </a:lnTo>
                    <a:lnTo>
                      <a:pt x="334" y="195"/>
                    </a:lnTo>
                    <a:lnTo>
                      <a:pt x="328" y="198"/>
                    </a:lnTo>
                    <a:lnTo>
                      <a:pt x="324" y="199"/>
                    </a:lnTo>
                    <a:lnTo>
                      <a:pt x="321" y="199"/>
                    </a:lnTo>
                    <a:lnTo>
                      <a:pt x="317" y="200"/>
                    </a:lnTo>
                    <a:lnTo>
                      <a:pt x="313" y="200"/>
                    </a:lnTo>
                    <a:lnTo>
                      <a:pt x="312" y="202"/>
                    </a:lnTo>
                    <a:lnTo>
                      <a:pt x="312" y="203"/>
                    </a:lnTo>
                    <a:lnTo>
                      <a:pt x="311" y="204"/>
                    </a:lnTo>
                    <a:lnTo>
                      <a:pt x="309" y="206"/>
                    </a:lnTo>
                    <a:lnTo>
                      <a:pt x="307" y="207"/>
                    </a:lnTo>
                    <a:lnTo>
                      <a:pt x="304" y="210"/>
                    </a:lnTo>
                    <a:lnTo>
                      <a:pt x="301" y="211"/>
                    </a:lnTo>
                    <a:lnTo>
                      <a:pt x="299" y="213"/>
                    </a:lnTo>
                    <a:lnTo>
                      <a:pt x="298" y="215"/>
                    </a:lnTo>
                    <a:lnTo>
                      <a:pt x="297" y="215"/>
                    </a:lnTo>
                    <a:lnTo>
                      <a:pt x="296" y="216"/>
                    </a:lnTo>
                    <a:lnTo>
                      <a:pt x="296" y="218"/>
                    </a:lnTo>
                    <a:lnTo>
                      <a:pt x="296" y="219"/>
                    </a:lnTo>
                    <a:lnTo>
                      <a:pt x="296" y="222"/>
                    </a:lnTo>
                    <a:lnTo>
                      <a:pt x="296" y="224"/>
                    </a:lnTo>
                    <a:lnTo>
                      <a:pt x="298" y="226"/>
                    </a:lnTo>
                    <a:lnTo>
                      <a:pt x="301" y="230"/>
                    </a:lnTo>
                    <a:lnTo>
                      <a:pt x="305" y="234"/>
                    </a:lnTo>
                    <a:lnTo>
                      <a:pt x="308" y="236"/>
                    </a:lnTo>
                    <a:lnTo>
                      <a:pt x="309" y="238"/>
                    </a:lnTo>
                    <a:lnTo>
                      <a:pt x="312" y="240"/>
                    </a:lnTo>
                    <a:lnTo>
                      <a:pt x="312" y="243"/>
                    </a:lnTo>
                    <a:lnTo>
                      <a:pt x="313" y="245"/>
                    </a:lnTo>
                    <a:lnTo>
                      <a:pt x="314" y="247"/>
                    </a:lnTo>
                    <a:lnTo>
                      <a:pt x="314" y="250"/>
                    </a:lnTo>
                    <a:lnTo>
                      <a:pt x="313" y="253"/>
                    </a:lnTo>
                    <a:lnTo>
                      <a:pt x="312" y="256"/>
                    </a:lnTo>
                    <a:lnTo>
                      <a:pt x="309" y="259"/>
                    </a:lnTo>
                    <a:lnTo>
                      <a:pt x="307" y="262"/>
                    </a:lnTo>
                    <a:lnTo>
                      <a:pt x="304" y="265"/>
                    </a:lnTo>
                    <a:lnTo>
                      <a:pt x="303" y="268"/>
                    </a:lnTo>
                    <a:lnTo>
                      <a:pt x="301" y="275"/>
                    </a:lnTo>
                    <a:lnTo>
                      <a:pt x="300" y="281"/>
                    </a:lnTo>
                    <a:lnTo>
                      <a:pt x="297" y="286"/>
                    </a:lnTo>
                    <a:lnTo>
                      <a:pt x="296" y="287"/>
                    </a:lnTo>
                    <a:lnTo>
                      <a:pt x="295" y="289"/>
                    </a:lnTo>
                    <a:lnTo>
                      <a:pt x="293" y="291"/>
                    </a:lnTo>
                    <a:lnTo>
                      <a:pt x="292" y="292"/>
                    </a:lnTo>
                    <a:lnTo>
                      <a:pt x="288" y="295"/>
                    </a:lnTo>
                    <a:lnTo>
                      <a:pt x="286" y="298"/>
                    </a:lnTo>
                    <a:lnTo>
                      <a:pt x="285" y="299"/>
                    </a:lnTo>
                    <a:lnTo>
                      <a:pt x="284" y="301"/>
                    </a:lnTo>
                    <a:lnTo>
                      <a:pt x="284" y="303"/>
                    </a:lnTo>
                    <a:lnTo>
                      <a:pt x="284" y="305"/>
                    </a:lnTo>
                    <a:lnTo>
                      <a:pt x="284" y="307"/>
                    </a:lnTo>
                    <a:lnTo>
                      <a:pt x="283" y="308"/>
                    </a:lnTo>
                    <a:lnTo>
                      <a:pt x="282" y="310"/>
                    </a:lnTo>
                    <a:lnTo>
                      <a:pt x="282" y="312"/>
                    </a:lnTo>
                    <a:lnTo>
                      <a:pt x="277" y="315"/>
                    </a:lnTo>
                    <a:lnTo>
                      <a:pt x="273" y="319"/>
                    </a:lnTo>
                    <a:lnTo>
                      <a:pt x="268" y="322"/>
                    </a:lnTo>
                    <a:lnTo>
                      <a:pt x="265" y="325"/>
                    </a:lnTo>
                    <a:lnTo>
                      <a:pt x="264" y="328"/>
                    </a:lnTo>
                    <a:lnTo>
                      <a:pt x="263" y="332"/>
                    </a:lnTo>
                    <a:lnTo>
                      <a:pt x="263" y="336"/>
                    </a:lnTo>
                    <a:lnTo>
                      <a:pt x="263" y="339"/>
                    </a:lnTo>
                    <a:lnTo>
                      <a:pt x="259" y="344"/>
                    </a:lnTo>
                    <a:lnTo>
                      <a:pt x="254" y="348"/>
                    </a:lnTo>
                    <a:lnTo>
                      <a:pt x="248" y="353"/>
                    </a:lnTo>
                    <a:lnTo>
                      <a:pt x="244" y="357"/>
                    </a:lnTo>
                    <a:lnTo>
                      <a:pt x="243" y="356"/>
                    </a:lnTo>
                    <a:lnTo>
                      <a:pt x="241" y="356"/>
                    </a:lnTo>
                    <a:lnTo>
                      <a:pt x="239" y="355"/>
                    </a:lnTo>
                    <a:lnTo>
                      <a:pt x="239" y="353"/>
                    </a:lnTo>
                    <a:lnTo>
                      <a:pt x="238" y="352"/>
                    </a:lnTo>
                    <a:lnTo>
                      <a:pt x="238" y="348"/>
                    </a:lnTo>
                    <a:lnTo>
                      <a:pt x="240" y="343"/>
                    </a:lnTo>
                    <a:lnTo>
                      <a:pt x="243" y="337"/>
                    </a:lnTo>
                    <a:lnTo>
                      <a:pt x="243" y="335"/>
                    </a:lnTo>
                    <a:lnTo>
                      <a:pt x="243" y="332"/>
                    </a:lnTo>
                    <a:lnTo>
                      <a:pt x="244" y="329"/>
                    </a:lnTo>
                    <a:lnTo>
                      <a:pt x="244" y="325"/>
                    </a:lnTo>
                    <a:lnTo>
                      <a:pt x="244" y="325"/>
                    </a:lnTo>
                    <a:close/>
                    <a:moveTo>
                      <a:pt x="147" y="217"/>
                    </a:moveTo>
                    <a:lnTo>
                      <a:pt x="146" y="218"/>
                    </a:lnTo>
                    <a:lnTo>
                      <a:pt x="144" y="219"/>
                    </a:lnTo>
                    <a:lnTo>
                      <a:pt x="143" y="219"/>
                    </a:lnTo>
                    <a:lnTo>
                      <a:pt x="141" y="219"/>
                    </a:lnTo>
                    <a:lnTo>
                      <a:pt x="137" y="220"/>
                    </a:lnTo>
                    <a:lnTo>
                      <a:pt x="134" y="220"/>
                    </a:lnTo>
                    <a:lnTo>
                      <a:pt x="132" y="220"/>
                    </a:lnTo>
                    <a:lnTo>
                      <a:pt x="130" y="221"/>
                    </a:lnTo>
                    <a:lnTo>
                      <a:pt x="128" y="222"/>
                    </a:lnTo>
                    <a:lnTo>
                      <a:pt x="127" y="223"/>
                    </a:lnTo>
                    <a:lnTo>
                      <a:pt x="125" y="224"/>
                    </a:lnTo>
                    <a:lnTo>
                      <a:pt x="124" y="226"/>
                    </a:lnTo>
                    <a:lnTo>
                      <a:pt x="123" y="227"/>
                    </a:lnTo>
                    <a:lnTo>
                      <a:pt x="121" y="230"/>
                    </a:lnTo>
                    <a:lnTo>
                      <a:pt x="121" y="231"/>
                    </a:lnTo>
                    <a:lnTo>
                      <a:pt x="120" y="233"/>
                    </a:lnTo>
                    <a:lnTo>
                      <a:pt x="120" y="235"/>
                    </a:lnTo>
                    <a:lnTo>
                      <a:pt x="120" y="236"/>
                    </a:lnTo>
                    <a:lnTo>
                      <a:pt x="120" y="241"/>
                    </a:lnTo>
                    <a:lnTo>
                      <a:pt x="122" y="246"/>
                    </a:lnTo>
                    <a:lnTo>
                      <a:pt x="123" y="251"/>
                    </a:lnTo>
                    <a:lnTo>
                      <a:pt x="124" y="256"/>
                    </a:lnTo>
                    <a:lnTo>
                      <a:pt x="126" y="263"/>
                    </a:lnTo>
                    <a:lnTo>
                      <a:pt x="127" y="268"/>
                    </a:lnTo>
                    <a:lnTo>
                      <a:pt x="131" y="279"/>
                    </a:lnTo>
                    <a:lnTo>
                      <a:pt x="135" y="288"/>
                    </a:lnTo>
                    <a:lnTo>
                      <a:pt x="137" y="292"/>
                    </a:lnTo>
                    <a:lnTo>
                      <a:pt x="139" y="295"/>
                    </a:lnTo>
                    <a:lnTo>
                      <a:pt x="139" y="297"/>
                    </a:lnTo>
                    <a:lnTo>
                      <a:pt x="140" y="298"/>
                    </a:lnTo>
                    <a:lnTo>
                      <a:pt x="142" y="299"/>
                    </a:lnTo>
                    <a:lnTo>
                      <a:pt x="143" y="299"/>
                    </a:lnTo>
                    <a:lnTo>
                      <a:pt x="145" y="299"/>
                    </a:lnTo>
                    <a:lnTo>
                      <a:pt x="147" y="298"/>
                    </a:lnTo>
                    <a:lnTo>
                      <a:pt x="148" y="297"/>
                    </a:lnTo>
                    <a:lnTo>
                      <a:pt x="150" y="296"/>
                    </a:lnTo>
                    <a:lnTo>
                      <a:pt x="151" y="295"/>
                    </a:lnTo>
                    <a:lnTo>
                      <a:pt x="152" y="294"/>
                    </a:lnTo>
                    <a:lnTo>
                      <a:pt x="155" y="291"/>
                    </a:lnTo>
                    <a:lnTo>
                      <a:pt x="157" y="287"/>
                    </a:lnTo>
                    <a:lnTo>
                      <a:pt x="156" y="284"/>
                    </a:lnTo>
                    <a:lnTo>
                      <a:pt x="155" y="282"/>
                    </a:lnTo>
                    <a:lnTo>
                      <a:pt x="154" y="280"/>
                    </a:lnTo>
                    <a:lnTo>
                      <a:pt x="153" y="279"/>
                    </a:lnTo>
                    <a:lnTo>
                      <a:pt x="151" y="277"/>
                    </a:lnTo>
                    <a:lnTo>
                      <a:pt x="150" y="276"/>
                    </a:lnTo>
                    <a:lnTo>
                      <a:pt x="147" y="275"/>
                    </a:lnTo>
                    <a:lnTo>
                      <a:pt x="144" y="274"/>
                    </a:lnTo>
                    <a:lnTo>
                      <a:pt x="144" y="271"/>
                    </a:lnTo>
                    <a:lnTo>
                      <a:pt x="144" y="267"/>
                    </a:lnTo>
                    <a:lnTo>
                      <a:pt x="145" y="263"/>
                    </a:lnTo>
                    <a:lnTo>
                      <a:pt x="146" y="260"/>
                    </a:lnTo>
                    <a:lnTo>
                      <a:pt x="147" y="256"/>
                    </a:lnTo>
                    <a:lnTo>
                      <a:pt x="148" y="253"/>
                    </a:lnTo>
                    <a:lnTo>
                      <a:pt x="150" y="250"/>
                    </a:lnTo>
                    <a:lnTo>
                      <a:pt x="151" y="247"/>
                    </a:lnTo>
                    <a:lnTo>
                      <a:pt x="153" y="243"/>
                    </a:lnTo>
                    <a:lnTo>
                      <a:pt x="155" y="241"/>
                    </a:lnTo>
                    <a:lnTo>
                      <a:pt x="157" y="238"/>
                    </a:lnTo>
                    <a:lnTo>
                      <a:pt x="159" y="235"/>
                    </a:lnTo>
                    <a:lnTo>
                      <a:pt x="163" y="231"/>
                    </a:lnTo>
                    <a:lnTo>
                      <a:pt x="167" y="227"/>
                    </a:lnTo>
                    <a:lnTo>
                      <a:pt x="167" y="224"/>
                    </a:lnTo>
                    <a:lnTo>
                      <a:pt x="167" y="221"/>
                    </a:lnTo>
                    <a:lnTo>
                      <a:pt x="163" y="219"/>
                    </a:lnTo>
                    <a:lnTo>
                      <a:pt x="159" y="219"/>
                    </a:lnTo>
                    <a:lnTo>
                      <a:pt x="155" y="218"/>
                    </a:lnTo>
                    <a:lnTo>
                      <a:pt x="154" y="217"/>
                    </a:lnTo>
                    <a:lnTo>
                      <a:pt x="151" y="217"/>
                    </a:lnTo>
                    <a:lnTo>
                      <a:pt x="147" y="217"/>
                    </a:lnTo>
                    <a:lnTo>
                      <a:pt x="147" y="217"/>
                    </a:lnTo>
                    <a:close/>
                    <a:moveTo>
                      <a:pt x="195" y="216"/>
                    </a:moveTo>
                    <a:lnTo>
                      <a:pt x="193" y="220"/>
                    </a:lnTo>
                    <a:lnTo>
                      <a:pt x="191" y="224"/>
                    </a:lnTo>
                    <a:lnTo>
                      <a:pt x="188" y="227"/>
                    </a:lnTo>
                    <a:lnTo>
                      <a:pt x="185" y="231"/>
                    </a:lnTo>
                    <a:lnTo>
                      <a:pt x="183" y="235"/>
                    </a:lnTo>
                    <a:lnTo>
                      <a:pt x="181" y="240"/>
                    </a:lnTo>
                    <a:lnTo>
                      <a:pt x="180" y="243"/>
                    </a:lnTo>
                    <a:lnTo>
                      <a:pt x="179" y="245"/>
                    </a:lnTo>
                    <a:lnTo>
                      <a:pt x="179" y="247"/>
                    </a:lnTo>
                    <a:lnTo>
                      <a:pt x="179" y="250"/>
                    </a:lnTo>
                    <a:lnTo>
                      <a:pt x="180" y="252"/>
                    </a:lnTo>
                    <a:lnTo>
                      <a:pt x="182" y="253"/>
                    </a:lnTo>
                    <a:lnTo>
                      <a:pt x="185" y="254"/>
                    </a:lnTo>
                    <a:lnTo>
                      <a:pt x="188" y="254"/>
                    </a:lnTo>
                    <a:lnTo>
                      <a:pt x="192" y="254"/>
                    </a:lnTo>
                    <a:lnTo>
                      <a:pt x="195" y="253"/>
                    </a:lnTo>
                    <a:lnTo>
                      <a:pt x="199" y="252"/>
                    </a:lnTo>
                    <a:lnTo>
                      <a:pt x="202" y="251"/>
                    </a:lnTo>
                    <a:lnTo>
                      <a:pt x="205" y="250"/>
                    </a:lnTo>
                    <a:lnTo>
                      <a:pt x="208" y="248"/>
                    </a:lnTo>
                    <a:lnTo>
                      <a:pt x="211" y="247"/>
                    </a:lnTo>
                    <a:lnTo>
                      <a:pt x="214" y="244"/>
                    </a:lnTo>
                    <a:lnTo>
                      <a:pt x="217" y="242"/>
                    </a:lnTo>
                    <a:lnTo>
                      <a:pt x="219" y="240"/>
                    </a:lnTo>
                    <a:lnTo>
                      <a:pt x="221" y="238"/>
                    </a:lnTo>
                    <a:lnTo>
                      <a:pt x="223" y="235"/>
                    </a:lnTo>
                    <a:lnTo>
                      <a:pt x="224" y="233"/>
                    </a:lnTo>
                    <a:lnTo>
                      <a:pt x="226" y="231"/>
                    </a:lnTo>
                    <a:lnTo>
                      <a:pt x="226" y="228"/>
                    </a:lnTo>
                    <a:lnTo>
                      <a:pt x="225" y="226"/>
                    </a:lnTo>
                    <a:lnTo>
                      <a:pt x="219" y="222"/>
                    </a:lnTo>
                    <a:lnTo>
                      <a:pt x="213" y="219"/>
                    </a:lnTo>
                    <a:lnTo>
                      <a:pt x="209" y="218"/>
                    </a:lnTo>
                    <a:lnTo>
                      <a:pt x="205" y="217"/>
                    </a:lnTo>
                    <a:lnTo>
                      <a:pt x="201" y="216"/>
                    </a:lnTo>
                    <a:lnTo>
                      <a:pt x="195" y="216"/>
                    </a:lnTo>
                    <a:lnTo>
                      <a:pt x="195" y="216"/>
                    </a:lnTo>
                    <a:close/>
                    <a:moveTo>
                      <a:pt x="256" y="238"/>
                    </a:moveTo>
                    <a:lnTo>
                      <a:pt x="253" y="241"/>
                    </a:lnTo>
                    <a:lnTo>
                      <a:pt x="249" y="244"/>
                    </a:lnTo>
                    <a:lnTo>
                      <a:pt x="248" y="246"/>
                    </a:lnTo>
                    <a:lnTo>
                      <a:pt x="248" y="248"/>
                    </a:lnTo>
                    <a:lnTo>
                      <a:pt x="247" y="250"/>
                    </a:lnTo>
                    <a:lnTo>
                      <a:pt x="247" y="253"/>
                    </a:lnTo>
                    <a:lnTo>
                      <a:pt x="247" y="259"/>
                    </a:lnTo>
                    <a:lnTo>
                      <a:pt x="247" y="267"/>
                    </a:lnTo>
                    <a:lnTo>
                      <a:pt x="247" y="273"/>
                    </a:lnTo>
                    <a:lnTo>
                      <a:pt x="248" y="279"/>
                    </a:lnTo>
                    <a:lnTo>
                      <a:pt x="249" y="282"/>
                    </a:lnTo>
                    <a:lnTo>
                      <a:pt x="250" y="283"/>
                    </a:lnTo>
                    <a:lnTo>
                      <a:pt x="250" y="285"/>
                    </a:lnTo>
                    <a:lnTo>
                      <a:pt x="251" y="286"/>
                    </a:lnTo>
                    <a:lnTo>
                      <a:pt x="251" y="287"/>
                    </a:lnTo>
                    <a:lnTo>
                      <a:pt x="252" y="288"/>
                    </a:lnTo>
                    <a:lnTo>
                      <a:pt x="253" y="288"/>
                    </a:lnTo>
                    <a:lnTo>
                      <a:pt x="255" y="288"/>
                    </a:lnTo>
                    <a:lnTo>
                      <a:pt x="257" y="288"/>
                    </a:lnTo>
                    <a:lnTo>
                      <a:pt x="260" y="288"/>
                    </a:lnTo>
                    <a:lnTo>
                      <a:pt x="263" y="288"/>
                    </a:lnTo>
                    <a:lnTo>
                      <a:pt x="267" y="288"/>
                    </a:lnTo>
                    <a:lnTo>
                      <a:pt x="269" y="283"/>
                    </a:lnTo>
                    <a:lnTo>
                      <a:pt x="272" y="278"/>
                    </a:lnTo>
                    <a:lnTo>
                      <a:pt x="273" y="271"/>
                    </a:lnTo>
                    <a:lnTo>
                      <a:pt x="274" y="264"/>
                    </a:lnTo>
                    <a:lnTo>
                      <a:pt x="274" y="260"/>
                    </a:lnTo>
                    <a:lnTo>
                      <a:pt x="274" y="257"/>
                    </a:lnTo>
                    <a:lnTo>
                      <a:pt x="274" y="254"/>
                    </a:lnTo>
                    <a:lnTo>
                      <a:pt x="273" y="251"/>
                    </a:lnTo>
                    <a:lnTo>
                      <a:pt x="272" y="248"/>
                    </a:lnTo>
                    <a:lnTo>
                      <a:pt x="271" y="246"/>
                    </a:lnTo>
                    <a:lnTo>
                      <a:pt x="269" y="243"/>
                    </a:lnTo>
                    <a:lnTo>
                      <a:pt x="267" y="242"/>
                    </a:lnTo>
                    <a:lnTo>
                      <a:pt x="266" y="241"/>
                    </a:lnTo>
                    <a:lnTo>
                      <a:pt x="265" y="240"/>
                    </a:lnTo>
                    <a:lnTo>
                      <a:pt x="263" y="239"/>
                    </a:lnTo>
                    <a:lnTo>
                      <a:pt x="263" y="239"/>
                    </a:lnTo>
                    <a:lnTo>
                      <a:pt x="259" y="238"/>
                    </a:lnTo>
                    <a:lnTo>
                      <a:pt x="256" y="23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9" name="iṧḻidè"/>
              <p:cNvSpPr/>
              <p:nvPr userDrawn="1"/>
            </p:nvSpPr>
            <p:spPr bwMode="auto">
              <a:xfrm>
                <a:off x="4119563" y="2551113"/>
                <a:ext cx="879475" cy="1211263"/>
              </a:xfrm>
              <a:custGeom>
                <a:avLst/>
                <a:gdLst>
                  <a:gd name="T0" fmla="*/ 343 w 554"/>
                  <a:gd name="T1" fmla="*/ 23 h 763"/>
                  <a:gd name="T2" fmla="*/ 345 w 554"/>
                  <a:gd name="T3" fmla="*/ 54 h 763"/>
                  <a:gd name="T4" fmla="*/ 339 w 554"/>
                  <a:gd name="T5" fmla="*/ 90 h 763"/>
                  <a:gd name="T6" fmla="*/ 392 w 554"/>
                  <a:gd name="T7" fmla="*/ 84 h 763"/>
                  <a:gd name="T8" fmla="*/ 424 w 554"/>
                  <a:gd name="T9" fmla="*/ 58 h 763"/>
                  <a:gd name="T10" fmla="*/ 480 w 554"/>
                  <a:gd name="T11" fmla="*/ 3 h 763"/>
                  <a:gd name="T12" fmla="*/ 527 w 554"/>
                  <a:gd name="T13" fmla="*/ 16 h 763"/>
                  <a:gd name="T14" fmla="*/ 493 w 554"/>
                  <a:gd name="T15" fmla="*/ 52 h 763"/>
                  <a:gd name="T16" fmla="*/ 417 w 554"/>
                  <a:gd name="T17" fmla="*/ 94 h 763"/>
                  <a:gd name="T18" fmla="*/ 333 w 554"/>
                  <a:gd name="T19" fmla="*/ 134 h 763"/>
                  <a:gd name="T20" fmla="*/ 307 w 554"/>
                  <a:gd name="T21" fmla="*/ 200 h 763"/>
                  <a:gd name="T22" fmla="*/ 328 w 554"/>
                  <a:gd name="T23" fmla="*/ 242 h 763"/>
                  <a:gd name="T24" fmla="*/ 372 w 554"/>
                  <a:gd name="T25" fmla="*/ 207 h 763"/>
                  <a:gd name="T26" fmla="*/ 435 w 554"/>
                  <a:gd name="T27" fmla="*/ 164 h 763"/>
                  <a:gd name="T28" fmla="*/ 475 w 554"/>
                  <a:gd name="T29" fmla="*/ 138 h 763"/>
                  <a:gd name="T30" fmla="*/ 519 w 554"/>
                  <a:gd name="T31" fmla="*/ 155 h 763"/>
                  <a:gd name="T32" fmla="*/ 526 w 554"/>
                  <a:gd name="T33" fmla="*/ 186 h 763"/>
                  <a:gd name="T34" fmla="*/ 460 w 554"/>
                  <a:gd name="T35" fmla="*/ 211 h 763"/>
                  <a:gd name="T36" fmla="*/ 383 w 554"/>
                  <a:gd name="T37" fmla="*/ 273 h 763"/>
                  <a:gd name="T38" fmla="*/ 363 w 554"/>
                  <a:gd name="T39" fmla="*/ 342 h 763"/>
                  <a:gd name="T40" fmla="*/ 435 w 554"/>
                  <a:gd name="T41" fmla="*/ 318 h 763"/>
                  <a:gd name="T42" fmla="*/ 511 w 554"/>
                  <a:gd name="T43" fmla="*/ 278 h 763"/>
                  <a:gd name="T44" fmla="*/ 542 w 554"/>
                  <a:gd name="T45" fmla="*/ 305 h 763"/>
                  <a:gd name="T46" fmla="*/ 472 w 554"/>
                  <a:gd name="T47" fmla="*/ 329 h 763"/>
                  <a:gd name="T48" fmla="*/ 362 w 554"/>
                  <a:gd name="T49" fmla="*/ 371 h 763"/>
                  <a:gd name="T50" fmla="*/ 337 w 554"/>
                  <a:gd name="T51" fmla="*/ 461 h 763"/>
                  <a:gd name="T52" fmla="*/ 401 w 554"/>
                  <a:gd name="T53" fmla="*/ 480 h 763"/>
                  <a:gd name="T54" fmla="*/ 381 w 554"/>
                  <a:gd name="T55" fmla="*/ 527 h 763"/>
                  <a:gd name="T56" fmla="*/ 337 w 554"/>
                  <a:gd name="T57" fmla="*/ 571 h 763"/>
                  <a:gd name="T58" fmla="*/ 343 w 554"/>
                  <a:gd name="T59" fmla="*/ 648 h 763"/>
                  <a:gd name="T60" fmla="*/ 342 w 554"/>
                  <a:gd name="T61" fmla="*/ 730 h 763"/>
                  <a:gd name="T62" fmla="*/ 315 w 554"/>
                  <a:gd name="T63" fmla="*/ 757 h 763"/>
                  <a:gd name="T64" fmla="*/ 274 w 554"/>
                  <a:gd name="T65" fmla="*/ 705 h 763"/>
                  <a:gd name="T66" fmla="*/ 296 w 554"/>
                  <a:gd name="T67" fmla="*/ 659 h 763"/>
                  <a:gd name="T68" fmla="*/ 287 w 554"/>
                  <a:gd name="T69" fmla="*/ 569 h 763"/>
                  <a:gd name="T70" fmla="*/ 244 w 554"/>
                  <a:gd name="T71" fmla="*/ 604 h 763"/>
                  <a:gd name="T72" fmla="*/ 194 w 554"/>
                  <a:gd name="T73" fmla="*/ 575 h 763"/>
                  <a:gd name="T74" fmla="*/ 264 w 554"/>
                  <a:gd name="T75" fmla="*/ 522 h 763"/>
                  <a:gd name="T76" fmla="*/ 307 w 554"/>
                  <a:gd name="T77" fmla="*/ 479 h 763"/>
                  <a:gd name="T78" fmla="*/ 307 w 554"/>
                  <a:gd name="T79" fmla="*/ 394 h 763"/>
                  <a:gd name="T80" fmla="*/ 262 w 554"/>
                  <a:gd name="T81" fmla="*/ 410 h 763"/>
                  <a:gd name="T82" fmla="*/ 227 w 554"/>
                  <a:gd name="T83" fmla="*/ 430 h 763"/>
                  <a:gd name="T84" fmla="*/ 146 w 554"/>
                  <a:gd name="T85" fmla="*/ 486 h 763"/>
                  <a:gd name="T86" fmla="*/ 106 w 554"/>
                  <a:gd name="T87" fmla="*/ 535 h 763"/>
                  <a:gd name="T88" fmla="*/ 44 w 554"/>
                  <a:gd name="T89" fmla="*/ 559 h 763"/>
                  <a:gd name="T90" fmla="*/ 1 w 554"/>
                  <a:gd name="T91" fmla="*/ 526 h 763"/>
                  <a:gd name="T92" fmla="*/ 34 w 554"/>
                  <a:gd name="T93" fmla="*/ 505 h 763"/>
                  <a:gd name="T94" fmla="*/ 62 w 554"/>
                  <a:gd name="T95" fmla="*/ 488 h 763"/>
                  <a:gd name="T96" fmla="*/ 108 w 554"/>
                  <a:gd name="T97" fmla="*/ 471 h 763"/>
                  <a:gd name="T98" fmla="*/ 160 w 554"/>
                  <a:gd name="T99" fmla="*/ 442 h 763"/>
                  <a:gd name="T100" fmla="*/ 196 w 554"/>
                  <a:gd name="T101" fmla="*/ 423 h 763"/>
                  <a:gd name="T102" fmla="*/ 294 w 554"/>
                  <a:gd name="T103" fmla="*/ 376 h 763"/>
                  <a:gd name="T104" fmla="*/ 316 w 554"/>
                  <a:gd name="T105" fmla="*/ 352 h 763"/>
                  <a:gd name="T106" fmla="*/ 309 w 554"/>
                  <a:gd name="T107" fmla="*/ 274 h 763"/>
                  <a:gd name="T108" fmla="*/ 262 w 554"/>
                  <a:gd name="T109" fmla="*/ 313 h 763"/>
                  <a:gd name="T110" fmla="*/ 206 w 554"/>
                  <a:gd name="T111" fmla="*/ 336 h 763"/>
                  <a:gd name="T112" fmla="*/ 198 w 554"/>
                  <a:gd name="T113" fmla="*/ 303 h 763"/>
                  <a:gd name="T114" fmla="*/ 263 w 554"/>
                  <a:gd name="T115" fmla="*/ 250 h 763"/>
                  <a:gd name="T116" fmla="*/ 290 w 554"/>
                  <a:gd name="T117" fmla="*/ 153 h 763"/>
                  <a:gd name="T118" fmla="*/ 268 w 554"/>
                  <a:gd name="T119" fmla="*/ 129 h 763"/>
                  <a:gd name="T120" fmla="*/ 291 w 554"/>
                  <a:gd name="T121" fmla="*/ 90 h 763"/>
                  <a:gd name="T122" fmla="*/ 288 w 554"/>
                  <a:gd name="T123" fmla="*/ 40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4" h="763">
                    <a:moveTo>
                      <a:pt x="303" y="20"/>
                    </a:moveTo>
                    <a:lnTo>
                      <a:pt x="306" y="20"/>
                    </a:lnTo>
                    <a:lnTo>
                      <a:pt x="308" y="20"/>
                    </a:lnTo>
                    <a:lnTo>
                      <a:pt x="308" y="18"/>
                    </a:lnTo>
                    <a:lnTo>
                      <a:pt x="309" y="17"/>
                    </a:lnTo>
                    <a:lnTo>
                      <a:pt x="310" y="14"/>
                    </a:lnTo>
                    <a:lnTo>
                      <a:pt x="312" y="13"/>
                    </a:lnTo>
                    <a:lnTo>
                      <a:pt x="314" y="12"/>
                    </a:lnTo>
                    <a:lnTo>
                      <a:pt x="316" y="11"/>
                    </a:lnTo>
                    <a:lnTo>
                      <a:pt x="319" y="10"/>
                    </a:lnTo>
                    <a:lnTo>
                      <a:pt x="322" y="10"/>
                    </a:lnTo>
                    <a:lnTo>
                      <a:pt x="326" y="10"/>
                    </a:lnTo>
                    <a:lnTo>
                      <a:pt x="329" y="10"/>
                    </a:lnTo>
                    <a:lnTo>
                      <a:pt x="335" y="15"/>
                    </a:lnTo>
                    <a:lnTo>
                      <a:pt x="342" y="22"/>
                    </a:lnTo>
                    <a:lnTo>
                      <a:pt x="343" y="23"/>
                    </a:lnTo>
                    <a:lnTo>
                      <a:pt x="345" y="25"/>
                    </a:lnTo>
                    <a:lnTo>
                      <a:pt x="346" y="26"/>
                    </a:lnTo>
                    <a:lnTo>
                      <a:pt x="347" y="28"/>
                    </a:lnTo>
                    <a:lnTo>
                      <a:pt x="347" y="30"/>
                    </a:lnTo>
                    <a:lnTo>
                      <a:pt x="348" y="33"/>
                    </a:lnTo>
                    <a:lnTo>
                      <a:pt x="347" y="34"/>
                    </a:lnTo>
                    <a:lnTo>
                      <a:pt x="347" y="37"/>
                    </a:lnTo>
                    <a:lnTo>
                      <a:pt x="347" y="39"/>
                    </a:lnTo>
                    <a:lnTo>
                      <a:pt x="348" y="42"/>
                    </a:lnTo>
                    <a:lnTo>
                      <a:pt x="348" y="44"/>
                    </a:lnTo>
                    <a:lnTo>
                      <a:pt x="347" y="46"/>
                    </a:lnTo>
                    <a:lnTo>
                      <a:pt x="347" y="48"/>
                    </a:lnTo>
                    <a:lnTo>
                      <a:pt x="347" y="50"/>
                    </a:lnTo>
                    <a:lnTo>
                      <a:pt x="346" y="51"/>
                    </a:lnTo>
                    <a:lnTo>
                      <a:pt x="345" y="52"/>
                    </a:lnTo>
                    <a:lnTo>
                      <a:pt x="345" y="54"/>
                    </a:lnTo>
                    <a:lnTo>
                      <a:pt x="345" y="54"/>
                    </a:lnTo>
                    <a:lnTo>
                      <a:pt x="345" y="55"/>
                    </a:lnTo>
                    <a:lnTo>
                      <a:pt x="345" y="57"/>
                    </a:lnTo>
                    <a:lnTo>
                      <a:pt x="345" y="58"/>
                    </a:lnTo>
                    <a:lnTo>
                      <a:pt x="346" y="61"/>
                    </a:lnTo>
                    <a:lnTo>
                      <a:pt x="346" y="63"/>
                    </a:lnTo>
                    <a:lnTo>
                      <a:pt x="347" y="66"/>
                    </a:lnTo>
                    <a:lnTo>
                      <a:pt x="346" y="67"/>
                    </a:lnTo>
                    <a:lnTo>
                      <a:pt x="346" y="70"/>
                    </a:lnTo>
                    <a:lnTo>
                      <a:pt x="345" y="71"/>
                    </a:lnTo>
                    <a:lnTo>
                      <a:pt x="344" y="74"/>
                    </a:lnTo>
                    <a:lnTo>
                      <a:pt x="343" y="77"/>
                    </a:lnTo>
                    <a:lnTo>
                      <a:pt x="340" y="80"/>
                    </a:lnTo>
                    <a:lnTo>
                      <a:pt x="340" y="83"/>
                    </a:lnTo>
                    <a:lnTo>
                      <a:pt x="339" y="86"/>
                    </a:lnTo>
                    <a:lnTo>
                      <a:pt x="339" y="90"/>
                    </a:lnTo>
                    <a:lnTo>
                      <a:pt x="339" y="94"/>
                    </a:lnTo>
                    <a:lnTo>
                      <a:pt x="340" y="101"/>
                    </a:lnTo>
                    <a:lnTo>
                      <a:pt x="340" y="106"/>
                    </a:lnTo>
                    <a:lnTo>
                      <a:pt x="343" y="106"/>
                    </a:lnTo>
                    <a:lnTo>
                      <a:pt x="347" y="106"/>
                    </a:lnTo>
                    <a:lnTo>
                      <a:pt x="350" y="106"/>
                    </a:lnTo>
                    <a:lnTo>
                      <a:pt x="352" y="106"/>
                    </a:lnTo>
                    <a:lnTo>
                      <a:pt x="357" y="102"/>
                    </a:lnTo>
                    <a:lnTo>
                      <a:pt x="366" y="96"/>
                    </a:lnTo>
                    <a:lnTo>
                      <a:pt x="375" y="90"/>
                    </a:lnTo>
                    <a:lnTo>
                      <a:pt x="380" y="87"/>
                    </a:lnTo>
                    <a:lnTo>
                      <a:pt x="383" y="86"/>
                    </a:lnTo>
                    <a:lnTo>
                      <a:pt x="387" y="86"/>
                    </a:lnTo>
                    <a:lnTo>
                      <a:pt x="389" y="85"/>
                    </a:lnTo>
                    <a:lnTo>
                      <a:pt x="391" y="85"/>
                    </a:lnTo>
                    <a:lnTo>
                      <a:pt x="392" y="84"/>
                    </a:lnTo>
                    <a:lnTo>
                      <a:pt x="394" y="83"/>
                    </a:lnTo>
                    <a:lnTo>
                      <a:pt x="396" y="81"/>
                    </a:lnTo>
                    <a:lnTo>
                      <a:pt x="398" y="79"/>
                    </a:lnTo>
                    <a:lnTo>
                      <a:pt x="399" y="77"/>
                    </a:lnTo>
                    <a:lnTo>
                      <a:pt x="401" y="74"/>
                    </a:lnTo>
                    <a:lnTo>
                      <a:pt x="403" y="72"/>
                    </a:lnTo>
                    <a:lnTo>
                      <a:pt x="404" y="70"/>
                    </a:lnTo>
                    <a:lnTo>
                      <a:pt x="407" y="68"/>
                    </a:lnTo>
                    <a:lnTo>
                      <a:pt x="408" y="66"/>
                    </a:lnTo>
                    <a:lnTo>
                      <a:pt x="411" y="64"/>
                    </a:lnTo>
                    <a:lnTo>
                      <a:pt x="415" y="63"/>
                    </a:lnTo>
                    <a:lnTo>
                      <a:pt x="417" y="62"/>
                    </a:lnTo>
                    <a:lnTo>
                      <a:pt x="419" y="62"/>
                    </a:lnTo>
                    <a:lnTo>
                      <a:pt x="420" y="61"/>
                    </a:lnTo>
                    <a:lnTo>
                      <a:pt x="422" y="60"/>
                    </a:lnTo>
                    <a:lnTo>
                      <a:pt x="424" y="58"/>
                    </a:lnTo>
                    <a:lnTo>
                      <a:pt x="427" y="55"/>
                    </a:lnTo>
                    <a:lnTo>
                      <a:pt x="428" y="53"/>
                    </a:lnTo>
                    <a:lnTo>
                      <a:pt x="431" y="50"/>
                    </a:lnTo>
                    <a:lnTo>
                      <a:pt x="434" y="46"/>
                    </a:lnTo>
                    <a:lnTo>
                      <a:pt x="439" y="41"/>
                    </a:lnTo>
                    <a:lnTo>
                      <a:pt x="443" y="38"/>
                    </a:lnTo>
                    <a:lnTo>
                      <a:pt x="447" y="37"/>
                    </a:lnTo>
                    <a:lnTo>
                      <a:pt x="451" y="33"/>
                    </a:lnTo>
                    <a:lnTo>
                      <a:pt x="455" y="29"/>
                    </a:lnTo>
                    <a:lnTo>
                      <a:pt x="459" y="24"/>
                    </a:lnTo>
                    <a:lnTo>
                      <a:pt x="463" y="20"/>
                    </a:lnTo>
                    <a:lnTo>
                      <a:pt x="466" y="15"/>
                    </a:lnTo>
                    <a:lnTo>
                      <a:pt x="470" y="11"/>
                    </a:lnTo>
                    <a:lnTo>
                      <a:pt x="474" y="7"/>
                    </a:lnTo>
                    <a:lnTo>
                      <a:pt x="478" y="4"/>
                    </a:lnTo>
                    <a:lnTo>
                      <a:pt x="480" y="3"/>
                    </a:lnTo>
                    <a:lnTo>
                      <a:pt x="483" y="2"/>
                    </a:lnTo>
                    <a:lnTo>
                      <a:pt x="486" y="1"/>
                    </a:lnTo>
                    <a:lnTo>
                      <a:pt x="488" y="0"/>
                    </a:lnTo>
                    <a:lnTo>
                      <a:pt x="491" y="0"/>
                    </a:lnTo>
                    <a:lnTo>
                      <a:pt x="493" y="0"/>
                    </a:lnTo>
                    <a:lnTo>
                      <a:pt x="496" y="0"/>
                    </a:lnTo>
                    <a:lnTo>
                      <a:pt x="499" y="1"/>
                    </a:lnTo>
                    <a:lnTo>
                      <a:pt x="503" y="2"/>
                    </a:lnTo>
                    <a:lnTo>
                      <a:pt x="508" y="5"/>
                    </a:lnTo>
                    <a:lnTo>
                      <a:pt x="513" y="8"/>
                    </a:lnTo>
                    <a:lnTo>
                      <a:pt x="517" y="10"/>
                    </a:lnTo>
                    <a:lnTo>
                      <a:pt x="520" y="13"/>
                    </a:lnTo>
                    <a:lnTo>
                      <a:pt x="523" y="14"/>
                    </a:lnTo>
                    <a:lnTo>
                      <a:pt x="525" y="14"/>
                    </a:lnTo>
                    <a:lnTo>
                      <a:pt x="526" y="15"/>
                    </a:lnTo>
                    <a:lnTo>
                      <a:pt x="527" y="16"/>
                    </a:lnTo>
                    <a:lnTo>
                      <a:pt x="528" y="18"/>
                    </a:lnTo>
                    <a:lnTo>
                      <a:pt x="529" y="19"/>
                    </a:lnTo>
                    <a:lnTo>
                      <a:pt x="530" y="21"/>
                    </a:lnTo>
                    <a:lnTo>
                      <a:pt x="530" y="22"/>
                    </a:lnTo>
                    <a:lnTo>
                      <a:pt x="530" y="24"/>
                    </a:lnTo>
                    <a:lnTo>
                      <a:pt x="529" y="26"/>
                    </a:lnTo>
                    <a:lnTo>
                      <a:pt x="529" y="27"/>
                    </a:lnTo>
                    <a:lnTo>
                      <a:pt x="527" y="29"/>
                    </a:lnTo>
                    <a:lnTo>
                      <a:pt x="527" y="30"/>
                    </a:lnTo>
                    <a:lnTo>
                      <a:pt x="525" y="33"/>
                    </a:lnTo>
                    <a:lnTo>
                      <a:pt x="522" y="36"/>
                    </a:lnTo>
                    <a:lnTo>
                      <a:pt x="519" y="38"/>
                    </a:lnTo>
                    <a:lnTo>
                      <a:pt x="515" y="41"/>
                    </a:lnTo>
                    <a:lnTo>
                      <a:pt x="507" y="46"/>
                    </a:lnTo>
                    <a:lnTo>
                      <a:pt x="499" y="49"/>
                    </a:lnTo>
                    <a:lnTo>
                      <a:pt x="493" y="52"/>
                    </a:lnTo>
                    <a:lnTo>
                      <a:pt x="488" y="54"/>
                    </a:lnTo>
                    <a:lnTo>
                      <a:pt x="481" y="59"/>
                    </a:lnTo>
                    <a:lnTo>
                      <a:pt x="474" y="64"/>
                    </a:lnTo>
                    <a:lnTo>
                      <a:pt x="467" y="69"/>
                    </a:lnTo>
                    <a:lnTo>
                      <a:pt x="459" y="74"/>
                    </a:lnTo>
                    <a:lnTo>
                      <a:pt x="457" y="77"/>
                    </a:lnTo>
                    <a:lnTo>
                      <a:pt x="454" y="80"/>
                    </a:lnTo>
                    <a:lnTo>
                      <a:pt x="450" y="82"/>
                    </a:lnTo>
                    <a:lnTo>
                      <a:pt x="446" y="83"/>
                    </a:lnTo>
                    <a:lnTo>
                      <a:pt x="441" y="85"/>
                    </a:lnTo>
                    <a:lnTo>
                      <a:pt x="437" y="86"/>
                    </a:lnTo>
                    <a:lnTo>
                      <a:pt x="432" y="87"/>
                    </a:lnTo>
                    <a:lnTo>
                      <a:pt x="427" y="89"/>
                    </a:lnTo>
                    <a:lnTo>
                      <a:pt x="423" y="90"/>
                    </a:lnTo>
                    <a:lnTo>
                      <a:pt x="420" y="92"/>
                    </a:lnTo>
                    <a:lnTo>
                      <a:pt x="417" y="94"/>
                    </a:lnTo>
                    <a:lnTo>
                      <a:pt x="415" y="97"/>
                    </a:lnTo>
                    <a:lnTo>
                      <a:pt x="411" y="99"/>
                    </a:lnTo>
                    <a:lnTo>
                      <a:pt x="408" y="102"/>
                    </a:lnTo>
                    <a:lnTo>
                      <a:pt x="405" y="102"/>
                    </a:lnTo>
                    <a:lnTo>
                      <a:pt x="402" y="102"/>
                    </a:lnTo>
                    <a:lnTo>
                      <a:pt x="398" y="103"/>
                    </a:lnTo>
                    <a:lnTo>
                      <a:pt x="395" y="104"/>
                    </a:lnTo>
                    <a:lnTo>
                      <a:pt x="387" y="108"/>
                    </a:lnTo>
                    <a:lnTo>
                      <a:pt x="379" y="113"/>
                    </a:lnTo>
                    <a:lnTo>
                      <a:pt x="371" y="117"/>
                    </a:lnTo>
                    <a:lnTo>
                      <a:pt x="363" y="122"/>
                    </a:lnTo>
                    <a:lnTo>
                      <a:pt x="355" y="126"/>
                    </a:lnTo>
                    <a:lnTo>
                      <a:pt x="347" y="130"/>
                    </a:lnTo>
                    <a:lnTo>
                      <a:pt x="343" y="131"/>
                    </a:lnTo>
                    <a:lnTo>
                      <a:pt x="338" y="132"/>
                    </a:lnTo>
                    <a:lnTo>
                      <a:pt x="333" y="134"/>
                    </a:lnTo>
                    <a:lnTo>
                      <a:pt x="327" y="134"/>
                    </a:lnTo>
                    <a:lnTo>
                      <a:pt x="325" y="142"/>
                    </a:lnTo>
                    <a:lnTo>
                      <a:pt x="322" y="149"/>
                    </a:lnTo>
                    <a:lnTo>
                      <a:pt x="318" y="155"/>
                    </a:lnTo>
                    <a:lnTo>
                      <a:pt x="315" y="162"/>
                    </a:lnTo>
                    <a:lnTo>
                      <a:pt x="314" y="163"/>
                    </a:lnTo>
                    <a:lnTo>
                      <a:pt x="314" y="166"/>
                    </a:lnTo>
                    <a:lnTo>
                      <a:pt x="313" y="169"/>
                    </a:lnTo>
                    <a:lnTo>
                      <a:pt x="312" y="173"/>
                    </a:lnTo>
                    <a:lnTo>
                      <a:pt x="312" y="176"/>
                    </a:lnTo>
                    <a:lnTo>
                      <a:pt x="310" y="180"/>
                    </a:lnTo>
                    <a:lnTo>
                      <a:pt x="310" y="184"/>
                    </a:lnTo>
                    <a:lnTo>
                      <a:pt x="308" y="187"/>
                    </a:lnTo>
                    <a:lnTo>
                      <a:pt x="307" y="191"/>
                    </a:lnTo>
                    <a:lnTo>
                      <a:pt x="307" y="195"/>
                    </a:lnTo>
                    <a:lnTo>
                      <a:pt x="307" y="200"/>
                    </a:lnTo>
                    <a:lnTo>
                      <a:pt x="307" y="203"/>
                    </a:lnTo>
                    <a:lnTo>
                      <a:pt x="305" y="209"/>
                    </a:lnTo>
                    <a:lnTo>
                      <a:pt x="303" y="214"/>
                    </a:lnTo>
                    <a:lnTo>
                      <a:pt x="302" y="219"/>
                    </a:lnTo>
                    <a:lnTo>
                      <a:pt x="301" y="224"/>
                    </a:lnTo>
                    <a:lnTo>
                      <a:pt x="299" y="230"/>
                    </a:lnTo>
                    <a:lnTo>
                      <a:pt x="299" y="237"/>
                    </a:lnTo>
                    <a:lnTo>
                      <a:pt x="298" y="242"/>
                    </a:lnTo>
                    <a:lnTo>
                      <a:pt x="299" y="250"/>
                    </a:lnTo>
                    <a:lnTo>
                      <a:pt x="301" y="250"/>
                    </a:lnTo>
                    <a:lnTo>
                      <a:pt x="302" y="251"/>
                    </a:lnTo>
                    <a:lnTo>
                      <a:pt x="304" y="251"/>
                    </a:lnTo>
                    <a:lnTo>
                      <a:pt x="307" y="251"/>
                    </a:lnTo>
                    <a:lnTo>
                      <a:pt x="316" y="248"/>
                    </a:lnTo>
                    <a:lnTo>
                      <a:pt x="324" y="244"/>
                    </a:lnTo>
                    <a:lnTo>
                      <a:pt x="328" y="242"/>
                    </a:lnTo>
                    <a:lnTo>
                      <a:pt x="331" y="240"/>
                    </a:lnTo>
                    <a:lnTo>
                      <a:pt x="335" y="238"/>
                    </a:lnTo>
                    <a:lnTo>
                      <a:pt x="338" y="236"/>
                    </a:lnTo>
                    <a:lnTo>
                      <a:pt x="341" y="233"/>
                    </a:lnTo>
                    <a:lnTo>
                      <a:pt x="343" y="230"/>
                    </a:lnTo>
                    <a:lnTo>
                      <a:pt x="346" y="227"/>
                    </a:lnTo>
                    <a:lnTo>
                      <a:pt x="348" y="224"/>
                    </a:lnTo>
                    <a:lnTo>
                      <a:pt x="351" y="221"/>
                    </a:lnTo>
                    <a:lnTo>
                      <a:pt x="353" y="217"/>
                    </a:lnTo>
                    <a:lnTo>
                      <a:pt x="355" y="213"/>
                    </a:lnTo>
                    <a:lnTo>
                      <a:pt x="357" y="208"/>
                    </a:lnTo>
                    <a:lnTo>
                      <a:pt x="360" y="208"/>
                    </a:lnTo>
                    <a:lnTo>
                      <a:pt x="363" y="207"/>
                    </a:lnTo>
                    <a:lnTo>
                      <a:pt x="364" y="206"/>
                    </a:lnTo>
                    <a:lnTo>
                      <a:pt x="367" y="205"/>
                    </a:lnTo>
                    <a:lnTo>
                      <a:pt x="372" y="207"/>
                    </a:lnTo>
                    <a:lnTo>
                      <a:pt x="378" y="211"/>
                    </a:lnTo>
                    <a:lnTo>
                      <a:pt x="381" y="213"/>
                    </a:lnTo>
                    <a:lnTo>
                      <a:pt x="385" y="214"/>
                    </a:lnTo>
                    <a:lnTo>
                      <a:pt x="387" y="214"/>
                    </a:lnTo>
                    <a:lnTo>
                      <a:pt x="389" y="214"/>
                    </a:lnTo>
                    <a:lnTo>
                      <a:pt x="391" y="213"/>
                    </a:lnTo>
                    <a:lnTo>
                      <a:pt x="394" y="213"/>
                    </a:lnTo>
                    <a:lnTo>
                      <a:pt x="395" y="211"/>
                    </a:lnTo>
                    <a:lnTo>
                      <a:pt x="398" y="210"/>
                    </a:lnTo>
                    <a:lnTo>
                      <a:pt x="400" y="207"/>
                    </a:lnTo>
                    <a:lnTo>
                      <a:pt x="403" y="204"/>
                    </a:lnTo>
                    <a:lnTo>
                      <a:pt x="410" y="197"/>
                    </a:lnTo>
                    <a:lnTo>
                      <a:pt x="417" y="188"/>
                    </a:lnTo>
                    <a:lnTo>
                      <a:pt x="424" y="179"/>
                    </a:lnTo>
                    <a:lnTo>
                      <a:pt x="431" y="170"/>
                    </a:lnTo>
                    <a:lnTo>
                      <a:pt x="435" y="164"/>
                    </a:lnTo>
                    <a:lnTo>
                      <a:pt x="439" y="159"/>
                    </a:lnTo>
                    <a:lnTo>
                      <a:pt x="442" y="150"/>
                    </a:lnTo>
                    <a:lnTo>
                      <a:pt x="444" y="141"/>
                    </a:lnTo>
                    <a:lnTo>
                      <a:pt x="446" y="137"/>
                    </a:lnTo>
                    <a:lnTo>
                      <a:pt x="447" y="134"/>
                    </a:lnTo>
                    <a:lnTo>
                      <a:pt x="448" y="131"/>
                    </a:lnTo>
                    <a:lnTo>
                      <a:pt x="450" y="130"/>
                    </a:lnTo>
                    <a:lnTo>
                      <a:pt x="451" y="128"/>
                    </a:lnTo>
                    <a:lnTo>
                      <a:pt x="454" y="126"/>
                    </a:lnTo>
                    <a:lnTo>
                      <a:pt x="457" y="127"/>
                    </a:lnTo>
                    <a:lnTo>
                      <a:pt x="461" y="127"/>
                    </a:lnTo>
                    <a:lnTo>
                      <a:pt x="465" y="128"/>
                    </a:lnTo>
                    <a:lnTo>
                      <a:pt x="469" y="129"/>
                    </a:lnTo>
                    <a:lnTo>
                      <a:pt x="471" y="132"/>
                    </a:lnTo>
                    <a:lnTo>
                      <a:pt x="473" y="134"/>
                    </a:lnTo>
                    <a:lnTo>
                      <a:pt x="475" y="138"/>
                    </a:lnTo>
                    <a:lnTo>
                      <a:pt x="478" y="140"/>
                    </a:lnTo>
                    <a:lnTo>
                      <a:pt x="478" y="144"/>
                    </a:lnTo>
                    <a:lnTo>
                      <a:pt x="479" y="147"/>
                    </a:lnTo>
                    <a:lnTo>
                      <a:pt x="479" y="151"/>
                    </a:lnTo>
                    <a:lnTo>
                      <a:pt x="478" y="155"/>
                    </a:lnTo>
                    <a:lnTo>
                      <a:pt x="478" y="162"/>
                    </a:lnTo>
                    <a:lnTo>
                      <a:pt x="478" y="168"/>
                    </a:lnTo>
                    <a:lnTo>
                      <a:pt x="480" y="169"/>
                    </a:lnTo>
                    <a:lnTo>
                      <a:pt x="483" y="170"/>
                    </a:lnTo>
                    <a:lnTo>
                      <a:pt x="486" y="168"/>
                    </a:lnTo>
                    <a:lnTo>
                      <a:pt x="491" y="166"/>
                    </a:lnTo>
                    <a:lnTo>
                      <a:pt x="498" y="162"/>
                    </a:lnTo>
                    <a:lnTo>
                      <a:pt x="506" y="159"/>
                    </a:lnTo>
                    <a:lnTo>
                      <a:pt x="511" y="158"/>
                    </a:lnTo>
                    <a:lnTo>
                      <a:pt x="515" y="156"/>
                    </a:lnTo>
                    <a:lnTo>
                      <a:pt x="519" y="155"/>
                    </a:lnTo>
                    <a:lnTo>
                      <a:pt x="523" y="154"/>
                    </a:lnTo>
                    <a:lnTo>
                      <a:pt x="527" y="154"/>
                    </a:lnTo>
                    <a:lnTo>
                      <a:pt x="531" y="154"/>
                    </a:lnTo>
                    <a:lnTo>
                      <a:pt x="535" y="154"/>
                    </a:lnTo>
                    <a:lnTo>
                      <a:pt x="537" y="155"/>
                    </a:lnTo>
                    <a:lnTo>
                      <a:pt x="539" y="156"/>
                    </a:lnTo>
                    <a:lnTo>
                      <a:pt x="542" y="158"/>
                    </a:lnTo>
                    <a:lnTo>
                      <a:pt x="544" y="159"/>
                    </a:lnTo>
                    <a:lnTo>
                      <a:pt x="547" y="162"/>
                    </a:lnTo>
                    <a:lnTo>
                      <a:pt x="548" y="164"/>
                    </a:lnTo>
                    <a:lnTo>
                      <a:pt x="550" y="166"/>
                    </a:lnTo>
                    <a:lnTo>
                      <a:pt x="551" y="170"/>
                    </a:lnTo>
                    <a:lnTo>
                      <a:pt x="551" y="174"/>
                    </a:lnTo>
                    <a:lnTo>
                      <a:pt x="542" y="178"/>
                    </a:lnTo>
                    <a:lnTo>
                      <a:pt x="531" y="183"/>
                    </a:lnTo>
                    <a:lnTo>
                      <a:pt x="526" y="186"/>
                    </a:lnTo>
                    <a:lnTo>
                      <a:pt x="521" y="189"/>
                    </a:lnTo>
                    <a:lnTo>
                      <a:pt x="516" y="191"/>
                    </a:lnTo>
                    <a:lnTo>
                      <a:pt x="512" y="194"/>
                    </a:lnTo>
                    <a:lnTo>
                      <a:pt x="511" y="195"/>
                    </a:lnTo>
                    <a:lnTo>
                      <a:pt x="509" y="196"/>
                    </a:lnTo>
                    <a:lnTo>
                      <a:pt x="507" y="196"/>
                    </a:lnTo>
                    <a:lnTo>
                      <a:pt x="504" y="196"/>
                    </a:lnTo>
                    <a:lnTo>
                      <a:pt x="502" y="195"/>
                    </a:lnTo>
                    <a:lnTo>
                      <a:pt x="499" y="195"/>
                    </a:lnTo>
                    <a:lnTo>
                      <a:pt x="498" y="196"/>
                    </a:lnTo>
                    <a:lnTo>
                      <a:pt x="495" y="196"/>
                    </a:lnTo>
                    <a:lnTo>
                      <a:pt x="488" y="200"/>
                    </a:lnTo>
                    <a:lnTo>
                      <a:pt x="479" y="203"/>
                    </a:lnTo>
                    <a:lnTo>
                      <a:pt x="471" y="207"/>
                    </a:lnTo>
                    <a:lnTo>
                      <a:pt x="464" y="210"/>
                    </a:lnTo>
                    <a:lnTo>
                      <a:pt x="460" y="211"/>
                    </a:lnTo>
                    <a:lnTo>
                      <a:pt x="455" y="212"/>
                    </a:lnTo>
                    <a:lnTo>
                      <a:pt x="451" y="213"/>
                    </a:lnTo>
                    <a:lnTo>
                      <a:pt x="446" y="213"/>
                    </a:lnTo>
                    <a:lnTo>
                      <a:pt x="439" y="215"/>
                    </a:lnTo>
                    <a:lnTo>
                      <a:pt x="431" y="219"/>
                    </a:lnTo>
                    <a:lnTo>
                      <a:pt x="427" y="221"/>
                    </a:lnTo>
                    <a:lnTo>
                      <a:pt x="423" y="223"/>
                    </a:lnTo>
                    <a:lnTo>
                      <a:pt x="419" y="225"/>
                    </a:lnTo>
                    <a:lnTo>
                      <a:pt x="417" y="226"/>
                    </a:lnTo>
                    <a:lnTo>
                      <a:pt x="413" y="230"/>
                    </a:lnTo>
                    <a:lnTo>
                      <a:pt x="409" y="234"/>
                    </a:lnTo>
                    <a:lnTo>
                      <a:pt x="405" y="238"/>
                    </a:lnTo>
                    <a:lnTo>
                      <a:pt x="402" y="243"/>
                    </a:lnTo>
                    <a:lnTo>
                      <a:pt x="395" y="253"/>
                    </a:lnTo>
                    <a:lnTo>
                      <a:pt x="389" y="263"/>
                    </a:lnTo>
                    <a:lnTo>
                      <a:pt x="383" y="273"/>
                    </a:lnTo>
                    <a:lnTo>
                      <a:pt x="378" y="282"/>
                    </a:lnTo>
                    <a:lnTo>
                      <a:pt x="375" y="287"/>
                    </a:lnTo>
                    <a:lnTo>
                      <a:pt x="371" y="291"/>
                    </a:lnTo>
                    <a:lnTo>
                      <a:pt x="368" y="295"/>
                    </a:lnTo>
                    <a:lnTo>
                      <a:pt x="364" y="298"/>
                    </a:lnTo>
                    <a:lnTo>
                      <a:pt x="363" y="303"/>
                    </a:lnTo>
                    <a:lnTo>
                      <a:pt x="363" y="309"/>
                    </a:lnTo>
                    <a:lnTo>
                      <a:pt x="362" y="314"/>
                    </a:lnTo>
                    <a:lnTo>
                      <a:pt x="361" y="320"/>
                    </a:lnTo>
                    <a:lnTo>
                      <a:pt x="359" y="326"/>
                    </a:lnTo>
                    <a:lnTo>
                      <a:pt x="359" y="332"/>
                    </a:lnTo>
                    <a:lnTo>
                      <a:pt x="359" y="334"/>
                    </a:lnTo>
                    <a:lnTo>
                      <a:pt x="359" y="337"/>
                    </a:lnTo>
                    <a:lnTo>
                      <a:pt x="359" y="338"/>
                    </a:lnTo>
                    <a:lnTo>
                      <a:pt x="360" y="340"/>
                    </a:lnTo>
                    <a:lnTo>
                      <a:pt x="363" y="342"/>
                    </a:lnTo>
                    <a:lnTo>
                      <a:pt x="364" y="345"/>
                    </a:lnTo>
                    <a:lnTo>
                      <a:pt x="367" y="345"/>
                    </a:lnTo>
                    <a:lnTo>
                      <a:pt x="371" y="344"/>
                    </a:lnTo>
                    <a:lnTo>
                      <a:pt x="374" y="343"/>
                    </a:lnTo>
                    <a:lnTo>
                      <a:pt x="378" y="342"/>
                    </a:lnTo>
                    <a:lnTo>
                      <a:pt x="383" y="340"/>
                    </a:lnTo>
                    <a:lnTo>
                      <a:pt x="390" y="337"/>
                    </a:lnTo>
                    <a:lnTo>
                      <a:pt x="401" y="330"/>
                    </a:lnTo>
                    <a:lnTo>
                      <a:pt x="411" y="324"/>
                    </a:lnTo>
                    <a:lnTo>
                      <a:pt x="415" y="322"/>
                    </a:lnTo>
                    <a:lnTo>
                      <a:pt x="418" y="322"/>
                    </a:lnTo>
                    <a:lnTo>
                      <a:pt x="422" y="321"/>
                    </a:lnTo>
                    <a:lnTo>
                      <a:pt x="425" y="320"/>
                    </a:lnTo>
                    <a:lnTo>
                      <a:pt x="428" y="320"/>
                    </a:lnTo>
                    <a:lnTo>
                      <a:pt x="431" y="318"/>
                    </a:lnTo>
                    <a:lnTo>
                      <a:pt x="435" y="318"/>
                    </a:lnTo>
                    <a:lnTo>
                      <a:pt x="439" y="316"/>
                    </a:lnTo>
                    <a:lnTo>
                      <a:pt x="442" y="314"/>
                    </a:lnTo>
                    <a:lnTo>
                      <a:pt x="446" y="312"/>
                    </a:lnTo>
                    <a:lnTo>
                      <a:pt x="450" y="310"/>
                    </a:lnTo>
                    <a:lnTo>
                      <a:pt x="454" y="308"/>
                    </a:lnTo>
                    <a:lnTo>
                      <a:pt x="457" y="307"/>
                    </a:lnTo>
                    <a:lnTo>
                      <a:pt x="461" y="306"/>
                    </a:lnTo>
                    <a:lnTo>
                      <a:pt x="464" y="306"/>
                    </a:lnTo>
                    <a:lnTo>
                      <a:pt x="468" y="306"/>
                    </a:lnTo>
                    <a:lnTo>
                      <a:pt x="478" y="299"/>
                    </a:lnTo>
                    <a:lnTo>
                      <a:pt x="487" y="293"/>
                    </a:lnTo>
                    <a:lnTo>
                      <a:pt x="498" y="286"/>
                    </a:lnTo>
                    <a:lnTo>
                      <a:pt x="507" y="279"/>
                    </a:lnTo>
                    <a:lnTo>
                      <a:pt x="508" y="279"/>
                    </a:lnTo>
                    <a:lnTo>
                      <a:pt x="510" y="278"/>
                    </a:lnTo>
                    <a:lnTo>
                      <a:pt x="511" y="278"/>
                    </a:lnTo>
                    <a:lnTo>
                      <a:pt x="514" y="278"/>
                    </a:lnTo>
                    <a:lnTo>
                      <a:pt x="519" y="278"/>
                    </a:lnTo>
                    <a:lnTo>
                      <a:pt x="523" y="278"/>
                    </a:lnTo>
                    <a:lnTo>
                      <a:pt x="534" y="279"/>
                    </a:lnTo>
                    <a:lnTo>
                      <a:pt x="543" y="279"/>
                    </a:lnTo>
                    <a:lnTo>
                      <a:pt x="543" y="281"/>
                    </a:lnTo>
                    <a:lnTo>
                      <a:pt x="544" y="282"/>
                    </a:lnTo>
                    <a:lnTo>
                      <a:pt x="546" y="283"/>
                    </a:lnTo>
                    <a:lnTo>
                      <a:pt x="547" y="285"/>
                    </a:lnTo>
                    <a:lnTo>
                      <a:pt x="551" y="287"/>
                    </a:lnTo>
                    <a:lnTo>
                      <a:pt x="554" y="289"/>
                    </a:lnTo>
                    <a:lnTo>
                      <a:pt x="554" y="292"/>
                    </a:lnTo>
                    <a:lnTo>
                      <a:pt x="554" y="296"/>
                    </a:lnTo>
                    <a:lnTo>
                      <a:pt x="550" y="298"/>
                    </a:lnTo>
                    <a:lnTo>
                      <a:pt x="546" y="302"/>
                    </a:lnTo>
                    <a:lnTo>
                      <a:pt x="542" y="305"/>
                    </a:lnTo>
                    <a:lnTo>
                      <a:pt x="538" y="308"/>
                    </a:lnTo>
                    <a:lnTo>
                      <a:pt x="533" y="309"/>
                    </a:lnTo>
                    <a:lnTo>
                      <a:pt x="528" y="310"/>
                    </a:lnTo>
                    <a:lnTo>
                      <a:pt x="524" y="311"/>
                    </a:lnTo>
                    <a:lnTo>
                      <a:pt x="519" y="312"/>
                    </a:lnTo>
                    <a:lnTo>
                      <a:pt x="516" y="314"/>
                    </a:lnTo>
                    <a:lnTo>
                      <a:pt x="513" y="315"/>
                    </a:lnTo>
                    <a:lnTo>
                      <a:pt x="511" y="318"/>
                    </a:lnTo>
                    <a:lnTo>
                      <a:pt x="508" y="319"/>
                    </a:lnTo>
                    <a:lnTo>
                      <a:pt x="504" y="319"/>
                    </a:lnTo>
                    <a:lnTo>
                      <a:pt x="501" y="319"/>
                    </a:lnTo>
                    <a:lnTo>
                      <a:pt x="495" y="322"/>
                    </a:lnTo>
                    <a:lnTo>
                      <a:pt x="488" y="324"/>
                    </a:lnTo>
                    <a:lnTo>
                      <a:pt x="481" y="327"/>
                    </a:lnTo>
                    <a:lnTo>
                      <a:pt x="475" y="329"/>
                    </a:lnTo>
                    <a:lnTo>
                      <a:pt x="472" y="329"/>
                    </a:lnTo>
                    <a:lnTo>
                      <a:pt x="470" y="329"/>
                    </a:lnTo>
                    <a:lnTo>
                      <a:pt x="467" y="329"/>
                    </a:lnTo>
                    <a:lnTo>
                      <a:pt x="464" y="329"/>
                    </a:lnTo>
                    <a:lnTo>
                      <a:pt x="454" y="334"/>
                    </a:lnTo>
                    <a:lnTo>
                      <a:pt x="443" y="341"/>
                    </a:lnTo>
                    <a:lnTo>
                      <a:pt x="431" y="346"/>
                    </a:lnTo>
                    <a:lnTo>
                      <a:pt x="420" y="351"/>
                    </a:lnTo>
                    <a:lnTo>
                      <a:pt x="411" y="354"/>
                    </a:lnTo>
                    <a:lnTo>
                      <a:pt x="402" y="357"/>
                    </a:lnTo>
                    <a:lnTo>
                      <a:pt x="392" y="359"/>
                    </a:lnTo>
                    <a:lnTo>
                      <a:pt x="383" y="362"/>
                    </a:lnTo>
                    <a:lnTo>
                      <a:pt x="378" y="363"/>
                    </a:lnTo>
                    <a:lnTo>
                      <a:pt x="374" y="365"/>
                    </a:lnTo>
                    <a:lnTo>
                      <a:pt x="370" y="367"/>
                    </a:lnTo>
                    <a:lnTo>
                      <a:pt x="365" y="368"/>
                    </a:lnTo>
                    <a:lnTo>
                      <a:pt x="362" y="371"/>
                    </a:lnTo>
                    <a:lnTo>
                      <a:pt x="358" y="373"/>
                    </a:lnTo>
                    <a:lnTo>
                      <a:pt x="355" y="375"/>
                    </a:lnTo>
                    <a:lnTo>
                      <a:pt x="352" y="379"/>
                    </a:lnTo>
                    <a:lnTo>
                      <a:pt x="351" y="382"/>
                    </a:lnTo>
                    <a:lnTo>
                      <a:pt x="349" y="385"/>
                    </a:lnTo>
                    <a:lnTo>
                      <a:pt x="347" y="390"/>
                    </a:lnTo>
                    <a:lnTo>
                      <a:pt x="346" y="395"/>
                    </a:lnTo>
                    <a:lnTo>
                      <a:pt x="344" y="405"/>
                    </a:lnTo>
                    <a:lnTo>
                      <a:pt x="343" y="416"/>
                    </a:lnTo>
                    <a:lnTo>
                      <a:pt x="343" y="427"/>
                    </a:lnTo>
                    <a:lnTo>
                      <a:pt x="341" y="439"/>
                    </a:lnTo>
                    <a:lnTo>
                      <a:pt x="340" y="444"/>
                    </a:lnTo>
                    <a:lnTo>
                      <a:pt x="339" y="449"/>
                    </a:lnTo>
                    <a:lnTo>
                      <a:pt x="339" y="453"/>
                    </a:lnTo>
                    <a:lnTo>
                      <a:pt x="337" y="457"/>
                    </a:lnTo>
                    <a:lnTo>
                      <a:pt x="337" y="461"/>
                    </a:lnTo>
                    <a:lnTo>
                      <a:pt x="337" y="465"/>
                    </a:lnTo>
                    <a:lnTo>
                      <a:pt x="337" y="469"/>
                    </a:lnTo>
                    <a:lnTo>
                      <a:pt x="336" y="473"/>
                    </a:lnTo>
                    <a:lnTo>
                      <a:pt x="339" y="476"/>
                    </a:lnTo>
                    <a:lnTo>
                      <a:pt x="340" y="479"/>
                    </a:lnTo>
                    <a:lnTo>
                      <a:pt x="346" y="479"/>
                    </a:lnTo>
                    <a:lnTo>
                      <a:pt x="353" y="479"/>
                    </a:lnTo>
                    <a:lnTo>
                      <a:pt x="362" y="477"/>
                    </a:lnTo>
                    <a:lnTo>
                      <a:pt x="371" y="476"/>
                    </a:lnTo>
                    <a:lnTo>
                      <a:pt x="379" y="475"/>
                    </a:lnTo>
                    <a:lnTo>
                      <a:pt x="387" y="475"/>
                    </a:lnTo>
                    <a:lnTo>
                      <a:pt x="390" y="475"/>
                    </a:lnTo>
                    <a:lnTo>
                      <a:pt x="393" y="475"/>
                    </a:lnTo>
                    <a:lnTo>
                      <a:pt x="395" y="476"/>
                    </a:lnTo>
                    <a:lnTo>
                      <a:pt x="397" y="477"/>
                    </a:lnTo>
                    <a:lnTo>
                      <a:pt x="401" y="480"/>
                    </a:lnTo>
                    <a:lnTo>
                      <a:pt x="405" y="483"/>
                    </a:lnTo>
                    <a:lnTo>
                      <a:pt x="410" y="487"/>
                    </a:lnTo>
                    <a:lnTo>
                      <a:pt x="415" y="490"/>
                    </a:lnTo>
                    <a:lnTo>
                      <a:pt x="415" y="493"/>
                    </a:lnTo>
                    <a:lnTo>
                      <a:pt x="415" y="495"/>
                    </a:lnTo>
                    <a:lnTo>
                      <a:pt x="415" y="497"/>
                    </a:lnTo>
                    <a:lnTo>
                      <a:pt x="414" y="499"/>
                    </a:lnTo>
                    <a:lnTo>
                      <a:pt x="413" y="502"/>
                    </a:lnTo>
                    <a:lnTo>
                      <a:pt x="412" y="503"/>
                    </a:lnTo>
                    <a:lnTo>
                      <a:pt x="411" y="506"/>
                    </a:lnTo>
                    <a:lnTo>
                      <a:pt x="410" y="507"/>
                    </a:lnTo>
                    <a:lnTo>
                      <a:pt x="407" y="511"/>
                    </a:lnTo>
                    <a:lnTo>
                      <a:pt x="404" y="513"/>
                    </a:lnTo>
                    <a:lnTo>
                      <a:pt x="401" y="516"/>
                    </a:lnTo>
                    <a:lnTo>
                      <a:pt x="397" y="519"/>
                    </a:lnTo>
                    <a:lnTo>
                      <a:pt x="381" y="527"/>
                    </a:lnTo>
                    <a:lnTo>
                      <a:pt x="367" y="535"/>
                    </a:lnTo>
                    <a:lnTo>
                      <a:pt x="361" y="535"/>
                    </a:lnTo>
                    <a:lnTo>
                      <a:pt x="357" y="535"/>
                    </a:lnTo>
                    <a:lnTo>
                      <a:pt x="351" y="538"/>
                    </a:lnTo>
                    <a:lnTo>
                      <a:pt x="345" y="541"/>
                    </a:lnTo>
                    <a:lnTo>
                      <a:pt x="342" y="543"/>
                    </a:lnTo>
                    <a:lnTo>
                      <a:pt x="339" y="544"/>
                    </a:lnTo>
                    <a:lnTo>
                      <a:pt x="337" y="547"/>
                    </a:lnTo>
                    <a:lnTo>
                      <a:pt x="335" y="549"/>
                    </a:lnTo>
                    <a:lnTo>
                      <a:pt x="334" y="551"/>
                    </a:lnTo>
                    <a:lnTo>
                      <a:pt x="334" y="553"/>
                    </a:lnTo>
                    <a:lnTo>
                      <a:pt x="333" y="555"/>
                    </a:lnTo>
                    <a:lnTo>
                      <a:pt x="334" y="557"/>
                    </a:lnTo>
                    <a:lnTo>
                      <a:pt x="335" y="561"/>
                    </a:lnTo>
                    <a:lnTo>
                      <a:pt x="335" y="566"/>
                    </a:lnTo>
                    <a:lnTo>
                      <a:pt x="337" y="571"/>
                    </a:lnTo>
                    <a:lnTo>
                      <a:pt x="337" y="575"/>
                    </a:lnTo>
                    <a:lnTo>
                      <a:pt x="337" y="578"/>
                    </a:lnTo>
                    <a:lnTo>
                      <a:pt x="337" y="581"/>
                    </a:lnTo>
                    <a:lnTo>
                      <a:pt x="337" y="583"/>
                    </a:lnTo>
                    <a:lnTo>
                      <a:pt x="336" y="586"/>
                    </a:lnTo>
                    <a:lnTo>
                      <a:pt x="335" y="589"/>
                    </a:lnTo>
                    <a:lnTo>
                      <a:pt x="335" y="591"/>
                    </a:lnTo>
                    <a:lnTo>
                      <a:pt x="335" y="595"/>
                    </a:lnTo>
                    <a:lnTo>
                      <a:pt x="335" y="597"/>
                    </a:lnTo>
                    <a:lnTo>
                      <a:pt x="335" y="603"/>
                    </a:lnTo>
                    <a:lnTo>
                      <a:pt x="335" y="609"/>
                    </a:lnTo>
                    <a:lnTo>
                      <a:pt x="338" y="621"/>
                    </a:lnTo>
                    <a:lnTo>
                      <a:pt x="340" y="631"/>
                    </a:lnTo>
                    <a:lnTo>
                      <a:pt x="341" y="635"/>
                    </a:lnTo>
                    <a:lnTo>
                      <a:pt x="342" y="641"/>
                    </a:lnTo>
                    <a:lnTo>
                      <a:pt x="343" y="648"/>
                    </a:lnTo>
                    <a:lnTo>
                      <a:pt x="343" y="655"/>
                    </a:lnTo>
                    <a:lnTo>
                      <a:pt x="343" y="671"/>
                    </a:lnTo>
                    <a:lnTo>
                      <a:pt x="343" y="680"/>
                    </a:lnTo>
                    <a:lnTo>
                      <a:pt x="342" y="683"/>
                    </a:lnTo>
                    <a:lnTo>
                      <a:pt x="342" y="687"/>
                    </a:lnTo>
                    <a:lnTo>
                      <a:pt x="341" y="690"/>
                    </a:lnTo>
                    <a:lnTo>
                      <a:pt x="340" y="693"/>
                    </a:lnTo>
                    <a:lnTo>
                      <a:pt x="343" y="699"/>
                    </a:lnTo>
                    <a:lnTo>
                      <a:pt x="343" y="704"/>
                    </a:lnTo>
                    <a:lnTo>
                      <a:pt x="344" y="707"/>
                    </a:lnTo>
                    <a:lnTo>
                      <a:pt x="344" y="710"/>
                    </a:lnTo>
                    <a:lnTo>
                      <a:pt x="343" y="713"/>
                    </a:lnTo>
                    <a:lnTo>
                      <a:pt x="343" y="716"/>
                    </a:lnTo>
                    <a:lnTo>
                      <a:pt x="342" y="721"/>
                    </a:lnTo>
                    <a:lnTo>
                      <a:pt x="342" y="726"/>
                    </a:lnTo>
                    <a:lnTo>
                      <a:pt x="342" y="730"/>
                    </a:lnTo>
                    <a:lnTo>
                      <a:pt x="342" y="735"/>
                    </a:lnTo>
                    <a:lnTo>
                      <a:pt x="342" y="743"/>
                    </a:lnTo>
                    <a:lnTo>
                      <a:pt x="342" y="750"/>
                    </a:lnTo>
                    <a:lnTo>
                      <a:pt x="341" y="753"/>
                    </a:lnTo>
                    <a:lnTo>
                      <a:pt x="340" y="755"/>
                    </a:lnTo>
                    <a:lnTo>
                      <a:pt x="339" y="757"/>
                    </a:lnTo>
                    <a:lnTo>
                      <a:pt x="339" y="758"/>
                    </a:lnTo>
                    <a:lnTo>
                      <a:pt x="338" y="759"/>
                    </a:lnTo>
                    <a:lnTo>
                      <a:pt x="337" y="759"/>
                    </a:lnTo>
                    <a:lnTo>
                      <a:pt x="335" y="760"/>
                    </a:lnTo>
                    <a:lnTo>
                      <a:pt x="334" y="761"/>
                    </a:lnTo>
                    <a:lnTo>
                      <a:pt x="332" y="762"/>
                    </a:lnTo>
                    <a:lnTo>
                      <a:pt x="330" y="762"/>
                    </a:lnTo>
                    <a:lnTo>
                      <a:pt x="326" y="763"/>
                    </a:lnTo>
                    <a:lnTo>
                      <a:pt x="319" y="763"/>
                    </a:lnTo>
                    <a:lnTo>
                      <a:pt x="315" y="757"/>
                    </a:lnTo>
                    <a:lnTo>
                      <a:pt x="312" y="751"/>
                    </a:lnTo>
                    <a:lnTo>
                      <a:pt x="309" y="744"/>
                    </a:lnTo>
                    <a:lnTo>
                      <a:pt x="306" y="736"/>
                    </a:lnTo>
                    <a:lnTo>
                      <a:pt x="302" y="736"/>
                    </a:lnTo>
                    <a:lnTo>
                      <a:pt x="299" y="736"/>
                    </a:lnTo>
                    <a:lnTo>
                      <a:pt x="296" y="737"/>
                    </a:lnTo>
                    <a:lnTo>
                      <a:pt x="292" y="737"/>
                    </a:lnTo>
                    <a:lnTo>
                      <a:pt x="290" y="734"/>
                    </a:lnTo>
                    <a:lnTo>
                      <a:pt x="290" y="730"/>
                    </a:lnTo>
                    <a:lnTo>
                      <a:pt x="288" y="726"/>
                    </a:lnTo>
                    <a:lnTo>
                      <a:pt x="287" y="723"/>
                    </a:lnTo>
                    <a:lnTo>
                      <a:pt x="281" y="716"/>
                    </a:lnTo>
                    <a:lnTo>
                      <a:pt x="276" y="711"/>
                    </a:lnTo>
                    <a:lnTo>
                      <a:pt x="275" y="709"/>
                    </a:lnTo>
                    <a:lnTo>
                      <a:pt x="274" y="707"/>
                    </a:lnTo>
                    <a:lnTo>
                      <a:pt x="274" y="705"/>
                    </a:lnTo>
                    <a:lnTo>
                      <a:pt x="273" y="703"/>
                    </a:lnTo>
                    <a:lnTo>
                      <a:pt x="272" y="700"/>
                    </a:lnTo>
                    <a:lnTo>
                      <a:pt x="272" y="697"/>
                    </a:lnTo>
                    <a:lnTo>
                      <a:pt x="272" y="694"/>
                    </a:lnTo>
                    <a:lnTo>
                      <a:pt x="271" y="690"/>
                    </a:lnTo>
                    <a:lnTo>
                      <a:pt x="275" y="688"/>
                    </a:lnTo>
                    <a:lnTo>
                      <a:pt x="278" y="686"/>
                    </a:lnTo>
                    <a:lnTo>
                      <a:pt x="281" y="684"/>
                    </a:lnTo>
                    <a:lnTo>
                      <a:pt x="283" y="682"/>
                    </a:lnTo>
                    <a:lnTo>
                      <a:pt x="286" y="679"/>
                    </a:lnTo>
                    <a:lnTo>
                      <a:pt x="288" y="676"/>
                    </a:lnTo>
                    <a:lnTo>
                      <a:pt x="290" y="673"/>
                    </a:lnTo>
                    <a:lnTo>
                      <a:pt x="292" y="670"/>
                    </a:lnTo>
                    <a:lnTo>
                      <a:pt x="294" y="667"/>
                    </a:lnTo>
                    <a:lnTo>
                      <a:pt x="295" y="663"/>
                    </a:lnTo>
                    <a:lnTo>
                      <a:pt x="296" y="659"/>
                    </a:lnTo>
                    <a:lnTo>
                      <a:pt x="298" y="656"/>
                    </a:lnTo>
                    <a:lnTo>
                      <a:pt x="299" y="648"/>
                    </a:lnTo>
                    <a:lnTo>
                      <a:pt x="301" y="640"/>
                    </a:lnTo>
                    <a:lnTo>
                      <a:pt x="302" y="632"/>
                    </a:lnTo>
                    <a:lnTo>
                      <a:pt x="302" y="623"/>
                    </a:lnTo>
                    <a:lnTo>
                      <a:pt x="302" y="615"/>
                    </a:lnTo>
                    <a:lnTo>
                      <a:pt x="302" y="606"/>
                    </a:lnTo>
                    <a:lnTo>
                      <a:pt x="301" y="589"/>
                    </a:lnTo>
                    <a:lnTo>
                      <a:pt x="299" y="572"/>
                    </a:lnTo>
                    <a:lnTo>
                      <a:pt x="298" y="571"/>
                    </a:lnTo>
                    <a:lnTo>
                      <a:pt x="296" y="571"/>
                    </a:lnTo>
                    <a:lnTo>
                      <a:pt x="295" y="571"/>
                    </a:lnTo>
                    <a:lnTo>
                      <a:pt x="292" y="570"/>
                    </a:lnTo>
                    <a:lnTo>
                      <a:pt x="290" y="569"/>
                    </a:lnTo>
                    <a:lnTo>
                      <a:pt x="289" y="569"/>
                    </a:lnTo>
                    <a:lnTo>
                      <a:pt x="287" y="569"/>
                    </a:lnTo>
                    <a:lnTo>
                      <a:pt x="286" y="569"/>
                    </a:lnTo>
                    <a:lnTo>
                      <a:pt x="283" y="569"/>
                    </a:lnTo>
                    <a:lnTo>
                      <a:pt x="282" y="569"/>
                    </a:lnTo>
                    <a:lnTo>
                      <a:pt x="280" y="570"/>
                    </a:lnTo>
                    <a:lnTo>
                      <a:pt x="278" y="571"/>
                    </a:lnTo>
                    <a:lnTo>
                      <a:pt x="274" y="572"/>
                    </a:lnTo>
                    <a:lnTo>
                      <a:pt x="270" y="575"/>
                    </a:lnTo>
                    <a:lnTo>
                      <a:pt x="266" y="578"/>
                    </a:lnTo>
                    <a:lnTo>
                      <a:pt x="262" y="581"/>
                    </a:lnTo>
                    <a:lnTo>
                      <a:pt x="259" y="584"/>
                    </a:lnTo>
                    <a:lnTo>
                      <a:pt x="256" y="588"/>
                    </a:lnTo>
                    <a:lnTo>
                      <a:pt x="253" y="591"/>
                    </a:lnTo>
                    <a:lnTo>
                      <a:pt x="250" y="595"/>
                    </a:lnTo>
                    <a:lnTo>
                      <a:pt x="247" y="599"/>
                    </a:lnTo>
                    <a:lnTo>
                      <a:pt x="246" y="602"/>
                    </a:lnTo>
                    <a:lnTo>
                      <a:pt x="244" y="604"/>
                    </a:lnTo>
                    <a:lnTo>
                      <a:pt x="243" y="607"/>
                    </a:lnTo>
                    <a:lnTo>
                      <a:pt x="238" y="607"/>
                    </a:lnTo>
                    <a:lnTo>
                      <a:pt x="234" y="607"/>
                    </a:lnTo>
                    <a:lnTo>
                      <a:pt x="229" y="607"/>
                    </a:lnTo>
                    <a:lnTo>
                      <a:pt x="225" y="607"/>
                    </a:lnTo>
                    <a:lnTo>
                      <a:pt x="216" y="606"/>
                    </a:lnTo>
                    <a:lnTo>
                      <a:pt x="206" y="605"/>
                    </a:lnTo>
                    <a:lnTo>
                      <a:pt x="206" y="602"/>
                    </a:lnTo>
                    <a:lnTo>
                      <a:pt x="204" y="599"/>
                    </a:lnTo>
                    <a:lnTo>
                      <a:pt x="202" y="597"/>
                    </a:lnTo>
                    <a:lnTo>
                      <a:pt x="200" y="595"/>
                    </a:lnTo>
                    <a:lnTo>
                      <a:pt x="196" y="591"/>
                    </a:lnTo>
                    <a:lnTo>
                      <a:pt x="192" y="587"/>
                    </a:lnTo>
                    <a:lnTo>
                      <a:pt x="192" y="583"/>
                    </a:lnTo>
                    <a:lnTo>
                      <a:pt x="193" y="579"/>
                    </a:lnTo>
                    <a:lnTo>
                      <a:pt x="194" y="575"/>
                    </a:lnTo>
                    <a:lnTo>
                      <a:pt x="194" y="571"/>
                    </a:lnTo>
                    <a:lnTo>
                      <a:pt x="196" y="568"/>
                    </a:lnTo>
                    <a:lnTo>
                      <a:pt x="198" y="565"/>
                    </a:lnTo>
                    <a:lnTo>
                      <a:pt x="200" y="562"/>
                    </a:lnTo>
                    <a:lnTo>
                      <a:pt x="202" y="559"/>
                    </a:lnTo>
                    <a:lnTo>
                      <a:pt x="205" y="556"/>
                    </a:lnTo>
                    <a:lnTo>
                      <a:pt x="207" y="554"/>
                    </a:lnTo>
                    <a:lnTo>
                      <a:pt x="210" y="551"/>
                    </a:lnTo>
                    <a:lnTo>
                      <a:pt x="214" y="548"/>
                    </a:lnTo>
                    <a:lnTo>
                      <a:pt x="220" y="544"/>
                    </a:lnTo>
                    <a:lnTo>
                      <a:pt x="226" y="539"/>
                    </a:lnTo>
                    <a:lnTo>
                      <a:pt x="234" y="535"/>
                    </a:lnTo>
                    <a:lnTo>
                      <a:pt x="242" y="532"/>
                    </a:lnTo>
                    <a:lnTo>
                      <a:pt x="249" y="529"/>
                    </a:lnTo>
                    <a:lnTo>
                      <a:pt x="257" y="526"/>
                    </a:lnTo>
                    <a:lnTo>
                      <a:pt x="264" y="522"/>
                    </a:lnTo>
                    <a:lnTo>
                      <a:pt x="270" y="519"/>
                    </a:lnTo>
                    <a:lnTo>
                      <a:pt x="277" y="515"/>
                    </a:lnTo>
                    <a:lnTo>
                      <a:pt x="282" y="511"/>
                    </a:lnTo>
                    <a:lnTo>
                      <a:pt x="286" y="509"/>
                    </a:lnTo>
                    <a:lnTo>
                      <a:pt x="290" y="507"/>
                    </a:lnTo>
                    <a:lnTo>
                      <a:pt x="294" y="507"/>
                    </a:lnTo>
                    <a:lnTo>
                      <a:pt x="297" y="506"/>
                    </a:lnTo>
                    <a:lnTo>
                      <a:pt x="300" y="503"/>
                    </a:lnTo>
                    <a:lnTo>
                      <a:pt x="303" y="502"/>
                    </a:lnTo>
                    <a:lnTo>
                      <a:pt x="304" y="501"/>
                    </a:lnTo>
                    <a:lnTo>
                      <a:pt x="306" y="499"/>
                    </a:lnTo>
                    <a:lnTo>
                      <a:pt x="306" y="498"/>
                    </a:lnTo>
                    <a:lnTo>
                      <a:pt x="308" y="495"/>
                    </a:lnTo>
                    <a:lnTo>
                      <a:pt x="307" y="491"/>
                    </a:lnTo>
                    <a:lnTo>
                      <a:pt x="307" y="485"/>
                    </a:lnTo>
                    <a:lnTo>
                      <a:pt x="307" y="479"/>
                    </a:lnTo>
                    <a:lnTo>
                      <a:pt x="307" y="475"/>
                    </a:lnTo>
                    <a:lnTo>
                      <a:pt x="309" y="465"/>
                    </a:lnTo>
                    <a:lnTo>
                      <a:pt x="310" y="453"/>
                    </a:lnTo>
                    <a:lnTo>
                      <a:pt x="312" y="447"/>
                    </a:lnTo>
                    <a:lnTo>
                      <a:pt x="312" y="439"/>
                    </a:lnTo>
                    <a:lnTo>
                      <a:pt x="313" y="433"/>
                    </a:lnTo>
                    <a:lnTo>
                      <a:pt x="314" y="426"/>
                    </a:lnTo>
                    <a:lnTo>
                      <a:pt x="314" y="419"/>
                    </a:lnTo>
                    <a:lnTo>
                      <a:pt x="314" y="413"/>
                    </a:lnTo>
                    <a:lnTo>
                      <a:pt x="313" y="407"/>
                    </a:lnTo>
                    <a:lnTo>
                      <a:pt x="312" y="403"/>
                    </a:lnTo>
                    <a:lnTo>
                      <a:pt x="311" y="400"/>
                    </a:lnTo>
                    <a:lnTo>
                      <a:pt x="310" y="398"/>
                    </a:lnTo>
                    <a:lnTo>
                      <a:pt x="309" y="396"/>
                    </a:lnTo>
                    <a:lnTo>
                      <a:pt x="308" y="395"/>
                    </a:lnTo>
                    <a:lnTo>
                      <a:pt x="307" y="394"/>
                    </a:lnTo>
                    <a:lnTo>
                      <a:pt x="305" y="392"/>
                    </a:lnTo>
                    <a:lnTo>
                      <a:pt x="304" y="392"/>
                    </a:lnTo>
                    <a:lnTo>
                      <a:pt x="302" y="391"/>
                    </a:lnTo>
                    <a:lnTo>
                      <a:pt x="301" y="392"/>
                    </a:lnTo>
                    <a:lnTo>
                      <a:pt x="299" y="393"/>
                    </a:lnTo>
                    <a:lnTo>
                      <a:pt x="298" y="393"/>
                    </a:lnTo>
                    <a:lnTo>
                      <a:pt x="296" y="393"/>
                    </a:lnTo>
                    <a:lnTo>
                      <a:pt x="294" y="393"/>
                    </a:lnTo>
                    <a:lnTo>
                      <a:pt x="293" y="393"/>
                    </a:lnTo>
                    <a:lnTo>
                      <a:pt x="291" y="393"/>
                    </a:lnTo>
                    <a:lnTo>
                      <a:pt x="290" y="394"/>
                    </a:lnTo>
                    <a:lnTo>
                      <a:pt x="283" y="398"/>
                    </a:lnTo>
                    <a:lnTo>
                      <a:pt x="278" y="402"/>
                    </a:lnTo>
                    <a:lnTo>
                      <a:pt x="272" y="406"/>
                    </a:lnTo>
                    <a:lnTo>
                      <a:pt x="266" y="410"/>
                    </a:lnTo>
                    <a:lnTo>
                      <a:pt x="262" y="410"/>
                    </a:lnTo>
                    <a:lnTo>
                      <a:pt x="257" y="410"/>
                    </a:lnTo>
                    <a:lnTo>
                      <a:pt x="255" y="411"/>
                    </a:lnTo>
                    <a:lnTo>
                      <a:pt x="254" y="411"/>
                    </a:lnTo>
                    <a:lnTo>
                      <a:pt x="253" y="413"/>
                    </a:lnTo>
                    <a:lnTo>
                      <a:pt x="252" y="415"/>
                    </a:lnTo>
                    <a:lnTo>
                      <a:pt x="250" y="417"/>
                    </a:lnTo>
                    <a:lnTo>
                      <a:pt x="248" y="419"/>
                    </a:lnTo>
                    <a:lnTo>
                      <a:pt x="246" y="420"/>
                    </a:lnTo>
                    <a:lnTo>
                      <a:pt x="244" y="422"/>
                    </a:lnTo>
                    <a:lnTo>
                      <a:pt x="242" y="423"/>
                    </a:lnTo>
                    <a:lnTo>
                      <a:pt x="239" y="423"/>
                    </a:lnTo>
                    <a:lnTo>
                      <a:pt x="237" y="424"/>
                    </a:lnTo>
                    <a:lnTo>
                      <a:pt x="234" y="424"/>
                    </a:lnTo>
                    <a:lnTo>
                      <a:pt x="232" y="426"/>
                    </a:lnTo>
                    <a:lnTo>
                      <a:pt x="230" y="427"/>
                    </a:lnTo>
                    <a:lnTo>
                      <a:pt x="227" y="430"/>
                    </a:lnTo>
                    <a:lnTo>
                      <a:pt x="225" y="433"/>
                    </a:lnTo>
                    <a:lnTo>
                      <a:pt x="222" y="435"/>
                    </a:lnTo>
                    <a:lnTo>
                      <a:pt x="218" y="435"/>
                    </a:lnTo>
                    <a:lnTo>
                      <a:pt x="216" y="435"/>
                    </a:lnTo>
                    <a:lnTo>
                      <a:pt x="214" y="436"/>
                    </a:lnTo>
                    <a:lnTo>
                      <a:pt x="213" y="437"/>
                    </a:lnTo>
                    <a:lnTo>
                      <a:pt x="211" y="437"/>
                    </a:lnTo>
                    <a:lnTo>
                      <a:pt x="202" y="444"/>
                    </a:lnTo>
                    <a:lnTo>
                      <a:pt x="192" y="452"/>
                    </a:lnTo>
                    <a:lnTo>
                      <a:pt x="183" y="460"/>
                    </a:lnTo>
                    <a:lnTo>
                      <a:pt x="174" y="468"/>
                    </a:lnTo>
                    <a:lnTo>
                      <a:pt x="171" y="468"/>
                    </a:lnTo>
                    <a:lnTo>
                      <a:pt x="169" y="468"/>
                    </a:lnTo>
                    <a:lnTo>
                      <a:pt x="163" y="472"/>
                    </a:lnTo>
                    <a:lnTo>
                      <a:pt x="155" y="479"/>
                    </a:lnTo>
                    <a:lnTo>
                      <a:pt x="146" y="486"/>
                    </a:lnTo>
                    <a:lnTo>
                      <a:pt x="141" y="491"/>
                    </a:lnTo>
                    <a:lnTo>
                      <a:pt x="140" y="492"/>
                    </a:lnTo>
                    <a:lnTo>
                      <a:pt x="139" y="494"/>
                    </a:lnTo>
                    <a:lnTo>
                      <a:pt x="138" y="496"/>
                    </a:lnTo>
                    <a:lnTo>
                      <a:pt x="138" y="498"/>
                    </a:lnTo>
                    <a:lnTo>
                      <a:pt x="137" y="500"/>
                    </a:lnTo>
                    <a:lnTo>
                      <a:pt x="136" y="502"/>
                    </a:lnTo>
                    <a:lnTo>
                      <a:pt x="136" y="504"/>
                    </a:lnTo>
                    <a:lnTo>
                      <a:pt x="134" y="506"/>
                    </a:lnTo>
                    <a:lnTo>
                      <a:pt x="131" y="511"/>
                    </a:lnTo>
                    <a:lnTo>
                      <a:pt x="127" y="515"/>
                    </a:lnTo>
                    <a:lnTo>
                      <a:pt x="124" y="519"/>
                    </a:lnTo>
                    <a:lnTo>
                      <a:pt x="120" y="524"/>
                    </a:lnTo>
                    <a:lnTo>
                      <a:pt x="116" y="528"/>
                    </a:lnTo>
                    <a:lnTo>
                      <a:pt x="111" y="531"/>
                    </a:lnTo>
                    <a:lnTo>
                      <a:pt x="106" y="535"/>
                    </a:lnTo>
                    <a:lnTo>
                      <a:pt x="102" y="539"/>
                    </a:lnTo>
                    <a:lnTo>
                      <a:pt x="99" y="541"/>
                    </a:lnTo>
                    <a:lnTo>
                      <a:pt x="96" y="543"/>
                    </a:lnTo>
                    <a:lnTo>
                      <a:pt x="93" y="543"/>
                    </a:lnTo>
                    <a:lnTo>
                      <a:pt x="90" y="544"/>
                    </a:lnTo>
                    <a:lnTo>
                      <a:pt x="82" y="546"/>
                    </a:lnTo>
                    <a:lnTo>
                      <a:pt x="75" y="547"/>
                    </a:lnTo>
                    <a:lnTo>
                      <a:pt x="67" y="547"/>
                    </a:lnTo>
                    <a:lnTo>
                      <a:pt x="60" y="548"/>
                    </a:lnTo>
                    <a:lnTo>
                      <a:pt x="58" y="549"/>
                    </a:lnTo>
                    <a:lnTo>
                      <a:pt x="54" y="550"/>
                    </a:lnTo>
                    <a:lnTo>
                      <a:pt x="52" y="551"/>
                    </a:lnTo>
                    <a:lnTo>
                      <a:pt x="50" y="552"/>
                    </a:lnTo>
                    <a:lnTo>
                      <a:pt x="50" y="555"/>
                    </a:lnTo>
                    <a:lnTo>
                      <a:pt x="49" y="559"/>
                    </a:lnTo>
                    <a:lnTo>
                      <a:pt x="44" y="559"/>
                    </a:lnTo>
                    <a:lnTo>
                      <a:pt x="39" y="559"/>
                    </a:lnTo>
                    <a:lnTo>
                      <a:pt x="34" y="559"/>
                    </a:lnTo>
                    <a:lnTo>
                      <a:pt x="28" y="558"/>
                    </a:lnTo>
                    <a:lnTo>
                      <a:pt x="22" y="556"/>
                    </a:lnTo>
                    <a:lnTo>
                      <a:pt x="18" y="554"/>
                    </a:lnTo>
                    <a:lnTo>
                      <a:pt x="16" y="553"/>
                    </a:lnTo>
                    <a:lnTo>
                      <a:pt x="14" y="551"/>
                    </a:lnTo>
                    <a:lnTo>
                      <a:pt x="13" y="550"/>
                    </a:lnTo>
                    <a:lnTo>
                      <a:pt x="12" y="549"/>
                    </a:lnTo>
                    <a:lnTo>
                      <a:pt x="10" y="547"/>
                    </a:lnTo>
                    <a:lnTo>
                      <a:pt x="9" y="545"/>
                    </a:lnTo>
                    <a:lnTo>
                      <a:pt x="7" y="541"/>
                    </a:lnTo>
                    <a:lnTo>
                      <a:pt x="5" y="537"/>
                    </a:lnTo>
                    <a:lnTo>
                      <a:pt x="3" y="533"/>
                    </a:lnTo>
                    <a:lnTo>
                      <a:pt x="2" y="529"/>
                    </a:lnTo>
                    <a:lnTo>
                      <a:pt x="1" y="526"/>
                    </a:lnTo>
                    <a:lnTo>
                      <a:pt x="0" y="523"/>
                    </a:lnTo>
                    <a:lnTo>
                      <a:pt x="3" y="522"/>
                    </a:lnTo>
                    <a:lnTo>
                      <a:pt x="6" y="520"/>
                    </a:lnTo>
                    <a:lnTo>
                      <a:pt x="9" y="518"/>
                    </a:lnTo>
                    <a:lnTo>
                      <a:pt x="12" y="516"/>
                    </a:lnTo>
                    <a:lnTo>
                      <a:pt x="16" y="516"/>
                    </a:lnTo>
                    <a:lnTo>
                      <a:pt x="21" y="516"/>
                    </a:lnTo>
                    <a:lnTo>
                      <a:pt x="22" y="515"/>
                    </a:lnTo>
                    <a:lnTo>
                      <a:pt x="23" y="514"/>
                    </a:lnTo>
                    <a:lnTo>
                      <a:pt x="25" y="512"/>
                    </a:lnTo>
                    <a:lnTo>
                      <a:pt x="26" y="511"/>
                    </a:lnTo>
                    <a:lnTo>
                      <a:pt x="26" y="509"/>
                    </a:lnTo>
                    <a:lnTo>
                      <a:pt x="27" y="507"/>
                    </a:lnTo>
                    <a:lnTo>
                      <a:pt x="29" y="506"/>
                    </a:lnTo>
                    <a:lnTo>
                      <a:pt x="30" y="505"/>
                    </a:lnTo>
                    <a:lnTo>
                      <a:pt x="34" y="505"/>
                    </a:lnTo>
                    <a:lnTo>
                      <a:pt x="37" y="505"/>
                    </a:lnTo>
                    <a:lnTo>
                      <a:pt x="38" y="503"/>
                    </a:lnTo>
                    <a:lnTo>
                      <a:pt x="39" y="500"/>
                    </a:lnTo>
                    <a:lnTo>
                      <a:pt x="41" y="499"/>
                    </a:lnTo>
                    <a:lnTo>
                      <a:pt x="42" y="499"/>
                    </a:lnTo>
                    <a:lnTo>
                      <a:pt x="44" y="499"/>
                    </a:lnTo>
                    <a:lnTo>
                      <a:pt x="46" y="499"/>
                    </a:lnTo>
                    <a:lnTo>
                      <a:pt x="48" y="499"/>
                    </a:lnTo>
                    <a:lnTo>
                      <a:pt x="50" y="499"/>
                    </a:lnTo>
                    <a:lnTo>
                      <a:pt x="51" y="499"/>
                    </a:lnTo>
                    <a:lnTo>
                      <a:pt x="53" y="498"/>
                    </a:lnTo>
                    <a:lnTo>
                      <a:pt x="55" y="495"/>
                    </a:lnTo>
                    <a:lnTo>
                      <a:pt x="58" y="491"/>
                    </a:lnTo>
                    <a:lnTo>
                      <a:pt x="58" y="490"/>
                    </a:lnTo>
                    <a:lnTo>
                      <a:pt x="60" y="489"/>
                    </a:lnTo>
                    <a:lnTo>
                      <a:pt x="62" y="488"/>
                    </a:lnTo>
                    <a:lnTo>
                      <a:pt x="63" y="488"/>
                    </a:lnTo>
                    <a:lnTo>
                      <a:pt x="66" y="487"/>
                    </a:lnTo>
                    <a:lnTo>
                      <a:pt x="70" y="487"/>
                    </a:lnTo>
                    <a:lnTo>
                      <a:pt x="74" y="487"/>
                    </a:lnTo>
                    <a:lnTo>
                      <a:pt x="78" y="486"/>
                    </a:lnTo>
                    <a:lnTo>
                      <a:pt x="81" y="485"/>
                    </a:lnTo>
                    <a:lnTo>
                      <a:pt x="84" y="484"/>
                    </a:lnTo>
                    <a:lnTo>
                      <a:pt x="86" y="482"/>
                    </a:lnTo>
                    <a:lnTo>
                      <a:pt x="89" y="479"/>
                    </a:lnTo>
                    <a:lnTo>
                      <a:pt x="92" y="476"/>
                    </a:lnTo>
                    <a:lnTo>
                      <a:pt x="94" y="475"/>
                    </a:lnTo>
                    <a:lnTo>
                      <a:pt x="97" y="474"/>
                    </a:lnTo>
                    <a:lnTo>
                      <a:pt x="99" y="473"/>
                    </a:lnTo>
                    <a:lnTo>
                      <a:pt x="102" y="472"/>
                    </a:lnTo>
                    <a:lnTo>
                      <a:pt x="105" y="471"/>
                    </a:lnTo>
                    <a:lnTo>
                      <a:pt x="108" y="471"/>
                    </a:lnTo>
                    <a:lnTo>
                      <a:pt x="111" y="471"/>
                    </a:lnTo>
                    <a:lnTo>
                      <a:pt x="114" y="469"/>
                    </a:lnTo>
                    <a:lnTo>
                      <a:pt x="116" y="468"/>
                    </a:lnTo>
                    <a:lnTo>
                      <a:pt x="117" y="466"/>
                    </a:lnTo>
                    <a:lnTo>
                      <a:pt x="118" y="463"/>
                    </a:lnTo>
                    <a:lnTo>
                      <a:pt x="122" y="462"/>
                    </a:lnTo>
                    <a:lnTo>
                      <a:pt x="126" y="461"/>
                    </a:lnTo>
                    <a:lnTo>
                      <a:pt x="130" y="459"/>
                    </a:lnTo>
                    <a:lnTo>
                      <a:pt x="134" y="459"/>
                    </a:lnTo>
                    <a:lnTo>
                      <a:pt x="138" y="457"/>
                    </a:lnTo>
                    <a:lnTo>
                      <a:pt x="141" y="455"/>
                    </a:lnTo>
                    <a:lnTo>
                      <a:pt x="144" y="453"/>
                    </a:lnTo>
                    <a:lnTo>
                      <a:pt x="146" y="451"/>
                    </a:lnTo>
                    <a:lnTo>
                      <a:pt x="152" y="447"/>
                    </a:lnTo>
                    <a:lnTo>
                      <a:pt x="158" y="443"/>
                    </a:lnTo>
                    <a:lnTo>
                      <a:pt x="160" y="442"/>
                    </a:lnTo>
                    <a:lnTo>
                      <a:pt x="162" y="441"/>
                    </a:lnTo>
                    <a:lnTo>
                      <a:pt x="164" y="441"/>
                    </a:lnTo>
                    <a:lnTo>
                      <a:pt x="166" y="441"/>
                    </a:lnTo>
                    <a:lnTo>
                      <a:pt x="168" y="441"/>
                    </a:lnTo>
                    <a:lnTo>
                      <a:pt x="170" y="441"/>
                    </a:lnTo>
                    <a:lnTo>
                      <a:pt x="171" y="440"/>
                    </a:lnTo>
                    <a:lnTo>
                      <a:pt x="174" y="439"/>
                    </a:lnTo>
                    <a:lnTo>
                      <a:pt x="175" y="435"/>
                    </a:lnTo>
                    <a:lnTo>
                      <a:pt x="178" y="431"/>
                    </a:lnTo>
                    <a:lnTo>
                      <a:pt x="179" y="430"/>
                    </a:lnTo>
                    <a:lnTo>
                      <a:pt x="181" y="430"/>
                    </a:lnTo>
                    <a:lnTo>
                      <a:pt x="182" y="429"/>
                    </a:lnTo>
                    <a:lnTo>
                      <a:pt x="183" y="429"/>
                    </a:lnTo>
                    <a:lnTo>
                      <a:pt x="186" y="428"/>
                    </a:lnTo>
                    <a:lnTo>
                      <a:pt x="189" y="427"/>
                    </a:lnTo>
                    <a:lnTo>
                      <a:pt x="196" y="423"/>
                    </a:lnTo>
                    <a:lnTo>
                      <a:pt x="203" y="417"/>
                    </a:lnTo>
                    <a:lnTo>
                      <a:pt x="206" y="415"/>
                    </a:lnTo>
                    <a:lnTo>
                      <a:pt x="210" y="411"/>
                    </a:lnTo>
                    <a:lnTo>
                      <a:pt x="214" y="409"/>
                    </a:lnTo>
                    <a:lnTo>
                      <a:pt x="217" y="407"/>
                    </a:lnTo>
                    <a:lnTo>
                      <a:pt x="226" y="403"/>
                    </a:lnTo>
                    <a:lnTo>
                      <a:pt x="234" y="400"/>
                    </a:lnTo>
                    <a:lnTo>
                      <a:pt x="242" y="397"/>
                    </a:lnTo>
                    <a:lnTo>
                      <a:pt x="251" y="395"/>
                    </a:lnTo>
                    <a:lnTo>
                      <a:pt x="260" y="391"/>
                    </a:lnTo>
                    <a:lnTo>
                      <a:pt x="268" y="387"/>
                    </a:lnTo>
                    <a:lnTo>
                      <a:pt x="276" y="383"/>
                    </a:lnTo>
                    <a:lnTo>
                      <a:pt x="285" y="379"/>
                    </a:lnTo>
                    <a:lnTo>
                      <a:pt x="287" y="378"/>
                    </a:lnTo>
                    <a:lnTo>
                      <a:pt x="290" y="377"/>
                    </a:lnTo>
                    <a:lnTo>
                      <a:pt x="294" y="376"/>
                    </a:lnTo>
                    <a:lnTo>
                      <a:pt x="298" y="375"/>
                    </a:lnTo>
                    <a:lnTo>
                      <a:pt x="302" y="374"/>
                    </a:lnTo>
                    <a:lnTo>
                      <a:pt x="306" y="372"/>
                    </a:lnTo>
                    <a:lnTo>
                      <a:pt x="307" y="371"/>
                    </a:lnTo>
                    <a:lnTo>
                      <a:pt x="309" y="371"/>
                    </a:lnTo>
                    <a:lnTo>
                      <a:pt x="310" y="370"/>
                    </a:lnTo>
                    <a:lnTo>
                      <a:pt x="310" y="368"/>
                    </a:lnTo>
                    <a:lnTo>
                      <a:pt x="312" y="367"/>
                    </a:lnTo>
                    <a:lnTo>
                      <a:pt x="313" y="367"/>
                    </a:lnTo>
                    <a:lnTo>
                      <a:pt x="314" y="366"/>
                    </a:lnTo>
                    <a:lnTo>
                      <a:pt x="314" y="365"/>
                    </a:lnTo>
                    <a:lnTo>
                      <a:pt x="315" y="362"/>
                    </a:lnTo>
                    <a:lnTo>
                      <a:pt x="316" y="361"/>
                    </a:lnTo>
                    <a:lnTo>
                      <a:pt x="316" y="358"/>
                    </a:lnTo>
                    <a:lnTo>
                      <a:pt x="316" y="355"/>
                    </a:lnTo>
                    <a:lnTo>
                      <a:pt x="316" y="352"/>
                    </a:lnTo>
                    <a:lnTo>
                      <a:pt x="318" y="350"/>
                    </a:lnTo>
                    <a:lnTo>
                      <a:pt x="319" y="344"/>
                    </a:lnTo>
                    <a:lnTo>
                      <a:pt x="322" y="335"/>
                    </a:lnTo>
                    <a:lnTo>
                      <a:pt x="325" y="324"/>
                    </a:lnTo>
                    <a:lnTo>
                      <a:pt x="328" y="311"/>
                    </a:lnTo>
                    <a:lnTo>
                      <a:pt x="330" y="299"/>
                    </a:lnTo>
                    <a:lnTo>
                      <a:pt x="333" y="288"/>
                    </a:lnTo>
                    <a:lnTo>
                      <a:pt x="334" y="283"/>
                    </a:lnTo>
                    <a:lnTo>
                      <a:pt x="334" y="279"/>
                    </a:lnTo>
                    <a:lnTo>
                      <a:pt x="334" y="276"/>
                    </a:lnTo>
                    <a:lnTo>
                      <a:pt x="333" y="274"/>
                    </a:lnTo>
                    <a:lnTo>
                      <a:pt x="330" y="271"/>
                    </a:lnTo>
                    <a:lnTo>
                      <a:pt x="327" y="270"/>
                    </a:lnTo>
                    <a:lnTo>
                      <a:pt x="320" y="270"/>
                    </a:lnTo>
                    <a:lnTo>
                      <a:pt x="314" y="272"/>
                    </a:lnTo>
                    <a:lnTo>
                      <a:pt x="309" y="274"/>
                    </a:lnTo>
                    <a:lnTo>
                      <a:pt x="304" y="276"/>
                    </a:lnTo>
                    <a:lnTo>
                      <a:pt x="300" y="278"/>
                    </a:lnTo>
                    <a:lnTo>
                      <a:pt x="297" y="281"/>
                    </a:lnTo>
                    <a:lnTo>
                      <a:pt x="294" y="283"/>
                    </a:lnTo>
                    <a:lnTo>
                      <a:pt x="291" y="286"/>
                    </a:lnTo>
                    <a:lnTo>
                      <a:pt x="287" y="292"/>
                    </a:lnTo>
                    <a:lnTo>
                      <a:pt x="282" y="300"/>
                    </a:lnTo>
                    <a:lnTo>
                      <a:pt x="281" y="304"/>
                    </a:lnTo>
                    <a:lnTo>
                      <a:pt x="278" y="308"/>
                    </a:lnTo>
                    <a:lnTo>
                      <a:pt x="275" y="313"/>
                    </a:lnTo>
                    <a:lnTo>
                      <a:pt x="271" y="318"/>
                    </a:lnTo>
                    <a:lnTo>
                      <a:pt x="270" y="318"/>
                    </a:lnTo>
                    <a:lnTo>
                      <a:pt x="267" y="316"/>
                    </a:lnTo>
                    <a:lnTo>
                      <a:pt x="266" y="315"/>
                    </a:lnTo>
                    <a:lnTo>
                      <a:pt x="264" y="314"/>
                    </a:lnTo>
                    <a:lnTo>
                      <a:pt x="262" y="313"/>
                    </a:lnTo>
                    <a:lnTo>
                      <a:pt x="259" y="311"/>
                    </a:lnTo>
                    <a:lnTo>
                      <a:pt x="254" y="311"/>
                    </a:lnTo>
                    <a:lnTo>
                      <a:pt x="249" y="311"/>
                    </a:lnTo>
                    <a:lnTo>
                      <a:pt x="244" y="312"/>
                    </a:lnTo>
                    <a:lnTo>
                      <a:pt x="238" y="312"/>
                    </a:lnTo>
                    <a:lnTo>
                      <a:pt x="237" y="315"/>
                    </a:lnTo>
                    <a:lnTo>
                      <a:pt x="234" y="318"/>
                    </a:lnTo>
                    <a:lnTo>
                      <a:pt x="231" y="322"/>
                    </a:lnTo>
                    <a:lnTo>
                      <a:pt x="227" y="326"/>
                    </a:lnTo>
                    <a:lnTo>
                      <a:pt x="223" y="329"/>
                    </a:lnTo>
                    <a:lnTo>
                      <a:pt x="220" y="331"/>
                    </a:lnTo>
                    <a:lnTo>
                      <a:pt x="216" y="334"/>
                    </a:lnTo>
                    <a:lnTo>
                      <a:pt x="213" y="335"/>
                    </a:lnTo>
                    <a:lnTo>
                      <a:pt x="211" y="336"/>
                    </a:lnTo>
                    <a:lnTo>
                      <a:pt x="209" y="336"/>
                    </a:lnTo>
                    <a:lnTo>
                      <a:pt x="206" y="336"/>
                    </a:lnTo>
                    <a:lnTo>
                      <a:pt x="204" y="336"/>
                    </a:lnTo>
                    <a:lnTo>
                      <a:pt x="199" y="335"/>
                    </a:lnTo>
                    <a:lnTo>
                      <a:pt x="195" y="335"/>
                    </a:lnTo>
                    <a:lnTo>
                      <a:pt x="191" y="331"/>
                    </a:lnTo>
                    <a:lnTo>
                      <a:pt x="186" y="327"/>
                    </a:lnTo>
                    <a:lnTo>
                      <a:pt x="185" y="326"/>
                    </a:lnTo>
                    <a:lnTo>
                      <a:pt x="183" y="323"/>
                    </a:lnTo>
                    <a:lnTo>
                      <a:pt x="182" y="322"/>
                    </a:lnTo>
                    <a:lnTo>
                      <a:pt x="182" y="320"/>
                    </a:lnTo>
                    <a:lnTo>
                      <a:pt x="182" y="318"/>
                    </a:lnTo>
                    <a:lnTo>
                      <a:pt x="181" y="316"/>
                    </a:lnTo>
                    <a:lnTo>
                      <a:pt x="185" y="314"/>
                    </a:lnTo>
                    <a:lnTo>
                      <a:pt x="188" y="311"/>
                    </a:lnTo>
                    <a:lnTo>
                      <a:pt x="191" y="309"/>
                    </a:lnTo>
                    <a:lnTo>
                      <a:pt x="194" y="306"/>
                    </a:lnTo>
                    <a:lnTo>
                      <a:pt x="198" y="303"/>
                    </a:lnTo>
                    <a:lnTo>
                      <a:pt x="201" y="300"/>
                    </a:lnTo>
                    <a:lnTo>
                      <a:pt x="205" y="298"/>
                    </a:lnTo>
                    <a:lnTo>
                      <a:pt x="208" y="296"/>
                    </a:lnTo>
                    <a:lnTo>
                      <a:pt x="212" y="296"/>
                    </a:lnTo>
                    <a:lnTo>
                      <a:pt x="215" y="296"/>
                    </a:lnTo>
                    <a:lnTo>
                      <a:pt x="221" y="294"/>
                    </a:lnTo>
                    <a:lnTo>
                      <a:pt x="227" y="290"/>
                    </a:lnTo>
                    <a:lnTo>
                      <a:pt x="233" y="287"/>
                    </a:lnTo>
                    <a:lnTo>
                      <a:pt x="238" y="285"/>
                    </a:lnTo>
                    <a:lnTo>
                      <a:pt x="242" y="282"/>
                    </a:lnTo>
                    <a:lnTo>
                      <a:pt x="247" y="279"/>
                    </a:lnTo>
                    <a:lnTo>
                      <a:pt x="253" y="276"/>
                    </a:lnTo>
                    <a:lnTo>
                      <a:pt x="254" y="275"/>
                    </a:lnTo>
                    <a:lnTo>
                      <a:pt x="258" y="267"/>
                    </a:lnTo>
                    <a:lnTo>
                      <a:pt x="261" y="259"/>
                    </a:lnTo>
                    <a:lnTo>
                      <a:pt x="263" y="250"/>
                    </a:lnTo>
                    <a:lnTo>
                      <a:pt x="266" y="242"/>
                    </a:lnTo>
                    <a:lnTo>
                      <a:pt x="268" y="234"/>
                    </a:lnTo>
                    <a:lnTo>
                      <a:pt x="270" y="225"/>
                    </a:lnTo>
                    <a:lnTo>
                      <a:pt x="273" y="216"/>
                    </a:lnTo>
                    <a:lnTo>
                      <a:pt x="276" y="208"/>
                    </a:lnTo>
                    <a:lnTo>
                      <a:pt x="277" y="204"/>
                    </a:lnTo>
                    <a:lnTo>
                      <a:pt x="280" y="198"/>
                    </a:lnTo>
                    <a:lnTo>
                      <a:pt x="282" y="190"/>
                    </a:lnTo>
                    <a:lnTo>
                      <a:pt x="286" y="181"/>
                    </a:lnTo>
                    <a:lnTo>
                      <a:pt x="288" y="172"/>
                    </a:lnTo>
                    <a:lnTo>
                      <a:pt x="290" y="165"/>
                    </a:lnTo>
                    <a:lnTo>
                      <a:pt x="291" y="161"/>
                    </a:lnTo>
                    <a:lnTo>
                      <a:pt x="291" y="158"/>
                    </a:lnTo>
                    <a:lnTo>
                      <a:pt x="291" y="156"/>
                    </a:lnTo>
                    <a:lnTo>
                      <a:pt x="291" y="154"/>
                    </a:lnTo>
                    <a:lnTo>
                      <a:pt x="290" y="153"/>
                    </a:lnTo>
                    <a:lnTo>
                      <a:pt x="289" y="150"/>
                    </a:lnTo>
                    <a:lnTo>
                      <a:pt x="285" y="151"/>
                    </a:lnTo>
                    <a:lnTo>
                      <a:pt x="282" y="150"/>
                    </a:lnTo>
                    <a:lnTo>
                      <a:pt x="279" y="150"/>
                    </a:lnTo>
                    <a:lnTo>
                      <a:pt x="276" y="149"/>
                    </a:lnTo>
                    <a:lnTo>
                      <a:pt x="274" y="148"/>
                    </a:lnTo>
                    <a:lnTo>
                      <a:pt x="270" y="146"/>
                    </a:lnTo>
                    <a:lnTo>
                      <a:pt x="268" y="146"/>
                    </a:lnTo>
                    <a:lnTo>
                      <a:pt x="264" y="146"/>
                    </a:lnTo>
                    <a:lnTo>
                      <a:pt x="262" y="141"/>
                    </a:lnTo>
                    <a:lnTo>
                      <a:pt x="261" y="138"/>
                    </a:lnTo>
                    <a:lnTo>
                      <a:pt x="261" y="136"/>
                    </a:lnTo>
                    <a:lnTo>
                      <a:pt x="261" y="134"/>
                    </a:lnTo>
                    <a:lnTo>
                      <a:pt x="261" y="132"/>
                    </a:lnTo>
                    <a:lnTo>
                      <a:pt x="262" y="129"/>
                    </a:lnTo>
                    <a:lnTo>
                      <a:pt x="268" y="129"/>
                    </a:lnTo>
                    <a:lnTo>
                      <a:pt x="274" y="128"/>
                    </a:lnTo>
                    <a:lnTo>
                      <a:pt x="278" y="127"/>
                    </a:lnTo>
                    <a:lnTo>
                      <a:pt x="281" y="127"/>
                    </a:lnTo>
                    <a:lnTo>
                      <a:pt x="285" y="126"/>
                    </a:lnTo>
                    <a:lnTo>
                      <a:pt x="288" y="125"/>
                    </a:lnTo>
                    <a:lnTo>
                      <a:pt x="292" y="122"/>
                    </a:lnTo>
                    <a:lnTo>
                      <a:pt x="297" y="120"/>
                    </a:lnTo>
                    <a:lnTo>
                      <a:pt x="298" y="114"/>
                    </a:lnTo>
                    <a:lnTo>
                      <a:pt x="299" y="107"/>
                    </a:lnTo>
                    <a:lnTo>
                      <a:pt x="299" y="103"/>
                    </a:lnTo>
                    <a:lnTo>
                      <a:pt x="299" y="100"/>
                    </a:lnTo>
                    <a:lnTo>
                      <a:pt x="299" y="98"/>
                    </a:lnTo>
                    <a:lnTo>
                      <a:pt x="298" y="98"/>
                    </a:lnTo>
                    <a:lnTo>
                      <a:pt x="298" y="96"/>
                    </a:lnTo>
                    <a:lnTo>
                      <a:pt x="297" y="94"/>
                    </a:lnTo>
                    <a:lnTo>
                      <a:pt x="291" y="90"/>
                    </a:lnTo>
                    <a:lnTo>
                      <a:pt x="285" y="84"/>
                    </a:lnTo>
                    <a:lnTo>
                      <a:pt x="282" y="82"/>
                    </a:lnTo>
                    <a:lnTo>
                      <a:pt x="281" y="81"/>
                    </a:lnTo>
                    <a:lnTo>
                      <a:pt x="280" y="79"/>
                    </a:lnTo>
                    <a:lnTo>
                      <a:pt x="278" y="77"/>
                    </a:lnTo>
                    <a:lnTo>
                      <a:pt x="278" y="75"/>
                    </a:lnTo>
                    <a:lnTo>
                      <a:pt x="278" y="73"/>
                    </a:lnTo>
                    <a:lnTo>
                      <a:pt x="278" y="70"/>
                    </a:lnTo>
                    <a:lnTo>
                      <a:pt x="278" y="68"/>
                    </a:lnTo>
                    <a:lnTo>
                      <a:pt x="279" y="62"/>
                    </a:lnTo>
                    <a:lnTo>
                      <a:pt x="281" y="56"/>
                    </a:lnTo>
                    <a:lnTo>
                      <a:pt x="282" y="52"/>
                    </a:lnTo>
                    <a:lnTo>
                      <a:pt x="283" y="49"/>
                    </a:lnTo>
                    <a:lnTo>
                      <a:pt x="285" y="46"/>
                    </a:lnTo>
                    <a:lnTo>
                      <a:pt x="286" y="43"/>
                    </a:lnTo>
                    <a:lnTo>
                      <a:pt x="288" y="40"/>
                    </a:lnTo>
                    <a:lnTo>
                      <a:pt x="290" y="38"/>
                    </a:lnTo>
                    <a:lnTo>
                      <a:pt x="293" y="35"/>
                    </a:lnTo>
                    <a:lnTo>
                      <a:pt x="296" y="33"/>
                    </a:lnTo>
                    <a:lnTo>
                      <a:pt x="298" y="30"/>
                    </a:lnTo>
                    <a:lnTo>
                      <a:pt x="301" y="27"/>
                    </a:lnTo>
                    <a:lnTo>
                      <a:pt x="302" y="26"/>
                    </a:lnTo>
                    <a:lnTo>
                      <a:pt x="302" y="24"/>
                    </a:lnTo>
                    <a:lnTo>
                      <a:pt x="303" y="22"/>
                    </a:lnTo>
                    <a:lnTo>
                      <a:pt x="303" y="2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0" name="íṥḷïďê"/>
              <p:cNvSpPr/>
              <p:nvPr userDrawn="1"/>
            </p:nvSpPr>
            <p:spPr bwMode="auto">
              <a:xfrm>
                <a:off x="6780213" y="2770188"/>
                <a:ext cx="398463" cy="820738"/>
              </a:xfrm>
              <a:custGeom>
                <a:avLst/>
                <a:gdLst>
                  <a:gd name="T0" fmla="*/ 157 w 251"/>
                  <a:gd name="T1" fmla="*/ 40 h 517"/>
                  <a:gd name="T2" fmla="*/ 205 w 251"/>
                  <a:gd name="T3" fmla="*/ 1 h 517"/>
                  <a:gd name="T4" fmla="*/ 225 w 251"/>
                  <a:gd name="T5" fmla="*/ 10 h 517"/>
                  <a:gd name="T6" fmla="*/ 250 w 251"/>
                  <a:gd name="T7" fmla="*/ 44 h 517"/>
                  <a:gd name="T8" fmla="*/ 233 w 251"/>
                  <a:gd name="T9" fmla="*/ 72 h 517"/>
                  <a:gd name="T10" fmla="*/ 202 w 251"/>
                  <a:gd name="T11" fmla="*/ 123 h 517"/>
                  <a:gd name="T12" fmla="*/ 181 w 251"/>
                  <a:gd name="T13" fmla="*/ 164 h 517"/>
                  <a:gd name="T14" fmla="*/ 150 w 251"/>
                  <a:gd name="T15" fmla="*/ 222 h 517"/>
                  <a:gd name="T16" fmla="*/ 140 w 251"/>
                  <a:gd name="T17" fmla="*/ 251 h 517"/>
                  <a:gd name="T18" fmla="*/ 110 w 251"/>
                  <a:gd name="T19" fmla="*/ 275 h 517"/>
                  <a:gd name="T20" fmla="*/ 102 w 251"/>
                  <a:gd name="T21" fmla="*/ 313 h 517"/>
                  <a:gd name="T22" fmla="*/ 118 w 251"/>
                  <a:gd name="T23" fmla="*/ 347 h 517"/>
                  <a:gd name="T24" fmla="*/ 148 w 251"/>
                  <a:gd name="T25" fmla="*/ 351 h 517"/>
                  <a:gd name="T26" fmla="*/ 153 w 251"/>
                  <a:gd name="T27" fmla="*/ 371 h 517"/>
                  <a:gd name="T28" fmla="*/ 142 w 251"/>
                  <a:gd name="T29" fmla="*/ 397 h 517"/>
                  <a:gd name="T30" fmla="*/ 125 w 251"/>
                  <a:gd name="T31" fmla="*/ 409 h 517"/>
                  <a:gd name="T32" fmla="*/ 97 w 251"/>
                  <a:gd name="T33" fmla="*/ 446 h 517"/>
                  <a:gd name="T34" fmla="*/ 99 w 251"/>
                  <a:gd name="T35" fmla="*/ 463 h 517"/>
                  <a:gd name="T36" fmla="*/ 147 w 251"/>
                  <a:gd name="T37" fmla="*/ 456 h 517"/>
                  <a:gd name="T38" fmla="*/ 174 w 251"/>
                  <a:gd name="T39" fmla="*/ 454 h 517"/>
                  <a:gd name="T40" fmla="*/ 191 w 251"/>
                  <a:gd name="T41" fmla="*/ 479 h 517"/>
                  <a:gd name="T42" fmla="*/ 175 w 251"/>
                  <a:gd name="T43" fmla="*/ 497 h 517"/>
                  <a:gd name="T44" fmla="*/ 134 w 251"/>
                  <a:gd name="T45" fmla="*/ 504 h 517"/>
                  <a:gd name="T46" fmla="*/ 85 w 251"/>
                  <a:gd name="T47" fmla="*/ 517 h 517"/>
                  <a:gd name="T48" fmla="*/ 61 w 251"/>
                  <a:gd name="T49" fmla="*/ 510 h 517"/>
                  <a:gd name="T50" fmla="*/ 50 w 251"/>
                  <a:gd name="T51" fmla="*/ 497 h 517"/>
                  <a:gd name="T52" fmla="*/ 67 w 251"/>
                  <a:gd name="T53" fmla="*/ 452 h 517"/>
                  <a:gd name="T54" fmla="*/ 78 w 251"/>
                  <a:gd name="T55" fmla="*/ 420 h 517"/>
                  <a:gd name="T56" fmla="*/ 70 w 251"/>
                  <a:gd name="T57" fmla="*/ 409 h 517"/>
                  <a:gd name="T58" fmla="*/ 50 w 251"/>
                  <a:gd name="T59" fmla="*/ 388 h 517"/>
                  <a:gd name="T60" fmla="*/ 74 w 251"/>
                  <a:gd name="T61" fmla="*/ 367 h 517"/>
                  <a:gd name="T62" fmla="*/ 65 w 251"/>
                  <a:gd name="T63" fmla="*/ 313 h 517"/>
                  <a:gd name="T64" fmla="*/ 58 w 251"/>
                  <a:gd name="T65" fmla="*/ 275 h 517"/>
                  <a:gd name="T66" fmla="*/ 86 w 251"/>
                  <a:gd name="T67" fmla="*/ 238 h 517"/>
                  <a:gd name="T68" fmla="*/ 58 w 251"/>
                  <a:gd name="T69" fmla="*/ 206 h 517"/>
                  <a:gd name="T70" fmla="*/ 82 w 251"/>
                  <a:gd name="T71" fmla="*/ 191 h 517"/>
                  <a:gd name="T72" fmla="*/ 100 w 251"/>
                  <a:gd name="T73" fmla="*/ 165 h 517"/>
                  <a:gd name="T74" fmla="*/ 105 w 251"/>
                  <a:gd name="T75" fmla="*/ 126 h 517"/>
                  <a:gd name="T76" fmla="*/ 123 w 251"/>
                  <a:gd name="T77" fmla="*/ 132 h 517"/>
                  <a:gd name="T78" fmla="*/ 118 w 251"/>
                  <a:gd name="T79" fmla="*/ 165 h 517"/>
                  <a:gd name="T80" fmla="*/ 139 w 251"/>
                  <a:gd name="T81" fmla="*/ 171 h 517"/>
                  <a:gd name="T82" fmla="*/ 181 w 251"/>
                  <a:gd name="T83" fmla="*/ 106 h 517"/>
                  <a:gd name="T84" fmla="*/ 206 w 251"/>
                  <a:gd name="T85" fmla="*/ 59 h 517"/>
                  <a:gd name="T86" fmla="*/ 167 w 251"/>
                  <a:gd name="T87" fmla="*/ 50 h 517"/>
                  <a:gd name="T88" fmla="*/ 150 w 251"/>
                  <a:gd name="T89" fmla="*/ 60 h 517"/>
                  <a:gd name="T90" fmla="*/ 126 w 251"/>
                  <a:gd name="T91" fmla="*/ 77 h 517"/>
                  <a:gd name="T92" fmla="*/ 73 w 251"/>
                  <a:gd name="T93" fmla="*/ 112 h 517"/>
                  <a:gd name="T94" fmla="*/ 46 w 251"/>
                  <a:gd name="T95" fmla="*/ 136 h 517"/>
                  <a:gd name="T96" fmla="*/ 38 w 251"/>
                  <a:gd name="T97" fmla="*/ 168 h 517"/>
                  <a:gd name="T98" fmla="*/ 27 w 251"/>
                  <a:gd name="T99" fmla="*/ 230 h 517"/>
                  <a:gd name="T100" fmla="*/ 9 w 251"/>
                  <a:gd name="T101" fmla="*/ 221 h 517"/>
                  <a:gd name="T102" fmla="*/ 9 w 251"/>
                  <a:gd name="T103" fmla="*/ 167 h 517"/>
                  <a:gd name="T104" fmla="*/ 7 w 251"/>
                  <a:gd name="T105" fmla="*/ 141 h 517"/>
                  <a:gd name="T106" fmla="*/ 2 w 251"/>
                  <a:gd name="T107" fmla="*/ 114 h 517"/>
                  <a:gd name="T108" fmla="*/ 28 w 251"/>
                  <a:gd name="T109" fmla="*/ 123 h 517"/>
                  <a:gd name="T110" fmla="*/ 51 w 251"/>
                  <a:gd name="T111" fmla="*/ 116 h 517"/>
                  <a:gd name="T112" fmla="*/ 79 w 251"/>
                  <a:gd name="T113" fmla="*/ 96 h 517"/>
                  <a:gd name="T114" fmla="*/ 110 w 251"/>
                  <a:gd name="T115" fmla="*/ 75 h 517"/>
                  <a:gd name="T116" fmla="*/ 135 w 251"/>
                  <a:gd name="T117" fmla="*/ 57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1" h="517">
                    <a:moveTo>
                      <a:pt x="139" y="56"/>
                    </a:moveTo>
                    <a:lnTo>
                      <a:pt x="139" y="54"/>
                    </a:lnTo>
                    <a:lnTo>
                      <a:pt x="139" y="52"/>
                    </a:lnTo>
                    <a:lnTo>
                      <a:pt x="142" y="51"/>
                    </a:lnTo>
                    <a:lnTo>
                      <a:pt x="143" y="50"/>
                    </a:lnTo>
                    <a:lnTo>
                      <a:pt x="146" y="48"/>
                    </a:lnTo>
                    <a:lnTo>
                      <a:pt x="147" y="47"/>
                    </a:lnTo>
                    <a:lnTo>
                      <a:pt x="152" y="44"/>
                    </a:lnTo>
                    <a:lnTo>
                      <a:pt x="157" y="40"/>
                    </a:lnTo>
                    <a:lnTo>
                      <a:pt x="167" y="30"/>
                    </a:lnTo>
                    <a:lnTo>
                      <a:pt x="177" y="20"/>
                    </a:lnTo>
                    <a:lnTo>
                      <a:pt x="183" y="16"/>
                    </a:lnTo>
                    <a:lnTo>
                      <a:pt x="187" y="11"/>
                    </a:lnTo>
                    <a:lnTo>
                      <a:pt x="192" y="7"/>
                    </a:lnTo>
                    <a:lnTo>
                      <a:pt x="198" y="4"/>
                    </a:lnTo>
                    <a:lnTo>
                      <a:pt x="200" y="3"/>
                    </a:lnTo>
                    <a:lnTo>
                      <a:pt x="203" y="2"/>
                    </a:lnTo>
                    <a:lnTo>
                      <a:pt x="205" y="1"/>
                    </a:lnTo>
                    <a:lnTo>
                      <a:pt x="207" y="0"/>
                    </a:lnTo>
                    <a:lnTo>
                      <a:pt x="210" y="0"/>
                    </a:lnTo>
                    <a:lnTo>
                      <a:pt x="212" y="1"/>
                    </a:lnTo>
                    <a:lnTo>
                      <a:pt x="215" y="1"/>
                    </a:lnTo>
                    <a:lnTo>
                      <a:pt x="217" y="2"/>
                    </a:lnTo>
                    <a:lnTo>
                      <a:pt x="219" y="4"/>
                    </a:lnTo>
                    <a:lnTo>
                      <a:pt x="221" y="5"/>
                    </a:lnTo>
                    <a:lnTo>
                      <a:pt x="223" y="8"/>
                    </a:lnTo>
                    <a:lnTo>
                      <a:pt x="225" y="10"/>
                    </a:lnTo>
                    <a:lnTo>
                      <a:pt x="229" y="16"/>
                    </a:lnTo>
                    <a:lnTo>
                      <a:pt x="233" y="21"/>
                    </a:lnTo>
                    <a:lnTo>
                      <a:pt x="237" y="28"/>
                    </a:lnTo>
                    <a:lnTo>
                      <a:pt x="241" y="33"/>
                    </a:lnTo>
                    <a:lnTo>
                      <a:pt x="243" y="36"/>
                    </a:lnTo>
                    <a:lnTo>
                      <a:pt x="245" y="37"/>
                    </a:lnTo>
                    <a:lnTo>
                      <a:pt x="247" y="39"/>
                    </a:lnTo>
                    <a:lnTo>
                      <a:pt x="249" y="40"/>
                    </a:lnTo>
                    <a:lnTo>
                      <a:pt x="250" y="44"/>
                    </a:lnTo>
                    <a:lnTo>
                      <a:pt x="251" y="48"/>
                    </a:lnTo>
                    <a:lnTo>
                      <a:pt x="250" y="51"/>
                    </a:lnTo>
                    <a:lnTo>
                      <a:pt x="249" y="52"/>
                    </a:lnTo>
                    <a:lnTo>
                      <a:pt x="247" y="55"/>
                    </a:lnTo>
                    <a:lnTo>
                      <a:pt x="247" y="56"/>
                    </a:lnTo>
                    <a:lnTo>
                      <a:pt x="243" y="60"/>
                    </a:lnTo>
                    <a:lnTo>
                      <a:pt x="240" y="64"/>
                    </a:lnTo>
                    <a:lnTo>
                      <a:pt x="236" y="68"/>
                    </a:lnTo>
                    <a:lnTo>
                      <a:pt x="233" y="72"/>
                    </a:lnTo>
                    <a:lnTo>
                      <a:pt x="230" y="75"/>
                    </a:lnTo>
                    <a:lnTo>
                      <a:pt x="227" y="79"/>
                    </a:lnTo>
                    <a:lnTo>
                      <a:pt x="227" y="82"/>
                    </a:lnTo>
                    <a:lnTo>
                      <a:pt x="227" y="86"/>
                    </a:lnTo>
                    <a:lnTo>
                      <a:pt x="223" y="92"/>
                    </a:lnTo>
                    <a:lnTo>
                      <a:pt x="219" y="99"/>
                    </a:lnTo>
                    <a:lnTo>
                      <a:pt x="215" y="105"/>
                    </a:lnTo>
                    <a:lnTo>
                      <a:pt x="211" y="111"/>
                    </a:lnTo>
                    <a:lnTo>
                      <a:pt x="202" y="123"/>
                    </a:lnTo>
                    <a:lnTo>
                      <a:pt x="193" y="135"/>
                    </a:lnTo>
                    <a:lnTo>
                      <a:pt x="192" y="140"/>
                    </a:lnTo>
                    <a:lnTo>
                      <a:pt x="191" y="144"/>
                    </a:lnTo>
                    <a:lnTo>
                      <a:pt x="191" y="148"/>
                    </a:lnTo>
                    <a:lnTo>
                      <a:pt x="191" y="152"/>
                    </a:lnTo>
                    <a:lnTo>
                      <a:pt x="188" y="156"/>
                    </a:lnTo>
                    <a:lnTo>
                      <a:pt x="186" y="158"/>
                    </a:lnTo>
                    <a:lnTo>
                      <a:pt x="183" y="161"/>
                    </a:lnTo>
                    <a:lnTo>
                      <a:pt x="181" y="164"/>
                    </a:lnTo>
                    <a:lnTo>
                      <a:pt x="178" y="171"/>
                    </a:lnTo>
                    <a:lnTo>
                      <a:pt x="175" y="178"/>
                    </a:lnTo>
                    <a:lnTo>
                      <a:pt x="171" y="186"/>
                    </a:lnTo>
                    <a:lnTo>
                      <a:pt x="168" y="193"/>
                    </a:lnTo>
                    <a:lnTo>
                      <a:pt x="164" y="200"/>
                    </a:lnTo>
                    <a:lnTo>
                      <a:pt x="160" y="208"/>
                    </a:lnTo>
                    <a:lnTo>
                      <a:pt x="156" y="214"/>
                    </a:lnTo>
                    <a:lnTo>
                      <a:pt x="151" y="221"/>
                    </a:lnTo>
                    <a:lnTo>
                      <a:pt x="150" y="222"/>
                    </a:lnTo>
                    <a:lnTo>
                      <a:pt x="149" y="224"/>
                    </a:lnTo>
                    <a:lnTo>
                      <a:pt x="148" y="225"/>
                    </a:lnTo>
                    <a:lnTo>
                      <a:pt x="147" y="228"/>
                    </a:lnTo>
                    <a:lnTo>
                      <a:pt x="146" y="232"/>
                    </a:lnTo>
                    <a:lnTo>
                      <a:pt x="146" y="236"/>
                    </a:lnTo>
                    <a:lnTo>
                      <a:pt x="144" y="240"/>
                    </a:lnTo>
                    <a:lnTo>
                      <a:pt x="143" y="244"/>
                    </a:lnTo>
                    <a:lnTo>
                      <a:pt x="142" y="247"/>
                    </a:lnTo>
                    <a:lnTo>
                      <a:pt x="140" y="251"/>
                    </a:lnTo>
                    <a:lnTo>
                      <a:pt x="138" y="253"/>
                    </a:lnTo>
                    <a:lnTo>
                      <a:pt x="136" y="256"/>
                    </a:lnTo>
                    <a:lnTo>
                      <a:pt x="134" y="258"/>
                    </a:lnTo>
                    <a:lnTo>
                      <a:pt x="132" y="260"/>
                    </a:lnTo>
                    <a:lnTo>
                      <a:pt x="127" y="263"/>
                    </a:lnTo>
                    <a:lnTo>
                      <a:pt x="122" y="266"/>
                    </a:lnTo>
                    <a:lnTo>
                      <a:pt x="118" y="269"/>
                    </a:lnTo>
                    <a:lnTo>
                      <a:pt x="112" y="273"/>
                    </a:lnTo>
                    <a:lnTo>
                      <a:pt x="110" y="275"/>
                    </a:lnTo>
                    <a:lnTo>
                      <a:pt x="108" y="277"/>
                    </a:lnTo>
                    <a:lnTo>
                      <a:pt x="106" y="279"/>
                    </a:lnTo>
                    <a:lnTo>
                      <a:pt x="105" y="281"/>
                    </a:lnTo>
                    <a:lnTo>
                      <a:pt x="104" y="283"/>
                    </a:lnTo>
                    <a:lnTo>
                      <a:pt x="103" y="285"/>
                    </a:lnTo>
                    <a:lnTo>
                      <a:pt x="103" y="289"/>
                    </a:lnTo>
                    <a:lnTo>
                      <a:pt x="102" y="293"/>
                    </a:lnTo>
                    <a:lnTo>
                      <a:pt x="102" y="302"/>
                    </a:lnTo>
                    <a:lnTo>
                      <a:pt x="102" y="313"/>
                    </a:lnTo>
                    <a:lnTo>
                      <a:pt x="102" y="323"/>
                    </a:lnTo>
                    <a:lnTo>
                      <a:pt x="102" y="333"/>
                    </a:lnTo>
                    <a:lnTo>
                      <a:pt x="102" y="340"/>
                    </a:lnTo>
                    <a:lnTo>
                      <a:pt x="102" y="344"/>
                    </a:lnTo>
                    <a:lnTo>
                      <a:pt x="105" y="345"/>
                    </a:lnTo>
                    <a:lnTo>
                      <a:pt x="106" y="346"/>
                    </a:lnTo>
                    <a:lnTo>
                      <a:pt x="110" y="347"/>
                    </a:lnTo>
                    <a:lnTo>
                      <a:pt x="114" y="347"/>
                    </a:lnTo>
                    <a:lnTo>
                      <a:pt x="118" y="347"/>
                    </a:lnTo>
                    <a:lnTo>
                      <a:pt x="122" y="347"/>
                    </a:lnTo>
                    <a:lnTo>
                      <a:pt x="127" y="345"/>
                    </a:lnTo>
                    <a:lnTo>
                      <a:pt x="133" y="345"/>
                    </a:lnTo>
                    <a:lnTo>
                      <a:pt x="136" y="345"/>
                    </a:lnTo>
                    <a:lnTo>
                      <a:pt x="138" y="345"/>
                    </a:lnTo>
                    <a:lnTo>
                      <a:pt x="141" y="345"/>
                    </a:lnTo>
                    <a:lnTo>
                      <a:pt x="143" y="347"/>
                    </a:lnTo>
                    <a:lnTo>
                      <a:pt x="146" y="349"/>
                    </a:lnTo>
                    <a:lnTo>
                      <a:pt x="148" y="351"/>
                    </a:lnTo>
                    <a:lnTo>
                      <a:pt x="150" y="353"/>
                    </a:lnTo>
                    <a:lnTo>
                      <a:pt x="153" y="357"/>
                    </a:lnTo>
                    <a:lnTo>
                      <a:pt x="155" y="360"/>
                    </a:lnTo>
                    <a:lnTo>
                      <a:pt x="157" y="362"/>
                    </a:lnTo>
                    <a:lnTo>
                      <a:pt x="157" y="363"/>
                    </a:lnTo>
                    <a:lnTo>
                      <a:pt x="158" y="365"/>
                    </a:lnTo>
                    <a:lnTo>
                      <a:pt x="158" y="366"/>
                    </a:lnTo>
                    <a:lnTo>
                      <a:pt x="157" y="368"/>
                    </a:lnTo>
                    <a:lnTo>
                      <a:pt x="153" y="371"/>
                    </a:lnTo>
                    <a:lnTo>
                      <a:pt x="149" y="373"/>
                    </a:lnTo>
                    <a:lnTo>
                      <a:pt x="147" y="377"/>
                    </a:lnTo>
                    <a:lnTo>
                      <a:pt x="146" y="379"/>
                    </a:lnTo>
                    <a:lnTo>
                      <a:pt x="146" y="382"/>
                    </a:lnTo>
                    <a:lnTo>
                      <a:pt x="146" y="385"/>
                    </a:lnTo>
                    <a:lnTo>
                      <a:pt x="145" y="389"/>
                    </a:lnTo>
                    <a:lnTo>
                      <a:pt x="144" y="392"/>
                    </a:lnTo>
                    <a:lnTo>
                      <a:pt x="143" y="394"/>
                    </a:lnTo>
                    <a:lnTo>
                      <a:pt x="142" y="397"/>
                    </a:lnTo>
                    <a:lnTo>
                      <a:pt x="140" y="398"/>
                    </a:lnTo>
                    <a:lnTo>
                      <a:pt x="138" y="399"/>
                    </a:lnTo>
                    <a:lnTo>
                      <a:pt x="137" y="400"/>
                    </a:lnTo>
                    <a:lnTo>
                      <a:pt x="135" y="401"/>
                    </a:lnTo>
                    <a:lnTo>
                      <a:pt x="131" y="402"/>
                    </a:lnTo>
                    <a:lnTo>
                      <a:pt x="128" y="405"/>
                    </a:lnTo>
                    <a:lnTo>
                      <a:pt x="126" y="405"/>
                    </a:lnTo>
                    <a:lnTo>
                      <a:pt x="126" y="407"/>
                    </a:lnTo>
                    <a:lnTo>
                      <a:pt x="125" y="409"/>
                    </a:lnTo>
                    <a:lnTo>
                      <a:pt x="124" y="410"/>
                    </a:lnTo>
                    <a:lnTo>
                      <a:pt x="122" y="414"/>
                    </a:lnTo>
                    <a:lnTo>
                      <a:pt x="121" y="417"/>
                    </a:lnTo>
                    <a:lnTo>
                      <a:pt x="118" y="419"/>
                    </a:lnTo>
                    <a:lnTo>
                      <a:pt x="114" y="421"/>
                    </a:lnTo>
                    <a:lnTo>
                      <a:pt x="109" y="427"/>
                    </a:lnTo>
                    <a:lnTo>
                      <a:pt x="102" y="436"/>
                    </a:lnTo>
                    <a:lnTo>
                      <a:pt x="99" y="441"/>
                    </a:lnTo>
                    <a:lnTo>
                      <a:pt x="97" y="446"/>
                    </a:lnTo>
                    <a:lnTo>
                      <a:pt x="96" y="448"/>
                    </a:lnTo>
                    <a:lnTo>
                      <a:pt x="95" y="450"/>
                    </a:lnTo>
                    <a:lnTo>
                      <a:pt x="94" y="452"/>
                    </a:lnTo>
                    <a:lnTo>
                      <a:pt x="94" y="453"/>
                    </a:lnTo>
                    <a:lnTo>
                      <a:pt x="94" y="455"/>
                    </a:lnTo>
                    <a:lnTo>
                      <a:pt x="95" y="457"/>
                    </a:lnTo>
                    <a:lnTo>
                      <a:pt x="96" y="458"/>
                    </a:lnTo>
                    <a:lnTo>
                      <a:pt x="97" y="461"/>
                    </a:lnTo>
                    <a:lnTo>
                      <a:pt x="99" y="463"/>
                    </a:lnTo>
                    <a:lnTo>
                      <a:pt x="101" y="466"/>
                    </a:lnTo>
                    <a:lnTo>
                      <a:pt x="105" y="466"/>
                    </a:lnTo>
                    <a:lnTo>
                      <a:pt x="110" y="466"/>
                    </a:lnTo>
                    <a:lnTo>
                      <a:pt x="114" y="467"/>
                    </a:lnTo>
                    <a:lnTo>
                      <a:pt x="118" y="467"/>
                    </a:lnTo>
                    <a:lnTo>
                      <a:pt x="122" y="465"/>
                    </a:lnTo>
                    <a:lnTo>
                      <a:pt x="130" y="462"/>
                    </a:lnTo>
                    <a:lnTo>
                      <a:pt x="138" y="459"/>
                    </a:lnTo>
                    <a:lnTo>
                      <a:pt x="147" y="456"/>
                    </a:lnTo>
                    <a:lnTo>
                      <a:pt x="151" y="454"/>
                    </a:lnTo>
                    <a:lnTo>
                      <a:pt x="156" y="453"/>
                    </a:lnTo>
                    <a:lnTo>
                      <a:pt x="161" y="452"/>
                    </a:lnTo>
                    <a:lnTo>
                      <a:pt x="164" y="451"/>
                    </a:lnTo>
                    <a:lnTo>
                      <a:pt x="168" y="452"/>
                    </a:lnTo>
                    <a:lnTo>
                      <a:pt x="171" y="452"/>
                    </a:lnTo>
                    <a:lnTo>
                      <a:pt x="172" y="453"/>
                    </a:lnTo>
                    <a:lnTo>
                      <a:pt x="173" y="453"/>
                    </a:lnTo>
                    <a:lnTo>
                      <a:pt x="174" y="454"/>
                    </a:lnTo>
                    <a:lnTo>
                      <a:pt x="175" y="455"/>
                    </a:lnTo>
                    <a:lnTo>
                      <a:pt x="176" y="457"/>
                    </a:lnTo>
                    <a:lnTo>
                      <a:pt x="178" y="457"/>
                    </a:lnTo>
                    <a:lnTo>
                      <a:pt x="179" y="459"/>
                    </a:lnTo>
                    <a:lnTo>
                      <a:pt x="181" y="461"/>
                    </a:lnTo>
                    <a:lnTo>
                      <a:pt x="184" y="465"/>
                    </a:lnTo>
                    <a:lnTo>
                      <a:pt x="187" y="469"/>
                    </a:lnTo>
                    <a:lnTo>
                      <a:pt x="189" y="473"/>
                    </a:lnTo>
                    <a:lnTo>
                      <a:pt x="191" y="479"/>
                    </a:lnTo>
                    <a:lnTo>
                      <a:pt x="193" y="484"/>
                    </a:lnTo>
                    <a:lnTo>
                      <a:pt x="194" y="488"/>
                    </a:lnTo>
                    <a:lnTo>
                      <a:pt x="192" y="490"/>
                    </a:lnTo>
                    <a:lnTo>
                      <a:pt x="189" y="492"/>
                    </a:lnTo>
                    <a:lnTo>
                      <a:pt x="187" y="493"/>
                    </a:lnTo>
                    <a:lnTo>
                      <a:pt x="184" y="495"/>
                    </a:lnTo>
                    <a:lnTo>
                      <a:pt x="181" y="496"/>
                    </a:lnTo>
                    <a:lnTo>
                      <a:pt x="178" y="497"/>
                    </a:lnTo>
                    <a:lnTo>
                      <a:pt x="175" y="497"/>
                    </a:lnTo>
                    <a:lnTo>
                      <a:pt x="171" y="498"/>
                    </a:lnTo>
                    <a:lnTo>
                      <a:pt x="164" y="499"/>
                    </a:lnTo>
                    <a:lnTo>
                      <a:pt x="158" y="501"/>
                    </a:lnTo>
                    <a:lnTo>
                      <a:pt x="154" y="501"/>
                    </a:lnTo>
                    <a:lnTo>
                      <a:pt x="150" y="502"/>
                    </a:lnTo>
                    <a:lnTo>
                      <a:pt x="147" y="503"/>
                    </a:lnTo>
                    <a:lnTo>
                      <a:pt x="144" y="504"/>
                    </a:lnTo>
                    <a:lnTo>
                      <a:pt x="138" y="504"/>
                    </a:lnTo>
                    <a:lnTo>
                      <a:pt x="134" y="504"/>
                    </a:lnTo>
                    <a:lnTo>
                      <a:pt x="129" y="504"/>
                    </a:lnTo>
                    <a:lnTo>
                      <a:pt x="123" y="504"/>
                    </a:lnTo>
                    <a:lnTo>
                      <a:pt x="114" y="509"/>
                    </a:lnTo>
                    <a:lnTo>
                      <a:pt x="104" y="513"/>
                    </a:lnTo>
                    <a:lnTo>
                      <a:pt x="99" y="515"/>
                    </a:lnTo>
                    <a:lnTo>
                      <a:pt x="94" y="517"/>
                    </a:lnTo>
                    <a:lnTo>
                      <a:pt x="90" y="517"/>
                    </a:lnTo>
                    <a:lnTo>
                      <a:pt x="87" y="517"/>
                    </a:lnTo>
                    <a:lnTo>
                      <a:pt x="85" y="517"/>
                    </a:lnTo>
                    <a:lnTo>
                      <a:pt x="81" y="517"/>
                    </a:lnTo>
                    <a:lnTo>
                      <a:pt x="80" y="517"/>
                    </a:lnTo>
                    <a:lnTo>
                      <a:pt x="79" y="515"/>
                    </a:lnTo>
                    <a:lnTo>
                      <a:pt x="78" y="514"/>
                    </a:lnTo>
                    <a:lnTo>
                      <a:pt x="76" y="513"/>
                    </a:lnTo>
                    <a:lnTo>
                      <a:pt x="73" y="513"/>
                    </a:lnTo>
                    <a:lnTo>
                      <a:pt x="69" y="512"/>
                    </a:lnTo>
                    <a:lnTo>
                      <a:pt x="65" y="511"/>
                    </a:lnTo>
                    <a:lnTo>
                      <a:pt x="61" y="510"/>
                    </a:lnTo>
                    <a:lnTo>
                      <a:pt x="59" y="509"/>
                    </a:lnTo>
                    <a:lnTo>
                      <a:pt x="58" y="509"/>
                    </a:lnTo>
                    <a:lnTo>
                      <a:pt x="57" y="507"/>
                    </a:lnTo>
                    <a:lnTo>
                      <a:pt x="56" y="506"/>
                    </a:lnTo>
                    <a:lnTo>
                      <a:pt x="54" y="505"/>
                    </a:lnTo>
                    <a:lnTo>
                      <a:pt x="53" y="503"/>
                    </a:lnTo>
                    <a:lnTo>
                      <a:pt x="51" y="501"/>
                    </a:lnTo>
                    <a:lnTo>
                      <a:pt x="50" y="499"/>
                    </a:lnTo>
                    <a:lnTo>
                      <a:pt x="50" y="497"/>
                    </a:lnTo>
                    <a:lnTo>
                      <a:pt x="50" y="495"/>
                    </a:lnTo>
                    <a:lnTo>
                      <a:pt x="49" y="493"/>
                    </a:lnTo>
                    <a:lnTo>
                      <a:pt x="50" y="490"/>
                    </a:lnTo>
                    <a:lnTo>
                      <a:pt x="50" y="485"/>
                    </a:lnTo>
                    <a:lnTo>
                      <a:pt x="51" y="481"/>
                    </a:lnTo>
                    <a:lnTo>
                      <a:pt x="53" y="475"/>
                    </a:lnTo>
                    <a:lnTo>
                      <a:pt x="56" y="470"/>
                    </a:lnTo>
                    <a:lnTo>
                      <a:pt x="62" y="461"/>
                    </a:lnTo>
                    <a:lnTo>
                      <a:pt x="67" y="452"/>
                    </a:lnTo>
                    <a:lnTo>
                      <a:pt x="70" y="448"/>
                    </a:lnTo>
                    <a:lnTo>
                      <a:pt x="72" y="444"/>
                    </a:lnTo>
                    <a:lnTo>
                      <a:pt x="74" y="441"/>
                    </a:lnTo>
                    <a:lnTo>
                      <a:pt x="74" y="438"/>
                    </a:lnTo>
                    <a:lnTo>
                      <a:pt x="75" y="436"/>
                    </a:lnTo>
                    <a:lnTo>
                      <a:pt x="77" y="432"/>
                    </a:lnTo>
                    <a:lnTo>
                      <a:pt x="77" y="428"/>
                    </a:lnTo>
                    <a:lnTo>
                      <a:pt x="78" y="424"/>
                    </a:lnTo>
                    <a:lnTo>
                      <a:pt x="78" y="420"/>
                    </a:lnTo>
                    <a:lnTo>
                      <a:pt x="78" y="416"/>
                    </a:lnTo>
                    <a:lnTo>
                      <a:pt x="77" y="414"/>
                    </a:lnTo>
                    <a:lnTo>
                      <a:pt x="77" y="413"/>
                    </a:lnTo>
                    <a:lnTo>
                      <a:pt x="75" y="411"/>
                    </a:lnTo>
                    <a:lnTo>
                      <a:pt x="74" y="410"/>
                    </a:lnTo>
                    <a:lnTo>
                      <a:pt x="74" y="409"/>
                    </a:lnTo>
                    <a:lnTo>
                      <a:pt x="72" y="409"/>
                    </a:lnTo>
                    <a:lnTo>
                      <a:pt x="71" y="409"/>
                    </a:lnTo>
                    <a:lnTo>
                      <a:pt x="70" y="409"/>
                    </a:lnTo>
                    <a:lnTo>
                      <a:pt x="68" y="409"/>
                    </a:lnTo>
                    <a:lnTo>
                      <a:pt x="67" y="408"/>
                    </a:lnTo>
                    <a:lnTo>
                      <a:pt x="66" y="407"/>
                    </a:lnTo>
                    <a:lnTo>
                      <a:pt x="66" y="406"/>
                    </a:lnTo>
                    <a:lnTo>
                      <a:pt x="62" y="403"/>
                    </a:lnTo>
                    <a:lnTo>
                      <a:pt x="57" y="397"/>
                    </a:lnTo>
                    <a:lnTo>
                      <a:pt x="54" y="393"/>
                    </a:lnTo>
                    <a:lnTo>
                      <a:pt x="52" y="390"/>
                    </a:lnTo>
                    <a:lnTo>
                      <a:pt x="50" y="388"/>
                    </a:lnTo>
                    <a:lnTo>
                      <a:pt x="50" y="386"/>
                    </a:lnTo>
                    <a:lnTo>
                      <a:pt x="53" y="384"/>
                    </a:lnTo>
                    <a:lnTo>
                      <a:pt x="56" y="381"/>
                    </a:lnTo>
                    <a:lnTo>
                      <a:pt x="59" y="379"/>
                    </a:lnTo>
                    <a:lnTo>
                      <a:pt x="62" y="376"/>
                    </a:lnTo>
                    <a:lnTo>
                      <a:pt x="65" y="373"/>
                    </a:lnTo>
                    <a:lnTo>
                      <a:pt x="68" y="371"/>
                    </a:lnTo>
                    <a:lnTo>
                      <a:pt x="71" y="369"/>
                    </a:lnTo>
                    <a:lnTo>
                      <a:pt x="74" y="367"/>
                    </a:lnTo>
                    <a:lnTo>
                      <a:pt x="75" y="357"/>
                    </a:lnTo>
                    <a:lnTo>
                      <a:pt x="75" y="345"/>
                    </a:lnTo>
                    <a:lnTo>
                      <a:pt x="75" y="333"/>
                    </a:lnTo>
                    <a:lnTo>
                      <a:pt x="74" y="321"/>
                    </a:lnTo>
                    <a:lnTo>
                      <a:pt x="74" y="320"/>
                    </a:lnTo>
                    <a:lnTo>
                      <a:pt x="71" y="319"/>
                    </a:lnTo>
                    <a:lnTo>
                      <a:pt x="70" y="318"/>
                    </a:lnTo>
                    <a:lnTo>
                      <a:pt x="68" y="317"/>
                    </a:lnTo>
                    <a:lnTo>
                      <a:pt x="65" y="313"/>
                    </a:lnTo>
                    <a:lnTo>
                      <a:pt x="62" y="310"/>
                    </a:lnTo>
                    <a:lnTo>
                      <a:pt x="56" y="302"/>
                    </a:lnTo>
                    <a:lnTo>
                      <a:pt x="51" y="296"/>
                    </a:lnTo>
                    <a:lnTo>
                      <a:pt x="51" y="293"/>
                    </a:lnTo>
                    <a:lnTo>
                      <a:pt x="52" y="290"/>
                    </a:lnTo>
                    <a:lnTo>
                      <a:pt x="52" y="288"/>
                    </a:lnTo>
                    <a:lnTo>
                      <a:pt x="53" y="285"/>
                    </a:lnTo>
                    <a:lnTo>
                      <a:pt x="55" y="280"/>
                    </a:lnTo>
                    <a:lnTo>
                      <a:pt x="58" y="275"/>
                    </a:lnTo>
                    <a:lnTo>
                      <a:pt x="60" y="271"/>
                    </a:lnTo>
                    <a:lnTo>
                      <a:pt x="63" y="267"/>
                    </a:lnTo>
                    <a:lnTo>
                      <a:pt x="66" y="263"/>
                    </a:lnTo>
                    <a:lnTo>
                      <a:pt x="70" y="259"/>
                    </a:lnTo>
                    <a:lnTo>
                      <a:pt x="74" y="255"/>
                    </a:lnTo>
                    <a:lnTo>
                      <a:pt x="77" y="251"/>
                    </a:lnTo>
                    <a:lnTo>
                      <a:pt x="80" y="247"/>
                    </a:lnTo>
                    <a:lnTo>
                      <a:pt x="83" y="242"/>
                    </a:lnTo>
                    <a:lnTo>
                      <a:pt x="86" y="238"/>
                    </a:lnTo>
                    <a:lnTo>
                      <a:pt x="87" y="233"/>
                    </a:lnTo>
                    <a:lnTo>
                      <a:pt x="88" y="230"/>
                    </a:lnTo>
                    <a:lnTo>
                      <a:pt x="88" y="227"/>
                    </a:lnTo>
                    <a:lnTo>
                      <a:pt x="88" y="224"/>
                    </a:lnTo>
                    <a:lnTo>
                      <a:pt x="88" y="221"/>
                    </a:lnTo>
                    <a:lnTo>
                      <a:pt x="81" y="217"/>
                    </a:lnTo>
                    <a:lnTo>
                      <a:pt x="73" y="214"/>
                    </a:lnTo>
                    <a:lnTo>
                      <a:pt x="66" y="210"/>
                    </a:lnTo>
                    <a:lnTo>
                      <a:pt x="58" y="206"/>
                    </a:lnTo>
                    <a:lnTo>
                      <a:pt x="58" y="204"/>
                    </a:lnTo>
                    <a:lnTo>
                      <a:pt x="59" y="202"/>
                    </a:lnTo>
                    <a:lnTo>
                      <a:pt x="62" y="200"/>
                    </a:lnTo>
                    <a:lnTo>
                      <a:pt x="63" y="199"/>
                    </a:lnTo>
                    <a:lnTo>
                      <a:pt x="66" y="197"/>
                    </a:lnTo>
                    <a:lnTo>
                      <a:pt x="69" y="196"/>
                    </a:lnTo>
                    <a:lnTo>
                      <a:pt x="71" y="195"/>
                    </a:lnTo>
                    <a:lnTo>
                      <a:pt x="75" y="193"/>
                    </a:lnTo>
                    <a:lnTo>
                      <a:pt x="82" y="191"/>
                    </a:lnTo>
                    <a:lnTo>
                      <a:pt x="88" y="188"/>
                    </a:lnTo>
                    <a:lnTo>
                      <a:pt x="90" y="187"/>
                    </a:lnTo>
                    <a:lnTo>
                      <a:pt x="94" y="185"/>
                    </a:lnTo>
                    <a:lnTo>
                      <a:pt x="95" y="184"/>
                    </a:lnTo>
                    <a:lnTo>
                      <a:pt x="98" y="181"/>
                    </a:lnTo>
                    <a:lnTo>
                      <a:pt x="98" y="178"/>
                    </a:lnTo>
                    <a:lnTo>
                      <a:pt x="99" y="174"/>
                    </a:lnTo>
                    <a:lnTo>
                      <a:pt x="99" y="170"/>
                    </a:lnTo>
                    <a:lnTo>
                      <a:pt x="100" y="165"/>
                    </a:lnTo>
                    <a:lnTo>
                      <a:pt x="99" y="156"/>
                    </a:lnTo>
                    <a:lnTo>
                      <a:pt x="99" y="148"/>
                    </a:lnTo>
                    <a:lnTo>
                      <a:pt x="99" y="144"/>
                    </a:lnTo>
                    <a:lnTo>
                      <a:pt x="99" y="140"/>
                    </a:lnTo>
                    <a:lnTo>
                      <a:pt x="100" y="136"/>
                    </a:lnTo>
                    <a:lnTo>
                      <a:pt x="101" y="133"/>
                    </a:lnTo>
                    <a:lnTo>
                      <a:pt x="102" y="130"/>
                    </a:lnTo>
                    <a:lnTo>
                      <a:pt x="104" y="127"/>
                    </a:lnTo>
                    <a:lnTo>
                      <a:pt x="105" y="126"/>
                    </a:lnTo>
                    <a:lnTo>
                      <a:pt x="106" y="124"/>
                    </a:lnTo>
                    <a:lnTo>
                      <a:pt x="107" y="124"/>
                    </a:lnTo>
                    <a:lnTo>
                      <a:pt x="109" y="123"/>
                    </a:lnTo>
                    <a:lnTo>
                      <a:pt x="114" y="123"/>
                    </a:lnTo>
                    <a:lnTo>
                      <a:pt x="118" y="123"/>
                    </a:lnTo>
                    <a:lnTo>
                      <a:pt x="120" y="126"/>
                    </a:lnTo>
                    <a:lnTo>
                      <a:pt x="122" y="128"/>
                    </a:lnTo>
                    <a:lnTo>
                      <a:pt x="122" y="130"/>
                    </a:lnTo>
                    <a:lnTo>
                      <a:pt x="123" y="132"/>
                    </a:lnTo>
                    <a:lnTo>
                      <a:pt x="123" y="134"/>
                    </a:lnTo>
                    <a:lnTo>
                      <a:pt x="123" y="137"/>
                    </a:lnTo>
                    <a:lnTo>
                      <a:pt x="122" y="140"/>
                    </a:lnTo>
                    <a:lnTo>
                      <a:pt x="121" y="141"/>
                    </a:lnTo>
                    <a:lnTo>
                      <a:pt x="120" y="144"/>
                    </a:lnTo>
                    <a:lnTo>
                      <a:pt x="119" y="146"/>
                    </a:lnTo>
                    <a:lnTo>
                      <a:pt x="118" y="151"/>
                    </a:lnTo>
                    <a:lnTo>
                      <a:pt x="118" y="156"/>
                    </a:lnTo>
                    <a:lnTo>
                      <a:pt x="118" y="165"/>
                    </a:lnTo>
                    <a:lnTo>
                      <a:pt x="118" y="176"/>
                    </a:lnTo>
                    <a:lnTo>
                      <a:pt x="122" y="179"/>
                    </a:lnTo>
                    <a:lnTo>
                      <a:pt x="126" y="181"/>
                    </a:lnTo>
                    <a:lnTo>
                      <a:pt x="130" y="181"/>
                    </a:lnTo>
                    <a:lnTo>
                      <a:pt x="134" y="181"/>
                    </a:lnTo>
                    <a:lnTo>
                      <a:pt x="135" y="179"/>
                    </a:lnTo>
                    <a:lnTo>
                      <a:pt x="136" y="176"/>
                    </a:lnTo>
                    <a:lnTo>
                      <a:pt x="138" y="173"/>
                    </a:lnTo>
                    <a:lnTo>
                      <a:pt x="139" y="171"/>
                    </a:lnTo>
                    <a:lnTo>
                      <a:pt x="143" y="165"/>
                    </a:lnTo>
                    <a:lnTo>
                      <a:pt x="147" y="160"/>
                    </a:lnTo>
                    <a:lnTo>
                      <a:pt x="155" y="151"/>
                    </a:lnTo>
                    <a:lnTo>
                      <a:pt x="163" y="141"/>
                    </a:lnTo>
                    <a:lnTo>
                      <a:pt x="167" y="136"/>
                    </a:lnTo>
                    <a:lnTo>
                      <a:pt x="171" y="128"/>
                    </a:lnTo>
                    <a:lnTo>
                      <a:pt x="174" y="121"/>
                    </a:lnTo>
                    <a:lnTo>
                      <a:pt x="177" y="114"/>
                    </a:lnTo>
                    <a:lnTo>
                      <a:pt x="181" y="106"/>
                    </a:lnTo>
                    <a:lnTo>
                      <a:pt x="184" y="99"/>
                    </a:lnTo>
                    <a:lnTo>
                      <a:pt x="187" y="92"/>
                    </a:lnTo>
                    <a:lnTo>
                      <a:pt x="191" y="84"/>
                    </a:lnTo>
                    <a:lnTo>
                      <a:pt x="195" y="78"/>
                    </a:lnTo>
                    <a:lnTo>
                      <a:pt x="200" y="71"/>
                    </a:lnTo>
                    <a:lnTo>
                      <a:pt x="203" y="68"/>
                    </a:lnTo>
                    <a:lnTo>
                      <a:pt x="205" y="64"/>
                    </a:lnTo>
                    <a:lnTo>
                      <a:pt x="205" y="61"/>
                    </a:lnTo>
                    <a:lnTo>
                      <a:pt x="206" y="59"/>
                    </a:lnTo>
                    <a:lnTo>
                      <a:pt x="207" y="56"/>
                    </a:lnTo>
                    <a:lnTo>
                      <a:pt x="207" y="53"/>
                    </a:lnTo>
                    <a:lnTo>
                      <a:pt x="203" y="49"/>
                    </a:lnTo>
                    <a:lnTo>
                      <a:pt x="200" y="44"/>
                    </a:lnTo>
                    <a:lnTo>
                      <a:pt x="192" y="45"/>
                    </a:lnTo>
                    <a:lnTo>
                      <a:pt x="183" y="46"/>
                    </a:lnTo>
                    <a:lnTo>
                      <a:pt x="175" y="46"/>
                    </a:lnTo>
                    <a:lnTo>
                      <a:pt x="167" y="47"/>
                    </a:lnTo>
                    <a:lnTo>
                      <a:pt x="167" y="50"/>
                    </a:lnTo>
                    <a:lnTo>
                      <a:pt x="165" y="52"/>
                    </a:lnTo>
                    <a:lnTo>
                      <a:pt x="163" y="54"/>
                    </a:lnTo>
                    <a:lnTo>
                      <a:pt x="163" y="56"/>
                    </a:lnTo>
                    <a:lnTo>
                      <a:pt x="161" y="56"/>
                    </a:lnTo>
                    <a:lnTo>
                      <a:pt x="159" y="57"/>
                    </a:lnTo>
                    <a:lnTo>
                      <a:pt x="159" y="58"/>
                    </a:lnTo>
                    <a:lnTo>
                      <a:pt x="157" y="58"/>
                    </a:lnTo>
                    <a:lnTo>
                      <a:pt x="154" y="59"/>
                    </a:lnTo>
                    <a:lnTo>
                      <a:pt x="150" y="60"/>
                    </a:lnTo>
                    <a:lnTo>
                      <a:pt x="148" y="60"/>
                    </a:lnTo>
                    <a:lnTo>
                      <a:pt x="146" y="60"/>
                    </a:lnTo>
                    <a:lnTo>
                      <a:pt x="144" y="62"/>
                    </a:lnTo>
                    <a:lnTo>
                      <a:pt x="142" y="63"/>
                    </a:lnTo>
                    <a:lnTo>
                      <a:pt x="139" y="65"/>
                    </a:lnTo>
                    <a:lnTo>
                      <a:pt x="136" y="67"/>
                    </a:lnTo>
                    <a:lnTo>
                      <a:pt x="134" y="69"/>
                    </a:lnTo>
                    <a:lnTo>
                      <a:pt x="131" y="72"/>
                    </a:lnTo>
                    <a:lnTo>
                      <a:pt x="126" y="77"/>
                    </a:lnTo>
                    <a:lnTo>
                      <a:pt x="121" y="82"/>
                    </a:lnTo>
                    <a:lnTo>
                      <a:pt x="118" y="82"/>
                    </a:lnTo>
                    <a:lnTo>
                      <a:pt x="116" y="82"/>
                    </a:lnTo>
                    <a:lnTo>
                      <a:pt x="106" y="88"/>
                    </a:lnTo>
                    <a:lnTo>
                      <a:pt x="94" y="96"/>
                    </a:lnTo>
                    <a:lnTo>
                      <a:pt x="89" y="100"/>
                    </a:lnTo>
                    <a:lnTo>
                      <a:pt x="82" y="104"/>
                    </a:lnTo>
                    <a:lnTo>
                      <a:pt x="78" y="108"/>
                    </a:lnTo>
                    <a:lnTo>
                      <a:pt x="73" y="112"/>
                    </a:lnTo>
                    <a:lnTo>
                      <a:pt x="67" y="118"/>
                    </a:lnTo>
                    <a:lnTo>
                      <a:pt x="61" y="124"/>
                    </a:lnTo>
                    <a:lnTo>
                      <a:pt x="57" y="128"/>
                    </a:lnTo>
                    <a:lnTo>
                      <a:pt x="53" y="131"/>
                    </a:lnTo>
                    <a:lnTo>
                      <a:pt x="51" y="132"/>
                    </a:lnTo>
                    <a:lnTo>
                      <a:pt x="50" y="132"/>
                    </a:lnTo>
                    <a:lnTo>
                      <a:pt x="48" y="132"/>
                    </a:lnTo>
                    <a:lnTo>
                      <a:pt x="46" y="132"/>
                    </a:lnTo>
                    <a:lnTo>
                      <a:pt x="46" y="136"/>
                    </a:lnTo>
                    <a:lnTo>
                      <a:pt x="45" y="138"/>
                    </a:lnTo>
                    <a:lnTo>
                      <a:pt x="44" y="140"/>
                    </a:lnTo>
                    <a:lnTo>
                      <a:pt x="42" y="142"/>
                    </a:lnTo>
                    <a:lnTo>
                      <a:pt x="41" y="145"/>
                    </a:lnTo>
                    <a:lnTo>
                      <a:pt x="40" y="148"/>
                    </a:lnTo>
                    <a:lnTo>
                      <a:pt x="39" y="151"/>
                    </a:lnTo>
                    <a:lnTo>
                      <a:pt x="39" y="154"/>
                    </a:lnTo>
                    <a:lnTo>
                      <a:pt x="39" y="159"/>
                    </a:lnTo>
                    <a:lnTo>
                      <a:pt x="38" y="168"/>
                    </a:lnTo>
                    <a:lnTo>
                      <a:pt x="38" y="180"/>
                    </a:lnTo>
                    <a:lnTo>
                      <a:pt x="38" y="192"/>
                    </a:lnTo>
                    <a:lnTo>
                      <a:pt x="36" y="205"/>
                    </a:lnTo>
                    <a:lnTo>
                      <a:pt x="34" y="216"/>
                    </a:lnTo>
                    <a:lnTo>
                      <a:pt x="34" y="221"/>
                    </a:lnTo>
                    <a:lnTo>
                      <a:pt x="33" y="225"/>
                    </a:lnTo>
                    <a:lnTo>
                      <a:pt x="31" y="229"/>
                    </a:lnTo>
                    <a:lnTo>
                      <a:pt x="30" y="230"/>
                    </a:lnTo>
                    <a:lnTo>
                      <a:pt x="27" y="230"/>
                    </a:lnTo>
                    <a:lnTo>
                      <a:pt x="25" y="230"/>
                    </a:lnTo>
                    <a:lnTo>
                      <a:pt x="22" y="230"/>
                    </a:lnTo>
                    <a:lnTo>
                      <a:pt x="18" y="230"/>
                    </a:lnTo>
                    <a:lnTo>
                      <a:pt x="18" y="229"/>
                    </a:lnTo>
                    <a:lnTo>
                      <a:pt x="17" y="227"/>
                    </a:lnTo>
                    <a:lnTo>
                      <a:pt x="16" y="225"/>
                    </a:lnTo>
                    <a:lnTo>
                      <a:pt x="14" y="224"/>
                    </a:lnTo>
                    <a:lnTo>
                      <a:pt x="12" y="223"/>
                    </a:lnTo>
                    <a:lnTo>
                      <a:pt x="9" y="221"/>
                    </a:lnTo>
                    <a:lnTo>
                      <a:pt x="9" y="214"/>
                    </a:lnTo>
                    <a:lnTo>
                      <a:pt x="9" y="208"/>
                    </a:lnTo>
                    <a:lnTo>
                      <a:pt x="9" y="200"/>
                    </a:lnTo>
                    <a:lnTo>
                      <a:pt x="9" y="194"/>
                    </a:lnTo>
                    <a:lnTo>
                      <a:pt x="9" y="188"/>
                    </a:lnTo>
                    <a:lnTo>
                      <a:pt x="9" y="180"/>
                    </a:lnTo>
                    <a:lnTo>
                      <a:pt x="9" y="174"/>
                    </a:lnTo>
                    <a:lnTo>
                      <a:pt x="9" y="168"/>
                    </a:lnTo>
                    <a:lnTo>
                      <a:pt x="9" y="167"/>
                    </a:lnTo>
                    <a:lnTo>
                      <a:pt x="8" y="165"/>
                    </a:lnTo>
                    <a:lnTo>
                      <a:pt x="7" y="164"/>
                    </a:lnTo>
                    <a:lnTo>
                      <a:pt x="7" y="163"/>
                    </a:lnTo>
                    <a:lnTo>
                      <a:pt x="7" y="160"/>
                    </a:lnTo>
                    <a:lnTo>
                      <a:pt x="7" y="156"/>
                    </a:lnTo>
                    <a:lnTo>
                      <a:pt x="8" y="152"/>
                    </a:lnTo>
                    <a:lnTo>
                      <a:pt x="8" y="148"/>
                    </a:lnTo>
                    <a:lnTo>
                      <a:pt x="8" y="145"/>
                    </a:lnTo>
                    <a:lnTo>
                      <a:pt x="7" y="141"/>
                    </a:lnTo>
                    <a:lnTo>
                      <a:pt x="4" y="136"/>
                    </a:lnTo>
                    <a:lnTo>
                      <a:pt x="1" y="127"/>
                    </a:lnTo>
                    <a:lnTo>
                      <a:pt x="1" y="125"/>
                    </a:lnTo>
                    <a:lnTo>
                      <a:pt x="0" y="123"/>
                    </a:lnTo>
                    <a:lnTo>
                      <a:pt x="0" y="121"/>
                    </a:lnTo>
                    <a:lnTo>
                      <a:pt x="0" y="119"/>
                    </a:lnTo>
                    <a:lnTo>
                      <a:pt x="1" y="117"/>
                    </a:lnTo>
                    <a:lnTo>
                      <a:pt x="1" y="116"/>
                    </a:lnTo>
                    <a:lnTo>
                      <a:pt x="2" y="114"/>
                    </a:lnTo>
                    <a:lnTo>
                      <a:pt x="4" y="113"/>
                    </a:lnTo>
                    <a:lnTo>
                      <a:pt x="6" y="112"/>
                    </a:lnTo>
                    <a:lnTo>
                      <a:pt x="8" y="112"/>
                    </a:lnTo>
                    <a:lnTo>
                      <a:pt x="10" y="112"/>
                    </a:lnTo>
                    <a:lnTo>
                      <a:pt x="11" y="112"/>
                    </a:lnTo>
                    <a:lnTo>
                      <a:pt x="14" y="114"/>
                    </a:lnTo>
                    <a:lnTo>
                      <a:pt x="18" y="116"/>
                    </a:lnTo>
                    <a:lnTo>
                      <a:pt x="23" y="120"/>
                    </a:lnTo>
                    <a:lnTo>
                      <a:pt x="28" y="123"/>
                    </a:lnTo>
                    <a:lnTo>
                      <a:pt x="31" y="123"/>
                    </a:lnTo>
                    <a:lnTo>
                      <a:pt x="35" y="123"/>
                    </a:lnTo>
                    <a:lnTo>
                      <a:pt x="38" y="123"/>
                    </a:lnTo>
                    <a:lnTo>
                      <a:pt x="42" y="123"/>
                    </a:lnTo>
                    <a:lnTo>
                      <a:pt x="43" y="121"/>
                    </a:lnTo>
                    <a:lnTo>
                      <a:pt x="45" y="120"/>
                    </a:lnTo>
                    <a:lnTo>
                      <a:pt x="46" y="119"/>
                    </a:lnTo>
                    <a:lnTo>
                      <a:pt x="48" y="117"/>
                    </a:lnTo>
                    <a:lnTo>
                      <a:pt x="51" y="116"/>
                    </a:lnTo>
                    <a:lnTo>
                      <a:pt x="56" y="113"/>
                    </a:lnTo>
                    <a:lnTo>
                      <a:pt x="58" y="112"/>
                    </a:lnTo>
                    <a:lnTo>
                      <a:pt x="59" y="110"/>
                    </a:lnTo>
                    <a:lnTo>
                      <a:pt x="61" y="108"/>
                    </a:lnTo>
                    <a:lnTo>
                      <a:pt x="62" y="106"/>
                    </a:lnTo>
                    <a:lnTo>
                      <a:pt x="66" y="102"/>
                    </a:lnTo>
                    <a:lnTo>
                      <a:pt x="70" y="99"/>
                    </a:lnTo>
                    <a:lnTo>
                      <a:pt x="74" y="97"/>
                    </a:lnTo>
                    <a:lnTo>
                      <a:pt x="79" y="96"/>
                    </a:lnTo>
                    <a:lnTo>
                      <a:pt x="84" y="92"/>
                    </a:lnTo>
                    <a:lnTo>
                      <a:pt x="89" y="87"/>
                    </a:lnTo>
                    <a:lnTo>
                      <a:pt x="94" y="83"/>
                    </a:lnTo>
                    <a:lnTo>
                      <a:pt x="99" y="79"/>
                    </a:lnTo>
                    <a:lnTo>
                      <a:pt x="102" y="78"/>
                    </a:lnTo>
                    <a:lnTo>
                      <a:pt x="103" y="76"/>
                    </a:lnTo>
                    <a:lnTo>
                      <a:pt x="106" y="76"/>
                    </a:lnTo>
                    <a:lnTo>
                      <a:pt x="108" y="76"/>
                    </a:lnTo>
                    <a:lnTo>
                      <a:pt x="110" y="75"/>
                    </a:lnTo>
                    <a:lnTo>
                      <a:pt x="112" y="75"/>
                    </a:lnTo>
                    <a:lnTo>
                      <a:pt x="114" y="73"/>
                    </a:lnTo>
                    <a:lnTo>
                      <a:pt x="116" y="72"/>
                    </a:lnTo>
                    <a:lnTo>
                      <a:pt x="121" y="68"/>
                    </a:lnTo>
                    <a:lnTo>
                      <a:pt x="126" y="63"/>
                    </a:lnTo>
                    <a:lnTo>
                      <a:pt x="129" y="60"/>
                    </a:lnTo>
                    <a:lnTo>
                      <a:pt x="131" y="58"/>
                    </a:lnTo>
                    <a:lnTo>
                      <a:pt x="134" y="58"/>
                    </a:lnTo>
                    <a:lnTo>
                      <a:pt x="135" y="57"/>
                    </a:lnTo>
                    <a:lnTo>
                      <a:pt x="137" y="56"/>
                    </a:lnTo>
                    <a:lnTo>
                      <a:pt x="139" y="5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1" name="îşļïḑe"/>
              <p:cNvSpPr/>
              <p:nvPr userDrawn="1"/>
            </p:nvSpPr>
            <p:spPr bwMode="auto">
              <a:xfrm>
                <a:off x="6492876" y="2917826"/>
                <a:ext cx="220663" cy="603250"/>
              </a:xfrm>
              <a:custGeom>
                <a:avLst/>
                <a:gdLst>
                  <a:gd name="T0" fmla="*/ 127 w 139"/>
                  <a:gd name="T1" fmla="*/ 2 h 380"/>
                  <a:gd name="T2" fmla="*/ 135 w 139"/>
                  <a:gd name="T3" fmla="*/ 15 h 380"/>
                  <a:gd name="T4" fmla="*/ 135 w 139"/>
                  <a:gd name="T5" fmla="*/ 22 h 380"/>
                  <a:gd name="T6" fmla="*/ 123 w 139"/>
                  <a:gd name="T7" fmla="*/ 50 h 380"/>
                  <a:gd name="T8" fmla="*/ 113 w 139"/>
                  <a:gd name="T9" fmla="*/ 73 h 380"/>
                  <a:gd name="T10" fmla="*/ 107 w 139"/>
                  <a:gd name="T11" fmla="*/ 106 h 380"/>
                  <a:gd name="T12" fmla="*/ 101 w 139"/>
                  <a:gd name="T13" fmla="*/ 145 h 380"/>
                  <a:gd name="T14" fmla="*/ 103 w 139"/>
                  <a:gd name="T15" fmla="*/ 178 h 380"/>
                  <a:gd name="T16" fmla="*/ 110 w 139"/>
                  <a:gd name="T17" fmla="*/ 184 h 380"/>
                  <a:gd name="T18" fmla="*/ 117 w 139"/>
                  <a:gd name="T19" fmla="*/ 196 h 380"/>
                  <a:gd name="T20" fmla="*/ 127 w 139"/>
                  <a:gd name="T21" fmla="*/ 198 h 380"/>
                  <a:gd name="T22" fmla="*/ 133 w 139"/>
                  <a:gd name="T23" fmla="*/ 194 h 380"/>
                  <a:gd name="T24" fmla="*/ 139 w 139"/>
                  <a:gd name="T25" fmla="*/ 199 h 380"/>
                  <a:gd name="T26" fmla="*/ 135 w 139"/>
                  <a:gd name="T27" fmla="*/ 216 h 380"/>
                  <a:gd name="T28" fmla="*/ 127 w 139"/>
                  <a:gd name="T29" fmla="*/ 240 h 380"/>
                  <a:gd name="T30" fmla="*/ 119 w 139"/>
                  <a:gd name="T31" fmla="*/ 255 h 380"/>
                  <a:gd name="T32" fmla="*/ 119 w 139"/>
                  <a:gd name="T33" fmla="*/ 260 h 380"/>
                  <a:gd name="T34" fmla="*/ 108 w 139"/>
                  <a:gd name="T35" fmla="*/ 268 h 380"/>
                  <a:gd name="T36" fmla="*/ 104 w 139"/>
                  <a:gd name="T37" fmla="*/ 279 h 380"/>
                  <a:gd name="T38" fmla="*/ 98 w 139"/>
                  <a:gd name="T39" fmla="*/ 290 h 380"/>
                  <a:gd name="T40" fmla="*/ 93 w 139"/>
                  <a:gd name="T41" fmla="*/ 300 h 380"/>
                  <a:gd name="T42" fmla="*/ 92 w 139"/>
                  <a:gd name="T43" fmla="*/ 311 h 380"/>
                  <a:gd name="T44" fmla="*/ 81 w 139"/>
                  <a:gd name="T45" fmla="*/ 332 h 380"/>
                  <a:gd name="T46" fmla="*/ 79 w 139"/>
                  <a:gd name="T47" fmla="*/ 341 h 380"/>
                  <a:gd name="T48" fmla="*/ 77 w 139"/>
                  <a:gd name="T49" fmla="*/ 352 h 380"/>
                  <a:gd name="T50" fmla="*/ 72 w 139"/>
                  <a:gd name="T51" fmla="*/ 360 h 380"/>
                  <a:gd name="T52" fmla="*/ 63 w 139"/>
                  <a:gd name="T53" fmla="*/ 370 h 380"/>
                  <a:gd name="T54" fmla="*/ 52 w 139"/>
                  <a:gd name="T55" fmla="*/ 376 h 380"/>
                  <a:gd name="T56" fmla="*/ 39 w 139"/>
                  <a:gd name="T57" fmla="*/ 380 h 380"/>
                  <a:gd name="T58" fmla="*/ 15 w 139"/>
                  <a:gd name="T59" fmla="*/ 376 h 380"/>
                  <a:gd name="T60" fmla="*/ 7 w 139"/>
                  <a:gd name="T61" fmla="*/ 365 h 380"/>
                  <a:gd name="T62" fmla="*/ 7 w 139"/>
                  <a:gd name="T63" fmla="*/ 356 h 380"/>
                  <a:gd name="T64" fmla="*/ 14 w 139"/>
                  <a:gd name="T65" fmla="*/ 344 h 380"/>
                  <a:gd name="T66" fmla="*/ 19 w 139"/>
                  <a:gd name="T67" fmla="*/ 330 h 380"/>
                  <a:gd name="T68" fmla="*/ 25 w 139"/>
                  <a:gd name="T69" fmla="*/ 319 h 380"/>
                  <a:gd name="T70" fmla="*/ 47 w 139"/>
                  <a:gd name="T71" fmla="*/ 280 h 380"/>
                  <a:gd name="T72" fmla="*/ 56 w 139"/>
                  <a:gd name="T73" fmla="*/ 256 h 380"/>
                  <a:gd name="T74" fmla="*/ 43 w 139"/>
                  <a:gd name="T75" fmla="*/ 248 h 380"/>
                  <a:gd name="T76" fmla="*/ 31 w 139"/>
                  <a:gd name="T77" fmla="*/ 247 h 380"/>
                  <a:gd name="T78" fmla="*/ 19 w 139"/>
                  <a:gd name="T79" fmla="*/ 251 h 380"/>
                  <a:gd name="T80" fmla="*/ 6 w 139"/>
                  <a:gd name="T81" fmla="*/ 247 h 380"/>
                  <a:gd name="T82" fmla="*/ 0 w 139"/>
                  <a:gd name="T83" fmla="*/ 239 h 380"/>
                  <a:gd name="T84" fmla="*/ 11 w 139"/>
                  <a:gd name="T85" fmla="*/ 225 h 380"/>
                  <a:gd name="T86" fmla="*/ 38 w 139"/>
                  <a:gd name="T87" fmla="*/ 208 h 380"/>
                  <a:gd name="T88" fmla="*/ 55 w 139"/>
                  <a:gd name="T89" fmla="*/ 196 h 380"/>
                  <a:gd name="T90" fmla="*/ 67 w 139"/>
                  <a:gd name="T91" fmla="*/ 183 h 380"/>
                  <a:gd name="T92" fmla="*/ 67 w 139"/>
                  <a:gd name="T93" fmla="*/ 167 h 380"/>
                  <a:gd name="T94" fmla="*/ 66 w 139"/>
                  <a:gd name="T95" fmla="*/ 140 h 380"/>
                  <a:gd name="T96" fmla="*/ 69 w 139"/>
                  <a:gd name="T97" fmla="*/ 124 h 380"/>
                  <a:gd name="T98" fmla="*/ 71 w 139"/>
                  <a:gd name="T99" fmla="*/ 97 h 380"/>
                  <a:gd name="T100" fmla="*/ 71 w 139"/>
                  <a:gd name="T101" fmla="*/ 85 h 380"/>
                  <a:gd name="T102" fmla="*/ 68 w 139"/>
                  <a:gd name="T103" fmla="*/ 81 h 380"/>
                  <a:gd name="T104" fmla="*/ 56 w 139"/>
                  <a:gd name="T105" fmla="*/ 79 h 380"/>
                  <a:gd name="T106" fmla="*/ 39 w 139"/>
                  <a:gd name="T107" fmla="*/ 83 h 380"/>
                  <a:gd name="T108" fmla="*/ 24 w 139"/>
                  <a:gd name="T109" fmla="*/ 83 h 380"/>
                  <a:gd name="T110" fmla="*/ 11 w 139"/>
                  <a:gd name="T111" fmla="*/ 79 h 380"/>
                  <a:gd name="T112" fmla="*/ 1 w 139"/>
                  <a:gd name="T113" fmla="*/ 70 h 380"/>
                  <a:gd name="T114" fmla="*/ 10 w 139"/>
                  <a:gd name="T115" fmla="*/ 59 h 380"/>
                  <a:gd name="T116" fmla="*/ 36 w 139"/>
                  <a:gd name="T117" fmla="*/ 46 h 380"/>
                  <a:gd name="T118" fmla="*/ 55 w 139"/>
                  <a:gd name="T119" fmla="*/ 37 h 380"/>
                  <a:gd name="T120" fmla="*/ 68 w 139"/>
                  <a:gd name="T121" fmla="*/ 25 h 380"/>
                  <a:gd name="T122" fmla="*/ 85 w 139"/>
                  <a:gd name="T123" fmla="*/ 16 h 380"/>
                  <a:gd name="T124" fmla="*/ 111 w 139"/>
                  <a:gd name="T125" fmla="*/ 5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9" h="380">
                    <a:moveTo>
                      <a:pt x="117" y="0"/>
                    </a:moveTo>
                    <a:lnTo>
                      <a:pt x="121" y="0"/>
                    </a:lnTo>
                    <a:lnTo>
                      <a:pt x="124" y="1"/>
                    </a:lnTo>
                    <a:lnTo>
                      <a:pt x="127" y="2"/>
                    </a:lnTo>
                    <a:lnTo>
                      <a:pt x="131" y="3"/>
                    </a:lnTo>
                    <a:lnTo>
                      <a:pt x="132" y="7"/>
                    </a:lnTo>
                    <a:lnTo>
                      <a:pt x="135" y="11"/>
                    </a:lnTo>
                    <a:lnTo>
                      <a:pt x="135" y="15"/>
                    </a:lnTo>
                    <a:lnTo>
                      <a:pt x="135" y="17"/>
                    </a:lnTo>
                    <a:lnTo>
                      <a:pt x="135" y="19"/>
                    </a:lnTo>
                    <a:lnTo>
                      <a:pt x="135" y="20"/>
                    </a:lnTo>
                    <a:lnTo>
                      <a:pt x="135" y="22"/>
                    </a:lnTo>
                    <a:lnTo>
                      <a:pt x="135" y="23"/>
                    </a:lnTo>
                    <a:lnTo>
                      <a:pt x="131" y="34"/>
                    </a:lnTo>
                    <a:lnTo>
                      <a:pt x="125" y="44"/>
                    </a:lnTo>
                    <a:lnTo>
                      <a:pt x="123" y="50"/>
                    </a:lnTo>
                    <a:lnTo>
                      <a:pt x="120" y="55"/>
                    </a:lnTo>
                    <a:lnTo>
                      <a:pt x="117" y="60"/>
                    </a:lnTo>
                    <a:lnTo>
                      <a:pt x="114" y="65"/>
                    </a:lnTo>
                    <a:lnTo>
                      <a:pt x="113" y="73"/>
                    </a:lnTo>
                    <a:lnTo>
                      <a:pt x="111" y="81"/>
                    </a:lnTo>
                    <a:lnTo>
                      <a:pt x="111" y="89"/>
                    </a:lnTo>
                    <a:lnTo>
                      <a:pt x="110" y="97"/>
                    </a:lnTo>
                    <a:lnTo>
                      <a:pt x="107" y="106"/>
                    </a:lnTo>
                    <a:lnTo>
                      <a:pt x="105" y="115"/>
                    </a:lnTo>
                    <a:lnTo>
                      <a:pt x="103" y="125"/>
                    </a:lnTo>
                    <a:lnTo>
                      <a:pt x="102" y="135"/>
                    </a:lnTo>
                    <a:lnTo>
                      <a:pt x="101" y="145"/>
                    </a:lnTo>
                    <a:lnTo>
                      <a:pt x="100" y="156"/>
                    </a:lnTo>
                    <a:lnTo>
                      <a:pt x="100" y="166"/>
                    </a:lnTo>
                    <a:lnTo>
                      <a:pt x="100" y="176"/>
                    </a:lnTo>
                    <a:lnTo>
                      <a:pt x="103" y="178"/>
                    </a:lnTo>
                    <a:lnTo>
                      <a:pt x="104" y="179"/>
                    </a:lnTo>
                    <a:lnTo>
                      <a:pt x="106" y="180"/>
                    </a:lnTo>
                    <a:lnTo>
                      <a:pt x="107" y="181"/>
                    </a:lnTo>
                    <a:lnTo>
                      <a:pt x="110" y="184"/>
                    </a:lnTo>
                    <a:lnTo>
                      <a:pt x="111" y="187"/>
                    </a:lnTo>
                    <a:lnTo>
                      <a:pt x="113" y="190"/>
                    </a:lnTo>
                    <a:lnTo>
                      <a:pt x="115" y="193"/>
                    </a:lnTo>
                    <a:lnTo>
                      <a:pt x="117" y="196"/>
                    </a:lnTo>
                    <a:lnTo>
                      <a:pt x="119" y="200"/>
                    </a:lnTo>
                    <a:lnTo>
                      <a:pt x="123" y="200"/>
                    </a:lnTo>
                    <a:lnTo>
                      <a:pt x="125" y="199"/>
                    </a:lnTo>
                    <a:lnTo>
                      <a:pt x="127" y="198"/>
                    </a:lnTo>
                    <a:lnTo>
                      <a:pt x="128" y="197"/>
                    </a:lnTo>
                    <a:lnTo>
                      <a:pt x="130" y="196"/>
                    </a:lnTo>
                    <a:lnTo>
                      <a:pt x="131" y="195"/>
                    </a:lnTo>
                    <a:lnTo>
                      <a:pt x="133" y="194"/>
                    </a:lnTo>
                    <a:lnTo>
                      <a:pt x="135" y="193"/>
                    </a:lnTo>
                    <a:lnTo>
                      <a:pt x="138" y="195"/>
                    </a:lnTo>
                    <a:lnTo>
                      <a:pt x="139" y="196"/>
                    </a:lnTo>
                    <a:lnTo>
                      <a:pt x="139" y="199"/>
                    </a:lnTo>
                    <a:lnTo>
                      <a:pt x="139" y="202"/>
                    </a:lnTo>
                    <a:lnTo>
                      <a:pt x="139" y="205"/>
                    </a:lnTo>
                    <a:lnTo>
                      <a:pt x="138" y="208"/>
                    </a:lnTo>
                    <a:lnTo>
                      <a:pt x="135" y="216"/>
                    </a:lnTo>
                    <a:lnTo>
                      <a:pt x="134" y="222"/>
                    </a:lnTo>
                    <a:lnTo>
                      <a:pt x="131" y="228"/>
                    </a:lnTo>
                    <a:lnTo>
                      <a:pt x="128" y="235"/>
                    </a:lnTo>
                    <a:lnTo>
                      <a:pt x="127" y="240"/>
                    </a:lnTo>
                    <a:lnTo>
                      <a:pt x="124" y="244"/>
                    </a:lnTo>
                    <a:lnTo>
                      <a:pt x="123" y="247"/>
                    </a:lnTo>
                    <a:lnTo>
                      <a:pt x="120" y="252"/>
                    </a:lnTo>
                    <a:lnTo>
                      <a:pt x="119" y="255"/>
                    </a:lnTo>
                    <a:lnTo>
                      <a:pt x="119" y="257"/>
                    </a:lnTo>
                    <a:lnTo>
                      <a:pt x="119" y="258"/>
                    </a:lnTo>
                    <a:lnTo>
                      <a:pt x="119" y="259"/>
                    </a:lnTo>
                    <a:lnTo>
                      <a:pt x="119" y="260"/>
                    </a:lnTo>
                    <a:lnTo>
                      <a:pt x="119" y="260"/>
                    </a:lnTo>
                    <a:lnTo>
                      <a:pt x="115" y="263"/>
                    </a:lnTo>
                    <a:lnTo>
                      <a:pt x="111" y="265"/>
                    </a:lnTo>
                    <a:lnTo>
                      <a:pt x="108" y="268"/>
                    </a:lnTo>
                    <a:lnTo>
                      <a:pt x="105" y="271"/>
                    </a:lnTo>
                    <a:lnTo>
                      <a:pt x="105" y="274"/>
                    </a:lnTo>
                    <a:lnTo>
                      <a:pt x="104" y="276"/>
                    </a:lnTo>
                    <a:lnTo>
                      <a:pt x="104" y="279"/>
                    </a:lnTo>
                    <a:lnTo>
                      <a:pt x="104" y="281"/>
                    </a:lnTo>
                    <a:lnTo>
                      <a:pt x="103" y="284"/>
                    </a:lnTo>
                    <a:lnTo>
                      <a:pt x="100" y="287"/>
                    </a:lnTo>
                    <a:lnTo>
                      <a:pt x="98" y="290"/>
                    </a:lnTo>
                    <a:lnTo>
                      <a:pt x="95" y="292"/>
                    </a:lnTo>
                    <a:lnTo>
                      <a:pt x="95" y="295"/>
                    </a:lnTo>
                    <a:lnTo>
                      <a:pt x="94" y="297"/>
                    </a:lnTo>
                    <a:lnTo>
                      <a:pt x="93" y="300"/>
                    </a:lnTo>
                    <a:lnTo>
                      <a:pt x="93" y="303"/>
                    </a:lnTo>
                    <a:lnTo>
                      <a:pt x="93" y="305"/>
                    </a:lnTo>
                    <a:lnTo>
                      <a:pt x="93" y="308"/>
                    </a:lnTo>
                    <a:lnTo>
                      <a:pt x="92" y="311"/>
                    </a:lnTo>
                    <a:lnTo>
                      <a:pt x="91" y="313"/>
                    </a:lnTo>
                    <a:lnTo>
                      <a:pt x="87" y="322"/>
                    </a:lnTo>
                    <a:lnTo>
                      <a:pt x="82" y="329"/>
                    </a:lnTo>
                    <a:lnTo>
                      <a:pt x="81" y="332"/>
                    </a:lnTo>
                    <a:lnTo>
                      <a:pt x="80" y="334"/>
                    </a:lnTo>
                    <a:lnTo>
                      <a:pt x="80" y="336"/>
                    </a:lnTo>
                    <a:lnTo>
                      <a:pt x="79" y="338"/>
                    </a:lnTo>
                    <a:lnTo>
                      <a:pt x="79" y="341"/>
                    </a:lnTo>
                    <a:lnTo>
                      <a:pt x="79" y="344"/>
                    </a:lnTo>
                    <a:lnTo>
                      <a:pt x="79" y="348"/>
                    </a:lnTo>
                    <a:lnTo>
                      <a:pt x="79" y="352"/>
                    </a:lnTo>
                    <a:lnTo>
                      <a:pt x="77" y="352"/>
                    </a:lnTo>
                    <a:lnTo>
                      <a:pt x="75" y="354"/>
                    </a:lnTo>
                    <a:lnTo>
                      <a:pt x="75" y="355"/>
                    </a:lnTo>
                    <a:lnTo>
                      <a:pt x="74" y="356"/>
                    </a:lnTo>
                    <a:lnTo>
                      <a:pt x="72" y="360"/>
                    </a:lnTo>
                    <a:lnTo>
                      <a:pt x="70" y="363"/>
                    </a:lnTo>
                    <a:lnTo>
                      <a:pt x="68" y="365"/>
                    </a:lnTo>
                    <a:lnTo>
                      <a:pt x="66" y="368"/>
                    </a:lnTo>
                    <a:lnTo>
                      <a:pt x="63" y="370"/>
                    </a:lnTo>
                    <a:lnTo>
                      <a:pt x="61" y="372"/>
                    </a:lnTo>
                    <a:lnTo>
                      <a:pt x="58" y="373"/>
                    </a:lnTo>
                    <a:lnTo>
                      <a:pt x="55" y="375"/>
                    </a:lnTo>
                    <a:lnTo>
                      <a:pt x="52" y="376"/>
                    </a:lnTo>
                    <a:lnTo>
                      <a:pt x="49" y="377"/>
                    </a:lnTo>
                    <a:lnTo>
                      <a:pt x="46" y="378"/>
                    </a:lnTo>
                    <a:lnTo>
                      <a:pt x="43" y="379"/>
                    </a:lnTo>
                    <a:lnTo>
                      <a:pt x="39" y="380"/>
                    </a:lnTo>
                    <a:lnTo>
                      <a:pt x="35" y="380"/>
                    </a:lnTo>
                    <a:lnTo>
                      <a:pt x="27" y="380"/>
                    </a:lnTo>
                    <a:lnTo>
                      <a:pt x="17" y="380"/>
                    </a:lnTo>
                    <a:lnTo>
                      <a:pt x="15" y="376"/>
                    </a:lnTo>
                    <a:lnTo>
                      <a:pt x="11" y="372"/>
                    </a:lnTo>
                    <a:lnTo>
                      <a:pt x="10" y="370"/>
                    </a:lnTo>
                    <a:lnTo>
                      <a:pt x="8" y="368"/>
                    </a:lnTo>
                    <a:lnTo>
                      <a:pt x="7" y="365"/>
                    </a:lnTo>
                    <a:lnTo>
                      <a:pt x="7" y="362"/>
                    </a:lnTo>
                    <a:lnTo>
                      <a:pt x="7" y="360"/>
                    </a:lnTo>
                    <a:lnTo>
                      <a:pt x="7" y="359"/>
                    </a:lnTo>
                    <a:lnTo>
                      <a:pt x="7" y="356"/>
                    </a:lnTo>
                    <a:lnTo>
                      <a:pt x="7" y="355"/>
                    </a:lnTo>
                    <a:lnTo>
                      <a:pt x="8" y="352"/>
                    </a:lnTo>
                    <a:lnTo>
                      <a:pt x="10" y="348"/>
                    </a:lnTo>
                    <a:lnTo>
                      <a:pt x="14" y="344"/>
                    </a:lnTo>
                    <a:lnTo>
                      <a:pt x="17" y="339"/>
                    </a:lnTo>
                    <a:lnTo>
                      <a:pt x="19" y="336"/>
                    </a:lnTo>
                    <a:lnTo>
                      <a:pt x="19" y="332"/>
                    </a:lnTo>
                    <a:lnTo>
                      <a:pt x="19" y="330"/>
                    </a:lnTo>
                    <a:lnTo>
                      <a:pt x="19" y="328"/>
                    </a:lnTo>
                    <a:lnTo>
                      <a:pt x="20" y="327"/>
                    </a:lnTo>
                    <a:lnTo>
                      <a:pt x="21" y="325"/>
                    </a:lnTo>
                    <a:lnTo>
                      <a:pt x="25" y="319"/>
                    </a:lnTo>
                    <a:lnTo>
                      <a:pt x="31" y="310"/>
                    </a:lnTo>
                    <a:lnTo>
                      <a:pt x="36" y="300"/>
                    </a:lnTo>
                    <a:lnTo>
                      <a:pt x="42" y="290"/>
                    </a:lnTo>
                    <a:lnTo>
                      <a:pt x="47" y="280"/>
                    </a:lnTo>
                    <a:lnTo>
                      <a:pt x="52" y="269"/>
                    </a:lnTo>
                    <a:lnTo>
                      <a:pt x="54" y="265"/>
                    </a:lnTo>
                    <a:lnTo>
                      <a:pt x="55" y="260"/>
                    </a:lnTo>
                    <a:lnTo>
                      <a:pt x="56" y="256"/>
                    </a:lnTo>
                    <a:lnTo>
                      <a:pt x="56" y="253"/>
                    </a:lnTo>
                    <a:lnTo>
                      <a:pt x="51" y="251"/>
                    </a:lnTo>
                    <a:lnTo>
                      <a:pt x="45" y="248"/>
                    </a:lnTo>
                    <a:lnTo>
                      <a:pt x="43" y="248"/>
                    </a:lnTo>
                    <a:lnTo>
                      <a:pt x="39" y="247"/>
                    </a:lnTo>
                    <a:lnTo>
                      <a:pt x="36" y="246"/>
                    </a:lnTo>
                    <a:lnTo>
                      <a:pt x="34" y="246"/>
                    </a:lnTo>
                    <a:lnTo>
                      <a:pt x="31" y="247"/>
                    </a:lnTo>
                    <a:lnTo>
                      <a:pt x="28" y="248"/>
                    </a:lnTo>
                    <a:lnTo>
                      <a:pt x="26" y="249"/>
                    </a:lnTo>
                    <a:lnTo>
                      <a:pt x="23" y="250"/>
                    </a:lnTo>
                    <a:lnTo>
                      <a:pt x="19" y="251"/>
                    </a:lnTo>
                    <a:lnTo>
                      <a:pt x="15" y="251"/>
                    </a:lnTo>
                    <a:lnTo>
                      <a:pt x="11" y="251"/>
                    </a:lnTo>
                    <a:lnTo>
                      <a:pt x="7" y="251"/>
                    </a:lnTo>
                    <a:lnTo>
                      <a:pt x="6" y="247"/>
                    </a:lnTo>
                    <a:lnTo>
                      <a:pt x="3" y="244"/>
                    </a:lnTo>
                    <a:lnTo>
                      <a:pt x="3" y="243"/>
                    </a:lnTo>
                    <a:lnTo>
                      <a:pt x="1" y="241"/>
                    </a:lnTo>
                    <a:lnTo>
                      <a:pt x="0" y="239"/>
                    </a:lnTo>
                    <a:lnTo>
                      <a:pt x="0" y="236"/>
                    </a:lnTo>
                    <a:lnTo>
                      <a:pt x="3" y="232"/>
                    </a:lnTo>
                    <a:lnTo>
                      <a:pt x="7" y="228"/>
                    </a:lnTo>
                    <a:lnTo>
                      <a:pt x="11" y="225"/>
                    </a:lnTo>
                    <a:lnTo>
                      <a:pt x="15" y="222"/>
                    </a:lnTo>
                    <a:lnTo>
                      <a:pt x="23" y="216"/>
                    </a:lnTo>
                    <a:lnTo>
                      <a:pt x="33" y="211"/>
                    </a:lnTo>
                    <a:lnTo>
                      <a:pt x="38" y="208"/>
                    </a:lnTo>
                    <a:lnTo>
                      <a:pt x="43" y="206"/>
                    </a:lnTo>
                    <a:lnTo>
                      <a:pt x="47" y="203"/>
                    </a:lnTo>
                    <a:lnTo>
                      <a:pt x="51" y="200"/>
                    </a:lnTo>
                    <a:lnTo>
                      <a:pt x="55" y="196"/>
                    </a:lnTo>
                    <a:lnTo>
                      <a:pt x="59" y="193"/>
                    </a:lnTo>
                    <a:lnTo>
                      <a:pt x="62" y="189"/>
                    </a:lnTo>
                    <a:lnTo>
                      <a:pt x="65" y="185"/>
                    </a:lnTo>
                    <a:lnTo>
                      <a:pt x="67" y="183"/>
                    </a:lnTo>
                    <a:lnTo>
                      <a:pt x="67" y="180"/>
                    </a:lnTo>
                    <a:lnTo>
                      <a:pt x="67" y="176"/>
                    </a:lnTo>
                    <a:lnTo>
                      <a:pt x="68" y="174"/>
                    </a:lnTo>
                    <a:lnTo>
                      <a:pt x="67" y="167"/>
                    </a:lnTo>
                    <a:lnTo>
                      <a:pt x="67" y="159"/>
                    </a:lnTo>
                    <a:lnTo>
                      <a:pt x="67" y="152"/>
                    </a:lnTo>
                    <a:lnTo>
                      <a:pt x="66" y="143"/>
                    </a:lnTo>
                    <a:lnTo>
                      <a:pt x="66" y="140"/>
                    </a:lnTo>
                    <a:lnTo>
                      <a:pt x="67" y="136"/>
                    </a:lnTo>
                    <a:lnTo>
                      <a:pt x="67" y="131"/>
                    </a:lnTo>
                    <a:lnTo>
                      <a:pt x="68" y="128"/>
                    </a:lnTo>
                    <a:lnTo>
                      <a:pt x="69" y="124"/>
                    </a:lnTo>
                    <a:lnTo>
                      <a:pt x="69" y="119"/>
                    </a:lnTo>
                    <a:lnTo>
                      <a:pt x="70" y="111"/>
                    </a:lnTo>
                    <a:lnTo>
                      <a:pt x="71" y="104"/>
                    </a:lnTo>
                    <a:lnTo>
                      <a:pt x="71" y="97"/>
                    </a:lnTo>
                    <a:lnTo>
                      <a:pt x="71" y="91"/>
                    </a:lnTo>
                    <a:lnTo>
                      <a:pt x="71" y="88"/>
                    </a:lnTo>
                    <a:lnTo>
                      <a:pt x="71" y="87"/>
                    </a:lnTo>
                    <a:lnTo>
                      <a:pt x="71" y="85"/>
                    </a:lnTo>
                    <a:lnTo>
                      <a:pt x="70" y="84"/>
                    </a:lnTo>
                    <a:lnTo>
                      <a:pt x="70" y="83"/>
                    </a:lnTo>
                    <a:lnTo>
                      <a:pt x="69" y="82"/>
                    </a:lnTo>
                    <a:lnTo>
                      <a:pt x="68" y="81"/>
                    </a:lnTo>
                    <a:lnTo>
                      <a:pt x="67" y="80"/>
                    </a:lnTo>
                    <a:lnTo>
                      <a:pt x="65" y="79"/>
                    </a:lnTo>
                    <a:lnTo>
                      <a:pt x="63" y="79"/>
                    </a:lnTo>
                    <a:lnTo>
                      <a:pt x="56" y="79"/>
                    </a:lnTo>
                    <a:lnTo>
                      <a:pt x="50" y="79"/>
                    </a:lnTo>
                    <a:lnTo>
                      <a:pt x="47" y="80"/>
                    </a:lnTo>
                    <a:lnTo>
                      <a:pt x="43" y="82"/>
                    </a:lnTo>
                    <a:lnTo>
                      <a:pt x="39" y="83"/>
                    </a:lnTo>
                    <a:lnTo>
                      <a:pt x="36" y="83"/>
                    </a:lnTo>
                    <a:lnTo>
                      <a:pt x="32" y="83"/>
                    </a:lnTo>
                    <a:lnTo>
                      <a:pt x="28" y="83"/>
                    </a:lnTo>
                    <a:lnTo>
                      <a:pt x="24" y="83"/>
                    </a:lnTo>
                    <a:lnTo>
                      <a:pt x="21" y="83"/>
                    </a:lnTo>
                    <a:lnTo>
                      <a:pt x="17" y="82"/>
                    </a:lnTo>
                    <a:lnTo>
                      <a:pt x="14" y="80"/>
                    </a:lnTo>
                    <a:lnTo>
                      <a:pt x="11" y="79"/>
                    </a:lnTo>
                    <a:lnTo>
                      <a:pt x="8" y="77"/>
                    </a:lnTo>
                    <a:lnTo>
                      <a:pt x="5" y="75"/>
                    </a:lnTo>
                    <a:lnTo>
                      <a:pt x="3" y="72"/>
                    </a:lnTo>
                    <a:lnTo>
                      <a:pt x="1" y="70"/>
                    </a:lnTo>
                    <a:lnTo>
                      <a:pt x="0" y="67"/>
                    </a:lnTo>
                    <a:lnTo>
                      <a:pt x="3" y="63"/>
                    </a:lnTo>
                    <a:lnTo>
                      <a:pt x="7" y="61"/>
                    </a:lnTo>
                    <a:lnTo>
                      <a:pt x="10" y="59"/>
                    </a:lnTo>
                    <a:lnTo>
                      <a:pt x="14" y="57"/>
                    </a:lnTo>
                    <a:lnTo>
                      <a:pt x="21" y="53"/>
                    </a:lnTo>
                    <a:lnTo>
                      <a:pt x="28" y="49"/>
                    </a:lnTo>
                    <a:lnTo>
                      <a:pt x="36" y="46"/>
                    </a:lnTo>
                    <a:lnTo>
                      <a:pt x="44" y="43"/>
                    </a:lnTo>
                    <a:lnTo>
                      <a:pt x="47" y="41"/>
                    </a:lnTo>
                    <a:lnTo>
                      <a:pt x="51" y="39"/>
                    </a:lnTo>
                    <a:lnTo>
                      <a:pt x="55" y="37"/>
                    </a:lnTo>
                    <a:lnTo>
                      <a:pt x="59" y="35"/>
                    </a:lnTo>
                    <a:lnTo>
                      <a:pt x="62" y="31"/>
                    </a:lnTo>
                    <a:lnTo>
                      <a:pt x="66" y="27"/>
                    </a:lnTo>
                    <a:lnTo>
                      <a:pt x="68" y="25"/>
                    </a:lnTo>
                    <a:lnTo>
                      <a:pt x="71" y="23"/>
                    </a:lnTo>
                    <a:lnTo>
                      <a:pt x="72" y="22"/>
                    </a:lnTo>
                    <a:lnTo>
                      <a:pt x="75" y="20"/>
                    </a:lnTo>
                    <a:lnTo>
                      <a:pt x="85" y="16"/>
                    </a:lnTo>
                    <a:lnTo>
                      <a:pt x="97" y="11"/>
                    </a:lnTo>
                    <a:lnTo>
                      <a:pt x="103" y="9"/>
                    </a:lnTo>
                    <a:lnTo>
                      <a:pt x="108" y="6"/>
                    </a:lnTo>
                    <a:lnTo>
                      <a:pt x="111" y="5"/>
                    </a:lnTo>
                    <a:lnTo>
                      <a:pt x="113" y="3"/>
                    </a:lnTo>
                    <a:lnTo>
                      <a:pt x="115" y="2"/>
                    </a:lnTo>
                    <a:lnTo>
                      <a:pt x="11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2" name="isľiďe"/>
              <p:cNvSpPr/>
              <p:nvPr userDrawn="1"/>
            </p:nvSpPr>
            <p:spPr bwMode="auto">
              <a:xfrm>
                <a:off x="7497763" y="2982913"/>
                <a:ext cx="633413" cy="546100"/>
              </a:xfrm>
              <a:custGeom>
                <a:avLst/>
                <a:gdLst>
                  <a:gd name="T0" fmla="*/ 172 w 399"/>
                  <a:gd name="T1" fmla="*/ 38 h 344"/>
                  <a:gd name="T2" fmla="*/ 170 w 399"/>
                  <a:gd name="T3" fmla="*/ 19 h 344"/>
                  <a:gd name="T4" fmla="*/ 178 w 399"/>
                  <a:gd name="T5" fmla="*/ 12 h 344"/>
                  <a:gd name="T6" fmla="*/ 192 w 399"/>
                  <a:gd name="T7" fmla="*/ 15 h 344"/>
                  <a:gd name="T8" fmla="*/ 233 w 399"/>
                  <a:gd name="T9" fmla="*/ 14 h 344"/>
                  <a:gd name="T10" fmla="*/ 286 w 399"/>
                  <a:gd name="T11" fmla="*/ 4 h 344"/>
                  <a:gd name="T12" fmla="*/ 330 w 399"/>
                  <a:gd name="T13" fmla="*/ 2 h 344"/>
                  <a:gd name="T14" fmla="*/ 351 w 399"/>
                  <a:gd name="T15" fmla="*/ 2 h 344"/>
                  <a:gd name="T16" fmla="*/ 374 w 399"/>
                  <a:gd name="T17" fmla="*/ 3 h 344"/>
                  <a:gd name="T18" fmla="*/ 394 w 399"/>
                  <a:gd name="T19" fmla="*/ 20 h 344"/>
                  <a:gd name="T20" fmla="*/ 398 w 399"/>
                  <a:gd name="T21" fmla="*/ 33 h 344"/>
                  <a:gd name="T22" fmla="*/ 394 w 399"/>
                  <a:gd name="T23" fmla="*/ 49 h 344"/>
                  <a:gd name="T24" fmla="*/ 384 w 399"/>
                  <a:gd name="T25" fmla="*/ 65 h 344"/>
                  <a:gd name="T26" fmla="*/ 363 w 399"/>
                  <a:gd name="T27" fmla="*/ 87 h 344"/>
                  <a:gd name="T28" fmla="*/ 327 w 399"/>
                  <a:gd name="T29" fmla="*/ 126 h 344"/>
                  <a:gd name="T30" fmla="*/ 304 w 399"/>
                  <a:gd name="T31" fmla="*/ 146 h 344"/>
                  <a:gd name="T32" fmla="*/ 292 w 399"/>
                  <a:gd name="T33" fmla="*/ 163 h 344"/>
                  <a:gd name="T34" fmla="*/ 278 w 399"/>
                  <a:gd name="T35" fmla="*/ 178 h 344"/>
                  <a:gd name="T36" fmla="*/ 268 w 399"/>
                  <a:gd name="T37" fmla="*/ 181 h 344"/>
                  <a:gd name="T38" fmla="*/ 263 w 399"/>
                  <a:gd name="T39" fmla="*/ 199 h 344"/>
                  <a:gd name="T40" fmla="*/ 277 w 399"/>
                  <a:gd name="T41" fmla="*/ 213 h 344"/>
                  <a:gd name="T42" fmla="*/ 310 w 399"/>
                  <a:gd name="T43" fmla="*/ 203 h 344"/>
                  <a:gd name="T44" fmla="*/ 325 w 399"/>
                  <a:gd name="T45" fmla="*/ 204 h 344"/>
                  <a:gd name="T46" fmla="*/ 334 w 399"/>
                  <a:gd name="T47" fmla="*/ 211 h 344"/>
                  <a:gd name="T48" fmla="*/ 337 w 399"/>
                  <a:gd name="T49" fmla="*/ 226 h 344"/>
                  <a:gd name="T50" fmla="*/ 324 w 399"/>
                  <a:gd name="T51" fmla="*/ 241 h 344"/>
                  <a:gd name="T52" fmla="*/ 286 w 399"/>
                  <a:gd name="T53" fmla="*/ 254 h 344"/>
                  <a:gd name="T54" fmla="*/ 252 w 399"/>
                  <a:gd name="T55" fmla="*/ 258 h 344"/>
                  <a:gd name="T56" fmla="*/ 213 w 399"/>
                  <a:gd name="T57" fmla="*/ 267 h 344"/>
                  <a:gd name="T58" fmla="*/ 191 w 399"/>
                  <a:gd name="T59" fmla="*/ 282 h 344"/>
                  <a:gd name="T60" fmla="*/ 177 w 399"/>
                  <a:gd name="T61" fmla="*/ 285 h 344"/>
                  <a:gd name="T62" fmla="*/ 144 w 399"/>
                  <a:gd name="T63" fmla="*/ 305 h 344"/>
                  <a:gd name="T64" fmla="*/ 134 w 399"/>
                  <a:gd name="T65" fmla="*/ 307 h 344"/>
                  <a:gd name="T66" fmla="*/ 118 w 399"/>
                  <a:gd name="T67" fmla="*/ 321 h 344"/>
                  <a:gd name="T68" fmla="*/ 103 w 399"/>
                  <a:gd name="T69" fmla="*/ 335 h 344"/>
                  <a:gd name="T70" fmla="*/ 77 w 399"/>
                  <a:gd name="T71" fmla="*/ 343 h 344"/>
                  <a:gd name="T72" fmla="*/ 48 w 399"/>
                  <a:gd name="T73" fmla="*/ 339 h 344"/>
                  <a:gd name="T74" fmla="*/ 39 w 399"/>
                  <a:gd name="T75" fmla="*/ 331 h 344"/>
                  <a:gd name="T76" fmla="*/ 23 w 399"/>
                  <a:gd name="T77" fmla="*/ 331 h 344"/>
                  <a:gd name="T78" fmla="*/ 0 w 399"/>
                  <a:gd name="T79" fmla="*/ 303 h 344"/>
                  <a:gd name="T80" fmla="*/ 9 w 399"/>
                  <a:gd name="T81" fmla="*/ 286 h 344"/>
                  <a:gd name="T82" fmla="*/ 27 w 399"/>
                  <a:gd name="T83" fmla="*/ 279 h 344"/>
                  <a:gd name="T84" fmla="*/ 40 w 399"/>
                  <a:gd name="T85" fmla="*/ 282 h 344"/>
                  <a:gd name="T86" fmla="*/ 84 w 399"/>
                  <a:gd name="T87" fmla="*/ 267 h 344"/>
                  <a:gd name="T88" fmla="*/ 132 w 399"/>
                  <a:gd name="T89" fmla="*/ 247 h 344"/>
                  <a:gd name="T90" fmla="*/ 164 w 399"/>
                  <a:gd name="T91" fmla="*/ 237 h 344"/>
                  <a:gd name="T92" fmla="*/ 193 w 399"/>
                  <a:gd name="T93" fmla="*/ 216 h 344"/>
                  <a:gd name="T94" fmla="*/ 209 w 399"/>
                  <a:gd name="T95" fmla="*/ 185 h 344"/>
                  <a:gd name="T96" fmla="*/ 241 w 399"/>
                  <a:gd name="T97" fmla="*/ 147 h 344"/>
                  <a:gd name="T98" fmla="*/ 264 w 399"/>
                  <a:gd name="T99" fmla="*/ 119 h 344"/>
                  <a:gd name="T100" fmla="*/ 300 w 399"/>
                  <a:gd name="T101" fmla="*/ 82 h 344"/>
                  <a:gd name="T102" fmla="*/ 316 w 399"/>
                  <a:gd name="T103" fmla="*/ 58 h 344"/>
                  <a:gd name="T104" fmla="*/ 305 w 399"/>
                  <a:gd name="T105" fmla="*/ 46 h 344"/>
                  <a:gd name="T106" fmla="*/ 292 w 399"/>
                  <a:gd name="T107" fmla="*/ 46 h 344"/>
                  <a:gd name="T108" fmla="*/ 268 w 399"/>
                  <a:gd name="T109" fmla="*/ 49 h 344"/>
                  <a:gd name="T110" fmla="*/ 240 w 399"/>
                  <a:gd name="T111" fmla="*/ 62 h 344"/>
                  <a:gd name="T112" fmla="*/ 204 w 399"/>
                  <a:gd name="T113" fmla="*/ 78 h 344"/>
                  <a:gd name="T114" fmla="*/ 191 w 399"/>
                  <a:gd name="T115" fmla="*/ 78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99" h="344">
                    <a:moveTo>
                      <a:pt x="184" y="73"/>
                    </a:moveTo>
                    <a:lnTo>
                      <a:pt x="182" y="68"/>
                    </a:lnTo>
                    <a:lnTo>
                      <a:pt x="180" y="61"/>
                    </a:lnTo>
                    <a:lnTo>
                      <a:pt x="176" y="52"/>
                    </a:lnTo>
                    <a:lnTo>
                      <a:pt x="174" y="42"/>
                    </a:lnTo>
                    <a:lnTo>
                      <a:pt x="172" y="38"/>
                    </a:lnTo>
                    <a:lnTo>
                      <a:pt x="171" y="34"/>
                    </a:lnTo>
                    <a:lnTo>
                      <a:pt x="170" y="30"/>
                    </a:lnTo>
                    <a:lnTo>
                      <a:pt x="170" y="26"/>
                    </a:lnTo>
                    <a:lnTo>
                      <a:pt x="170" y="22"/>
                    </a:lnTo>
                    <a:lnTo>
                      <a:pt x="170" y="20"/>
                    </a:lnTo>
                    <a:lnTo>
                      <a:pt x="170" y="19"/>
                    </a:lnTo>
                    <a:lnTo>
                      <a:pt x="171" y="18"/>
                    </a:lnTo>
                    <a:lnTo>
                      <a:pt x="172" y="18"/>
                    </a:lnTo>
                    <a:lnTo>
                      <a:pt x="172" y="17"/>
                    </a:lnTo>
                    <a:lnTo>
                      <a:pt x="174" y="14"/>
                    </a:lnTo>
                    <a:lnTo>
                      <a:pt x="176" y="13"/>
                    </a:lnTo>
                    <a:lnTo>
                      <a:pt x="178" y="12"/>
                    </a:lnTo>
                    <a:lnTo>
                      <a:pt x="180" y="11"/>
                    </a:lnTo>
                    <a:lnTo>
                      <a:pt x="180" y="11"/>
                    </a:lnTo>
                    <a:lnTo>
                      <a:pt x="182" y="11"/>
                    </a:lnTo>
                    <a:lnTo>
                      <a:pt x="185" y="12"/>
                    </a:lnTo>
                    <a:lnTo>
                      <a:pt x="188" y="13"/>
                    </a:lnTo>
                    <a:lnTo>
                      <a:pt x="192" y="15"/>
                    </a:lnTo>
                    <a:lnTo>
                      <a:pt x="196" y="17"/>
                    </a:lnTo>
                    <a:lnTo>
                      <a:pt x="200" y="18"/>
                    </a:lnTo>
                    <a:lnTo>
                      <a:pt x="205" y="17"/>
                    </a:lnTo>
                    <a:lnTo>
                      <a:pt x="212" y="17"/>
                    </a:lnTo>
                    <a:lnTo>
                      <a:pt x="220" y="16"/>
                    </a:lnTo>
                    <a:lnTo>
                      <a:pt x="233" y="14"/>
                    </a:lnTo>
                    <a:lnTo>
                      <a:pt x="244" y="13"/>
                    </a:lnTo>
                    <a:lnTo>
                      <a:pt x="252" y="10"/>
                    </a:lnTo>
                    <a:lnTo>
                      <a:pt x="260" y="9"/>
                    </a:lnTo>
                    <a:lnTo>
                      <a:pt x="268" y="6"/>
                    </a:lnTo>
                    <a:lnTo>
                      <a:pt x="279" y="5"/>
                    </a:lnTo>
                    <a:lnTo>
                      <a:pt x="286" y="4"/>
                    </a:lnTo>
                    <a:lnTo>
                      <a:pt x="293" y="3"/>
                    </a:lnTo>
                    <a:lnTo>
                      <a:pt x="300" y="3"/>
                    </a:lnTo>
                    <a:lnTo>
                      <a:pt x="308" y="2"/>
                    </a:lnTo>
                    <a:lnTo>
                      <a:pt x="316" y="2"/>
                    </a:lnTo>
                    <a:lnTo>
                      <a:pt x="324" y="2"/>
                    </a:lnTo>
                    <a:lnTo>
                      <a:pt x="330" y="2"/>
                    </a:lnTo>
                    <a:lnTo>
                      <a:pt x="337" y="0"/>
                    </a:lnTo>
                    <a:lnTo>
                      <a:pt x="340" y="0"/>
                    </a:lnTo>
                    <a:lnTo>
                      <a:pt x="342" y="0"/>
                    </a:lnTo>
                    <a:lnTo>
                      <a:pt x="344" y="0"/>
                    </a:lnTo>
                    <a:lnTo>
                      <a:pt x="346" y="1"/>
                    </a:lnTo>
                    <a:lnTo>
                      <a:pt x="351" y="2"/>
                    </a:lnTo>
                    <a:lnTo>
                      <a:pt x="354" y="2"/>
                    </a:lnTo>
                    <a:lnTo>
                      <a:pt x="358" y="2"/>
                    </a:lnTo>
                    <a:lnTo>
                      <a:pt x="362" y="2"/>
                    </a:lnTo>
                    <a:lnTo>
                      <a:pt x="366" y="2"/>
                    </a:lnTo>
                    <a:lnTo>
                      <a:pt x="369" y="1"/>
                    </a:lnTo>
                    <a:lnTo>
                      <a:pt x="374" y="3"/>
                    </a:lnTo>
                    <a:lnTo>
                      <a:pt x="378" y="6"/>
                    </a:lnTo>
                    <a:lnTo>
                      <a:pt x="384" y="10"/>
                    </a:lnTo>
                    <a:lnTo>
                      <a:pt x="388" y="14"/>
                    </a:lnTo>
                    <a:lnTo>
                      <a:pt x="390" y="16"/>
                    </a:lnTo>
                    <a:lnTo>
                      <a:pt x="392" y="18"/>
                    </a:lnTo>
                    <a:lnTo>
                      <a:pt x="394" y="20"/>
                    </a:lnTo>
                    <a:lnTo>
                      <a:pt x="396" y="22"/>
                    </a:lnTo>
                    <a:lnTo>
                      <a:pt x="396" y="25"/>
                    </a:lnTo>
                    <a:lnTo>
                      <a:pt x="398" y="27"/>
                    </a:lnTo>
                    <a:lnTo>
                      <a:pt x="398" y="30"/>
                    </a:lnTo>
                    <a:lnTo>
                      <a:pt x="399" y="31"/>
                    </a:lnTo>
                    <a:lnTo>
                      <a:pt x="398" y="33"/>
                    </a:lnTo>
                    <a:lnTo>
                      <a:pt x="397" y="34"/>
                    </a:lnTo>
                    <a:lnTo>
                      <a:pt x="396" y="35"/>
                    </a:lnTo>
                    <a:lnTo>
                      <a:pt x="396" y="37"/>
                    </a:lnTo>
                    <a:lnTo>
                      <a:pt x="395" y="41"/>
                    </a:lnTo>
                    <a:lnTo>
                      <a:pt x="395" y="45"/>
                    </a:lnTo>
                    <a:lnTo>
                      <a:pt x="394" y="49"/>
                    </a:lnTo>
                    <a:lnTo>
                      <a:pt x="393" y="52"/>
                    </a:lnTo>
                    <a:lnTo>
                      <a:pt x="392" y="55"/>
                    </a:lnTo>
                    <a:lnTo>
                      <a:pt x="391" y="58"/>
                    </a:lnTo>
                    <a:lnTo>
                      <a:pt x="389" y="61"/>
                    </a:lnTo>
                    <a:lnTo>
                      <a:pt x="387" y="62"/>
                    </a:lnTo>
                    <a:lnTo>
                      <a:pt x="384" y="65"/>
                    </a:lnTo>
                    <a:lnTo>
                      <a:pt x="381" y="66"/>
                    </a:lnTo>
                    <a:lnTo>
                      <a:pt x="376" y="70"/>
                    </a:lnTo>
                    <a:lnTo>
                      <a:pt x="372" y="74"/>
                    </a:lnTo>
                    <a:lnTo>
                      <a:pt x="368" y="78"/>
                    </a:lnTo>
                    <a:lnTo>
                      <a:pt x="366" y="82"/>
                    </a:lnTo>
                    <a:lnTo>
                      <a:pt x="363" y="87"/>
                    </a:lnTo>
                    <a:lnTo>
                      <a:pt x="360" y="91"/>
                    </a:lnTo>
                    <a:lnTo>
                      <a:pt x="354" y="96"/>
                    </a:lnTo>
                    <a:lnTo>
                      <a:pt x="348" y="103"/>
                    </a:lnTo>
                    <a:lnTo>
                      <a:pt x="343" y="108"/>
                    </a:lnTo>
                    <a:lnTo>
                      <a:pt x="337" y="114"/>
                    </a:lnTo>
                    <a:lnTo>
                      <a:pt x="327" y="126"/>
                    </a:lnTo>
                    <a:lnTo>
                      <a:pt x="316" y="138"/>
                    </a:lnTo>
                    <a:lnTo>
                      <a:pt x="313" y="139"/>
                    </a:lnTo>
                    <a:lnTo>
                      <a:pt x="312" y="141"/>
                    </a:lnTo>
                    <a:lnTo>
                      <a:pt x="309" y="143"/>
                    </a:lnTo>
                    <a:lnTo>
                      <a:pt x="306" y="145"/>
                    </a:lnTo>
                    <a:lnTo>
                      <a:pt x="304" y="146"/>
                    </a:lnTo>
                    <a:lnTo>
                      <a:pt x="302" y="147"/>
                    </a:lnTo>
                    <a:lnTo>
                      <a:pt x="300" y="150"/>
                    </a:lnTo>
                    <a:lnTo>
                      <a:pt x="297" y="151"/>
                    </a:lnTo>
                    <a:lnTo>
                      <a:pt x="296" y="156"/>
                    </a:lnTo>
                    <a:lnTo>
                      <a:pt x="295" y="161"/>
                    </a:lnTo>
                    <a:lnTo>
                      <a:pt x="292" y="163"/>
                    </a:lnTo>
                    <a:lnTo>
                      <a:pt x="289" y="164"/>
                    </a:lnTo>
                    <a:lnTo>
                      <a:pt x="286" y="166"/>
                    </a:lnTo>
                    <a:lnTo>
                      <a:pt x="283" y="167"/>
                    </a:lnTo>
                    <a:lnTo>
                      <a:pt x="281" y="172"/>
                    </a:lnTo>
                    <a:lnTo>
                      <a:pt x="279" y="177"/>
                    </a:lnTo>
                    <a:lnTo>
                      <a:pt x="278" y="178"/>
                    </a:lnTo>
                    <a:lnTo>
                      <a:pt x="276" y="179"/>
                    </a:lnTo>
                    <a:lnTo>
                      <a:pt x="276" y="179"/>
                    </a:lnTo>
                    <a:lnTo>
                      <a:pt x="275" y="179"/>
                    </a:lnTo>
                    <a:lnTo>
                      <a:pt x="272" y="179"/>
                    </a:lnTo>
                    <a:lnTo>
                      <a:pt x="270" y="180"/>
                    </a:lnTo>
                    <a:lnTo>
                      <a:pt x="268" y="181"/>
                    </a:lnTo>
                    <a:lnTo>
                      <a:pt x="268" y="182"/>
                    </a:lnTo>
                    <a:lnTo>
                      <a:pt x="267" y="183"/>
                    </a:lnTo>
                    <a:lnTo>
                      <a:pt x="266" y="186"/>
                    </a:lnTo>
                    <a:lnTo>
                      <a:pt x="264" y="189"/>
                    </a:lnTo>
                    <a:lnTo>
                      <a:pt x="264" y="194"/>
                    </a:lnTo>
                    <a:lnTo>
                      <a:pt x="263" y="199"/>
                    </a:lnTo>
                    <a:lnTo>
                      <a:pt x="262" y="203"/>
                    </a:lnTo>
                    <a:lnTo>
                      <a:pt x="262" y="207"/>
                    </a:lnTo>
                    <a:lnTo>
                      <a:pt x="263" y="210"/>
                    </a:lnTo>
                    <a:lnTo>
                      <a:pt x="268" y="211"/>
                    </a:lnTo>
                    <a:lnTo>
                      <a:pt x="274" y="213"/>
                    </a:lnTo>
                    <a:lnTo>
                      <a:pt x="277" y="213"/>
                    </a:lnTo>
                    <a:lnTo>
                      <a:pt x="280" y="213"/>
                    </a:lnTo>
                    <a:lnTo>
                      <a:pt x="284" y="213"/>
                    </a:lnTo>
                    <a:lnTo>
                      <a:pt x="288" y="212"/>
                    </a:lnTo>
                    <a:lnTo>
                      <a:pt x="296" y="208"/>
                    </a:lnTo>
                    <a:lnTo>
                      <a:pt x="308" y="203"/>
                    </a:lnTo>
                    <a:lnTo>
                      <a:pt x="310" y="203"/>
                    </a:lnTo>
                    <a:lnTo>
                      <a:pt x="313" y="202"/>
                    </a:lnTo>
                    <a:lnTo>
                      <a:pt x="316" y="202"/>
                    </a:lnTo>
                    <a:lnTo>
                      <a:pt x="319" y="202"/>
                    </a:lnTo>
                    <a:lnTo>
                      <a:pt x="321" y="202"/>
                    </a:lnTo>
                    <a:lnTo>
                      <a:pt x="324" y="203"/>
                    </a:lnTo>
                    <a:lnTo>
                      <a:pt x="325" y="204"/>
                    </a:lnTo>
                    <a:lnTo>
                      <a:pt x="326" y="205"/>
                    </a:lnTo>
                    <a:lnTo>
                      <a:pt x="328" y="206"/>
                    </a:lnTo>
                    <a:lnTo>
                      <a:pt x="328" y="207"/>
                    </a:lnTo>
                    <a:lnTo>
                      <a:pt x="330" y="208"/>
                    </a:lnTo>
                    <a:lnTo>
                      <a:pt x="332" y="210"/>
                    </a:lnTo>
                    <a:lnTo>
                      <a:pt x="334" y="211"/>
                    </a:lnTo>
                    <a:lnTo>
                      <a:pt x="335" y="213"/>
                    </a:lnTo>
                    <a:lnTo>
                      <a:pt x="336" y="215"/>
                    </a:lnTo>
                    <a:lnTo>
                      <a:pt x="336" y="217"/>
                    </a:lnTo>
                    <a:lnTo>
                      <a:pt x="337" y="219"/>
                    </a:lnTo>
                    <a:lnTo>
                      <a:pt x="337" y="221"/>
                    </a:lnTo>
                    <a:lnTo>
                      <a:pt x="337" y="226"/>
                    </a:lnTo>
                    <a:lnTo>
                      <a:pt x="336" y="231"/>
                    </a:lnTo>
                    <a:lnTo>
                      <a:pt x="335" y="235"/>
                    </a:lnTo>
                    <a:lnTo>
                      <a:pt x="333" y="239"/>
                    </a:lnTo>
                    <a:lnTo>
                      <a:pt x="330" y="239"/>
                    </a:lnTo>
                    <a:lnTo>
                      <a:pt x="328" y="240"/>
                    </a:lnTo>
                    <a:lnTo>
                      <a:pt x="324" y="241"/>
                    </a:lnTo>
                    <a:lnTo>
                      <a:pt x="322" y="241"/>
                    </a:lnTo>
                    <a:lnTo>
                      <a:pt x="316" y="243"/>
                    </a:lnTo>
                    <a:lnTo>
                      <a:pt x="311" y="245"/>
                    </a:lnTo>
                    <a:lnTo>
                      <a:pt x="300" y="250"/>
                    </a:lnTo>
                    <a:lnTo>
                      <a:pt x="290" y="254"/>
                    </a:lnTo>
                    <a:lnTo>
                      <a:pt x="286" y="254"/>
                    </a:lnTo>
                    <a:lnTo>
                      <a:pt x="281" y="254"/>
                    </a:lnTo>
                    <a:lnTo>
                      <a:pt x="276" y="254"/>
                    </a:lnTo>
                    <a:lnTo>
                      <a:pt x="272" y="254"/>
                    </a:lnTo>
                    <a:lnTo>
                      <a:pt x="265" y="255"/>
                    </a:lnTo>
                    <a:lnTo>
                      <a:pt x="259" y="256"/>
                    </a:lnTo>
                    <a:lnTo>
                      <a:pt x="252" y="258"/>
                    </a:lnTo>
                    <a:lnTo>
                      <a:pt x="244" y="259"/>
                    </a:lnTo>
                    <a:lnTo>
                      <a:pt x="236" y="259"/>
                    </a:lnTo>
                    <a:lnTo>
                      <a:pt x="229" y="261"/>
                    </a:lnTo>
                    <a:lnTo>
                      <a:pt x="222" y="263"/>
                    </a:lnTo>
                    <a:lnTo>
                      <a:pt x="216" y="265"/>
                    </a:lnTo>
                    <a:lnTo>
                      <a:pt x="213" y="267"/>
                    </a:lnTo>
                    <a:lnTo>
                      <a:pt x="210" y="268"/>
                    </a:lnTo>
                    <a:lnTo>
                      <a:pt x="208" y="271"/>
                    </a:lnTo>
                    <a:lnTo>
                      <a:pt x="204" y="273"/>
                    </a:lnTo>
                    <a:lnTo>
                      <a:pt x="198" y="278"/>
                    </a:lnTo>
                    <a:lnTo>
                      <a:pt x="192" y="281"/>
                    </a:lnTo>
                    <a:lnTo>
                      <a:pt x="191" y="282"/>
                    </a:lnTo>
                    <a:lnTo>
                      <a:pt x="188" y="283"/>
                    </a:lnTo>
                    <a:lnTo>
                      <a:pt x="186" y="283"/>
                    </a:lnTo>
                    <a:lnTo>
                      <a:pt x="184" y="283"/>
                    </a:lnTo>
                    <a:lnTo>
                      <a:pt x="181" y="284"/>
                    </a:lnTo>
                    <a:lnTo>
                      <a:pt x="179" y="284"/>
                    </a:lnTo>
                    <a:lnTo>
                      <a:pt x="177" y="285"/>
                    </a:lnTo>
                    <a:lnTo>
                      <a:pt x="175" y="287"/>
                    </a:lnTo>
                    <a:lnTo>
                      <a:pt x="168" y="291"/>
                    </a:lnTo>
                    <a:lnTo>
                      <a:pt x="161" y="295"/>
                    </a:lnTo>
                    <a:lnTo>
                      <a:pt x="154" y="300"/>
                    </a:lnTo>
                    <a:lnTo>
                      <a:pt x="146" y="304"/>
                    </a:lnTo>
                    <a:lnTo>
                      <a:pt x="144" y="305"/>
                    </a:lnTo>
                    <a:lnTo>
                      <a:pt x="143" y="306"/>
                    </a:lnTo>
                    <a:lnTo>
                      <a:pt x="140" y="306"/>
                    </a:lnTo>
                    <a:lnTo>
                      <a:pt x="139" y="306"/>
                    </a:lnTo>
                    <a:lnTo>
                      <a:pt x="137" y="306"/>
                    </a:lnTo>
                    <a:lnTo>
                      <a:pt x="136" y="306"/>
                    </a:lnTo>
                    <a:lnTo>
                      <a:pt x="134" y="307"/>
                    </a:lnTo>
                    <a:lnTo>
                      <a:pt x="132" y="307"/>
                    </a:lnTo>
                    <a:lnTo>
                      <a:pt x="129" y="311"/>
                    </a:lnTo>
                    <a:lnTo>
                      <a:pt x="127" y="316"/>
                    </a:lnTo>
                    <a:lnTo>
                      <a:pt x="124" y="318"/>
                    </a:lnTo>
                    <a:lnTo>
                      <a:pt x="120" y="319"/>
                    </a:lnTo>
                    <a:lnTo>
                      <a:pt x="118" y="321"/>
                    </a:lnTo>
                    <a:lnTo>
                      <a:pt x="115" y="322"/>
                    </a:lnTo>
                    <a:lnTo>
                      <a:pt x="113" y="324"/>
                    </a:lnTo>
                    <a:lnTo>
                      <a:pt x="111" y="327"/>
                    </a:lnTo>
                    <a:lnTo>
                      <a:pt x="109" y="330"/>
                    </a:lnTo>
                    <a:lnTo>
                      <a:pt x="107" y="333"/>
                    </a:lnTo>
                    <a:lnTo>
                      <a:pt x="103" y="335"/>
                    </a:lnTo>
                    <a:lnTo>
                      <a:pt x="96" y="339"/>
                    </a:lnTo>
                    <a:lnTo>
                      <a:pt x="88" y="342"/>
                    </a:lnTo>
                    <a:lnTo>
                      <a:pt x="83" y="344"/>
                    </a:lnTo>
                    <a:lnTo>
                      <a:pt x="81" y="343"/>
                    </a:lnTo>
                    <a:lnTo>
                      <a:pt x="80" y="343"/>
                    </a:lnTo>
                    <a:lnTo>
                      <a:pt x="77" y="343"/>
                    </a:lnTo>
                    <a:lnTo>
                      <a:pt x="76" y="342"/>
                    </a:lnTo>
                    <a:lnTo>
                      <a:pt x="71" y="342"/>
                    </a:lnTo>
                    <a:lnTo>
                      <a:pt x="67" y="342"/>
                    </a:lnTo>
                    <a:lnTo>
                      <a:pt x="58" y="342"/>
                    </a:lnTo>
                    <a:lnTo>
                      <a:pt x="49" y="342"/>
                    </a:lnTo>
                    <a:lnTo>
                      <a:pt x="48" y="339"/>
                    </a:lnTo>
                    <a:lnTo>
                      <a:pt x="47" y="336"/>
                    </a:lnTo>
                    <a:lnTo>
                      <a:pt x="46" y="334"/>
                    </a:lnTo>
                    <a:lnTo>
                      <a:pt x="44" y="333"/>
                    </a:lnTo>
                    <a:lnTo>
                      <a:pt x="43" y="332"/>
                    </a:lnTo>
                    <a:lnTo>
                      <a:pt x="42" y="331"/>
                    </a:lnTo>
                    <a:lnTo>
                      <a:pt x="39" y="331"/>
                    </a:lnTo>
                    <a:lnTo>
                      <a:pt x="38" y="331"/>
                    </a:lnTo>
                    <a:lnTo>
                      <a:pt x="35" y="331"/>
                    </a:lnTo>
                    <a:lnTo>
                      <a:pt x="30" y="331"/>
                    </a:lnTo>
                    <a:lnTo>
                      <a:pt x="28" y="331"/>
                    </a:lnTo>
                    <a:lnTo>
                      <a:pt x="26" y="331"/>
                    </a:lnTo>
                    <a:lnTo>
                      <a:pt x="23" y="331"/>
                    </a:lnTo>
                    <a:lnTo>
                      <a:pt x="22" y="330"/>
                    </a:lnTo>
                    <a:lnTo>
                      <a:pt x="18" y="327"/>
                    </a:lnTo>
                    <a:lnTo>
                      <a:pt x="11" y="319"/>
                    </a:lnTo>
                    <a:lnTo>
                      <a:pt x="4" y="311"/>
                    </a:lnTo>
                    <a:lnTo>
                      <a:pt x="0" y="307"/>
                    </a:lnTo>
                    <a:lnTo>
                      <a:pt x="0" y="303"/>
                    </a:lnTo>
                    <a:lnTo>
                      <a:pt x="0" y="299"/>
                    </a:lnTo>
                    <a:lnTo>
                      <a:pt x="0" y="295"/>
                    </a:lnTo>
                    <a:lnTo>
                      <a:pt x="0" y="291"/>
                    </a:lnTo>
                    <a:lnTo>
                      <a:pt x="2" y="290"/>
                    </a:lnTo>
                    <a:lnTo>
                      <a:pt x="5" y="287"/>
                    </a:lnTo>
                    <a:lnTo>
                      <a:pt x="9" y="286"/>
                    </a:lnTo>
                    <a:lnTo>
                      <a:pt x="13" y="283"/>
                    </a:lnTo>
                    <a:lnTo>
                      <a:pt x="18" y="282"/>
                    </a:lnTo>
                    <a:lnTo>
                      <a:pt x="22" y="280"/>
                    </a:lnTo>
                    <a:lnTo>
                      <a:pt x="24" y="279"/>
                    </a:lnTo>
                    <a:lnTo>
                      <a:pt x="26" y="279"/>
                    </a:lnTo>
                    <a:lnTo>
                      <a:pt x="27" y="279"/>
                    </a:lnTo>
                    <a:lnTo>
                      <a:pt x="28" y="279"/>
                    </a:lnTo>
                    <a:lnTo>
                      <a:pt x="31" y="280"/>
                    </a:lnTo>
                    <a:lnTo>
                      <a:pt x="34" y="281"/>
                    </a:lnTo>
                    <a:lnTo>
                      <a:pt x="36" y="282"/>
                    </a:lnTo>
                    <a:lnTo>
                      <a:pt x="38" y="282"/>
                    </a:lnTo>
                    <a:lnTo>
                      <a:pt x="40" y="282"/>
                    </a:lnTo>
                    <a:lnTo>
                      <a:pt x="42" y="281"/>
                    </a:lnTo>
                    <a:lnTo>
                      <a:pt x="50" y="278"/>
                    </a:lnTo>
                    <a:lnTo>
                      <a:pt x="59" y="275"/>
                    </a:lnTo>
                    <a:lnTo>
                      <a:pt x="67" y="272"/>
                    </a:lnTo>
                    <a:lnTo>
                      <a:pt x="76" y="270"/>
                    </a:lnTo>
                    <a:lnTo>
                      <a:pt x="84" y="267"/>
                    </a:lnTo>
                    <a:lnTo>
                      <a:pt x="93" y="264"/>
                    </a:lnTo>
                    <a:lnTo>
                      <a:pt x="102" y="262"/>
                    </a:lnTo>
                    <a:lnTo>
                      <a:pt x="110" y="259"/>
                    </a:lnTo>
                    <a:lnTo>
                      <a:pt x="117" y="255"/>
                    </a:lnTo>
                    <a:lnTo>
                      <a:pt x="125" y="251"/>
                    </a:lnTo>
                    <a:lnTo>
                      <a:pt x="132" y="247"/>
                    </a:lnTo>
                    <a:lnTo>
                      <a:pt x="137" y="244"/>
                    </a:lnTo>
                    <a:lnTo>
                      <a:pt x="142" y="243"/>
                    </a:lnTo>
                    <a:lnTo>
                      <a:pt x="146" y="243"/>
                    </a:lnTo>
                    <a:lnTo>
                      <a:pt x="151" y="242"/>
                    </a:lnTo>
                    <a:lnTo>
                      <a:pt x="155" y="241"/>
                    </a:lnTo>
                    <a:lnTo>
                      <a:pt x="164" y="237"/>
                    </a:lnTo>
                    <a:lnTo>
                      <a:pt x="174" y="232"/>
                    </a:lnTo>
                    <a:lnTo>
                      <a:pt x="178" y="230"/>
                    </a:lnTo>
                    <a:lnTo>
                      <a:pt x="183" y="227"/>
                    </a:lnTo>
                    <a:lnTo>
                      <a:pt x="187" y="224"/>
                    </a:lnTo>
                    <a:lnTo>
                      <a:pt x="190" y="221"/>
                    </a:lnTo>
                    <a:lnTo>
                      <a:pt x="193" y="216"/>
                    </a:lnTo>
                    <a:lnTo>
                      <a:pt x="196" y="211"/>
                    </a:lnTo>
                    <a:lnTo>
                      <a:pt x="199" y="206"/>
                    </a:lnTo>
                    <a:lnTo>
                      <a:pt x="201" y="201"/>
                    </a:lnTo>
                    <a:lnTo>
                      <a:pt x="204" y="195"/>
                    </a:lnTo>
                    <a:lnTo>
                      <a:pt x="206" y="190"/>
                    </a:lnTo>
                    <a:lnTo>
                      <a:pt x="209" y="185"/>
                    </a:lnTo>
                    <a:lnTo>
                      <a:pt x="212" y="180"/>
                    </a:lnTo>
                    <a:lnTo>
                      <a:pt x="216" y="173"/>
                    </a:lnTo>
                    <a:lnTo>
                      <a:pt x="222" y="167"/>
                    </a:lnTo>
                    <a:lnTo>
                      <a:pt x="228" y="159"/>
                    </a:lnTo>
                    <a:lnTo>
                      <a:pt x="235" y="153"/>
                    </a:lnTo>
                    <a:lnTo>
                      <a:pt x="241" y="147"/>
                    </a:lnTo>
                    <a:lnTo>
                      <a:pt x="248" y="141"/>
                    </a:lnTo>
                    <a:lnTo>
                      <a:pt x="254" y="135"/>
                    </a:lnTo>
                    <a:lnTo>
                      <a:pt x="260" y="128"/>
                    </a:lnTo>
                    <a:lnTo>
                      <a:pt x="261" y="126"/>
                    </a:lnTo>
                    <a:lnTo>
                      <a:pt x="263" y="123"/>
                    </a:lnTo>
                    <a:lnTo>
                      <a:pt x="264" y="119"/>
                    </a:lnTo>
                    <a:lnTo>
                      <a:pt x="265" y="117"/>
                    </a:lnTo>
                    <a:lnTo>
                      <a:pt x="270" y="111"/>
                    </a:lnTo>
                    <a:lnTo>
                      <a:pt x="278" y="104"/>
                    </a:lnTo>
                    <a:lnTo>
                      <a:pt x="287" y="95"/>
                    </a:lnTo>
                    <a:lnTo>
                      <a:pt x="296" y="86"/>
                    </a:lnTo>
                    <a:lnTo>
                      <a:pt x="300" y="82"/>
                    </a:lnTo>
                    <a:lnTo>
                      <a:pt x="304" y="77"/>
                    </a:lnTo>
                    <a:lnTo>
                      <a:pt x="308" y="72"/>
                    </a:lnTo>
                    <a:lnTo>
                      <a:pt x="311" y="68"/>
                    </a:lnTo>
                    <a:lnTo>
                      <a:pt x="314" y="63"/>
                    </a:lnTo>
                    <a:lnTo>
                      <a:pt x="316" y="59"/>
                    </a:lnTo>
                    <a:lnTo>
                      <a:pt x="316" y="58"/>
                    </a:lnTo>
                    <a:lnTo>
                      <a:pt x="317" y="55"/>
                    </a:lnTo>
                    <a:lnTo>
                      <a:pt x="318" y="54"/>
                    </a:lnTo>
                    <a:lnTo>
                      <a:pt x="318" y="52"/>
                    </a:lnTo>
                    <a:lnTo>
                      <a:pt x="312" y="50"/>
                    </a:lnTo>
                    <a:lnTo>
                      <a:pt x="308" y="46"/>
                    </a:lnTo>
                    <a:lnTo>
                      <a:pt x="305" y="46"/>
                    </a:lnTo>
                    <a:lnTo>
                      <a:pt x="302" y="45"/>
                    </a:lnTo>
                    <a:lnTo>
                      <a:pt x="299" y="45"/>
                    </a:lnTo>
                    <a:lnTo>
                      <a:pt x="296" y="45"/>
                    </a:lnTo>
                    <a:lnTo>
                      <a:pt x="295" y="46"/>
                    </a:lnTo>
                    <a:lnTo>
                      <a:pt x="294" y="46"/>
                    </a:lnTo>
                    <a:lnTo>
                      <a:pt x="292" y="46"/>
                    </a:lnTo>
                    <a:lnTo>
                      <a:pt x="291" y="46"/>
                    </a:lnTo>
                    <a:lnTo>
                      <a:pt x="288" y="47"/>
                    </a:lnTo>
                    <a:lnTo>
                      <a:pt x="283" y="47"/>
                    </a:lnTo>
                    <a:lnTo>
                      <a:pt x="278" y="48"/>
                    </a:lnTo>
                    <a:lnTo>
                      <a:pt x="273" y="48"/>
                    </a:lnTo>
                    <a:lnTo>
                      <a:pt x="268" y="49"/>
                    </a:lnTo>
                    <a:lnTo>
                      <a:pt x="265" y="50"/>
                    </a:lnTo>
                    <a:lnTo>
                      <a:pt x="262" y="50"/>
                    </a:lnTo>
                    <a:lnTo>
                      <a:pt x="258" y="52"/>
                    </a:lnTo>
                    <a:lnTo>
                      <a:pt x="254" y="54"/>
                    </a:lnTo>
                    <a:lnTo>
                      <a:pt x="250" y="57"/>
                    </a:lnTo>
                    <a:lnTo>
                      <a:pt x="240" y="62"/>
                    </a:lnTo>
                    <a:lnTo>
                      <a:pt x="229" y="68"/>
                    </a:lnTo>
                    <a:lnTo>
                      <a:pt x="224" y="70"/>
                    </a:lnTo>
                    <a:lnTo>
                      <a:pt x="218" y="73"/>
                    </a:lnTo>
                    <a:lnTo>
                      <a:pt x="213" y="75"/>
                    </a:lnTo>
                    <a:lnTo>
                      <a:pt x="208" y="78"/>
                    </a:lnTo>
                    <a:lnTo>
                      <a:pt x="204" y="78"/>
                    </a:lnTo>
                    <a:lnTo>
                      <a:pt x="199" y="79"/>
                    </a:lnTo>
                    <a:lnTo>
                      <a:pt x="197" y="79"/>
                    </a:lnTo>
                    <a:lnTo>
                      <a:pt x="195" y="79"/>
                    </a:lnTo>
                    <a:lnTo>
                      <a:pt x="193" y="79"/>
                    </a:lnTo>
                    <a:lnTo>
                      <a:pt x="192" y="78"/>
                    </a:lnTo>
                    <a:lnTo>
                      <a:pt x="191" y="78"/>
                    </a:lnTo>
                    <a:lnTo>
                      <a:pt x="190" y="78"/>
                    </a:lnTo>
                    <a:lnTo>
                      <a:pt x="189" y="77"/>
                    </a:lnTo>
                    <a:lnTo>
                      <a:pt x="188" y="76"/>
                    </a:lnTo>
                    <a:lnTo>
                      <a:pt x="185" y="74"/>
                    </a:lnTo>
                    <a:lnTo>
                      <a:pt x="184" y="73"/>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3" name="íSľîďê"/>
              <p:cNvSpPr/>
              <p:nvPr userDrawn="1"/>
            </p:nvSpPr>
            <p:spPr bwMode="auto">
              <a:xfrm>
                <a:off x="8407401" y="2833688"/>
                <a:ext cx="598488" cy="801688"/>
              </a:xfrm>
              <a:custGeom>
                <a:avLst/>
                <a:gdLst>
                  <a:gd name="T0" fmla="*/ 311 w 377"/>
                  <a:gd name="T1" fmla="*/ 8 h 505"/>
                  <a:gd name="T2" fmla="*/ 319 w 377"/>
                  <a:gd name="T3" fmla="*/ 18 h 505"/>
                  <a:gd name="T4" fmla="*/ 333 w 377"/>
                  <a:gd name="T5" fmla="*/ 28 h 505"/>
                  <a:gd name="T6" fmla="*/ 348 w 377"/>
                  <a:gd name="T7" fmla="*/ 44 h 505"/>
                  <a:gd name="T8" fmla="*/ 343 w 377"/>
                  <a:gd name="T9" fmla="*/ 72 h 505"/>
                  <a:gd name="T10" fmla="*/ 339 w 377"/>
                  <a:gd name="T11" fmla="*/ 89 h 505"/>
                  <a:gd name="T12" fmla="*/ 343 w 377"/>
                  <a:gd name="T13" fmla="*/ 113 h 505"/>
                  <a:gd name="T14" fmla="*/ 349 w 377"/>
                  <a:gd name="T15" fmla="*/ 128 h 505"/>
                  <a:gd name="T16" fmla="*/ 366 w 377"/>
                  <a:gd name="T17" fmla="*/ 130 h 505"/>
                  <a:gd name="T18" fmla="*/ 376 w 377"/>
                  <a:gd name="T19" fmla="*/ 139 h 505"/>
                  <a:gd name="T20" fmla="*/ 377 w 377"/>
                  <a:gd name="T21" fmla="*/ 151 h 505"/>
                  <a:gd name="T22" fmla="*/ 369 w 377"/>
                  <a:gd name="T23" fmla="*/ 169 h 505"/>
                  <a:gd name="T24" fmla="*/ 339 w 377"/>
                  <a:gd name="T25" fmla="*/ 189 h 505"/>
                  <a:gd name="T26" fmla="*/ 315 w 377"/>
                  <a:gd name="T27" fmla="*/ 211 h 505"/>
                  <a:gd name="T28" fmla="*/ 301 w 377"/>
                  <a:gd name="T29" fmla="*/ 235 h 505"/>
                  <a:gd name="T30" fmla="*/ 290 w 377"/>
                  <a:gd name="T31" fmla="*/ 263 h 505"/>
                  <a:gd name="T32" fmla="*/ 270 w 377"/>
                  <a:gd name="T33" fmla="*/ 293 h 505"/>
                  <a:gd name="T34" fmla="*/ 265 w 377"/>
                  <a:gd name="T35" fmla="*/ 317 h 505"/>
                  <a:gd name="T36" fmla="*/ 245 w 377"/>
                  <a:gd name="T37" fmla="*/ 339 h 505"/>
                  <a:gd name="T38" fmla="*/ 226 w 377"/>
                  <a:gd name="T39" fmla="*/ 350 h 505"/>
                  <a:gd name="T40" fmla="*/ 210 w 377"/>
                  <a:gd name="T41" fmla="*/ 374 h 505"/>
                  <a:gd name="T42" fmla="*/ 192 w 377"/>
                  <a:gd name="T43" fmla="*/ 385 h 505"/>
                  <a:gd name="T44" fmla="*/ 179 w 377"/>
                  <a:gd name="T45" fmla="*/ 392 h 505"/>
                  <a:gd name="T46" fmla="*/ 169 w 377"/>
                  <a:gd name="T47" fmla="*/ 402 h 505"/>
                  <a:gd name="T48" fmla="*/ 159 w 377"/>
                  <a:gd name="T49" fmla="*/ 405 h 505"/>
                  <a:gd name="T50" fmla="*/ 126 w 377"/>
                  <a:gd name="T51" fmla="*/ 431 h 505"/>
                  <a:gd name="T52" fmla="*/ 101 w 377"/>
                  <a:gd name="T53" fmla="*/ 442 h 505"/>
                  <a:gd name="T54" fmla="*/ 92 w 377"/>
                  <a:gd name="T55" fmla="*/ 451 h 505"/>
                  <a:gd name="T56" fmla="*/ 79 w 377"/>
                  <a:gd name="T57" fmla="*/ 456 h 505"/>
                  <a:gd name="T58" fmla="*/ 61 w 377"/>
                  <a:gd name="T59" fmla="*/ 472 h 505"/>
                  <a:gd name="T60" fmla="*/ 49 w 377"/>
                  <a:gd name="T61" fmla="*/ 478 h 505"/>
                  <a:gd name="T62" fmla="*/ 30 w 377"/>
                  <a:gd name="T63" fmla="*/ 497 h 505"/>
                  <a:gd name="T64" fmla="*/ 9 w 377"/>
                  <a:gd name="T65" fmla="*/ 505 h 505"/>
                  <a:gd name="T66" fmla="*/ 8 w 377"/>
                  <a:gd name="T67" fmla="*/ 490 h 505"/>
                  <a:gd name="T68" fmla="*/ 38 w 377"/>
                  <a:gd name="T69" fmla="*/ 465 h 505"/>
                  <a:gd name="T70" fmla="*/ 57 w 377"/>
                  <a:gd name="T71" fmla="*/ 449 h 505"/>
                  <a:gd name="T72" fmla="*/ 81 w 377"/>
                  <a:gd name="T73" fmla="*/ 433 h 505"/>
                  <a:gd name="T74" fmla="*/ 96 w 377"/>
                  <a:gd name="T75" fmla="*/ 425 h 505"/>
                  <a:gd name="T76" fmla="*/ 112 w 377"/>
                  <a:gd name="T77" fmla="*/ 413 h 505"/>
                  <a:gd name="T78" fmla="*/ 122 w 377"/>
                  <a:gd name="T79" fmla="*/ 403 h 505"/>
                  <a:gd name="T80" fmla="*/ 141 w 377"/>
                  <a:gd name="T81" fmla="*/ 387 h 505"/>
                  <a:gd name="T82" fmla="*/ 152 w 377"/>
                  <a:gd name="T83" fmla="*/ 377 h 505"/>
                  <a:gd name="T84" fmla="*/ 191 w 377"/>
                  <a:gd name="T85" fmla="*/ 346 h 505"/>
                  <a:gd name="T86" fmla="*/ 220 w 377"/>
                  <a:gd name="T87" fmla="*/ 308 h 505"/>
                  <a:gd name="T88" fmla="*/ 228 w 377"/>
                  <a:gd name="T89" fmla="*/ 284 h 505"/>
                  <a:gd name="T90" fmla="*/ 218 w 377"/>
                  <a:gd name="T91" fmla="*/ 280 h 505"/>
                  <a:gd name="T92" fmla="*/ 193 w 377"/>
                  <a:gd name="T93" fmla="*/ 289 h 505"/>
                  <a:gd name="T94" fmla="*/ 169 w 377"/>
                  <a:gd name="T95" fmla="*/ 287 h 505"/>
                  <a:gd name="T96" fmla="*/ 149 w 377"/>
                  <a:gd name="T97" fmla="*/ 277 h 505"/>
                  <a:gd name="T98" fmla="*/ 134 w 377"/>
                  <a:gd name="T99" fmla="*/ 268 h 505"/>
                  <a:gd name="T100" fmla="*/ 132 w 377"/>
                  <a:gd name="T101" fmla="*/ 258 h 505"/>
                  <a:gd name="T102" fmla="*/ 132 w 377"/>
                  <a:gd name="T103" fmla="*/ 250 h 505"/>
                  <a:gd name="T104" fmla="*/ 152 w 377"/>
                  <a:gd name="T105" fmla="*/ 234 h 505"/>
                  <a:gd name="T106" fmla="*/ 188 w 377"/>
                  <a:gd name="T107" fmla="*/ 221 h 505"/>
                  <a:gd name="T108" fmla="*/ 207 w 377"/>
                  <a:gd name="T109" fmla="*/ 212 h 505"/>
                  <a:gd name="T110" fmla="*/ 226 w 377"/>
                  <a:gd name="T111" fmla="*/ 202 h 505"/>
                  <a:gd name="T112" fmla="*/ 248 w 377"/>
                  <a:gd name="T113" fmla="*/ 193 h 505"/>
                  <a:gd name="T114" fmla="*/ 256 w 377"/>
                  <a:gd name="T115" fmla="*/ 180 h 505"/>
                  <a:gd name="T116" fmla="*/ 273 w 377"/>
                  <a:gd name="T117" fmla="*/ 171 h 505"/>
                  <a:gd name="T118" fmla="*/ 274 w 377"/>
                  <a:gd name="T119" fmla="*/ 133 h 505"/>
                  <a:gd name="T120" fmla="*/ 279 w 377"/>
                  <a:gd name="T121" fmla="*/ 83 h 505"/>
                  <a:gd name="T122" fmla="*/ 275 w 377"/>
                  <a:gd name="T123" fmla="*/ 40 h 505"/>
                  <a:gd name="T124" fmla="*/ 280 w 377"/>
                  <a:gd name="T125" fmla="*/ 7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7" h="505">
                    <a:moveTo>
                      <a:pt x="289" y="0"/>
                    </a:moveTo>
                    <a:lnTo>
                      <a:pt x="294" y="1"/>
                    </a:lnTo>
                    <a:lnTo>
                      <a:pt x="302" y="3"/>
                    </a:lnTo>
                    <a:lnTo>
                      <a:pt x="305" y="4"/>
                    </a:lnTo>
                    <a:lnTo>
                      <a:pt x="309" y="6"/>
                    </a:lnTo>
                    <a:lnTo>
                      <a:pt x="311" y="8"/>
                    </a:lnTo>
                    <a:lnTo>
                      <a:pt x="313" y="9"/>
                    </a:lnTo>
                    <a:lnTo>
                      <a:pt x="315" y="11"/>
                    </a:lnTo>
                    <a:lnTo>
                      <a:pt x="316" y="12"/>
                    </a:lnTo>
                    <a:lnTo>
                      <a:pt x="317" y="14"/>
                    </a:lnTo>
                    <a:lnTo>
                      <a:pt x="317" y="16"/>
                    </a:lnTo>
                    <a:lnTo>
                      <a:pt x="319" y="18"/>
                    </a:lnTo>
                    <a:lnTo>
                      <a:pt x="320" y="20"/>
                    </a:lnTo>
                    <a:lnTo>
                      <a:pt x="321" y="22"/>
                    </a:lnTo>
                    <a:lnTo>
                      <a:pt x="322" y="23"/>
                    </a:lnTo>
                    <a:lnTo>
                      <a:pt x="326" y="25"/>
                    </a:lnTo>
                    <a:lnTo>
                      <a:pt x="329" y="27"/>
                    </a:lnTo>
                    <a:lnTo>
                      <a:pt x="333" y="28"/>
                    </a:lnTo>
                    <a:lnTo>
                      <a:pt x="336" y="29"/>
                    </a:lnTo>
                    <a:lnTo>
                      <a:pt x="339" y="31"/>
                    </a:lnTo>
                    <a:lnTo>
                      <a:pt x="342" y="32"/>
                    </a:lnTo>
                    <a:lnTo>
                      <a:pt x="345" y="35"/>
                    </a:lnTo>
                    <a:lnTo>
                      <a:pt x="348" y="38"/>
                    </a:lnTo>
                    <a:lnTo>
                      <a:pt x="348" y="44"/>
                    </a:lnTo>
                    <a:lnTo>
                      <a:pt x="348" y="50"/>
                    </a:lnTo>
                    <a:lnTo>
                      <a:pt x="347" y="55"/>
                    </a:lnTo>
                    <a:lnTo>
                      <a:pt x="346" y="60"/>
                    </a:lnTo>
                    <a:lnTo>
                      <a:pt x="345" y="64"/>
                    </a:lnTo>
                    <a:lnTo>
                      <a:pt x="345" y="68"/>
                    </a:lnTo>
                    <a:lnTo>
                      <a:pt x="343" y="72"/>
                    </a:lnTo>
                    <a:lnTo>
                      <a:pt x="341" y="76"/>
                    </a:lnTo>
                    <a:lnTo>
                      <a:pt x="341" y="77"/>
                    </a:lnTo>
                    <a:lnTo>
                      <a:pt x="340" y="79"/>
                    </a:lnTo>
                    <a:lnTo>
                      <a:pt x="340" y="81"/>
                    </a:lnTo>
                    <a:lnTo>
                      <a:pt x="340" y="84"/>
                    </a:lnTo>
                    <a:lnTo>
                      <a:pt x="339" y="89"/>
                    </a:lnTo>
                    <a:lnTo>
                      <a:pt x="340" y="95"/>
                    </a:lnTo>
                    <a:lnTo>
                      <a:pt x="340" y="100"/>
                    </a:lnTo>
                    <a:lnTo>
                      <a:pt x="341" y="105"/>
                    </a:lnTo>
                    <a:lnTo>
                      <a:pt x="341" y="108"/>
                    </a:lnTo>
                    <a:lnTo>
                      <a:pt x="343" y="111"/>
                    </a:lnTo>
                    <a:lnTo>
                      <a:pt x="343" y="113"/>
                    </a:lnTo>
                    <a:lnTo>
                      <a:pt x="342" y="117"/>
                    </a:lnTo>
                    <a:lnTo>
                      <a:pt x="341" y="121"/>
                    </a:lnTo>
                    <a:lnTo>
                      <a:pt x="341" y="124"/>
                    </a:lnTo>
                    <a:lnTo>
                      <a:pt x="344" y="126"/>
                    </a:lnTo>
                    <a:lnTo>
                      <a:pt x="346" y="128"/>
                    </a:lnTo>
                    <a:lnTo>
                      <a:pt x="349" y="128"/>
                    </a:lnTo>
                    <a:lnTo>
                      <a:pt x="351" y="129"/>
                    </a:lnTo>
                    <a:lnTo>
                      <a:pt x="354" y="129"/>
                    </a:lnTo>
                    <a:lnTo>
                      <a:pt x="357" y="130"/>
                    </a:lnTo>
                    <a:lnTo>
                      <a:pt x="361" y="130"/>
                    </a:lnTo>
                    <a:lnTo>
                      <a:pt x="366" y="130"/>
                    </a:lnTo>
                    <a:lnTo>
                      <a:pt x="366" y="130"/>
                    </a:lnTo>
                    <a:lnTo>
                      <a:pt x="367" y="130"/>
                    </a:lnTo>
                    <a:lnTo>
                      <a:pt x="369" y="132"/>
                    </a:lnTo>
                    <a:lnTo>
                      <a:pt x="373" y="135"/>
                    </a:lnTo>
                    <a:lnTo>
                      <a:pt x="374" y="136"/>
                    </a:lnTo>
                    <a:lnTo>
                      <a:pt x="375" y="137"/>
                    </a:lnTo>
                    <a:lnTo>
                      <a:pt x="376" y="139"/>
                    </a:lnTo>
                    <a:lnTo>
                      <a:pt x="376" y="141"/>
                    </a:lnTo>
                    <a:lnTo>
                      <a:pt x="377" y="142"/>
                    </a:lnTo>
                    <a:lnTo>
                      <a:pt x="377" y="144"/>
                    </a:lnTo>
                    <a:lnTo>
                      <a:pt x="377" y="145"/>
                    </a:lnTo>
                    <a:lnTo>
                      <a:pt x="377" y="147"/>
                    </a:lnTo>
                    <a:lnTo>
                      <a:pt x="377" y="151"/>
                    </a:lnTo>
                    <a:lnTo>
                      <a:pt x="376" y="155"/>
                    </a:lnTo>
                    <a:lnTo>
                      <a:pt x="375" y="159"/>
                    </a:lnTo>
                    <a:lnTo>
                      <a:pt x="373" y="162"/>
                    </a:lnTo>
                    <a:lnTo>
                      <a:pt x="373" y="165"/>
                    </a:lnTo>
                    <a:lnTo>
                      <a:pt x="371" y="167"/>
                    </a:lnTo>
                    <a:lnTo>
                      <a:pt x="369" y="169"/>
                    </a:lnTo>
                    <a:lnTo>
                      <a:pt x="367" y="172"/>
                    </a:lnTo>
                    <a:lnTo>
                      <a:pt x="365" y="173"/>
                    </a:lnTo>
                    <a:lnTo>
                      <a:pt x="361" y="176"/>
                    </a:lnTo>
                    <a:lnTo>
                      <a:pt x="357" y="179"/>
                    </a:lnTo>
                    <a:lnTo>
                      <a:pt x="350" y="182"/>
                    </a:lnTo>
                    <a:lnTo>
                      <a:pt x="339" y="189"/>
                    </a:lnTo>
                    <a:lnTo>
                      <a:pt x="328" y="195"/>
                    </a:lnTo>
                    <a:lnTo>
                      <a:pt x="325" y="197"/>
                    </a:lnTo>
                    <a:lnTo>
                      <a:pt x="322" y="199"/>
                    </a:lnTo>
                    <a:lnTo>
                      <a:pt x="321" y="201"/>
                    </a:lnTo>
                    <a:lnTo>
                      <a:pt x="318" y="205"/>
                    </a:lnTo>
                    <a:lnTo>
                      <a:pt x="315" y="211"/>
                    </a:lnTo>
                    <a:lnTo>
                      <a:pt x="311" y="216"/>
                    </a:lnTo>
                    <a:lnTo>
                      <a:pt x="309" y="220"/>
                    </a:lnTo>
                    <a:lnTo>
                      <a:pt x="309" y="224"/>
                    </a:lnTo>
                    <a:lnTo>
                      <a:pt x="308" y="228"/>
                    </a:lnTo>
                    <a:lnTo>
                      <a:pt x="306" y="232"/>
                    </a:lnTo>
                    <a:lnTo>
                      <a:pt x="301" y="235"/>
                    </a:lnTo>
                    <a:lnTo>
                      <a:pt x="297" y="238"/>
                    </a:lnTo>
                    <a:lnTo>
                      <a:pt x="297" y="242"/>
                    </a:lnTo>
                    <a:lnTo>
                      <a:pt x="296" y="247"/>
                    </a:lnTo>
                    <a:lnTo>
                      <a:pt x="295" y="251"/>
                    </a:lnTo>
                    <a:lnTo>
                      <a:pt x="294" y="255"/>
                    </a:lnTo>
                    <a:lnTo>
                      <a:pt x="290" y="263"/>
                    </a:lnTo>
                    <a:lnTo>
                      <a:pt x="285" y="272"/>
                    </a:lnTo>
                    <a:lnTo>
                      <a:pt x="279" y="280"/>
                    </a:lnTo>
                    <a:lnTo>
                      <a:pt x="273" y="287"/>
                    </a:lnTo>
                    <a:lnTo>
                      <a:pt x="273" y="289"/>
                    </a:lnTo>
                    <a:lnTo>
                      <a:pt x="271" y="291"/>
                    </a:lnTo>
                    <a:lnTo>
                      <a:pt x="270" y="293"/>
                    </a:lnTo>
                    <a:lnTo>
                      <a:pt x="269" y="295"/>
                    </a:lnTo>
                    <a:lnTo>
                      <a:pt x="269" y="300"/>
                    </a:lnTo>
                    <a:lnTo>
                      <a:pt x="268" y="305"/>
                    </a:lnTo>
                    <a:lnTo>
                      <a:pt x="267" y="309"/>
                    </a:lnTo>
                    <a:lnTo>
                      <a:pt x="265" y="314"/>
                    </a:lnTo>
                    <a:lnTo>
                      <a:pt x="265" y="317"/>
                    </a:lnTo>
                    <a:lnTo>
                      <a:pt x="264" y="318"/>
                    </a:lnTo>
                    <a:lnTo>
                      <a:pt x="263" y="320"/>
                    </a:lnTo>
                    <a:lnTo>
                      <a:pt x="262" y="322"/>
                    </a:lnTo>
                    <a:lnTo>
                      <a:pt x="259" y="325"/>
                    </a:lnTo>
                    <a:lnTo>
                      <a:pt x="252" y="333"/>
                    </a:lnTo>
                    <a:lnTo>
                      <a:pt x="245" y="339"/>
                    </a:lnTo>
                    <a:lnTo>
                      <a:pt x="241" y="343"/>
                    </a:lnTo>
                    <a:lnTo>
                      <a:pt x="236" y="345"/>
                    </a:lnTo>
                    <a:lnTo>
                      <a:pt x="232" y="345"/>
                    </a:lnTo>
                    <a:lnTo>
                      <a:pt x="230" y="347"/>
                    </a:lnTo>
                    <a:lnTo>
                      <a:pt x="228" y="349"/>
                    </a:lnTo>
                    <a:lnTo>
                      <a:pt x="226" y="350"/>
                    </a:lnTo>
                    <a:lnTo>
                      <a:pt x="224" y="353"/>
                    </a:lnTo>
                    <a:lnTo>
                      <a:pt x="222" y="357"/>
                    </a:lnTo>
                    <a:lnTo>
                      <a:pt x="219" y="361"/>
                    </a:lnTo>
                    <a:lnTo>
                      <a:pt x="216" y="366"/>
                    </a:lnTo>
                    <a:lnTo>
                      <a:pt x="213" y="370"/>
                    </a:lnTo>
                    <a:lnTo>
                      <a:pt x="210" y="374"/>
                    </a:lnTo>
                    <a:lnTo>
                      <a:pt x="207" y="378"/>
                    </a:lnTo>
                    <a:lnTo>
                      <a:pt x="203" y="379"/>
                    </a:lnTo>
                    <a:lnTo>
                      <a:pt x="200" y="381"/>
                    </a:lnTo>
                    <a:lnTo>
                      <a:pt x="196" y="381"/>
                    </a:lnTo>
                    <a:lnTo>
                      <a:pt x="192" y="382"/>
                    </a:lnTo>
                    <a:lnTo>
                      <a:pt x="192" y="385"/>
                    </a:lnTo>
                    <a:lnTo>
                      <a:pt x="191" y="387"/>
                    </a:lnTo>
                    <a:lnTo>
                      <a:pt x="187" y="387"/>
                    </a:lnTo>
                    <a:lnTo>
                      <a:pt x="183" y="387"/>
                    </a:lnTo>
                    <a:lnTo>
                      <a:pt x="181" y="389"/>
                    </a:lnTo>
                    <a:lnTo>
                      <a:pt x="180" y="390"/>
                    </a:lnTo>
                    <a:lnTo>
                      <a:pt x="179" y="392"/>
                    </a:lnTo>
                    <a:lnTo>
                      <a:pt x="177" y="394"/>
                    </a:lnTo>
                    <a:lnTo>
                      <a:pt x="176" y="396"/>
                    </a:lnTo>
                    <a:lnTo>
                      <a:pt x="174" y="398"/>
                    </a:lnTo>
                    <a:lnTo>
                      <a:pt x="172" y="400"/>
                    </a:lnTo>
                    <a:lnTo>
                      <a:pt x="171" y="401"/>
                    </a:lnTo>
                    <a:lnTo>
                      <a:pt x="169" y="402"/>
                    </a:lnTo>
                    <a:lnTo>
                      <a:pt x="168" y="403"/>
                    </a:lnTo>
                    <a:lnTo>
                      <a:pt x="166" y="403"/>
                    </a:lnTo>
                    <a:lnTo>
                      <a:pt x="164" y="404"/>
                    </a:lnTo>
                    <a:lnTo>
                      <a:pt x="163" y="404"/>
                    </a:lnTo>
                    <a:lnTo>
                      <a:pt x="161" y="404"/>
                    </a:lnTo>
                    <a:lnTo>
                      <a:pt x="159" y="405"/>
                    </a:lnTo>
                    <a:lnTo>
                      <a:pt x="157" y="405"/>
                    </a:lnTo>
                    <a:lnTo>
                      <a:pt x="152" y="411"/>
                    </a:lnTo>
                    <a:lnTo>
                      <a:pt x="144" y="417"/>
                    </a:lnTo>
                    <a:lnTo>
                      <a:pt x="137" y="422"/>
                    </a:lnTo>
                    <a:lnTo>
                      <a:pt x="129" y="429"/>
                    </a:lnTo>
                    <a:lnTo>
                      <a:pt x="126" y="431"/>
                    </a:lnTo>
                    <a:lnTo>
                      <a:pt x="122" y="434"/>
                    </a:lnTo>
                    <a:lnTo>
                      <a:pt x="117" y="437"/>
                    </a:lnTo>
                    <a:lnTo>
                      <a:pt x="113" y="439"/>
                    </a:lnTo>
                    <a:lnTo>
                      <a:pt x="109" y="441"/>
                    </a:lnTo>
                    <a:lnTo>
                      <a:pt x="105" y="441"/>
                    </a:lnTo>
                    <a:lnTo>
                      <a:pt x="101" y="442"/>
                    </a:lnTo>
                    <a:lnTo>
                      <a:pt x="97" y="443"/>
                    </a:lnTo>
                    <a:lnTo>
                      <a:pt x="96" y="445"/>
                    </a:lnTo>
                    <a:lnTo>
                      <a:pt x="96" y="447"/>
                    </a:lnTo>
                    <a:lnTo>
                      <a:pt x="95" y="449"/>
                    </a:lnTo>
                    <a:lnTo>
                      <a:pt x="94" y="450"/>
                    </a:lnTo>
                    <a:lnTo>
                      <a:pt x="92" y="451"/>
                    </a:lnTo>
                    <a:lnTo>
                      <a:pt x="91" y="452"/>
                    </a:lnTo>
                    <a:lnTo>
                      <a:pt x="89" y="453"/>
                    </a:lnTo>
                    <a:lnTo>
                      <a:pt x="88" y="453"/>
                    </a:lnTo>
                    <a:lnTo>
                      <a:pt x="84" y="454"/>
                    </a:lnTo>
                    <a:lnTo>
                      <a:pt x="81" y="455"/>
                    </a:lnTo>
                    <a:lnTo>
                      <a:pt x="79" y="456"/>
                    </a:lnTo>
                    <a:lnTo>
                      <a:pt x="77" y="457"/>
                    </a:lnTo>
                    <a:lnTo>
                      <a:pt x="76" y="457"/>
                    </a:lnTo>
                    <a:lnTo>
                      <a:pt x="74" y="459"/>
                    </a:lnTo>
                    <a:lnTo>
                      <a:pt x="70" y="463"/>
                    </a:lnTo>
                    <a:lnTo>
                      <a:pt x="66" y="467"/>
                    </a:lnTo>
                    <a:lnTo>
                      <a:pt x="61" y="472"/>
                    </a:lnTo>
                    <a:lnTo>
                      <a:pt x="57" y="476"/>
                    </a:lnTo>
                    <a:lnTo>
                      <a:pt x="56" y="477"/>
                    </a:lnTo>
                    <a:lnTo>
                      <a:pt x="54" y="477"/>
                    </a:lnTo>
                    <a:lnTo>
                      <a:pt x="52" y="477"/>
                    </a:lnTo>
                    <a:lnTo>
                      <a:pt x="51" y="478"/>
                    </a:lnTo>
                    <a:lnTo>
                      <a:pt x="49" y="478"/>
                    </a:lnTo>
                    <a:lnTo>
                      <a:pt x="48" y="479"/>
                    </a:lnTo>
                    <a:lnTo>
                      <a:pt x="46" y="480"/>
                    </a:lnTo>
                    <a:lnTo>
                      <a:pt x="45" y="481"/>
                    </a:lnTo>
                    <a:lnTo>
                      <a:pt x="40" y="487"/>
                    </a:lnTo>
                    <a:lnTo>
                      <a:pt x="33" y="494"/>
                    </a:lnTo>
                    <a:lnTo>
                      <a:pt x="30" y="497"/>
                    </a:lnTo>
                    <a:lnTo>
                      <a:pt x="28" y="501"/>
                    </a:lnTo>
                    <a:lnTo>
                      <a:pt x="24" y="503"/>
                    </a:lnTo>
                    <a:lnTo>
                      <a:pt x="21" y="505"/>
                    </a:lnTo>
                    <a:lnTo>
                      <a:pt x="16" y="505"/>
                    </a:lnTo>
                    <a:lnTo>
                      <a:pt x="12" y="505"/>
                    </a:lnTo>
                    <a:lnTo>
                      <a:pt x="9" y="505"/>
                    </a:lnTo>
                    <a:lnTo>
                      <a:pt x="5" y="505"/>
                    </a:lnTo>
                    <a:lnTo>
                      <a:pt x="3" y="502"/>
                    </a:lnTo>
                    <a:lnTo>
                      <a:pt x="0" y="500"/>
                    </a:lnTo>
                    <a:lnTo>
                      <a:pt x="0" y="498"/>
                    </a:lnTo>
                    <a:lnTo>
                      <a:pt x="0" y="496"/>
                    </a:lnTo>
                    <a:lnTo>
                      <a:pt x="8" y="490"/>
                    </a:lnTo>
                    <a:lnTo>
                      <a:pt x="15" y="483"/>
                    </a:lnTo>
                    <a:lnTo>
                      <a:pt x="21" y="477"/>
                    </a:lnTo>
                    <a:lnTo>
                      <a:pt x="28" y="470"/>
                    </a:lnTo>
                    <a:lnTo>
                      <a:pt x="31" y="469"/>
                    </a:lnTo>
                    <a:lnTo>
                      <a:pt x="35" y="466"/>
                    </a:lnTo>
                    <a:lnTo>
                      <a:pt x="38" y="465"/>
                    </a:lnTo>
                    <a:lnTo>
                      <a:pt x="41" y="463"/>
                    </a:lnTo>
                    <a:lnTo>
                      <a:pt x="44" y="461"/>
                    </a:lnTo>
                    <a:lnTo>
                      <a:pt x="48" y="459"/>
                    </a:lnTo>
                    <a:lnTo>
                      <a:pt x="51" y="457"/>
                    </a:lnTo>
                    <a:lnTo>
                      <a:pt x="53" y="454"/>
                    </a:lnTo>
                    <a:lnTo>
                      <a:pt x="57" y="449"/>
                    </a:lnTo>
                    <a:lnTo>
                      <a:pt x="60" y="445"/>
                    </a:lnTo>
                    <a:lnTo>
                      <a:pt x="64" y="444"/>
                    </a:lnTo>
                    <a:lnTo>
                      <a:pt x="70" y="443"/>
                    </a:lnTo>
                    <a:lnTo>
                      <a:pt x="73" y="440"/>
                    </a:lnTo>
                    <a:lnTo>
                      <a:pt x="77" y="436"/>
                    </a:lnTo>
                    <a:lnTo>
                      <a:pt x="81" y="433"/>
                    </a:lnTo>
                    <a:lnTo>
                      <a:pt x="85" y="429"/>
                    </a:lnTo>
                    <a:lnTo>
                      <a:pt x="89" y="429"/>
                    </a:lnTo>
                    <a:lnTo>
                      <a:pt x="93" y="429"/>
                    </a:lnTo>
                    <a:lnTo>
                      <a:pt x="94" y="428"/>
                    </a:lnTo>
                    <a:lnTo>
                      <a:pt x="96" y="426"/>
                    </a:lnTo>
                    <a:lnTo>
                      <a:pt x="96" y="425"/>
                    </a:lnTo>
                    <a:lnTo>
                      <a:pt x="98" y="423"/>
                    </a:lnTo>
                    <a:lnTo>
                      <a:pt x="100" y="420"/>
                    </a:lnTo>
                    <a:lnTo>
                      <a:pt x="104" y="417"/>
                    </a:lnTo>
                    <a:lnTo>
                      <a:pt x="107" y="417"/>
                    </a:lnTo>
                    <a:lnTo>
                      <a:pt x="111" y="415"/>
                    </a:lnTo>
                    <a:lnTo>
                      <a:pt x="112" y="413"/>
                    </a:lnTo>
                    <a:lnTo>
                      <a:pt x="115" y="412"/>
                    </a:lnTo>
                    <a:lnTo>
                      <a:pt x="116" y="410"/>
                    </a:lnTo>
                    <a:lnTo>
                      <a:pt x="117" y="408"/>
                    </a:lnTo>
                    <a:lnTo>
                      <a:pt x="119" y="406"/>
                    </a:lnTo>
                    <a:lnTo>
                      <a:pt x="120" y="404"/>
                    </a:lnTo>
                    <a:lnTo>
                      <a:pt x="122" y="403"/>
                    </a:lnTo>
                    <a:lnTo>
                      <a:pt x="124" y="401"/>
                    </a:lnTo>
                    <a:lnTo>
                      <a:pt x="128" y="399"/>
                    </a:lnTo>
                    <a:lnTo>
                      <a:pt x="132" y="396"/>
                    </a:lnTo>
                    <a:lnTo>
                      <a:pt x="136" y="393"/>
                    </a:lnTo>
                    <a:lnTo>
                      <a:pt x="140" y="389"/>
                    </a:lnTo>
                    <a:lnTo>
                      <a:pt x="141" y="387"/>
                    </a:lnTo>
                    <a:lnTo>
                      <a:pt x="142" y="385"/>
                    </a:lnTo>
                    <a:lnTo>
                      <a:pt x="143" y="383"/>
                    </a:lnTo>
                    <a:lnTo>
                      <a:pt x="144" y="382"/>
                    </a:lnTo>
                    <a:lnTo>
                      <a:pt x="144" y="381"/>
                    </a:lnTo>
                    <a:lnTo>
                      <a:pt x="145" y="381"/>
                    </a:lnTo>
                    <a:lnTo>
                      <a:pt x="152" y="377"/>
                    </a:lnTo>
                    <a:lnTo>
                      <a:pt x="158" y="372"/>
                    </a:lnTo>
                    <a:lnTo>
                      <a:pt x="164" y="368"/>
                    </a:lnTo>
                    <a:lnTo>
                      <a:pt x="171" y="363"/>
                    </a:lnTo>
                    <a:lnTo>
                      <a:pt x="178" y="357"/>
                    </a:lnTo>
                    <a:lnTo>
                      <a:pt x="184" y="352"/>
                    </a:lnTo>
                    <a:lnTo>
                      <a:pt x="191" y="346"/>
                    </a:lnTo>
                    <a:lnTo>
                      <a:pt x="197" y="340"/>
                    </a:lnTo>
                    <a:lnTo>
                      <a:pt x="204" y="333"/>
                    </a:lnTo>
                    <a:lnTo>
                      <a:pt x="209" y="326"/>
                    </a:lnTo>
                    <a:lnTo>
                      <a:pt x="214" y="319"/>
                    </a:lnTo>
                    <a:lnTo>
                      <a:pt x="218" y="312"/>
                    </a:lnTo>
                    <a:lnTo>
                      <a:pt x="220" y="308"/>
                    </a:lnTo>
                    <a:lnTo>
                      <a:pt x="222" y="304"/>
                    </a:lnTo>
                    <a:lnTo>
                      <a:pt x="224" y="300"/>
                    </a:lnTo>
                    <a:lnTo>
                      <a:pt x="225" y="296"/>
                    </a:lnTo>
                    <a:lnTo>
                      <a:pt x="227" y="293"/>
                    </a:lnTo>
                    <a:lnTo>
                      <a:pt x="228" y="289"/>
                    </a:lnTo>
                    <a:lnTo>
                      <a:pt x="228" y="284"/>
                    </a:lnTo>
                    <a:lnTo>
                      <a:pt x="229" y="280"/>
                    </a:lnTo>
                    <a:lnTo>
                      <a:pt x="228" y="280"/>
                    </a:lnTo>
                    <a:lnTo>
                      <a:pt x="228" y="278"/>
                    </a:lnTo>
                    <a:lnTo>
                      <a:pt x="224" y="279"/>
                    </a:lnTo>
                    <a:lnTo>
                      <a:pt x="220" y="279"/>
                    </a:lnTo>
                    <a:lnTo>
                      <a:pt x="218" y="280"/>
                    </a:lnTo>
                    <a:lnTo>
                      <a:pt x="216" y="281"/>
                    </a:lnTo>
                    <a:lnTo>
                      <a:pt x="211" y="283"/>
                    </a:lnTo>
                    <a:lnTo>
                      <a:pt x="207" y="285"/>
                    </a:lnTo>
                    <a:lnTo>
                      <a:pt x="202" y="286"/>
                    </a:lnTo>
                    <a:lnTo>
                      <a:pt x="198" y="288"/>
                    </a:lnTo>
                    <a:lnTo>
                      <a:pt x="193" y="289"/>
                    </a:lnTo>
                    <a:lnTo>
                      <a:pt x="189" y="289"/>
                    </a:lnTo>
                    <a:lnTo>
                      <a:pt x="185" y="289"/>
                    </a:lnTo>
                    <a:lnTo>
                      <a:pt x="181" y="289"/>
                    </a:lnTo>
                    <a:lnTo>
                      <a:pt x="177" y="289"/>
                    </a:lnTo>
                    <a:lnTo>
                      <a:pt x="173" y="289"/>
                    </a:lnTo>
                    <a:lnTo>
                      <a:pt x="169" y="287"/>
                    </a:lnTo>
                    <a:lnTo>
                      <a:pt x="166" y="286"/>
                    </a:lnTo>
                    <a:lnTo>
                      <a:pt x="162" y="285"/>
                    </a:lnTo>
                    <a:lnTo>
                      <a:pt x="159" y="283"/>
                    </a:lnTo>
                    <a:lnTo>
                      <a:pt x="156" y="281"/>
                    </a:lnTo>
                    <a:lnTo>
                      <a:pt x="152" y="280"/>
                    </a:lnTo>
                    <a:lnTo>
                      <a:pt x="149" y="277"/>
                    </a:lnTo>
                    <a:lnTo>
                      <a:pt x="146" y="276"/>
                    </a:lnTo>
                    <a:lnTo>
                      <a:pt x="141" y="273"/>
                    </a:lnTo>
                    <a:lnTo>
                      <a:pt x="136" y="270"/>
                    </a:lnTo>
                    <a:lnTo>
                      <a:pt x="136" y="269"/>
                    </a:lnTo>
                    <a:lnTo>
                      <a:pt x="135" y="269"/>
                    </a:lnTo>
                    <a:lnTo>
                      <a:pt x="134" y="268"/>
                    </a:lnTo>
                    <a:lnTo>
                      <a:pt x="133" y="266"/>
                    </a:lnTo>
                    <a:lnTo>
                      <a:pt x="133" y="265"/>
                    </a:lnTo>
                    <a:lnTo>
                      <a:pt x="132" y="264"/>
                    </a:lnTo>
                    <a:lnTo>
                      <a:pt x="132" y="261"/>
                    </a:lnTo>
                    <a:lnTo>
                      <a:pt x="132" y="259"/>
                    </a:lnTo>
                    <a:lnTo>
                      <a:pt x="132" y="258"/>
                    </a:lnTo>
                    <a:lnTo>
                      <a:pt x="131" y="257"/>
                    </a:lnTo>
                    <a:lnTo>
                      <a:pt x="131" y="255"/>
                    </a:lnTo>
                    <a:lnTo>
                      <a:pt x="131" y="254"/>
                    </a:lnTo>
                    <a:lnTo>
                      <a:pt x="131" y="253"/>
                    </a:lnTo>
                    <a:lnTo>
                      <a:pt x="132" y="252"/>
                    </a:lnTo>
                    <a:lnTo>
                      <a:pt x="132" y="250"/>
                    </a:lnTo>
                    <a:lnTo>
                      <a:pt x="132" y="249"/>
                    </a:lnTo>
                    <a:lnTo>
                      <a:pt x="135" y="246"/>
                    </a:lnTo>
                    <a:lnTo>
                      <a:pt x="138" y="244"/>
                    </a:lnTo>
                    <a:lnTo>
                      <a:pt x="141" y="241"/>
                    </a:lnTo>
                    <a:lnTo>
                      <a:pt x="144" y="239"/>
                    </a:lnTo>
                    <a:lnTo>
                      <a:pt x="152" y="234"/>
                    </a:lnTo>
                    <a:lnTo>
                      <a:pt x="160" y="230"/>
                    </a:lnTo>
                    <a:lnTo>
                      <a:pt x="167" y="227"/>
                    </a:lnTo>
                    <a:lnTo>
                      <a:pt x="172" y="225"/>
                    </a:lnTo>
                    <a:lnTo>
                      <a:pt x="177" y="224"/>
                    </a:lnTo>
                    <a:lnTo>
                      <a:pt x="183" y="222"/>
                    </a:lnTo>
                    <a:lnTo>
                      <a:pt x="188" y="221"/>
                    </a:lnTo>
                    <a:lnTo>
                      <a:pt x="195" y="220"/>
                    </a:lnTo>
                    <a:lnTo>
                      <a:pt x="198" y="219"/>
                    </a:lnTo>
                    <a:lnTo>
                      <a:pt x="200" y="217"/>
                    </a:lnTo>
                    <a:lnTo>
                      <a:pt x="203" y="216"/>
                    </a:lnTo>
                    <a:lnTo>
                      <a:pt x="205" y="213"/>
                    </a:lnTo>
                    <a:lnTo>
                      <a:pt x="207" y="212"/>
                    </a:lnTo>
                    <a:lnTo>
                      <a:pt x="209" y="209"/>
                    </a:lnTo>
                    <a:lnTo>
                      <a:pt x="212" y="208"/>
                    </a:lnTo>
                    <a:lnTo>
                      <a:pt x="215" y="206"/>
                    </a:lnTo>
                    <a:lnTo>
                      <a:pt x="218" y="205"/>
                    </a:lnTo>
                    <a:lnTo>
                      <a:pt x="222" y="204"/>
                    </a:lnTo>
                    <a:lnTo>
                      <a:pt x="226" y="202"/>
                    </a:lnTo>
                    <a:lnTo>
                      <a:pt x="230" y="201"/>
                    </a:lnTo>
                    <a:lnTo>
                      <a:pt x="235" y="200"/>
                    </a:lnTo>
                    <a:lnTo>
                      <a:pt x="239" y="198"/>
                    </a:lnTo>
                    <a:lnTo>
                      <a:pt x="242" y="197"/>
                    </a:lnTo>
                    <a:lnTo>
                      <a:pt x="246" y="195"/>
                    </a:lnTo>
                    <a:lnTo>
                      <a:pt x="248" y="193"/>
                    </a:lnTo>
                    <a:lnTo>
                      <a:pt x="249" y="191"/>
                    </a:lnTo>
                    <a:lnTo>
                      <a:pt x="250" y="189"/>
                    </a:lnTo>
                    <a:lnTo>
                      <a:pt x="252" y="187"/>
                    </a:lnTo>
                    <a:lnTo>
                      <a:pt x="253" y="184"/>
                    </a:lnTo>
                    <a:lnTo>
                      <a:pt x="254" y="182"/>
                    </a:lnTo>
                    <a:lnTo>
                      <a:pt x="256" y="180"/>
                    </a:lnTo>
                    <a:lnTo>
                      <a:pt x="257" y="179"/>
                    </a:lnTo>
                    <a:lnTo>
                      <a:pt x="261" y="176"/>
                    </a:lnTo>
                    <a:lnTo>
                      <a:pt x="266" y="175"/>
                    </a:lnTo>
                    <a:lnTo>
                      <a:pt x="269" y="173"/>
                    </a:lnTo>
                    <a:lnTo>
                      <a:pt x="270" y="172"/>
                    </a:lnTo>
                    <a:lnTo>
                      <a:pt x="273" y="171"/>
                    </a:lnTo>
                    <a:lnTo>
                      <a:pt x="273" y="169"/>
                    </a:lnTo>
                    <a:lnTo>
                      <a:pt x="273" y="160"/>
                    </a:lnTo>
                    <a:lnTo>
                      <a:pt x="273" y="152"/>
                    </a:lnTo>
                    <a:lnTo>
                      <a:pt x="273" y="144"/>
                    </a:lnTo>
                    <a:lnTo>
                      <a:pt x="273" y="136"/>
                    </a:lnTo>
                    <a:lnTo>
                      <a:pt x="274" y="133"/>
                    </a:lnTo>
                    <a:lnTo>
                      <a:pt x="275" y="127"/>
                    </a:lnTo>
                    <a:lnTo>
                      <a:pt x="276" y="118"/>
                    </a:lnTo>
                    <a:lnTo>
                      <a:pt x="277" y="108"/>
                    </a:lnTo>
                    <a:lnTo>
                      <a:pt x="278" y="98"/>
                    </a:lnTo>
                    <a:lnTo>
                      <a:pt x="279" y="90"/>
                    </a:lnTo>
                    <a:lnTo>
                      <a:pt x="279" y="83"/>
                    </a:lnTo>
                    <a:lnTo>
                      <a:pt x="279" y="79"/>
                    </a:lnTo>
                    <a:lnTo>
                      <a:pt x="278" y="76"/>
                    </a:lnTo>
                    <a:lnTo>
                      <a:pt x="278" y="70"/>
                    </a:lnTo>
                    <a:lnTo>
                      <a:pt x="277" y="60"/>
                    </a:lnTo>
                    <a:lnTo>
                      <a:pt x="276" y="50"/>
                    </a:lnTo>
                    <a:lnTo>
                      <a:pt x="275" y="40"/>
                    </a:lnTo>
                    <a:lnTo>
                      <a:pt x="274" y="31"/>
                    </a:lnTo>
                    <a:lnTo>
                      <a:pt x="274" y="24"/>
                    </a:lnTo>
                    <a:lnTo>
                      <a:pt x="273" y="22"/>
                    </a:lnTo>
                    <a:lnTo>
                      <a:pt x="276" y="17"/>
                    </a:lnTo>
                    <a:lnTo>
                      <a:pt x="277" y="12"/>
                    </a:lnTo>
                    <a:lnTo>
                      <a:pt x="280" y="7"/>
                    </a:lnTo>
                    <a:lnTo>
                      <a:pt x="281" y="1"/>
                    </a:lnTo>
                    <a:lnTo>
                      <a:pt x="285" y="2"/>
                    </a:lnTo>
                    <a:lnTo>
                      <a:pt x="286" y="1"/>
                    </a:lnTo>
                    <a:lnTo>
                      <a:pt x="287" y="1"/>
                    </a:lnTo>
                    <a:lnTo>
                      <a:pt x="289"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4" name="íṩḷiḋe"/>
              <p:cNvSpPr/>
              <p:nvPr userDrawn="1"/>
            </p:nvSpPr>
            <p:spPr bwMode="auto">
              <a:xfrm>
                <a:off x="8896351" y="3289301"/>
                <a:ext cx="249238" cy="231775"/>
              </a:xfrm>
              <a:custGeom>
                <a:avLst/>
                <a:gdLst>
                  <a:gd name="T0" fmla="*/ 5 w 157"/>
                  <a:gd name="T1" fmla="*/ 0 h 146"/>
                  <a:gd name="T2" fmla="*/ 9 w 157"/>
                  <a:gd name="T3" fmla="*/ 0 h 146"/>
                  <a:gd name="T4" fmla="*/ 11 w 157"/>
                  <a:gd name="T5" fmla="*/ 2 h 146"/>
                  <a:gd name="T6" fmla="*/ 14 w 157"/>
                  <a:gd name="T7" fmla="*/ 4 h 146"/>
                  <a:gd name="T8" fmla="*/ 17 w 157"/>
                  <a:gd name="T9" fmla="*/ 7 h 146"/>
                  <a:gd name="T10" fmla="*/ 19 w 157"/>
                  <a:gd name="T11" fmla="*/ 11 h 146"/>
                  <a:gd name="T12" fmla="*/ 27 w 157"/>
                  <a:gd name="T13" fmla="*/ 19 h 146"/>
                  <a:gd name="T14" fmla="*/ 37 w 157"/>
                  <a:gd name="T15" fmla="*/ 28 h 146"/>
                  <a:gd name="T16" fmla="*/ 45 w 157"/>
                  <a:gd name="T17" fmla="*/ 38 h 146"/>
                  <a:gd name="T18" fmla="*/ 49 w 157"/>
                  <a:gd name="T19" fmla="*/ 49 h 146"/>
                  <a:gd name="T20" fmla="*/ 54 w 157"/>
                  <a:gd name="T21" fmla="*/ 56 h 146"/>
                  <a:gd name="T22" fmla="*/ 61 w 157"/>
                  <a:gd name="T23" fmla="*/ 61 h 146"/>
                  <a:gd name="T24" fmla="*/ 64 w 157"/>
                  <a:gd name="T25" fmla="*/ 66 h 146"/>
                  <a:gd name="T26" fmla="*/ 72 w 157"/>
                  <a:gd name="T27" fmla="*/ 72 h 146"/>
                  <a:gd name="T28" fmla="*/ 85 w 157"/>
                  <a:gd name="T29" fmla="*/ 81 h 146"/>
                  <a:gd name="T30" fmla="*/ 99 w 157"/>
                  <a:gd name="T31" fmla="*/ 90 h 146"/>
                  <a:gd name="T32" fmla="*/ 113 w 157"/>
                  <a:gd name="T33" fmla="*/ 98 h 146"/>
                  <a:gd name="T34" fmla="*/ 121 w 157"/>
                  <a:gd name="T35" fmla="*/ 104 h 146"/>
                  <a:gd name="T36" fmla="*/ 124 w 157"/>
                  <a:gd name="T37" fmla="*/ 104 h 146"/>
                  <a:gd name="T38" fmla="*/ 127 w 157"/>
                  <a:gd name="T39" fmla="*/ 104 h 146"/>
                  <a:gd name="T40" fmla="*/ 131 w 157"/>
                  <a:gd name="T41" fmla="*/ 104 h 146"/>
                  <a:gd name="T42" fmla="*/ 138 w 157"/>
                  <a:gd name="T43" fmla="*/ 108 h 146"/>
                  <a:gd name="T44" fmla="*/ 148 w 157"/>
                  <a:gd name="T45" fmla="*/ 114 h 146"/>
                  <a:gd name="T46" fmla="*/ 154 w 157"/>
                  <a:gd name="T47" fmla="*/ 119 h 146"/>
                  <a:gd name="T48" fmla="*/ 157 w 157"/>
                  <a:gd name="T49" fmla="*/ 125 h 146"/>
                  <a:gd name="T50" fmla="*/ 156 w 157"/>
                  <a:gd name="T51" fmla="*/ 130 h 146"/>
                  <a:gd name="T52" fmla="*/ 155 w 157"/>
                  <a:gd name="T53" fmla="*/ 135 h 146"/>
                  <a:gd name="T54" fmla="*/ 153 w 157"/>
                  <a:gd name="T55" fmla="*/ 139 h 146"/>
                  <a:gd name="T56" fmla="*/ 149 w 157"/>
                  <a:gd name="T57" fmla="*/ 141 h 146"/>
                  <a:gd name="T58" fmla="*/ 145 w 157"/>
                  <a:gd name="T59" fmla="*/ 142 h 146"/>
                  <a:gd name="T60" fmla="*/ 136 w 157"/>
                  <a:gd name="T61" fmla="*/ 142 h 146"/>
                  <a:gd name="T62" fmla="*/ 122 w 157"/>
                  <a:gd name="T63" fmla="*/ 139 h 146"/>
                  <a:gd name="T64" fmla="*/ 112 w 157"/>
                  <a:gd name="T65" fmla="*/ 137 h 146"/>
                  <a:gd name="T66" fmla="*/ 107 w 157"/>
                  <a:gd name="T67" fmla="*/ 137 h 146"/>
                  <a:gd name="T68" fmla="*/ 104 w 157"/>
                  <a:gd name="T69" fmla="*/ 138 h 146"/>
                  <a:gd name="T70" fmla="*/ 100 w 157"/>
                  <a:gd name="T71" fmla="*/ 141 h 146"/>
                  <a:gd name="T72" fmla="*/ 94 w 157"/>
                  <a:gd name="T73" fmla="*/ 144 h 146"/>
                  <a:gd name="T74" fmla="*/ 85 w 157"/>
                  <a:gd name="T75" fmla="*/ 146 h 146"/>
                  <a:gd name="T76" fmla="*/ 76 w 157"/>
                  <a:gd name="T77" fmla="*/ 146 h 146"/>
                  <a:gd name="T78" fmla="*/ 67 w 157"/>
                  <a:gd name="T79" fmla="*/ 145 h 146"/>
                  <a:gd name="T80" fmla="*/ 61 w 157"/>
                  <a:gd name="T81" fmla="*/ 140 h 146"/>
                  <a:gd name="T82" fmla="*/ 57 w 157"/>
                  <a:gd name="T83" fmla="*/ 134 h 146"/>
                  <a:gd name="T84" fmla="*/ 51 w 157"/>
                  <a:gd name="T85" fmla="*/ 128 h 146"/>
                  <a:gd name="T86" fmla="*/ 46 w 157"/>
                  <a:gd name="T87" fmla="*/ 122 h 146"/>
                  <a:gd name="T88" fmla="*/ 41 w 157"/>
                  <a:gd name="T89" fmla="*/ 115 h 146"/>
                  <a:gd name="T90" fmla="*/ 38 w 157"/>
                  <a:gd name="T91" fmla="*/ 107 h 146"/>
                  <a:gd name="T92" fmla="*/ 33 w 157"/>
                  <a:gd name="T93" fmla="*/ 93 h 146"/>
                  <a:gd name="T94" fmla="*/ 29 w 157"/>
                  <a:gd name="T95" fmla="*/ 79 h 146"/>
                  <a:gd name="T96" fmla="*/ 25 w 157"/>
                  <a:gd name="T97" fmla="*/ 70 h 146"/>
                  <a:gd name="T98" fmla="*/ 16 w 157"/>
                  <a:gd name="T99" fmla="*/ 54 h 146"/>
                  <a:gd name="T100" fmla="*/ 7 w 157"/>
                  <a:gd name="T101" fmla="*/ 38 h 146"/>
                  <a:gd name="T102" fmla="*/ 3 w 157"/>
                  <a:gd name="T103" fmla="*/ 27 h 146"/>
                  <a:gd name="T104" fmla="*/ 0 w 157"/>
                  <a:gd name="T105" fmla="*/ 17 h 146"/>
                  <a:gd name="T106" fmla="*/ 0 w 157"/>
                  <a:gd name="T107" fmla="*/ 8 h 146"/>
                  <a:gd name="T108" fmla="*/ 0 w 157"/>
                  <a:gd name="T109" fmla="*/ 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7" h="146">
                    <a:moveTo>
                      <a:pt x="1" y="0"/>
                    </a:moveTo>
                    <a:lnTo>
                      <a:pt x="5" y="0"/>
                    </a:lnTo>
                    <a:lnTo>
                      <a:pt x="8" y="0"/>
                    </a:lnTo>
                    <a:lnTo>
                      <a:pt x="9" y="0"/>
                    </a:lnTo>
                    <a:lnTo>
                      <a:pt x="10" y="1"/>
                    </a:lnTo>
                    <a:lnTo>
                      <a:pt x="11" y="2"/>
                    </a:lnTo>
                    <a:lnTo>
                      <a:pt x="13" y="3"/>
                    </a:lnTo>
                    <a:lnTo>
                      <a:pt x="14" y="4"/>
                    </a:lnTo>
                    <a:lnTo>
                      <a:pt x="15" y="6"/>
                    </a:lnTo>
                    <a:lnTo>
                      <a:pt x="17" y="7"/>
                    </a:lnTo>
                    <a:lnTo>
                      <a:pt x="17" y="8"/>
                    </a:lnTo>
                    <a:lnTo>
                      <a:pt x="19" y="11"/>
                    </a:lnTo>
                    <a:lnTo>
                      <a:pt x="21" y="14"/>
                    </a:lnTo>
                    <a:lnTo>
                      <a:pt x="27" y="19"/>
                    </a:lnTo>
                    <a:lnTo>
                      <a:pt x="33" y="24"/>
                    </a:lnTo>
                    <a:lnTo>
                      <a:pt x="37" y="28"/>
                    </a:lnTo>
                    <a:lnTo>
                      <a:pt x="42" y="33"/>
                    </a:lnTo>
                    <a:lnTo>
                      <a:pt x="45" y="38"/>
                    </a:lnTo>
                    <a:lnTo>
                      <a:pt x="47" y="43"/>
                    </a:lnTo>
                    <a:lnTo>
                      <a:pt x="49" y="49"/>
                    </a:lnTo>
                    <a:lnTo>
                      <a:pt x="51" y="54"/>
                    </a:lnTo>
                    <a:lnTo>
                      <a:pt x="54" y="56"/>
                    </a:lnTo>
                    <a:lnTo>
                      <a:pt x="57" y="58"/>
                    </a:lnTo>
                    <a:lnTo>
                      <a:pt x="61" y="61"/>
                    </a:lnTo>
                    <a:lnTo>
                      <a:pt x="63" y="63"/>
                    </a:lnTo>
                    <a:lnTo>
                      <a:pt x="64" y="66"/>
                    </a:lnTo>
                    <a:lnTo>
                      <a:pt x="65" y="68"/>
                    </a:lnTo>
                    <a:lnTo>
                      <a:pt x="72" y="72"/>
                    </a:lnTo>
                    <a:lnTo>
                      <a:pt x="78" y="77"/>
                    </a:lnTo>
                    <a:lnTo>
                      <a:pt x="85" y="81"/>
                    </a:lnTo>
                    <a:lnTo>
                      <a:pt x="92" y="85"/>
                    </a:lnTo>
                    <a:lnTo>
                      <a:pt x="99" y="90"/>
                    </a:lnTo>
                    <a:lnTo>
                      <a:pt x="106" y="94"/>
                    </a:lnTo>
                    <a:lnTo>
                      <a:pt x="113" y="98"/>
                    </a:lnTo>
                    <a:lnTo>
                      <a:pt x="119" y="102"/>
                    </a:lnTo>
                    <a:lnTo>
                      <a:pt x="121" y="104"/>
                    </a:lnTo>
                    <a:lnTo>
                      <a:pt x="122" y="104"/>
                    </a:lnTo>
                    <a:lnTo>
                      <a:pt x="124" y="104"/>
                    </a:lnTo>
                    <a:lnTo>
                      <a:pt x="125" y="104"/>
                    </a:lnTo>
                    <a:lnTo>
                      <a:pt x="127" y="104"/>
                    </a:lnTo>
                    <a:lnTo>
                      <a:pt x="129" y="104"/>
                    </a:lnTo>
                    <a:lnTo>
                      <a:pt x="131" y="104"/>
                    </a:lnTo>
                    <a:lnTo>
                      <a:pt x="133" y="105"/>
                    </a:lnTo>
                    <a:lnTo>
                      <a:pt x="138" y="108"/>
                    </a:lnTo>
                    <a:lnTo>
                      <a:pt x="145" y="113"/>
                    </a:lnTo>
                    <a:lnTo>
                      <a:pt x="148" y="114"/>
                    </a:lnTo>
                    <a:lnTo>
                      <a:pt x="151" y="117"/>
                    </a:lnTo>
                    <a:lnTo>
                      <a:pt x="154" y="119"/>
                    </a:lnTo>
                    <a:lnTo>
                      <a:pt x="156" y="122"/>
                    </a:lnTo>
                    <a:lnTo>
                      <a:pt x="157" y="125"/>
                    </a:lnTo>
                    <a:lnTo>
                      <a:pt x="157" y="128"/>
                    </a:lnTo>
                    <a:lnTo>
                      <a:pt x="156" y="130"/>
                    </a:lnTo>
                    <a:lnTo>
                      <a:pt x="156" y="133"/>
                    </a:lnTo>
                    <a:lnTo>
                      <a:pt x="155" y="135"/>
                    </a:lnTo>
                    <a:lnTo>
                      <a:pt x="154" y="137"/>
                    </a:lnTo>
                    <a:lnTo>
                      <a:pt x="153" y="139"/>
                    </a:lnTo>
                    <a:lnTo>
                      <a:pt x="151" y="140"/>
                    </a:lnTo>
                    <a:lnTo>
                      <a:pt x="149" y="141"/>
                    </a:lnTo>
                    <a:lnTo>
                      <a:pt x="147" y="142"/>
                    </a:lnTo>
                    <a:lnTo>
                      <a:pt x="145" y="142"/>
                    </a:lnTo>
                    <a:lnTo>
                      <a:pt x="142" y="142"/>
                    </a:lnTo>
                    <a:lnTo>
                      <a:pt x="136" y="142"/>
                    </a:lnTo>
                    <a:lnTo>
                      <a:pt x="129" y="141"/>
                    </a:lnTo>
                    <a:lnTo>
                      <a:pt x="122" y="139"/>
                    </a:lnTo>
                    <a:lnTo>
                      <a:pt x="117" y="138"/>
                    </a:lnTo>
                    <a:lnTo>
                      <a:pt x="112" y="137"/>
                    </a:lnTo>
                    <a:lnTo>
                      <a:pt x="109" y="136"/>
                    </a:lnTo>
                    <a:lnTo>
                      <a:pt x="107" y="137"/>
                    </a:lnTo>
                    <a:lnTo>
                      <a:pt x="105" y="137"/>
                    </a:lnTo>
                    <a:lnTo>
                      <a:pt x="104" y="138"/>
                    </a:lnTo>
                    <a:lnTo>
                      <a:pt x="103" y="139"/>
                    </a:lnTo>
                    <a:lnTo>
                      <a:pt x="100" y="141"/>
                    </a:lnTo>
                    <a:lnTo>
                      <a:pt x="98" y="142"/>
                    </a:lnTo>
                    <a:lnTo>
                      <a:pt x="94" y="144"/>
                    </a:lnTo>
                    <a:lnTo>
                      <a:pt x="90" y="145"/>
                    </a:lnTo>
                    <a:lnTo>
                      <a:pt x="85" y="146"/>
                    </a:lnTo>
                    <a:lnTo>
                      <a:pt x="81" y="146"/>
                    </a:lnTo>
                    <a:lnTo>
                      <a:pt x="76" y="146"/>
                    </a:lnTo>
                    <a:lnTo>
                      <a:pt x="72" y="146"/>
                    </a:lnTo>
                    <a:lnTo>
                      <a:pt x="67" y="145"/>
                    </a:lnTo>
                    <a:lnTo>
                      <a:pt x="63" y="144"/>
                    </a:lnTo>
                    <a:lnTo>
                      <a:pt x="61" y="140"/>
                    </a:lnTo>
                    <a:lnTo>
                      <a:pt x="59" y="136"/>
                    </a:lnTo>
                    <a:lnTo>
                      <a:pt x="57" y="134"/>
                    </a:lnTo>
                    <a:lnTo>
                      <a:pt x="54" y="130"/>
                    </a:lnTo>
                    <a:lnTo>
                      <a:pt x="51" y="128"/>
                    </a:lnTo>
                    <a:lnTo>
                      <a:pt x="49" y="125"/>
                    </a:lnTo>
                    <a:lnTo>
                      <a:pt x="46" y="122"/>
                    </a:lnTo>
                    <a:lnTo>
                      <a:pt x="44" y="118"/>
                    </a:lnTo>
                    <a:lnTo>
                      <a:pt x="41" y="115"/>
                    </a:lnTo>
                    <a:lnTo>
                      <a:pt x="40" y="111"/>
                    </a:lnTo>
                    <a:lnTo>
                      <a:pt x="38" y="107"/>
                    </a:lnTo>
                    <a:lnTo>
                      <a:pt x="37" y="102"/>
                    </a:lnTo>
                    <a:lnTo>
                      <a:pt x="33" y="93"/>
                    </a:lnTo>
                    <a:lnTo>
                      <a:pt x="31" y="84"/>
                    </a:lnTo>
                    <a:lnTo>
                      <a:pt x="29" y="79"/>
                    </a:lnTo>
                    <a:lnTo>
                      <a:pt x="27" y="74"/>
                    </a:lnTo>
                    <a:lnTo>
                      <a:pt x="25" y="70"/>
                    </a:lnTo>
                    <a:lnTo>
                      <a:pt x="21" y="65"/>
                    </a:lnTo>
                    <a:lnTo>
                      <a:pt x="16" y="54"/>
                    </a:lnTo>
                    <a:lnTo>
                      <a:pt x="9" y="44"/>
                    </a:lnTo>
                    <a:lnTo>
                      <a:pt x="7" y="38"/>
                    </a:lnTo>
                    <a:lnTo>
                      <a:pt x="5" y="33"/>
                    </a:lnTo>
                    <a:lnTo>
                      <a:pt x="3" y="27"/>
                    </a:lnTo>
                    <a:lnTo>
                      <a:pt x="1" y="22"/>
                    </a:lnTo>
                    <a:lnTo>
                      <a:pt x="0" y="17"/>
                    </a:lnTo>
                    <a:lnTo>
                      <a:pt x="0" y="11"/>
                    </a:lnTo>
                    <a:lnTo>
                      <a:pt x="0" y="8"/>
                    </a:lnTo>
                    <a:lnTo>
                      <a:pt x="0" y="6"/>
                    </a:lnTo>
                    <a:lnTo>
                      <a:pt x="0" y="3"/>
                    </a:lnTo>
                    <a:lnTo>
                      <a:pt x="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5" name="iš1iḑé"/>
              <p:cNvSpPr/>
              <p:nvPr userDrawn="1"/>
            </p:nvSpPr>
            <p:spPr bwMode="auto">
              <a:xfrm>
                <a:off x="5351463" y="2697163"/>
                <a:ext cx="750888" cy="952500"/>
              </a:xfrm>
              <a:custGeom>
                <a:avLst/>
                <a:gdLst>
                  <a:gd name="T0" fmla="*/ 18 w 473"/>
                  <a:gd name="T1" fmla="*/ 229 h 600"/>
                  <a:gd name="T2" fmla="*/ 1 w 473"/>
                  <a:gd name="T3" fmla="*/ 209 h 600"/>
                  <a:gd name="T4" fmla="*/ 18 w 473"/>
                  <a:gd name="T5" fmla="*/ 192 h 600"/>
                  <a:gd name="T6" fmla="*/ 62 w 473"/>
                  <a:gd name="T7" fmla="*/ 187 h 600"/>
                  <a:gd name="T8" fmla="*/ 120 w 473"/>
                  <a:gd name="T9" fmla="*/ 166 h 600"/>
                  <a:gd name="T10" fmla="*/ 197 w 473"/>
                  <a:gd name="T11" fmla="*/ 132 h 600"/>
                  <a:gd name="T12" fmla="*/ 233 w 473"/>
                  <a:gd name="T13" fmla="*/ 90 h 600"/>
                  <a:gd name="T14" fmla="*/ 246 w 473"/>
                  <a:gd name="T15" fmla="*/ 42 h 600"/>
                  <a:gd name="T16" fmla="*/ 256 w 473"/>
                  <a:gd name="T17" fmla="*/ 2 h 600"/>
                  <a:gd name="T18" fmla="*/ 289 w 473"/>
                  <a:gd name="T19" fmla="*/ 38 h 600"/>
                  <a:gd name="T20" fmla="*/ 345 w 473"/>
                  <a:gd name="T21" fmla="*/ 62 h 600"/>
                  <a:gd name="T22" fmla="*/ 350 w 473"/>
                  <a:gd name="T23" fmla="*/ 83 h 600"/>
                  <a:gd name="T24" fmla="*/ 329 w 473"/>
                  <a:gd name="T25" fmla="*/ 118 h 600"/>
                  <a:gd name="T26" fmla="*/ 276 w 473"/>
                  <a:gd name="T27" fmla="*/ 146 h 600"/>
                  <a:gd name="T28" fmla="*/ 247 w 473"/>
                  <a:gd name="T29" fmla="*/ 197 h 600"/>
                  <a:gd name="T30" fmla="*/ 195 w 473"/>
                  <a:gd name="T31" fmla="*/ 260 h 600"/>
                  <a:gd name="T32" fmla="*/ 200 w 473"/>
                  <a:gd name="T33" fmla="*/ 285 h 600"/>
                  <a:gd name="T34" fmla="*/ 242 w 473"/>
                  <a:gd name="T35" fmla="*/ 261 h 600"/>
                  <a:gd name="T36" fmla="*/ 300 w 473"/>
                  <a:gd name="T37" fmla="*/ 228 h 600"/>
                  <a:gd name="T38" fmla="*/ 388 w 473"/>
                  <a:gd name="T39" fmla="*/ 162 h 600"/>
                  <a:gd name="T40" fmla="*/ 432 w 473"/>
                  <a:gd name="T41" fmla="*/ 141 h 600"/>
                  <a:gd name="T42" fmla="*/ 473 w 473"/>
                  <a:gd name="T43" fmla="*/ 158 h 600"/>
                  <a:gd name="T44" fmla="*/ 455 w 473"/>
                  <a:gd name="T45" fmla="*/ 210 h 600"/>
                  <a:gd name="T46" fmla="*/ 440 w 473"/>
                  <a:gd name="T47" fmla="*/ 283 h 600"/>
                  <a:gd name="T48" fmla="*/ 416 w 473"/>
                  <a:gd name="T49" fmla="*/ 447 h 600"/>
                  <a:gd name="T50" fmla="*/ 408 w 473"/>
                  <a:gd name="T51" fmla="*/ 524 h 600"/>
                  <a:gd name="T52" fmla="*/ 404 w 473"/>
                  <a:gd name="T53" fmla="*/ 581 h 600"/>
                  <a:gd name="T54" fmla="*/ 382 w 473"/>
                  <a:gd name="T55" fmla="*/ 600 h 600"/>
                  <a:gd name="T56" fmla="*/ 336 w 473"/>
                  <a:gd name="T57" fmla="*/ 558 h 600"/>
                  <a:gd name="T58" fmla="*/ 307 w 473"/>
                  <a:gd name="T59" fmla="*/ 535 h 600"/>
                  <a:gd name="T60" fmla="*/ 292 w 473"/>
                  <a:gd name="T61" fmla="*/ 515 h 600"/>
                  <a:gd name="T62" fmla="*/ 302 w 473"/>
                  <a:gd name="T63" fmla="*/ 501 h 600"/>
                  <a:gd name="T64" fmla="*/ 341 w 473"/>
                  <a:gd name="T65" fmla="*/ 527 h 600"/>
                  <a:gd name="T66" fmla="*/ 371 w 473"/>
                  <a:gd name="T67" fmla="*/ 515 h 600"/>
                  <a:gd name="T68" fmla="*/ 385 w 473"/>
                  <a:gd name="T69" fmla="*/ 405 h 600"/>
                  <a:gd name="T70" fmla="*/ 389 w 473"/>
                  <a:gd name="T71" fmla="*/ 351 h 600"/>
                  <a:gd name="T72" fmla="*/ 402 w 473"/>
                  <a:gd name="T73" fmla="*/ 308 h 600"/>
                  <a:gd name="T74" fmla="*/ 415 w 473"/>
                  <a:gd name="T75" fmla="*/ 246 h 600"/>
                  <a:gd name="T76" fmla="*/ 429 w 473"/>
                  <a:gd name="T77" fmla="*/ 198 h 600"/>
                  <a:gd name="T78" fmla="*/ 430 w 473"/>
                  <a:gd name="T79" fmla="*/ 166 h 600"/>
                  <a:gd name="T80" fmla="*/ 394 w 473"/>
                  <a:gd name="T81" fmla="*/ 178 h 600"/>
                  <a:gd name="T82" fmla="*/ 356 w 473"/>
                  <a:gd name="T83" fmla="*/ 220 h 600"/>
                  <a:gd name="T84" fmla="*/ 364 w 473"/>
                  <a:gd name="T85" fmla="*/ 252 h 600"/>
                  <a:gd name="T86" fmla="*/ 334 w 473"/>
                  <a:gd name="T87" fmla="*/ 279 h 600"/>
                  <a:gd name="T88" fmla="*/ 289 w 473"/>
                  <a:gd name="T89" fmla="*/ 287 h 600"/>
                  <a:gd name="T90" fmla="*/ 256 w 473"/>
                  <a:gd name="T91" fmla="*/ 303 h 600"/>
                  <a:gd name="T92" fmla="*/ 192 w 473"/>
                  <a:gd name="T93" fmla="*/ 323 h 600"/>
                  <a:gd name="T94" fmla="*/ 157 w 473"/>
                  <a:gd name="T95" fmla="*/ 348 h 600"/>
                  <a:gd name="T96" fmla="*/ 132 w 473"/>
                  <a:gd name="T97" fmla="*/ 357 h 600"/>
                  <a:gd name="T98" fmla="*/ 107 w 473"/>
                  <a:gd name="T99" fmla="*/ 354 h 600"/>
                  <a:gd name="T100" fmla="*/ 101 w 473"/>
                  <a:gd name="T101" fmla="*/ 336 h 600"/>
                  <a:gd name="T102" fmla="*/ 148 w 473"/>
                  <a:gd name="T103" fmla="*/ 318 h 600"/>
                  <a:gd name="T104" fmla="*/ 167 w 473"/>
                  <a:gd name="T105" fmla="*/ 304 h 600"/>
                  <a:gd name="T106" fmla="*/ 168 w 473"/>
                  <a:gd name="T107" fmla="*/ 263 h 600"/>
                  <a:gd name="T108" fmla="*/ 184 w 473"/>
                  <a:gd name="T109" fmla="*/ 203 h 600"/>
                  <a:gd name="T110" fmla="*/ 159 w 473"/>
                  <a:gd name="T111" fmla="*/ 206 h 600"/>
                  <a:gd name="T112" fmla="*/ 133 w 473"/>
                  <a:gd name="T113" fmla="*/ 217 h 600"/>
                  <a:gd name="T114" fmla="*/ 83 w 473"/>
                  <a:gd name="T115" fmla="*/ 248 h 600"/>
                  <a:gd name="T116" fmla="*/ 74 w 473"/>
                  <a:gd name="T117" fmla="*/ 254 h 600"/>
                  <a:gd name="T118" fmla="*/ 46 w 473"/>
                  <a:gd name="T119" fmla="*/ 255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3" h="600">
                    <a:moveTo>
                      <a:pt x="40" y="250"/>
                    </a:moveTo>
                    <a:lnTo>
                      <a:pt x="39" y="249"/>
                    </a:lnTo>
                    <a:lnTo>
                      <a:pt x="35" y="244"/>
                    </a:lnTo>
                    <a:lnTo>
                      <a:pt x="32" y="241"/>
                    </a:lnTo>
                    <a:lnTo>
                      <a:pt x="28" y="238"/>
                    </a:lnTo>
                    <a:lnTo>
                      <a:pt x="26" y="235"/>
                    </a:lnTo>
                    <a:lnTo>
                      <a:pt x="24" y="234"/>
                    </a:lnTo>
                    <a:lnTo>
                      <a:pt x="21" y="233"/>
                    </a:lnTo>
                    <a:lnTo>
                      <a:pt x="20" y="232"/>
                    </a:lnTo>
                    <a:lnTo>
                      <a:pt x="19" y="230"/>
                    </a:lnTo>
                    <a:lnTo>
                      <a:pt x="18" y="229"/>
                    </a:lnTo>
                    <a:lnTo>
                      <a:pt x="16" y="226"/>
                    </a:lnTo>
                    <a:lnTo>
                      <a:pt x="15" y="222"/>
                    </a:lnTo>
                    <a:lnTo>
                      <a:pt x="12" y="220"/>
                    </a:lnTo>
                    <a:lnTo>
                      <a:pt x="10" y="218"/>
                    </a:lnTo>
                    <a:lnTo>
                      <a:pt x="8" y="216"/>
                    </a:lnTo>
                    <a:lnTo>
                      <a:pt x="5" y="215"/>
                    </a:lnTo>
                    <a:lnTo>
                      <a:pt x="4" y="214"/>
                    </a:lnTo>
                    <a:lnTo>
                      <a:pt x="4" y="213"/>
                    </a:lnTo>
                    <a:lnTo>
                      <a:pt x="3" y="211"/>
                    </a:lnTo>
                    <a:lnTo>
                      <a:pt x="2" y="210"/>
                    </a:lnTo>
                    <a:lnTo>
                      <a:pt x="1" y="209"/>
                    </a:lnTo>
                    <a:lnTo>
                      <a:pt x="1" y="206"/>
                    </a:lnTo>
                    <a:lnTo>
                      <a:pt x="0" y="204"/>
                    </a:lnTo>
                    <a:lnTo>
                      <a:pt x="0" y="202"/>
                    </a:lnTo>
                    <a:lnTo>
                      <a:pt x="4" y="199"/>
                    </a:lnTo>
                    <a:lnTo>
                      <a:pt x="6" y="197"/>
                    </a:lnTo>
                    <a:lnTo>
                      <a:pt x="7" y="196"/>
                    </a:lnTo>
                    <a:lnTo>
                      <a:pt x="8" y="194"/>
                    </a:lnTo>
                    <a:lnTo>
                      <a:pt x="10" y="194"/>
                    </a:lnTo>
                    <a:lnTo>
                      <a:pt x="12" y="193"/>
                    </a:lnTo>
                    <a:lnTo>
                      <a:pt x="15" y="193"/>
                    </a:lnTo>
                    <a:lnTo>
                      <a:pt x="18" y="192"/>
                    </a:lnTo>
                    <a:lnTo>
                      <a:pt x="21" y="191"/>
                    </a:lnTo>
                    <a:lnTo>
                      <a:pt x="24" y="191"/>
                    </a:lnTo>
                    <a:lnTo>
                      <a:pt x="30" y="191"/>
                    </a:lnTo>
                    <a:lnTo>
                      <a:pt x="36" y="191"/>
                    </a:lnTo>
                    <a:lnTo>
                      <a:pt x="42" y="191"/>
                    </a:lnTo>
                    <a:lnTo>
                      <a:pt x="48" y="191"/>
                    </a:lnTo>
                    <a:lnTo>
                      <a:pt x="50" y="190"/>
                    </a:lnTo>
                    <a:lnTo>
                      <a:pt x="53" y="190"/>
                    </a:lnTo>
                    <a:lnTo>
                      <a:pt x="56" y="189"/>
                    </a:lnTo>
                    <a:lnTo>
                      <a:pt x="58" y="187"/>
                    </a:lnTo>
                    <a:lnTo>
                      <a:pt x="62" y="187"/>
                    </a:lnTo>
                    <a:lnTo>
                      <a:pt x="65" y="187"/>
                    </a:lnTo>
                    <a:lnTo>
                      <a:pt x="71" y="185"/>
                    </a:lnTo>
                    <a:lnTo>
                      <a:pt x="76" y="182"/>
                    </a:lnTo>
                    <a:lnTo>
                      <a:pt x="84" y="179"/>
                    </a:lnTo>
                    <a:lnTo>
                      <a:pt x="89" y="176"/>
                    </a:lnTo>
                    <a:lnTo>
                      <a:pt x="92" y="176"/>
                    </a:lnTo>
                    <a:lnTo>
                      <a:pt x="95" y="176"/>
                    </a:lnTo>
                    <a:lnTo>
                      <a:pt x="98" y="176"/>
                    </a:lnTo>
                    <a:lnTo>
                      <a:pt x="100" y="176"/>
                    </a:lnTo>
                    <a:lnTo>
                      <a:pt x="110" y="171"/>
                    </a:lnTo>
                    <a:lnTo>
                      <a:pt x="120" y="166"/>
                    </a:lnTo>
                    <a:lnTo>
                      <a:pt x="130" y="162"/>
                    </a:lnTo>
                    <a:lnTo>
                      <a:pt x="141" y="157"/>
                    </a:lnTo>
                    <a:lnTo>
                      <a:pt x="151" y="152"/>
                    </a:lnTo>
                    <a:lnTo>
                      <a:pt x="161" y="147"/>
                    </a:lnTo>
                    <a:lnTo>
                      <a:pt x="166" y="145"/>
                    </a:lnTo>
                    <a:lnTo>
                      <a:pt x="171" y="142"/>
                    </a:lnTo>
                    <a:lnTo>
                      <a:pt x="175" y="139"/>
                    </a:lnTo>
                    <a:lnTo>
                      <a:pt x="179" y="137"/>
                    </a:lnTo>
                    <a:lnTo>
                      <a:pt x="184" y="137"/>
                    </a:lnTo>
                    <a:lnTo>
                      <a:pt x="188" y="137"/>
                    </a:lnTo>
                    <a:lnTo>
                      <a:pt x="197" y="132"/>
                    </a:lnTo>
                    <a:lnTo>
                      <a:pt x="209" y="124"/>
                    </a:lnTo>
                    <a:lnTo>
                      <a:pt x="216" y="121"/>
                    </a:lnTo>
                    <a:lnTo>
                      <a:pt x="220" y="117"/>
                    </a:lnTo>
                    <a:lnTo>
                      <a:pt x="225" y="114"/>
                    </a:lnTo>
                    <a:lnTo>
                      <a:pt x="228" y="111"/>
                    </a:lnTo>
                    <a:lnTo>
                      <a:pt x="229" y="108"/>
                    </a:lnTo>
                    <a:lnTo>
                      <a:pt x="231" y="105"/>
                    </a:lnTo>
                    <a:lnTo>
                      <a:pt x="232" y="101"/>
                    </a:lnTo>
                    <a:lnTo>
                      <a:pt x="232" y="97"/>
                    </a:lnTo>
                    <a:lnTo>
                      <a:pt x="232" y="94"/>
                    </a:lnTo>
                    <a:lnTo>
                      <a:pt x="233" y="90"/>
                    </a:lnTo>
                    <a:lnTo>
                      <a:pt x="233" y="86"/>
                    </a:lnTo>
                    <a:lnTo>
                      <a:pt x="235" y="82"/>
                    </a:lnTo>
                    <a:lnTo>
                      <a:pt x="237" y="79"/>
                    </a:lnTo>
                    <a:lnTo>
                      <a:pt x="238" y="74"/>
                    </a:lnTo>
                    <a:lnTo>
                      <a:pt x="240" y="70"/>
                    </a:lnTo>
                    <a:lnTo>
                      <a:pt x="241" y="66"/>
                    </a:lnTo>
                    <a:lnTo>
                      <a:pt x="243" y="62"/>
                    </a:lnTo>
                    <a:lnTo>
                      <a:pt x="244" y="58"/>
                    </a:lnTo>
                    <a:lnTo>
                      <a:pt x="244" y="52"/>
                    </a:lnTo>
                    <a:lnTo>
                      <a:pt x="245" y="48"/>
                    </a:lnTo>
                    <a:lnTo>
                      <a:pt x="246" y="42"/>
                    </a:lnTo>
                    <a:lnTo>
                      <a:pt x="246" y="38"/>
                    </a:lnTo>
                    <a:lnTo>
                      <a:pt x="247" y="33"/>
                    </a:lnTo>
                    <a:lnTo>
                      <a:pt x="247" y="28"/>
                    </a:lnTo>
                    <a:lnTo>
                      <a:pt x="246" y="23"/>
                    </a:lnTo>
                    <a:lnTo>
                      <a:pt x="246" y="18"/>
                    </a:lnTo>
                    <a:lnTo>
                      <a:pt x="245" y="14"/>
                    </a:lnTo>
                    <a:lnTo>
                      <a:pt x="244" y="10"/>
                    </a:lnTo>
                    <a:lnTo>
                      <a:pt x="248" y="4"/>
                    </a:lnTo>
                    <a:lnTo>
                      <a:pt x="253" y="0"/>
                    </a:lnTo>
                    <a:lnTo>
                      <a:pt x="254" y="1"/>
                    </a:lnTo>
                    <a:lnTo>
                      <a:pt x="256" y="2"/>
                    </a:lnTo>
                    <a:lnTo>
                      <a:pt x="256" y="4"/>
                    </a:lnTo>
                    <a:lnTo>
                      <a:pt x="259" y="6"/>
                    </a:lnTo>
                    <a:lnTo>
                      <a:pt x="264" y="9"/>
                    </a:lnTo>
                    <a:lnTo>
                      <a:pt x="268" y="13"/>
                    </a:lnTo>
                    <a:lnTo>
                      <a:pt x="273" y="16"/>
                    </a:lnTo>
                    <a:lnTo>
                      <a:pt x="279" y="19"/>
                    </a:lnTo>
                    <a:lnTo>
                      <a:pt x="283" y="22"/>
                    </a:lnTo>
                    <a:lnTo>
                      <a:pt x="286" y="25"/>
                    </a:lnTo>
                    <a:lnTo>
                      <a:pt x="287" y="30"/>
                    </a:lnTo>
                    <a:lnTo>
                      <a:pt x="288" y="34"/>
                    </a:lnTo>
                    <a:lnTo>
                      <a:pt x="289" y="38"/>
                    </a:lnTo>
                    <a:lnTo>
                      <a:pt x="290" y="42"/>
                    </a:lnTo>
                    <a:lnTo>
                      <a:pt x="294" y="47"/>
                    </a:lnTo>
                    <a:lnTo>
                      <a:pt x="300" y="56"/>
                    </a:lnTo>
                    <a:lnTo>
                      <a:pt x="305" y="64"/>
                    </a:lnTo>
                    <a:lnTo>
                      <a:pt x="309" y="70"/>
                    </a:lnTo>
                    <a:lnTo>
                      <a:pt x="315" y="70"/>
                    </a:lnTo>
                    <a:lnTo>
                      <a:pt x="320" y="69"/>
                    </a:lnTo>
                    <a:lnTo>
                      <a:pt x="325" y="68"/>
                    </a:lnTo>
                    <a:lnTo>
                      <a:pt x="329" y="67"/>
                    </a:lnTo>
                    <a:lnTo>
                      <a:pt x="337" y="64"/>
                    </a:lnTo>
                    <a:lnTo>
                      <a:pt x="345" y="62"/>
                    </a:lnTo>
                    <a:lnTo>
                      <a:pt x="346" y="63"/>
                    </a:lnTo>
                    <a:lnTo>
                      <a:pt x="347" y="65"/>
                    </a:lnTo>
                    <a:lnTo>
                      <a:pt x="348" y="66"/>
                    </a:lnTo>
                    <a:lnTo>
                      <a:pt x="349" y="67"/>
                    </a:lnTo>
                    <a:lnTo>
                      <a:pt x="351" y="69"/>
                    </a:lnTo>
                    <a:lnTo>
                      <a:pt x="353" y="71"/>
                    </a:lnTo>
                    <a:lnTo>
                      <a:pt x="353" y="74"/>
                    </a:lnTo>
                    <a:lnTo>
                      <a:pt x="353" y="76"/>
                    </a:lnTo>
                    <a:lnTo>
                      <a:pt x="353" y="78"/>
                    </a:lnTo>
                    <a:lnTo>
                      <a:pt x="353" y="82"/>
                    </a:lnTo>
                    <a:lnTo>
                      <a:pt x="350" y="83"/>
                    </a:lnTo>
                    <a:lnTo>
                      <a:pt x="347" y="85"/>
                    </a:lnTo>
                    <a:lnTo>
                      <a:pt x="345" y="87"/>
                    </a:lnTo>
                    <a:lnTo>
                      <a:pt x="343" y="90"/>
                    </a:lnTo>
                    <a:lnTo>
                      <a:pt x="341" y="93"/>
                    </a:lnTo>
                    <a:lnTo>
                      <a:pt x="340" y="95"/>
                    </a:lnTo>
                    <a:lnTo>
                      <a:pt x="339" y="98"/>
                    </a:lnTo>
                    <a:lnTo>
                      <a:pt x="337" y="102"/>
                    </a:lnTo>
                    <a:lnTo>
                      <a:pt x="336" y="107"/>
                    </a:lnTo>
                    <a:lnTo>
                      <a:pt x="333" y="113"/>
                    </a:lnTo>
                    <a:lnTo>
                      <a:pt x="331" y="116"/>
                    </a:lnTo>
                    <a:lnTo>
                      <a:pt x="329" y="118"/>
                    </a:lnTo>
                    <a:lnTo>
                      <a:pt x="328" y="121"/>
                    </a:lnTo>
                    <a:lnTo>
                      <a:pt x="325" y="122"/>
                    </a:lnTo>
                    <a:lnTo>
                      <a:pt x="319" y="126"/>
                    </a:lnTo>
                    <a:lnTo>
                      <a:pt x="309" y="132"/>
                    </a:lnTo>
                    <a:lnTo>
                      <a:pt x="300" y="138"/>
                    </a:lnTo>
                    <a:lnTo>
                      <a:pt x="293" y="141"/>
                    </a:lnTo>
                    <a:lnTo>
                      <a:pt x="288" y="142"/>
                    </a:lnTo>
                    <a:lnTo>
                      <a:pt x="284" y="144"/>
                    </a:lnTo>
                    <a:lnTo>
                      <a:pt x="281" y="145"/>
                    </a:lnTo>
                    <a:lnTo>
                      <a:pt x="279" y="145"/>
                    </a:lnTo>
                    <a:lnTo>
                      <a:pt x="276" y="146"/>
                    </a:lnTo>
                    <a:lnTo>
                      <a:pt x="274" y="148"/>
                    </a:lnTo>
                    <a:lnTo>
                      <a:pt x="272" y="151"/>
                    </a:lnTo>
                    <a:lnTo>
                      <a:pt x="268" y="155"/>
                    </a:lnTo>
                    <a:lnTo>
                      <a:pt x="265" y="160"/>
                    </a:lnTo>
                    <a:lnTo>
                      <a:pt x="261" y="166"/>
                    </a:lnTo>
                    <a:lnTo>
                      <a:pt x="255" y="178"/>
                    </a:lnTo>
                    <a:lnTo>
                      <a:pt x="250" y="186"/>
                    </a:lnTo>
                    <a:lnTo>
                      <a:pt x="248" y="189"/>
                    </a:lnTo>
                    <a:lnTo>
                      <a:pt x="248" y="191"/>
                    </a:lnTo>
                    <a:lnTo>
                      <a:pt x="248" y="194"/>
                    </a:lnTo>
                    <a:lnTo>
                      <a:pt x="247" y="197"/>
                    </a:lnTo>
                    <a:lnTo>
                      <a:pt x="244" y="201"/>
                    </a:lnTo>
                    <a:lnTo>
                      <a:pt x="240" y="206"/>
                    </a:lnTo>
                    <a:lnTo>
                      <a:pt x="236" y="210"/>
                    </a:lnTo>
                    <a:lnTo>
                      <a:pt x="231" y="214"/>
                    </a:lnTo>
                    <a:lnTo>
                      <a:pt x="221" y="224"/>
                    </a:lnTo>
                    <a:lnTo>
                      <a:pt x="212" y="234"/>
                    </a:lnTo>
                    <a:lnTo>
                      <a:pt x="208" y="240"/>
                    </a:lnTo>
                    <a:lnTo>
                      <a:pt x="203" y="246"/>
                    </a:lnTo>
                    <a:lnTo>
                      <a:pt x="200" y="251"/>
                    </a:lnTo>
                    <a:lnTo>
                      <a:pt x="196" y="257"/>
                    </a:lnTo>
                    <a:lnTo>
                      <a:pt x="195" y="260"/>
                    </a:lnTo>
                    <a:lnTo>
                      <a:pt x="193" y="263"/>
                    </a:lnTo>
                    <a:lnTo>
                      <a:pt x="192" y="266"/>
                    </a:lnTo>
                    <a:lnTo>
                      <a:pt x="191" y="269"/>
                    </a:lnTo>
                    <a:lnTo>
                      <a:pt x="190" y="273"/>
                    </a:lnTo>
                    <a:lnTo>
                      <a:pt x="189" y="275"/>
                    </a:lnTo>
                    <a:lnTo>
                      <a:pt x="189" y="279"/>
                    </a:lnTo>
                    <a:lnTo>
                      <a:pt x="189" y="282"/>
                    </a:lnTo>
                    <a:lnTo>
                      <a:pt x="191" y="283"/>
                    </a:lnTo>
                    <a:lnTo>
                      <a:pt x="192" y="285"/>
                    </a:lnTo>
                    <a:lnTo>
                      <a:pt x="196" y="285"/>
                    </a:lnTo>
                    <a:lnTo>
                      <a:pt x="200" y="285"/>
                    </a:lnTo>
                    <a:lnTo>
                      <a:pt x="203" y="284"/>
                    </a:lnTo>
                    <a:lnTo>
                      <a:pt x="206" y="284"/>
                    </a:lnTo>
                    <a:lnTo>
                      <a:pt x="212" y="282"/>
                    </a:lnTo>
                    <a:lnTo>
                      <a:pt x="217" y="280"/>
                    </a:lnTo>
                    <a:lnTo>
                      <a:pt x="222" y="278"/>
                    </a:lnTo>
                    <a:lnTo>
                      <a:pt x="227" y="275"/>
                    </a:lnTo>
                    <a:lnTo>
                      <a:pt x="231" y="272"/>
                    </a:lnTo>
                    <a:lnTo>
                      <a:pt x="235" y="269"/>
                    </a:lnTo>
                    <a:lnTo>
                      <a:pt x="237" y="265"/>
                    </a:lnTo>
                    <a:lnTo>
                      <a:pt x="240" y="262"/>
                    </a:lnTo>
                    <a:lnTo>
                      <a:pt x="242" y="261"/>
                    </a:lnTo>
                    <a:lnTo>
                      <a:pt x="244" y="261"/>
                    </a:lnTo>
                    <a:lnTo>
                      <a:pt x="245" y="261"/>
                    </a:lnTo>
                    <a:lnTo>
                      <a:pt x="247" y="261"/>
                    </a:lnTo>
                    <a:lnTo>
                      <a:pt x="248" y="261"/>
                    </a:lnTo>
                    <a:lnTo>
                      <a:pt x="250" y="261"/>
                    </a:lnTo>
                    <a:lnTo>
                      <a:pt x="252" y="260"/>
                    </a:lnTo>
                    <a:lnTo>
                      <a:pt x="253" y="259"/>
                    </a:lnTo>
                    <a:lnTo>
                      <a:pt x="265" y="252"/>
                    </a:lnTo>
                    <a:lnTo>
                      <a:pt x="276" y="244"/>
                    </a:lnTo>
                    <a:lnTo>
                      <a:pt x="288" y="236"/>
                    </a:lnTo>
                    <a:lnTo>
                      <a:pt x="300" y="228"/>
                    </a:lnTo>
                    <a:lnTo>
                      <a:pt x="312" y="221"/>
                    </a:lnTo>
                    <a:lnTo>
                      <a:pt x="323" y="213"/>
                    </a:lnTo>
                    <a:lnTo>
                      <a:pt x="336" y="206"/>
                    </a:lnTo>
                    <a:lnTo>
                      <a:pt x="348" y="198"/>
                    </a:lnTo>
                    <a:lnTo>
                      <a:pt x="353" y="195"/>
                    </a:lnTo>
                    <a:lnTo>
                      <a:pt x="357" y="192"/>
                    </a:lnTo>
                    <a:lnTo>
                      <a:pt x="362" y="188"/>
                    </a:lnTo>
                    <a:lnTo>
                      <a:pt x="367" y="183"/>
                    </a:lnTo>
                    <a:lnTo>
                      <a:pt x="377" y="174"/>
                    </a:lnTo>
                    <a:lnTo>
                      <a:pt x="385" y="166"/>
                    </a:lnTo>
                    <a:lnTo>
                      <a:pt x="388" y="162"/>
                    </a:lnTo>
                    <a:lnTo>
                      <a:pt x="390" y="158"/>
                    </a:lnTo>
                    <a:lnTo>
                      <a:pt x="393" y="155"/>
                    </a:lnTo>
                    <a:lnTo>
                      <a:pt x="397" y="153"/>
                    </a:lnTo>
                    <a:lnTo>
                      <a:pt x="401" y="151"/>
                    </a:lnTo>
                    <a:lnTo>
                      <a:pt x="405" y="150"/>
                    </a:lnTo>
                    <a:lnTo>
                      <a:pt x="409" y="147"/>
                    </a:lnTo>
                    <a:lnTo>
                      <a:pt x="413" y="146"/>
                    </a:lnTo>
                    <a:lnTo>
                      <a:pt x="418" y="145"/>
                    </a:lnTo>
                    <a:lnTo>
                      <a:pt x="423" y="143"/>
                    </a:lnTo>
                    <a:lnTo>
                      <a:pt x="427" y="142"/>
                    </a:lnTo>
                    <a:lnTo>
                      <a:pt x="432" y="141"/>
                    </a:lnTo>
                    <a:lnTo>
                      <a:pt x="437" y="141"/>
                    </a:lnTo>
                    <a:lnTo>
                      <a:pt x="442" y="140"/>
                    </a:lnTo>
                    <a:lnTo>
                      <a:pt x="448" y="139"/>
                    </a:lnTo>
                    <a:lnTo>
                      <a:pt x="453" y="139"/>
                    </a:lnTo>
                    <a:lnTo>
                      <a:pt x="458" y="139"/>
                    </a:lnTo>
                    <a:lnTo>
                      <a:pt x="464" y="139"/>
                    </a:lnTo>
                    <a:lnTo>
                      <a:pt x="467" y="145"/>
                    </a:lnTo>
                    <a:lnTo>
                      <a:pt x="471" y="150"/>
                    </a:lnTo>
                    <a:lnTo>
                      <a:pt x="472" y="152"/>
                    </a:lnTo>
                    <a:lnTo>
                      <a:pt x="473" y="155"/>
                    </a:lnTo>
                    <a:lnTo>
                      <a:pt x="473" y="158"/>
                    </a:lnTo>
                    <a:lnTo>
                      <a:pt x="473" y="162"/>
                    </a:lnTo>
                    <a:lnTo>
                      <a:pt x="470" y="166"/>
                    </a:lnTo>
                    <a:lnTo>
                      <a:pt x="468" y="169"/>
                    </a:lnTo>
                    <a:lnTo>
                      <a:pt x="466" y="172"/>
                    </a:lnTo>
                    <a:lnTo>
                      <a:pt x="464" y="176"/>
                    </a:lnTo>
                    <a:lnTo>
                      <a:pt x="463" y="180"/>
                    </a:lnTo>
                    <a:lnTo>
                      <a:pt x="461" y="184"/>
                    </a:lnTo>
                    <a:lnTo>
                      <a:pt x="460" y="188"/>
                    </a:lnTo>
                    <a:lnTo>
                      <a:pt x="459" y="192"/>
                    </a:lnTo>
                    <a:lnTo>
                      <a:pt x="457" y="201"/>
                    </a:lnTo>
                    <a:lnTo>
                      <a:pt x="455" y="210"/>
                    </a:lnTo>
                    <a:lnTo>
                      <a:pt x="454" y="214"/>
                    </a:lnTo>
                    <a:lnTo>
                      <a:pt x="453" y="217"/>
                    </a:lnTo>
                    <a:lnTo>
                      <a:pt x="452" y="221"/>
                    </a:lnTo>
                    <a:lnTo>
                      <a:pt x="450" y="224"/>
                    </a:lnTo>
                    <a:lnTo>
                      <a:pt x="450" y="229"/>
                    </a:lnTo>
                    <a:lnTo>
                      <a:pt x="450" y="233"/>
                    </a:lnTo>
                    <a:lnTo>
                      <a:pt x="450" y="237"/>
                    </a:lnTo>
                    <a:lnTo>
                      <a:pt x="450" y="241"/>
                    </a:lnTo>
                    <a:lnTo>
                      <a:pt x="446" y="254"/>
                    </a:lnTo>
                    <a:lnTo>
                      <a:pt x="443" y="268"/>
                    </a:lnTo>
                    <a:lnTo>
                      <a:pt x="440" y="283"/>
                    </a:lnTo>
                    <a:lnTo>
                      <a:pt x="437" y="297"/>
                    </a:lnTo>
                    <a:lnTo>
                      <a:pt x="434" y="311"/>
                    </a:lnTo>
                    <a:lnTo>
                      <a:pt x="432" y="327"/>
                    </a:lnTo>
                    <a:lnTo>
                      <a:pt x="429" y="341"/>
                    </a:lnTo>
                    <a:lnTo>
                      <a:pt x="428" y="356"/>
                    </a:lnTo>
                    <a:lnTo>
                      <a:pt x="425" y="371"/>
                    </a:lnTo>
                    <a:lnTo>
                      <a:pt x="424" y="387"/>
                    </a:lnTo>
                    <a:lnTo>
                      <a:pt x="421" y="402"/>
                    </a:lnTo>
                    <a:lnTo>
                      <a:pt x="420" y="417"/>
                    </a:lnTo>
                    <a:lnTo>
                      <a:pt x="417" y="432"/>
                    </a:lnTo>
                    <a:lnTo>
                      <a:pt x="416" y="447"/>
                    </a:lnTo>
                    <a:lnTo>
                      <a:pt x="413" y="462"/>
                    </a:lnTo>
                    <a:lnTo>
                      <a:pt x="410" y="477"/>
                    </a:lnTo>
                    <a:lnTo>
                      <a:pt x="411" y="480"/>
                    </a:lnTo>
                    <a:lnTo>
                      <a:pt x="411" y="483"/>
                    </a:lnTo>
                    <a:lnTo>
                      <a:pt x="411" y="487"/>
                    </a:lnTo>
                    <a:lnTo>
                      <a:pt x="412" y="491"/>
                    </a:lnTo>
                    <a:lnTo>
                      <a:pt x="410" y="498"/>
                    </a:lnTo>
                    <a:lnTo>
                      <a:pt x="409" y="504"/>
                    </a:lnTo>
                    <a:lnTo>
                      <a:pt x="409" y="511"/>
                    </a:lnTo>
                    <a:lnTo>
                      <a:pt x="409" y="518"/>
                    </a:lnTo>
                    <a:lnTo>
                      <a:pt x="408" y="524"/>
                    </a:lnTo>
                    <a:lnTo>
                      <a:pt x="408" y="531"/>
                    </a:lnTo>
                    <a:lnTo>
                      <a:pt x="406" y="536"/>
                    </a:lnTo>
                    <a:lnTo>
                      <a:pt x="405" y="542"/>
                    </a:lnTo>
                    <a:lnTo>
                      <a:pt x="405" y="545"/>
                    </a:lnTo>
                    <a:lnTo>
                      <a:pt x="405" y="548"/>
                    </a:lnTo>
                    <a:lnTo>
                      <a:pt x="405" y="551"/>
                    </a:lnTo>
                    <a:lnTo>
                      <a:pt x="404" y="555"/>
                    </a:lnTo>
                    <a:lnTo>
                      <a:pt x="404" y="562"/>
                    </a:lnTo>
                    <a:lnTo>
                      <a:pt x="405" y="568"/>
                    </a:lnTo>
                    <a:lnTo>
                      <a:pt x="405" y="575"/>
                    </a:lnTo>
                    <a:lnTo>
                      <a:pt x="404" y="581"/>
                    </a:lnTo>
                    <a:lnTo>
                      <a:pt x="403" y="584"/>
                    </a:lnTo>
                    <a:lnTo>
                      <a:pt x="402" y="587"/>
                    </a:lnTo>
                    <a:lnTo>
                      <a:pt x="401" y="590"/>
                    </a:lnTo>
                    <a:lnTo>
                      <a:pt x="400" y="592"/>
                    </a:lnTo>
                    <a:lnTo>
                      <a:pt x="398" y="594"/>
                    </a:lnTo>
                    <a:lnTo>
                      <a:pt x="397" y="595"/>
                    </a:lnTo>
                    <a:lnTo>
                      <a:pt x="394" y="596"/>
                    </a:lnTo>
                    <a:lnTo>
                      <a:pt x="391" y="598"/>
                    </a:lnTo>
                    <a:lnTo>
                      <a:pt x="389" y="599"/>
                    </a:lnTo>
                    <a:lnTo>
                      <a:pt x="385" y="599"/>
                    </a:lnTo>
                    <a:lnTo>
                      <a:pt x="382" y="600"/>
                    </a:lnTo>
                    <a:lnTo>
                      <a:pt x="380" y="600"/>
                    </a:lnTo>
                    <a:lnTo>
                      <a:pt x="376" y="594"/>
                    </a:lnTo>
                    <a:lnTo>
                      <a:pt x="372" y="588"/>
                    </a:lnTo>
                    <a:lnTo>
                      <a:pt x="367" y="583"/>
                    </a:lnTo>
                    <a:lnTo>
                      <a:pt x="362" y="579"/>
                    </a:lnTo>
                    <a:lnTo>
                      <a:pt x="357" y="575"/>
                    </a:lnTo>
                    <a:lnTo>
                      <a:pt x="352" y="570"/>
                    </a:lnTo>
                    <a:lnTo>
                      <a:pt x="346" y="566"/>
                    </a:lnTo>
                    <a:lnTo>
                      <a:pt x="340" y="562"/>
                    </a:lnTo>
                    <a:lnTo>
                      <a:pt x="337" y="560"/>
                    </a:lnTo>
                    <a:lnTo>
                      <a:pt x="336" y="558"/>
                    </a:lnTo>
                    <a:lnTo>
                      <a:pt x="334" y="555"/>
                    </a:lnTo>
                    <a:lnTo>
                      <a:pt x="333" y="553"/>
                    </a:lnTo>
                    <a:lnTo>
                      <a:pt x="331" y="551"/>
                    </a:lnTo>
                    <a:lnTo>
                      <a:pt x="329" y="549"/>
                    </a:lnTo>
                    <a:lnTo>
                      <a:pt x="327" y="547"/>
                    </a:lnTo>
                    <a:lnTo>
                      <a:pt x="325" y="545"/>
                    </a:lnTo>
                    <a:lnTo>
                      <a:pt x="323" y="543"/>
                    </a:lnTo>
                    <a:lnTo>
                      <a:pt x="319" y="541"/>
                    </a:lnTo>
                    <a:lnTo>
                      <a:pt x="315" y="539"/>
                    </a:lnTo>
                    <a:lnTo>
                      <a:pt x="311" y="537"/>
                    </a:lnTo>
                    <a:lnTo>
                      <a:pt x="307" y="535"/>
                    </a:lnTo>
                    <a:lnTo>
                      <a:pt x="303" y="533"/>
                    </a:lnTo>
                    <a:lnTo>
                      <a:pt x="300" y="531"/>
                    </a:lnTo>
                    <a:lnTo>
                      <a:pt x="297" y="529"/>
                    </a:lnTo>
                    <a:lnTo>
                      <a:pt x="296" y="527"/>
                    </a:lnTo>
                    <a:lnTo>
                      <a:pt x="296" y="526"/>
                    </a:lnTo>
                    <a:lnTo>
                      <a:pt x="296" y="524"/>
                    </a:lnTo>
                    <a:lnTo>
                      <a:pt x="295" y="522"/>
                    </a:lnTo>
                    <a:lnTo>
                      <a:pt x="295" y="520"/>
                    </a:lnTo>
                    <a:lnTo>
                      <a:pt x="294" y="519"/>
                    </a:lnTo>
                    <a:lnTo>
                      <a:pt x="293" y="516"/>
                    </a:lnTo>
                    <a:lnTo>
                      <a:pt x="292" y="515"/>
                    </a:lnTo>
                    <a:lnTo>
                      <a:pt x="288" y="511"/>
                    </a:lnTo>
                    <a:lnTo>
                      <a:pt x="283" y="507"/>
                    </a:lnTo>
                    <a:lnTo>
                      <a:pt x="283" y="503"/>
                    </a:lnTo>
                    <a:lnTo>
                      <a:pt x="283" y="501"/>
                    </a:lnTo>
                    <a:lnTo>
                      <a:pt x="286" y="499"/>
                    </a:lnTo>
                    <a:lnTo>
                      <a:pt x="289" y="496"/>
                    </a:lnTo>
                    <a:lnTo>
                      <a:pt x="293" y="496"/>
                    </a:lnTo>
                    <a:lnTo>
                      <a:pt x="297" y="496"/>
                    </a:lnTo>
                    <a:lnTo>
                      <a:pt x="299" y="498"/>
                    </a:lnTo>
                    <a:lnTo>
                      <a:pt x="300" y="499"/>
                    </a:lnTo>
                    <a:lnTo>
                      <a:pt x="302" y="501"/>
                    </a:lnTo>
                    <a:lnTo>
                      <a:pt x="304" y="503"/>
                    </a:lnTo>
                    <a:lnTo>
                      <a:pt x="308" y="504"/>
                    </a:lnTo>
                    <a:lnTo>
                      <a:pt x="312" y="507"/>
                    </a:lnTo>
                    <a:lnTo>
                      <a:pt x="315" y="508"/>
                    </a:lnTo>
                    <a:lnTo>
                      <a:pt x="319" y="511"/>
                    </a:lnTo>
                    <a:lnTo>
                      <a:pt x="324" y="512"/>
                    </a:lnTo>
                    <a:lnTo>
                      <a:pt x="328" y="515"/>
                    </a:lnTo>
                    <a:lnTo>
                      <a:pt x="332" y="519"/>
                    </a:lnTo>
                    <a:lnTo>
                      <a:pt x="336" y="523"/>
                    </a:lnTo>
                    <a:lnTo>
                      <a:pt x="338" y="526"/>
                    </a:lnTo>
                    <a:lnTo>
                      <a:pt x="341" y="527"/>
                    </a:lnTo>
                    <a:lnTo>
                      <a:pt x="343" y="530"/>
                    </a:lnTo>
                    <a:lnTo>
                      <a:pt x="345" y="531"/>
                    </a:lnTo>
                    <a:lnTo>
                      <a:pt x="349" y="531"/>
                    </a:lnTo>
                    <a:lnTo>
                      <a:pt x="353" y="531"/>
                    </a:lnTo>
                    <a:lnTo>
                      <a:pt x="357" y="531"/>
                    </a:lnTo>
                    <a:lnTo>
                      <a:pt x="361" y="531"/>
                    </a:lnTo>
                    <a:lnTo>
                      <a:pt x="364" y="528"/>
                    </a:lnTo>
                    <a:lnTo>
                      <a:pt x="365" y="525"/>
                    </a:lnTo>
                    <a:lnTo>
                      <a:pt x="367" y="522"/>
                    </a:lnTo>
                    <a:lnTo>
                      <a:pt x="369" y="518"/>
                    </a:lnTo>
                    <a:lnTo>
                      <a:pt x="371" y="515"/>
                    </a:lnTo>
                    <a:lnTo>
                      <a:pt x="372" y="511"/>
                    </a:lnTo>
                    <a:lnTo>
                      <a:pt x="373" y="507"/>
                    </a:lnTo>
                    <a:lnTo>
                      <a:pt x="374" y="503"/>
                    </a:lnTo>
                    <a:lnTo>
                      <a:pt x="377" y="493"/>
                    </a:lnTo>
                    <a:lnTo>
                      <a:pt x="378" y="484"/>
                    </a:lnTo>
                    <a:lnTo>
                      <a:pt x="379" y="475"/>
                    </a:lnTo>
                    <a:lnTo>
                      <a:pt x="380" y="465"/>
                    </a:lnTo>
                    <a:lnTo>
                      <a:pt x="382" y="444"/>
                    </a:lnTo>
                    <a:lnTo>
                      <a:pt x="383" y="424"/>
                    </a:lnTo>
                    <a:lnTo>
                      <a:pt x="384" y="415"/>
                    </a:lnTo>
                    <a:lnTo>
                      <a:pt x="385" y="405"/>
                    </a:lnTo>
                    <a:lnTo>
                      <a:pt x="385" y="396"/>
                    </a:lnTo>
                    <a:lnTo>
                      <a:pt x="386" y="387"/>
                    </a:lnTo>
                    <a:lnTo>
                      <a:pt x="386" y="381"/>
                    </a:lnTo>
                    <a:lnTo>
                      <a:pt x="386" y="375"/>
                    </a:lnTo>
                    <a:lnTo>
                      <a:pt x="386" y="369"/>
                    </a:lnTo>
                    <a:lnTo>
                      <a:pt x="385" y="362"/>
                    </a:lnTo>
                    <a:lnTo>
                      <a:pt x="387" y="359"/>
                    </a:lnTo>
                    <a:lnTo>
                      <a:pt x="388" y="356"/>
                    </a:lnTo>
                    <a:lnTo>
                      <a:pt x="389" y="355"/>
                    </a:lnTo>
                    <a:lnTo>
                      <a:pt x="389" y="353"/>
                    </a:lnTo>
                    <a:lnTo>
                      <a:pt x="389" y="351"/>
                    </a:lnTo>
                    <a:lnTo>
                      <a:pt x="389" y="348"/>
                    </a:lnTo>
                    <a:lnTo>
                      <a:pt x="389" y="345"/>
                    </a:lnTo>
                    <a:lnTo>
                      <a:pt x="389" y="341"/>
                    </a:lnTo>
                    <a:lnTo>
                      <a:pt x="388" y="338"/>
                    </a:lnTo>
                    <a:lnTo>
                      <a:pt x="388" y="334"/>
                    </a:lnTo>
                    <a:lnTo>
                      <a:pt x="389" y="331"/>
                    </a:lnTo>
                    <a:lnTo>
                      <a:pt x="391" y="327"/>
                    </a:lnTo>
                    <a:lnTo>
                      <a:pt x="393" y="324"/>
                    </a:lnTo>
                    <a:lnTo>
                      <a:pt x="395" y="321"/>
                    </a:lnTo>
                    <a:lnTo>
                      <a:pt x="398" y="315"/>
                    </a:lnTo>
                    <a:lnTo>
                      <a:pt x="402" y="308"/>
                    </a:lnTo>
                    <a:lnTo>
                      <a:pt x="402" y="303"/>
                    </a:lnTo>
                    <a:lnTo>
                      <a:pt x="402" y="299"/>
                    </a:lnTo>
                    <a:lnTo>
                      <a:pt x="404" y="293"/>
                    </a:lnTo>
                    <a:lnTo>
                      <a:pt x="405" y="287"/>
                    </a:lnTo>
                    <a:lnTo>
                      <a:pt x="406" y="280"/>
                    </a:lnTo>
                    <a:lnTo>
                      <a:pt x="408" y="275"/>
                    </a:lnTo>
                    <a:lnTo>
                      <a:pt x="409" y="268"/>
                    </a:lnTo>
                    <a:lnTo>
                      <a:pt x="409" y="262"/>
                    </a:lnTo>
                    <a:lnTo>
                      <a:pt x="412" y="255"/>
                    </a:lnTo>
                    <a:lnTo>
                      <a:pt x="413" y="249"/>
                    </a:lnTo>
                    <a:lnTo>
                      <a:pt x="415" y="246"/>
                    </a:lnTo>
                    <a:lnTo>
                      <a:pt x="416" y="244"/>
                    </a:lnTo>
                    <a:lnTo>
                      <a:pt x="417" y="242"/>
                    </a:lnTo>
                    <a:lnTo>
                      <a:pt x="419" y="239"/>
                    </a:lnTo>
                    <a:lnTo>
                      <a:pt x="421" y="237"/>
                    </a:lnTo>
                    <a:lnTo>
                      <a:pt x="423" y="234"/>
                    </a:lnTo>
                    <a:lnTo>
                      <a:pt x="424" y="232"/>
                    </a:lnTo>
                    <a:lnTo>
                      <a:pt x="425" y="230"/>
                    </a:lnTo>
                    <a:lnTo>
                      <a:pt x="426" y="222"/>
                    </a:lnTo>
                    <a:lnTo>
                      <a:pt x="427" y="214"/>
                    </a:lnTo>
                    <a:lnTo>
                      <a:pt x="429" y="206"/>
                    </a:lnTo>
                    <a:lnTo>
                      <a:pt x="429" y="198"/>
                    </a:lnTo>
                    <a:lnTo>
                      <a:pt x="432" y="190"/>
                    </a:lnTo>
                    <a:lnTo>
                      <a:pt x="434" y="183"/>
                    </a:lnTo>
                    <a:lnTo>
                      <a:pt x="436" y="180"/>
                    </a:lnTo>
                    <a:lnTo>
                      <a:pt x="437" y="176"/>
                    </a:lnTo>
                    <a:lnTo>
                      <a:pt x="437" y="172"/>
                    </a:lnTo>
                    <a:lnTo>
                      <a:pt x="437" y="167"/>
                    </a:lnTo>
                    <a:lnTo>
                      <a:pt x="435" y="167"/>
                    </a:lnTo>
                    <a:lnTo>
                      <a:pt x="434" y="167"/>
                    </a:lnTo>
                    <a:lnTo>
                      <a:pt x="433" y="166"/>
                    </a:lnTo>
                    <a:lnTo>
                      <a:pt x="432" y="166"/>
                    </a:lnTo>
                    <a:lnTo>
                      <a:pt x="430" y="166"/>
                    </a:lnTo>
                    <a:lnTo>
                      <a:pt x="429" y="166"/>
                    </a:lnTo>
                    <a:lnTo>
                      <a:pt x="425" y="166"/>
                    </a:lnTo>
                    <a:lnTo>
                      <a:pt x="421" y="166"/>
                    </a:lnTo>
                    <a:lnTo>
                      <a:pt x="417" y="167"/>
                    </a:lnTo>
                    <a:lnTo>
                      <a:pt x="413" y="167"/>
                    </a:lnTo>
                    <a:lnTo>
                      <a:pt x="410" y="169"/>
                    </a:lnTo>
                    <a:lnTo>
                      <a:pt x="409" y="169"/>
                    </a:lnTo>
                    <a:lnTo>
                      <a:pt x="405" y="171"/>
                    </a:lnTo>
                    <a:lnTo>
                      <a:pt x="401" y="173"/>
                    </a:lnTo>
                    <a:lnTo>
                      <a:pt x="397" y="176"/>
                    </a:lnTo>
                    <a:lnTo>
                      <a:pt x="394" y="178"/>
                    </a:lnTo>
                    <a:lnTo>
                      <a:pt x="388" y="185"/>
                    </a:lnTo>
                    <a:lnTo>
                      <a:pt x="381" y="191"/>
                    </a:lnTo>
                    <a:lnTo>
                      <a:pt x="374" y="198"/>
                    </a:lnTo>
                    <a:lnTo>
                      <a:pt x="369" y="203"/>
                    </a:lnTo>
                    <a:lnTo>
                      <a:pt x="365" y="206"/>
                    </a:lnTo>
                    <a:lnTo>
                      <a:pt x="362" y="208"/>
                    </a:lnTo>
                    <a:lnTo>
                      <a:pt x="359" y="210"/>
                    </a:lnTo>
                    <a:lnTo>
                      <a:pt x="356" y="211"/>
                    </a:lnTo>
                    <a:lnTo>
                      <a:pt x="356" y="214"/>
                    </a:lnTo>
                    <a:lnTo>
                      <a:pt x="356" y="217"/>
                    </a:lnTo>
                    <a:lnTo>
                      <a:pt x="356" y="220"/>
                    </a:lnTo>
                    <a:lnTo>
                      <a:pt x="357" y="222"/>
                    </a:lnTo>
                    <a:lnTo>
                      <a:pt x="358" y="226"/>
                    </a:lnTo>
                    <a:lnTo>
                      <a:pt x="361" y="230"/>
                    </a:lnTo>
                    <a:lnTo>
                      <a:pt x="363" y="235"/>
                    </a:lnTo>
                    <a:lnTo>
                      <a:pt x="365" y="239"/>
                    </a:lnTo>
                    <a:lnTo>
                      <a:pt x="365" y="242"/>
                    </a:lnTo>
                    <a:lnTo>
                      <a:pt x="366" y="244"/>
                    </a:lnTo>
                    <a:lnTo>
                      <a:pt x="367" y="247"/>
                    </a:lnTo>
                    <a:lnTo>
                      <a:pt x="367" y="250"/>
                    </a:lnTo>
                    <a:lnTo>
                      <a:pt x="365" y="251"/>
                    </a:lnTo>
                    <a:lnTo>
                      <a:pt x="364" y="252"/>
                    </a:lnTo>
                    <a:lnTo>
                      <a:pt x="361" y="254"/>
                    </a:lnTo>
                    <a:lnTo>
                      <a:pt x="360" y="255"/>
                    </a:lnTo>
                    <a:lnTo>
                      <a:pt x="357" y="258"/>
                    </a:lnTo>
                    <a:lnTo>
                      <a:pt x="354" y="262"/>
                    </a:lnTo>
                    <a:lnTo>
                      <a:pt x="352" y="266"/>
                    </a:lnTo>
                    <a:lnTo>
                      <a:pt x="349" y="270"/>
                    </a:lnTo>
                    <a:lnTo>
                      <a:pt x="345" y="273"/>
                    </a:lnTo>
                    <a:lnTo>
                      <a:pt x="342" y="275"/>
                    </a:lnTo>
                    <a:lnTo>
                      <a:pt x="340" y="277"/>
                    </a:lnTo>
                    <a:lnTo>
                      <a:pt x="337" y="278"/>
                    </a:lnTo>
                    <a:lnTo>
                      <a:pt x="334" y="279"/>
                    </a:lnTo>
                    <a:lnTo>
                      <a:pt x="332" y="279"/>
                    </a:lnTo>
                    <a:lnTo>
                      <a:pt x="325" y="279"/>
                    </a:lnTo>
                    <a:lnTo>
                      <a:pt x="320" y="279"/>
                    </a:lnTo>
                    <a:lnTo>
                      <a:pt x="313" y="279"/>
                    </a:lnTo>
                    <a:lnTo>
                      <a:pt x="307" y="279"/>
                    </a:lnTo>
                    <a:lnTo>
                      <a:pt x="304" y="279"/>
                    </a:lnTo>
                    <a:lnTo>
                      <a:pt x="301" y="280"/>
                    </a:lnTo>
                    <a:lnTo>
                      <a:pt x="298" y="280"/>
                    </a:lnTo>
                    <a:lnTo>
                      <a:pt x="296" y="282"/>
                    </a:lnTo>
                    <a:lnTo>
                      <a:pt x="292" y="284"/>
                    </a:lnTo>
                    <a:lnTo>
                      <a:pt x="289" y="287"/>
                    </a:lnTo>
                    <a:lnTo>
                      <a:pt x="284" y="290"/>
                    </a:lnTo>
                    <a:lnTo>
                      <a:pt x="278" y="291"/>
                    </a:lnTo>
                    <a:lnTo>
                      <a:pt x="275" y="293"/>
                    </a:lnTo>
                    <a:lnTo>
                      <a:pt x="272" y="294"/>
                    </a:lnTo>
                    <a:lnTo>
                      <a:pt x="269" y="295"/>
                    </a:lnTo>
                    <a:lnTo>
                      <a:pt x="267" y="297"/>
                    </a:lnTo>
                    <a:lnTo>
                      <a:pt x="266" y="299"/>
                    </a:lnTo>
                    <a:lnTo>
                      <a:pt x="265" y="302"/>
                    </a:lnTo>
                    <a:lnTo>
                      <a:pt x="262" y="303"/>
                    </a:lnTo>
                    <a:lnTo>
                      <a:pt x="259" y="303"/>
                    </a:lnTo>
                    <a:lnTo>
                      <a:pt x="256" y="303"/>
                    </a:lnTo>
                    <a:lnTo>
                      <a:pt x="253" y="304"/>
                    </a:lnTo>
                    <a:lnTo>
                      <a:pt x="243" y="311"/>
                    </a:lnTo>
                    <a:lnTo>
                      <a:pt x="233" y="319"/>
                    </a:lnTo>
                    <a:lnTo>
                      <a:pt x="228" y="323"/>
                    </a:lnTo>
                    <a:lnTo>
                      <a:pt x="224" y="327"/>
                    </a:lnTo>
                    <a:lnTo>
                      <a:pt x="219" y="331"/>
                    </a:lnTo>
                    <a:lnTo>
                      <a:pt x="215" y="336"/>
                    </a:lnTo>
                    <a:lnTo>
                      <a:pt x="208" y="331"/>
                    </a:lnTo>
                    <a:lnTo>
                      <a:pt x="200" y="327"/>
                    </a:lnTo>
                    <a:lnTo>
                      <a:pt x="196" y="325"/>
                    </a:lnTo>
                    <a:lnTo>
                      <a:pt x="192" y="323"/>
                    </a:lnTo>
                    <a:lnTo>
                      <a:pt x="189" y="323"/>
                    </a:lnTo>
                    <a:lnTo>
                      <a:pt x="187" y="323"/>
                    </a:lnTo>
                    <a:lnTo>
                      <a:pt x="184" y="323"/>
                    </a:lnTo>
                    <a:lnTo>
                      <a:pt x="181" y="323"/>
                    </a:lnTo>
                    <a:lnTo>
                      <a:pt x="180" y="324"/>
                    </a:lnTo>
                    <a:lnTo>
                      <a:pt x="179" y="327"/>
                    </a:lnTo>
                    <a:lnTo>
                      <a:pt x="176" y="329"/>
                    </a:lnTo>
                    <a:lnTo>
                      <a:pt x="174" y="332"/>
                    </a:lnTo>
                    <a:lnTo>
                      <a:pt x="169" y="338"/>
                    </a:lnTo>
                    <a:lnTo>
                      <a:pt x="164" y="343"/>
                    </a:lnTo>
                    <a:lnTo>
                      <a:pt x="157" y="348"/>
                    </a:lnTo>
                    <a:lnTo>
                      <a:pt x="151" y="353"/>
                    </a:lnTo>
                    <a:lnTo>
                      <a:pt x="148" y="355"/>
                    </a:lnTo>
                    <a:lnTo>
                      <a:pt x="146" y="357"/>
                    </a:lnTo>
                    <a:lnTo>
                      <a:pt x="143" y="358"/>
                    </a:lnTo>
                    <a:lnTo>
                      <a:pt x="141" y="359"/>
                    </a:lnTo>
                    <a:lnTo>
                      <a:pt x="140" y="360"/>
                    </a:lnTo>
                    <a:lnTo>
                      <a:pt x="138" y="360"/>
                    </a:lnTo>
                    <a:lnTo>
                      <a:pt x="137" y="359"/>
                    </a:lnTo>
                    <a:lnTo>
                      <a:pt x="136" y="359"/>
                    </a:lnTo>
                    <a:lnTo>
                      <a:pt x="134" y="358"/>
                    </a:lnTo>
                    <a:lnTo>
                      <a:pt x="132" y="357"/>
                    </a:lnTo>
                    <a:lnTo>
                      <a:pt x="129" y="356"/>
                    </a:lnTo>
                    <a:lnTo>
                      <a:pt x="126" y="356"/>
                    </a:lnTo>
                    <a:lnTo>
                      <a:pt x="124" y="356"/>
                    </a:lnTo>
                    <a:lnTo>
                      <a:pt x="121" y="356"/>
                    </a:lnTo>
                    <a:lnTo>
                      <a:pt x="117" y="356"/>
                    </a:lnTo>
                    <a:lnTo>
                      <a:pt x="114" y="356"/>
                    </a:lnTo>
                    <a:lnTo>
                      <a:pt x="113" y="356"/>
                    </a:lnTo>
                    <a:lnTo>
                      <a:pt x="112" y="356"/>
                    </a:lnTo>
                    <a:lnTo>
                      <a:pt x="110" y="356"/>
                    </a:lnTo>
                    <a:lnTo>
                      <a:pt x="108" y="355"/>
                    </a:lnTo>
                    <a:lnTo>
                      <a:pt x="107" y="354"/>
                    </a:lnTo>
                    <a:lnTo>
                      <a:pt x="105" y="352"/>
                    </a:lnTo>
                    <a:lnTo>
                      <a:pt x="103" y="351"/>
                    </a:lnTo>
                    <a:lnTo>
                      <a:pt x="100" y="347"/>
                    </a:lnTo>
                    <a:lnTo>
                      <a:pt x="98" y="346"/>
                    </a:lnTo>
                    <a:lnTo>
                      <a:pt x="97" y="345"/>
                    </a:lnTo>
                    <a:lnTo>
                      <a:pt x="96" y="345"/>
                    </a:lnTo>
                    <a:lnTo>
                      <a:pt x="96" y="343"/>
                    </a:lnTo>
                    <a:lnTo>
                      <a:pt x="96" y="343"/>
                    </a:lnTo>
                    <a:lnTo>
                      <a:pt x="96" y="340"/>
                    </a:lnTo>
                    <a:lnTo>
                      <a:pt x="98" y="339"/>
                    </a:lnTo>
                    <a:lnTo>
                      <a:pt x="101" y="336"/>
                    </a:lnTo>
                    <a:lnTo>
                      <a:pt x="104" y="334"/>
                    </a:lnTo>
                    <a:lnTo>
                      <a:pt x="107" y="331"/>
                    </a:lnTo>
                    <a:lnTo>
                      <a:pt x="111" y="330"/>
                    </a:lnTo>
                    <a:lnTo>
                      <a:pt x="115" y="328"/>
                    </a:lnTo>
                    <a:lnTo>
                      <a:pt x="119" y="327"/>
                    </a:lnTo>
                    <a:lnTo>
                      <a:pt x="122" y="325"/>
                    </a:lnTo>
                    <a:lnTo>
                      <a:pt x="131" y="323"/>
                    </a:lnTo>
                    <a:lnTo>
                      <a:pt x="138" y="320"/>
                    </a:lnTo>
                    <a:lnTo>
                      <a:pt x="141" y="319"/>
                    </a:lnTo>
                    <a:lnTo>
                      <a:pt x="144" y="319"/>
                    </a:lnTo>
                    <a:lnTo>
                      <a:pt x="148" y="318"/>
                    </a:lnTo>
                    <a:lnTo>
                      <a:pt x="152" y="318"/>
                    </a:lnTo>
                    <a:lnTo>
                      <a:pt x="155" y="317"/>
                    </a:lnTo>
                    <a:lnTo>
                      <a:pt x="158" y="316"/>
                    </a:lnTo>
                    <a:lnTo>
                      <a:pt x="160" y="315"/>
                    </a:lnTo>
                    <a:lnTo>
                      <a:pt x="160" y="315"/>
                    </a:lnTo>
                    <a:lnTo>
                      <a:pt x="162" y="315"/>
                    </a:lnTo>
                    <a:lnTo>
                      <a:pt x="163" y="314"/>
                    </a:lnTo>
                    <a:lnTo>
                      <a:pt x="165" y="311"/>
                    </a:lnTo>
                    <a:lnTo>
                      <a:pt x="166" y="309"/>
                    </a:lnTo>
                    <a:lnTo>
                      <a:pt x="167" y="307"/>
                    </a:lnTo>
                    <a:lnTo>
                      <a:pt x="167" y="304"/>
                    </a:lnTo>
                    <a:lnTo>
                      <a:pt x="167" y="303"/>
                    </a:lnTo>
                    <a:lnTo>
                      <a:pt x="167" y="299"/>
                    </a:lnTo>
                    <a:lnTo>
                      <a:pt x="167" y="297"/>
                    </a:lnTo>
                    <a:lnTo>
                      <a:pt x="166" y="295"/>
                    </a:lnTo>
                    <a:lnTo>
                      <a:pt x="165" y="288"/>
                    </a:lnTo>
                    <a:lnTo>
                      <a:pt x="164" y="283"/>
                    </a:lnTo>
                    <a:lnTo>
                      <a:pt x="164" y="279"/>
                    </a:lnTo>
                    <a:lnTo>
                      <a:pt x="164" y="276"/>
                    </a:lnTo>
                    <a:lnTo>
                      <a:pt x="164" y="274"/>
                    </a:lnTo>
                    <a:lnTo>
                      <a:pt x="165" y="270"/>
                    </a:lnTo>
                    <a:lnTo>
                      <a:pt x="168" y="263"/>
                    </a:lnTo>
                    <a:lnTo>
                      <a:pt x="172" y="254"/>
                    </a:lnTo>
                    <a:lnTo>
                      <a:pt x="176" y="246"/>
                    </a:lnTo>
                    <a:lnTo>
                      <a:pt x="180" y="238"/>
                    </a:lnTo>
                    <a:lnTo>
                      <a:pt x="184" y="230"/>
                    </a:lnTo>
                    <a:lnTo>
                      <a:pt x="188" y="221"/>
                    </a:lnTo>
                    <a:lnTo>
                      <a:pt x="189" y="217"/>
                    </a:lnTo>
                    <a:lnTo>
                      <a:pt x="190" y="214"/>
                    </a:lnTo>
                    <a:lnTo>
                      <a:pt x="191" y="210"/>
                    </a:lnTo>
                    <a:lnTo>
                      <a:pt x="191" y="206"/>
                    </a:lnTo>
                    <a:lnTo>
                      <a:pt x="188" y="205"/>
                    </a:lnTo>
                    <a:lnTo>
                      <a:pt x="184" y="203"/>
                    </a:lnTo>
                    <a:lnTo>
                      <a:pt x="182" y="201"/>
                    </a:lnTo>
                    <a:lnTo>
                      <a:pt x="179" y="200"/>
                    </a:lnTo>
                    <a:lnTo>
                      <a:pt x="178" y="199"/>
                    </a:lnTo>
                    <a:lnTo>
                      <a:pt x="176" y="199"/>
                    </a:lnTo>
                    <a:lnTo>
                      <a:pt x="175" y="199"/>
                    </a:lnTo>
                    <a:lnTo>
                      <a:pt x="174" y="199"/>
                    </a:lnTo>
                    <a:lnTo>
                      <a:pt x="172" y="200"/>
                    </a:lnTo>
                    <a:lnTo>
                      <a:pt x="169" y="201"/>
                    </a:lnTo>
                    <a:lnTo>
                      <a:pt x="166" y="204"/>
                    </a:lnTo>
                    <a:lnTo>
                      <a:pt x="163" y="206"/>
                    </a:lnTo>
                    <a:lnTo>
                      <a:pt x="159" y="206"/>
                    </a:lnTo>
                    <a:lnTo>
                      <a:pt x="155" y="207"/>
                    </a:lnTo>
                    <a:lnTo>
                      <a:pt x="151" y="208"/>
                    </a:lnTo>
                    <a:lnTo>
                      <a:pt x="147" y="209"/>
                    </a:lnTo>
                    <a:lnTo>
                      <a:pt x="144" y="212"/>
                    </a:lnTo>
                    <a:lnTo>
                      <a:pt x="142" y="216"/>
                    </a:lnTo>
                    <a:lnTo>
                      <a:pt x="140" y="217"/>
                    </a:lnTo>
                    <a:lnTo>
                      <a:pt x="139" y="217"/>
                    </a:lnTo>
                    <a:lnTo>
                      <a:pt x="138" y="217"/>
                    </a:lnTo>
                    <a:lnTo>
                      <a:pt x="136" y="217"/>
                    </a:lnTo>
                    <a:lnTo>
                      <a:pt x="135" y="217"/>
                    </a:lnTo>
                    <a:lnTo>
                      <a:pt x="133" y="217"/>
                    </a:lnTo>
                    <a:lnTo>
                      <a:pt x="132" y="217"/>
                    </a:lnTo>
                    <a:lnTo>
                      <a:pt x="130" y="218"/>
                    </a:lnTo>
                    <a:lnTo>
                      <a:pt x="115" y="229"/>
                    </a:lnTo>
                    <a:lnTo>
                      <a:pt x="106" y="235"/>
                    </a:lnTo>
                    <a:lnTo>
                      <a:pt x="101" y="238"/>
                    </a:lnTo>
                    <a:lnTo>
                      <a:pt x="100" y="239"/>
                    </a:lnTo>
                    <a:lnTo>
                      <a:pt x="96" y="241"/>
                    </a:lnTo>
                    <a:lnTo>
                      <a:pt x="92" y="243"/>
                    </a:lnTo>
                    <a:lnTo>
                      <a:pt x="90" y="243"/>
                    </a:lnTo>
                    <a:lnTo>
                      <a:pt x="87" y="246"/>
                    </a:lnTo>
                    <a:lnTo>
                      <a:pt x="83" y="248"/>
                    </a:lnTo>
                    <a:lnTo>
                      <a:pt x="79" y="250"/>
                    </a:lnTo>
                    <a:lnTo>
                      <a:pt x="80" y="250"/>
                    </a:lnTo>
                    <a:lnTo>
                      <a:pt x="80" y="250"/>
                    </a:lnTo>
                    <a:lnTo>
                      <a:pt x="80" y="251"/>
                    </a:lnTo>
                    <a:lnTo>
                      <a:pt x="79" y="251"/>
                    </a:lnTo>
                    <a:lnTo>
                      <a:pt x="78" y="252"/>
                    </a:lnTo>
                    <a:lnTo>
                      <a:pt x="77" y="253"/>
                    </a:lnTo>
                    <a:lnTo>
                      <a:pt x="76" y="254"/>
                    </a:lnTo>
                    <a:lnTo>
                      <a:pt x="75" y="254"/>
                    </a:lnTo>
                    <a:lnTo>
                      <a:pt x="74" y="254"/>
                    </a:lnTo>
                    <a:lnTo>
                      <a:pt x="74" y="254"/>
                    </a:lnTo>
                    <a:lnTo>
                      <a:pt x="74" y="254"/>
                    </a:lnTo>
                    <a:lnTo>
                      <a:pt x="74" y="254"/>
                    </a:lnTo>
                    <a:lnTo>
                      <a:pt x="69" y="255"/>
                    </a:lnTo>
                    <a:lnTo>
                      <a:pt x="64" y="257"/>
                    </a:lnTo>
                    <a:lnTo>
                      <a:pt x="63" y="257"/>
                    </a:lnTo>
                    <a:lnTo>
                      <a:pt x="58" y="257"/>
                    </a:lnTo>
                    <a:lnTo>
                      <a:pt x="53" y="258"/>
                    </a:lnTo>
                    <a:lnTo>
                      <a:pt x="52" y="257"/>
                    </a:lnTo>
                    <a:lnTo>
                      <a:pt x="50" y="257"/>
                    </a:lnTo>
                    <a:lnTo>
                      <a:pt x="48" y="256"/>
                    </a:lnTo>
                    <a:lnTo>
                      <a:pt x="46" y="255"/>
                    </a:lnTo>
                    <a:lnTo>
                      <a:pt x="44" y="254"/>
                    </a:lnTo>
                    <a:lnTo>
                      <a:pt x="42" y="252"/>
                    </a:lnTo>
                    <a:lnTo>
                      <a:pt x="40" y="25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6" name="iṣľíḍê"/>
              <p:cNvSpPr/>
              <p:nvPr userDrawn="1"/>
            </p:nvSpPr>
            <p:spPr bwMode="auto">
              <a:xfrm>
                <a:off x="5662613" y="3254376"/>
                <a:ext cx="147638" cy="69850"/>
              </a:xfrm>
              <a:custGeom>
                <a:avLst/>
                <a:gdLst>
                  <a:gd name="T0" fmla="*/ 68 w 93"/>
                  <a:gd name="T1" fmla="*/ 0 h 44"/>
                  <a:gd name="T2" fmla="*/ 70 w 93"/>
                  <a:gd name="T3" fmla="*/ 0 h 44"/>
                  <a:gd name="T4" fmla="*/ 72 w 93"/>
                  <a:gd name="T5" fmla="*/ 0 h 44"/>
                  <a:gd name="T6" fmla="*/ 75 w 93"/>
                  <a:gd name="T7" fmla="*/ 1 h 44"/>
                  <a:gd name="T8" fmla="*/ 76 w 93"/>
                  <a:gd name="T9" fmla="*/ 1 h 44"/>
                  <a:gd name="T10" fmla="*/ 79 w 93"/>
                  <a:gd name="T11" fmla="*/ 3 h 44"/>
                  <a:gd name="T12" fmla="*/ 81 w 93"/>
                  <a:gd name="T13" fmla="*/ 4 h 44"/>
                  <a:gd name="T14" fmla="*/ 83 w 93"/>
                  <a:gd name="T15" fmla="*/ 5 h 44"/>
                  <a:gd name="T16" fmla="*/ 85 w 93"/>
                  <a:gd name="T17" fmla="*/ 7 h 44"/>
                  <a:gd name="T18" fmla="*/ 87 w 93"/>
                  <a:gd name="T19" fmla="*/ 8 h 44"/>
                  <a:gd name="T20" fmla="*/ 88 w 93"/>
                  <a:gd name="T21" fmla="*/ 10 h 44"/>
                  <a:gd name="T22" fmla="*/ 89 w 93"/>
                  <a:gd name="T23" fmla="*/ 12 h 44"/>
                  <a:gd name="T24" fmla="*/ 91 w 93"/>
                  <a:gd name="T25" fmla="*/ 14 h 44"/>
                  <a:gd name="T26" fmla="*/ 92 w 93"/>
                  <a:gd name="T27" fmla="*/ 16 h 44"/>
                  <a:gd name="T28" fmla="*/ 93 w 93"/>
                  <a:gd name="T29" fmla="*/ 18 h 44"/>
                  <a:gd name="T30" fmla="*/ 93 w 93"/>
                  <a:gd name="T31" fmla="*/ 20 h 44"/>
                  <a:gd name="T32" fmla="*/ 93 w 93"/>
                  <a:gd name="T33" fmla="*/ 22 h 44"/>
                  <a:gd name="T34" fmla="*/ 91 w 93"/>
                  <a:gd name="T35" fmla="*/ 25 h 44"/>
                  <a:gd name="T36" fmla="*/ 88 w 93"/>
                  <a:gd name="T37" fmla="*/ 30 h 44"/>
                  <a:gd name="T38" fmla="*/ 86 w 93"/>
                  <a:gd name="T39" fmla="*/ 32 h 44"/>
                  <a:gd name="T40" fmla="*/ 84 w 93"/>
                  <a:gd name="T41" fmla="*/ 33 h 44"/>
                  <a:gd name="T42" fmla="*/ 83 w 93"/>
                  <a:gd name="T43" fmla="*/ 35 h 44"/>
                  <a:gd name="T44" fmla="*/ 81 w 93"/>
                  <a:gd name="T45" fmla="*/ 36 h 44"/>
                  <a:gd name="T46" fmla="*/ 78 w 93"/>
                  <a:gd name="T47" fmla="*/ 38 h 44"/>
                  <a:gd name="T48" fmla="*/ 72 w 93"/>
                  <a:gd name="T49" fmla="*/ 39 h 44"/>
                  <a:gd name="T50" fmla="*/ 65 w 93"/>
                  <a:gd name="T51" fmla="*/ 40 h 44"/>
                  <a:gd name="T52" fmla="*/ 57 w 93"/>
                  <a:gd name="T53" fmla="*/ 42 h 44"/>
                  <a:gd name="T54" fmla="*/ 49 w 93"/>
                  <a:gd name="T55" fmla="*/ 43 h 44"/>
                  <a:gd name="T56" fmla="*/ 42 w 93"/>
                  <a:gd name="T57" fmla="*/ 44 h 44"/>
                  <a:gd name="T58" fmla="*/ 37 w 93"/>
                  <a:gd name="T59" fmla="*/ 44 h 44"/>
                  <a:gd name="T60" fmla="*/ 35 w 93"/>
                  <a:gd name="T61" fmla="*/ 44 h 44"/>
                  <a:gd name="T62" fmla="*/ 31 w 93"/>
                  <a:gd name="T63" fmla="*/ 39 h 44"/>
                  <a:gd name="T64" fmla="*/ 28 w 93"/>
                  <a:gd name="T65" fmla="*/ 34 h 44"/>
                  <a:gd name="T66" fmla="*/ 23 w 93"/>
                  <a:gd name="T67" fmla="*/ 32 h 44"/>
                  <a:gd name="T68" fmla="*/ 18 w 93"/>
                  <a:gd name="T69" fmla="*/ 30 h 44"/>
                  <a:gd name="T70" fmla="*/ 14 w 93"/>
                  <a:gd name="T71" fmla="*/ 29 h 44"/>
                  <a:gd name="T72" fmla="*/ 10 w 93"/>
                  <a:gd name="T73" fmla="*/ 28 h 44"/>
                  <a:gd name="T74" fmla="*/ 8 w 93"/>
                  <a:gd name="T75" fmla="*/ 27 h 44"/>
                  <a:gd name="T76" fmla="*/ 6 w 93"/>
                  <a:gd name="T77" fmla="*/ 25 h 44"/>
                  <a:gd name="T78" fmla="*/ 5 w 93"/>
                  <a:gd name="T79" fmla="*/ 24 h 44"/>
                  <a:gd name="T80" fmla="*/ 4 w 93"/>
                  <a:gd name="T81" fmla="*/ 22 h 44"/>
                  <a:gd name="T82" fmla="*/ 2 w 93"/>
                  <a:gd name="T83" fmla="*/ 20 h 44"/>
                  <a:gd name="T84" fmla="*/ 1 w 93"/>
                  <a:gd name="T85" fmla="*/ 17 h 44"/>
                  <a:gd name="T86" fmla="*/ 0 w 93"/>
                  <a:gd name="T87" fmla="*/ 15 h 44"/>
                  <a:gd name="T88" fmla="*/ 0 w 93"/>
                  <a:gd name="T89" fmla="*/ 11 h 44"/>
                  <a:gd name="T90" fmla="*/ 4 w 93"/>
                  <a:gd name="T91" fmla="*/ 9 h 44"/>
                  <a:gd name="T92" fmla="*/ 8 w 93"/>
                  <a:gd name="T93" fmla="*/ 8 h 44"/>
                  <a:gd name="T94" fmla="*/ 12 w 93"/>
                  <a:gd name="T95" fmla="*/ 7 h 44"/>
                  <a:gd name="T96" fmla="*/ 17 w 93"/>
                  <a:gd name="T97" fmla="*/ 7 h 44"/>
                  <a:gd name="T98" fmla="*/ 28 w 93"/>
                  <a:gd name="T99" fmla="*/ 6 h 44"/>
                  <a:gd name="T100" fmla="*/ 39 w 93"/>
                  <a:gd name="T101" fmla="*/ 6 h 44"/>
                  <a:gd name="T102" fmla="*/ 40 w 93"/>
                  <a:gd name="T103" fmla="*/ 5 h 44"/>
                  <a:gd name="T104" fmla="*/ 41 w 93"/>
                  <a:gd name="T105" fmla="*/ 4 h 44"/>
                  <a:gd name="T106" fmla="*/ 43 w 93"/>
                  <a:gd name="T107" fmla="*/ 3 h 44"/>
                  <a:gd name="T108" fmla="*/ 45 w 93"/>
                  <a:gd name="T109" fmla="*/ 3 h 44"/>
                  <a:gd name="T110" fmla="*/ 48 w 93"/>
                  <a:gd name="T111" fmla="*/ 2 h 44"/>
                  <a:gd name="T112" fmla="*/ 53 w 93"/>
                  <a:gd name="T113" fmla="*/ 2 h 44"/>
                  <a:gd name="T114" fmla="*/ 58 w 93"/>
                  <a:gd name="T115" fmla="*/ 3 h 44"/>
                  <a:gd name="T116" fmla="*/ 62 w 93"/>
                  <a:gd name="T117" fmla="*/ 2 h 44"/>
                  <a:gd name="T118" fmla="*/ 64 w 93"/>
                  <a:gd name="T119" fmla="*/ 2 h 44"/>
                  <a:gd name="T120" fmla="*/ 65 w 93"/>
                  <a:gd name="T121" fmla="*/ 1 h 44"/>
                  <a:gd name="T122" fmla="*/ 67 w 93"/>
                  <a:gd name="T123" fmla="*/ 0 h 44"/>
                  <a:gd name="T124" fmla="*/ 68 w 93"/>
                  <a:gd name="T1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3" h="44">
                    <a:moveTo>
                      <a:pt x="68" y="0"/>
                    </a:moveTo>
                    <a:lnTo>
                      <a:pt x="70" y="0"/>
                    </a:lnTo>
                    <a:lnTo>
                      <a:pt x="72" y="0"/>
                    </a:lnTo>
                    <a:lnTo>
                      <a:pt x="75" y="1"/>
                    </a:lnTo>
                    <a:lnTo>
                      <a:pt x="76" y="1"/>
                    </a:lnTo>
                    <a:lnTo>
                      <a:pt x="79" y="3"/>
                    </a:lnTo>
                    <a:lnTo>
                      <a:pt x="81" y="4"/>
                    </a:lnTo>
                    <a:lnTo>
                      <a:pt x="83" y="5"/>
                    </a:lnTo>
                    <a:lnTo>
                      <a:pt x="85" y="7"/>
                    </a:lnTo>
                    <a:lnTo>
                      <a:pt x="87" y="8"/>
                    </a:lnTo>
                    <a:lnTo>
                      <a:pt x="88" y="10"/>
                    </a:lnTo>
                    <a:lnTo>
                      <a:pt x="89" y="12"/>
                    </a:lnTo>
                    <a:lnTo>
                      <a:pt x="91" y="14"/>
                    </a:lnTo>
                    <a:lnTo>
                      <a:pt x="92" y="16"/>
                    </a:lnTo>
                    <a:lnTo>
                      <a:pt x="93" y="18"/>
                    </a:lnTo>
                    <a:lnTo>
                      <a:pt x="93" y="20"/>
                    </a:lnTo>
                    <a:lnTo>
                      <a:pt x="93" y="22"/>
                    </a:lnTo>
                    <a:lnTo>
                      <a:pt x="91" y="25"/>
                    </a:lnTo>
                    <a:lnTo>
                      <a:pt x="88" y="30"/>
                    </a:lnTo>
                    <a:lnTo>
                      <a:pt x="86" y="32"/>
                    </a:lnTo>
                    <a:lnTo>
                      <a:pt x="84" y="33"/>
                    </a:lnTo>
                    <a:lnTo>
                      <a:pt x="83" y="35"/>
                    </a:lnTo>
                    <a:lnTo>
                      <a:pt x="81" y="36"/>
                    </a:lnTo>
                    <a:lnTo>
                      <a:pt x="78" y="38"/>
                    </a:lnTo>
                    <a:lnTo>
                      <a:pt x="72" y="39"/>
                    </a:lnTo>
                    <a:lnTo>
                      <a:pt x="65" y="40"/>
                    </a:lnTo>
                    <a:lnTo>
                      <a:pt x="57" y="42"/>
                    </a:lnTo>
                    <a:lnTo>
                      <a:pt x="49" y="43"/>
                    </a:lnTo>
                    <a:lnTo>
                      <a:pt x="42" y="44"/>
                    </a:lnTo>
                    <a:lnTo>
                      <a:pt x="37" y="44"/>
                    </a:lnTo>
                    <a:lnTo>
                      <a:pt x="35" y="44"/>
                    </a:lnTo>
                    <a:lnTo>
                      <a:pt x="31" y="39"/>
                    </a:lnTo>
                    <a:lnTo>
                      <a:pt x="28" y="34"/>
                    </a:lnTo>
                    <a:lnTo>
                      <a:pt x="23" y="32"/>
                    </a:lnTo>
                    <a:lnTo>
                      <a:pt x="18" y="30"/>
                    </a:lnTo>
                    <a:lnTo>
                      <a:pt x="14" y="29"/>
                    </a:lnTo>
                    <a:lnTo>
                      <a:pt x="10" y="28"/>
                    </a:lnTo>
                    <a:lnTo>
                      <a:pt x="8" y="27"/>
                    </a:lnTo>
                    <a:lnTo>
                      <a:pt x="6" y="25"/>
                    </a:lnTo>
                    <a:lnTo>
                      <a:pt x="5" y="24"/>
                    </a:lnTo>
                    <a:lnTo>
                      <a:pt x="4" y="22"/>
                    </a:lnTo>
                    <a:lnTo>
                      <a:pt x="2" y="20"/>
                    </a:lnTo>
                    <a:lnTo>
                      <a:pt x="1" y="17"/>
                    </a:lnTo>
                    <a:lnTo>
                      <a:pt x="0" y="15"/>
                    </a:lnTo>
                    <a:lnTo>
                      <a:pt x="0" y="11"/>
                    </a:lnTo>
                    <a:lnTo>
                      <a:pt x="4" y="9"/>
                    </a:lnTo>
                    <a:lnTo>
                      <a:pt x="8" y="8"/>
                    </a:lnTo>
                    <a:lnTo>
                      <a:pt x="12" y="7"/>
                    </a:lnTo>
                    <a:lnTo>
                      <a:pt x="17" y="7"/>
                    </a:lnTo>
                    <a:lnTo>
                      <a:pt x="28" y="6"/>
                    </a:lnTo>
                    <a:lnTo>
                      <a:pt x="39" y="6"/>
                    </a:lnTo>
                    <a:lnTo>
                      <a:pt x="40" y="5"/>
                    </a:lnTo>
                    <a:lnTo>
                      <a:pt x="41" y="4"/>
                    </a:lnTo>
                    <a:lnTo>
                      <a:pt x="43" y="3"/>
                    </a:lnTo>
                    <a:lnTo>
                      <a:pt x="45" y="3"/>
                    </a:lnTo>
                    <a:lnTo>
                      <a:pt x="48" y="2"/>
                    </a:lnTo>
                    <a:lnTo>
                      <a:pt x="53" y="2"/>
                    </a:lnTo>
                    <a:lnTo>
                      <a:pt x="58" y="3"/>
                    </a:lnTo>
                    <a:lnTo>
                      <a:pt x="62" y="2"/>
                    </a:lnTo>
                    <a:lnTo>
                      <a:pt x="64" y="2"/>
                    </a:lnTo>
                    <a:lnTo>
                      <a:pt x="65" y="1"/>
                    </a:lnTo>
                    <a:lnTo>
                      <a:pt x="67" y="0"/>
                    </a:lnTo>
                    <a:lnTo>
                      <a:pt x="68"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7" name="ïsḻîďe"/>
              <p:cNvSpPr/>
              <p:nvPr userDrawn="1"/>
            </p:nvSpPr>
            <p:spPr bwMode="auto">
              <a:xfrm>
                <a:off x="5418138" y="3278188"/>
                <a:ext cx="92075" cy="284163"/>
              </a:xfrm>
              <a:custGeom>
                <a:avLst/>
                <a:gdLst>
                  <a:gd name="T0" fmla="*/ 28 w 58"/>
                  <a:gd name="T1" fmla="*/ 1 h 179"/>
                  <a:gd name="T2" fmla="*/ 31 w 58"/>
                  <a:gd name="T3" fmla="*/ 2 h 179"/>
                  <a:gd name="T4" fmla="*/ 33 w 58"/>
                  <a:gd name="T5" fmla="*/ 6 h 179"/>
                  <a:gd name="T6" fmla="*/ 38 w 58"/>
                  <a:gd name="T7" fmla="*/ 14 h 179"/>
                  <a:gd name="T8" fmla="*/ 43 w 58"/>
                  <a:gd name="T9" fmla="*/ 22 h 179"/>
                  <a:gd name="T10" fmla="*/ 46 w 58"/>
                  <a:gd name="T11" fmla="*/ 29 h 179"/>
                  <a:gd name="T12" fmla="*/ 47 w 58"/>
                  <a:gd name="T13" fmla="*/ 40 h 179"/>
                  <a:gd name="T14" fmla="*/ 49 w 58"/>
                  <a:gd name="T15" fmla="*/ 49 h 179"/>
                  <a:gd name="T16" fmla="*/ 49 w 58"/>
                  <a:gd name="T17" fmla="*/ 55 h 179"/>
                  <a:gd name="T18" fmla="*/ 51 w 58"/>
                  <a:gd name="T19" fmla="*/ 65 h 179"/>
                  <a:gd name="T20" fmla="*/ 55 w 58"/>
                  <a:gd name="T21" fmla="*/ 79 h 179"/>
                  <a:gd name="T22" fmla="*/ 58 w 58"/>
                  <a:gd name="T23" fmla="*/ 96 h 179"/>
                  <a:gd name="T24" fmla="*/ 58 w 58"/>
                  <a:gd name="T25" fmla="*/ 113 h 179"/>
                  <a:gd name="T26" fmla="*/ 57 w 58"/>
                  <a:gd name="T27" fmla="*/ 131 h 179"/>
                  <a:gd name="T28" fmla="*/ 54 w 58"/>
                  <a:gd name="T29" fmla="*/ 148 h 179"/>
                  <a:gd name="T30" fmla="*/ 50 w 58"/>
                  <a:gd name="T31" fmla="*/ 159 h 179"/>
                  <a:gd name="T32" fmla="*/ 46 w 58"/>
                  <a:gd name="T33" fmla="*/ 166 h 179"/>
                  <a:gd name="T34" fmla="*/ 42 w 58"/>
                  <a:gd name="T35" fmla="*/ 172 h 179"/>
                  <a:gd name="T36" fmla="*/ 38 w 58"/>
                  <a:gd name="T37" fmla="*/ 177 h 179"/>
                  <a:gd name="T38" fmla="*/ 33 w 58"/>
                  <a:gd name="T39" fmla="*/ 179 h 179"/>
                  <a:gd name="T40" fmla="*/ 27 w 58"/>
                  <a:gd name="T41" fmla="*/ 179 h 179"/>
                  <a:gd name="T42" fmla="*/ 22 w 58"/>
                  <a:gd name="T43" fmla="*/ 176 h 179"/>
                  <a:gd name="T44" fmla="*/ 16 w 58"/>
                  <a:gd name="T45" fmla="*/ 170 h 179"/>
                  <a:gd name="T46" fmla="*/ 10 w 58"/>
                  <a:gd name="T47" fmla="*/ 165 h 179"/>
                  <a:gd name="T48" fmla="*/ 5 w 58"/>
                  <a:gd name="T49" fmla="*/ 159 h 179"/>
                  <a:gd name="T50" fmla="*/ 2 w 58"/>
                  <a:gd name="T51" fmla="*/ 154 h 179"/>
                  <a:gd name="T52" fmla="*/ 1 w 58"/>
                  <a:gd name="T53" fmla="*/ 151 h 179"/>
                  <a:gd name="T54" fmla="*/ 0 w 58"/>
                  <a:gd name="T55" fmla="*/ 144 h 179"/>
                  <a:gd name="T56" fmla="*/ 2 w 58"/>
                  <a:gd name="T57" fmla="*/ 131 h 179"/>
                  <a:gd name="T58" fmla="*/ 4 w 58"/>
                  <a:gd name="T59" fmla="*/ 117 h 179"/>
                  <a:gd name="T60" fmla="*/ 10 w 58"/>
                  <a:gd name="T61" fmla="*/ 96 h 179"/>
                  <a:gd name="T62" fmla="*/ 17 w 58"/>
                  <a:gd name="T63" fmla="*/ 72 h 179"/>
                  <a:gd name="T64" fmla="*/ 20 w 58"/>
                  <a:gd name="T65" fmla="*/ 61 h 179"/>
                  <a:gd name="T66" fmla="*/ 21 w 58"/>
                  <a:gd name="T67" fmla="*/ 53 h 179"/>
                  <a:gd name="T68" fmla="*/ 19 w 58"/>
                  <a:gd name="T69" fmla="*/ 39 h 179"/>
                  <a:gd name="T70" fmla="*/ 18 w 58"/>
                  <a:gd name="T71" fmla="*/ 25 h 179"/>
                  <a:gd name="T72" fmla="*/ 17 w 58"/>
                  <a:gd name="T73" fmla="*/ 17 h 179"/>
                  <a:gd name="T74" fmla="*/ 18 w 58"/>
                  <a:gd name="T75" fmla="*/ 9 h 179"/>
                  <a:gd name="T76" fmla="*/ 18 w 58"/>
                  <a:gd name="T77" fmla="*/ 5 h 179"/>
                  <a:gd name="T78" fmla="*/ 20 w 58"/>
                  <a:gd name="T79" fmla="*/ 3 h 179"/>
                  <a:gd name="T80" fmla="*/ 22 w 58"/>
                  <a:gd name="T81" fmla="*/ 1 h 179"/>
                  <a:gd name="T82" fmla="*/ 24 w 58"/>
                  <a:gd name="T83" fmla="*/ 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 h="179">
                    <a:moveTo>
                      <a:pt x="26" y="0"/>
                    </a:moveTo>
                    <a:lnTo>
                      <a:pt x="28" y="1"/>
                    </a:lnTo>
                    <a:lnTo>
                      <a:pt x="30" y="1"/>
                    </a:lnTo>
                    <a:lnTo>
                      <a:pt x="31" y="2"/>
                    </a:lnTo>
                    <a:lnTo>
                      <a:pt x="32" y="4"/>
                    </a:lnTo>
                    <a:lnTo>
                      <a:pt x="33" y="6"/>
                    </a:lnTo>
                    <a:lnTo>
                      <a:pt x="35" y="10"/>
                    </a:lnTo>
                    <a:lnTo>
                      <a:pt x="38" y="14"/>
                    </a:lnTo>
                    <a:lnTo>
                      <a:pt x="41" y="18"/>
                    </a:lnTo>
                    <a:lnTo>
                      <a:pt x="43" y="22"/>
                    </a:lnTo>
                    <a:lnTo>
                      <a:pt x="44" y="25"/>
                    </a:lnTo>
                    <a:lnTo>
                      <a:pt x="46" y="29"/>
                    </a:lnTo>
                    <a:lnTo>
                      <a:pt x="46" y="34"/>
                    </a:lnTo>
                    <a:lnTo>
                      <a:pt x="47" y="40"/>
                    </a:lnTo>
                    <a:lnTo>
                      <a:pt x="49" y="46"/>
                    </a:lnTo>
                    <a:lnTo>
                      <a:pt x="49" y="49"/>
                    </a:lnTo>
                    <a:lnTo>
                      <a:pt x="49" y="53"/>
                    </a:lnTo>
                    <a:lnTo>
                      <a:pt x="49" y="55"/>
                    </a:lnTo>
                    <a:lnTo>
                      <a:pt x="49" y="58"/>
                    </a:lnTo>
                    <a:lnTo>
                      <a:pt x="51" y="65"/>
                    </a:lnTo>
                    <a:lnTo>
                      <a:pt x="54" y="72"/>
                    </a:lnTo>
                    <a:lnTo>
                      <a:pt x="55" y="79"/>
                    </a:lnTo>
                    <a:lnTo>
                      <a:pt x="56" y="87"/>
                    </a:lnTo>
                    <a:lnTo>
                      <a:pt x="58" y="96"/>
                    </a:lnTo>
                    <a:lnTo>
                      <a:pt x="58" y="105"/>
                    </a:lnTo>
                    <a:lnTo>
                      <a:pt x="58" y="113"/>
                    </a:lnTo>
                    <a:lnTo>
                      <a:pt x="58" y="122"/>
                    </a:lnTo>
                    <a:lnTo>
                      <a:pt x="57" y="131"/>
                    </a:lnTo>
                    <a:lnTo>
                      <a:pt x="55" y="140"/>
                    </a:lnTo>
                    <a:lnTo>
                      <a:pt x="54" y="148"/>
                    </a:lnTo>
                    <a:lnTo>
                      <a:pt x="50" y="156"/>
                    </a:lnTo>
                    <a:lnTo>
                      <a:pt x="50" y="159"/>
                    </a:lnTo>
                    <a:lnTo>
                      <a:pt x="48" y="163"/>
                    </a:lnTo>
                    <a:lnTo>
                      <a:pt x="46" y="166"/>
                    </a:lnTo>
                    <a:lnTo>
                      <a:pt x="45" y="169"/>
                    </a:lnTo>
                    <a:lnTo>
                      <a:pt x="42" y="172"/>
                    </a:lnTo>
                    <a:lnTo>
                      <a:pt x="41" y="174"/>
                    </a:lnTo>
                    <a:lnTo>
                      <a:pt x="38" y="177"/>
                    </a:lnTo>
                    <a:lnTo>
                      <a:pt x="36" y="179"/>
                    </a:lnTo>
                    <a:lnTo>
                      <a:pt x="33" y="179"/>
                    </a:lnTo>
                    <a:lnTo>
                      <a:pt x="30" y="179"/>
                    </a:lnTo>
                    <a:lnTo>
                      <a:pt x="27" y="179"/>
                    </a:lnTo>
                    <a:lnTo>
                      <a:pt x="24" y="179"/>
                    </a:lnTo>
                    <a:lnTo>
                      <a:pt x="22" y="176"/>
                    </a:lnTo>
                    <a:lnTo>
                      <a:pt x="19" y="173"/>
                    </a:lnTo>
                    <a:lnTo>
                      <a:pt x="16" y="170"/>
                    </a:lnTo>
                    <a:lnTo>
                      <a:pt x="14" y="168"/>
                    </a:lnTo>
                    <a:lnTo>
                      <a:pt x="10" y="165"/>
                    </a:lnTo>
                    <a:lnTo>
                      <a:pt x="8" y="162"/>
                    </a:lnTo>
                    <a:lnTo>
                      <a:pt x="5" y="159"/>
                    </a:lnTo>
                    <a:lnTo>
                      <a:pt x="2" y="156"/>
                    </a:lnTo>
                    <a:lnTo>
                      <a:pt x="2" y="154"/>
                    </a:lnTo>
                    <a:lnTo>
                      <a:pt x="1" y="153"/>
                    </a:lnTo>
                    <a:lnTo>
                      <a:pt x="1" y="151"/>
                    </a:lnTo>
                    <a:lnTo>
                      <a:pt x="1" y="149"/>
                    </a:lnTo>
                    <a:lnTo>
                      <a:pt x="0" y="144"/>
                    </a:lnTo>
                    <a:lnTo>
                      <a:pt x="1" y="137"/>
                    </a:lnTo>
                    <a:lnTo>
                      <a:pt x="2" y="131"/>
                    </a:lnTo>
                    <a:lnTo>
                      <a:pt x="2" y="125"/>
                    </a:lnTo>
                    <a:lnTo>
                      <a:pt x="4" y="117"/>
                    </a:lnTo>
                    <a:lnTo>
                      <a:pt x="6" y="110"/>
                    </a:lnTo>
                    <a:lnTo>
                      <a:pt x="10" y="96"/>
                    </a:lnTo>
                    <a:lnTo>
                      <a:pt x="14" y="83"/>
                    </a:lnTo>
                    <a:lnTo>
                      <a:pt x="17" y="72"/>
                    </a:lnTo>
                    <a:lnTo>
                      <a:pt x="19" y="65"/>
                    </a:lnTo>
                    <a:lnTo>
                      <a:pt x="20" y="61"/>
                    </a:lnTo>
                    <a:lnTo>
                      <a:pt x="21" y="57"/>
                    </a:lnTo>
                    <a:lnTo>
                      <a:pt x="21" y="53"/>
                    </a:lnTo>
                    <a:lnTo>
                      <a:pt x="21" y="49"/>
                    </a:lnTo>
                    <a:lnTo>
                      <a:pt x="19" y="39"/>
                    </a:lnTo>
                    <a:lnTo>
                      <a:pt x="18" y="29"/>
                    </a:lnTo>
                    <a:lnTo>
                      <a:pt x="18" y="25"/>
                    </a:lnTo>
                    <a:lnTo>
                      <a:pt x="18" y="21"/>
                    </a:lnTo>
                    <a:lnTo>
                      <a:pt x="17" y="17"/>
                    </a:lnTo>
                    <a:lnTo>
                      <a:pt x="17" y="13"/>
                    </a:lnTo>
                    <a:lnTo>
                      <a:pt x="18" y="9"/>
                    </a:lnTo>
                    <a:lnTo>
                      <a:pt x="18" y="7"/>
                    </a:lnTo>
                    <a:lnTo>
                      <a:pt x="18" y="5"/>
                    </a:lnTo>
                    <a:lnTo>
                      <a:pt x="19" y="5"/>
                    </a:lnTo>
                    <a:lnTo>
                      <a:pt x="20" y="3"/>
                    </a:lnTo>
                    <a:lnTo>
                      <a:pt x="21" y="3"/>
                    </a:lnTo>
                    <a:lnTo>
                      <a:pt x="22" y="1"/>
                    </a:lnTo>
                    <a:lnTo>
                      <a:pt x="23" y="1"/>
                    </a:lnTo>
                    <a:lnTo>
                      <a:pt x="24" y="1"/>
                    </a:lnTo>
                    <a:lnTo>
                      <a:pt x="2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8" name="íşḻïḓe"/>
              <p:cNvSpPr/>
              <p:nvPr userDrawn="1"/>
            </p:nvSpPr>
            <p:spPr bwMode="auto">
              <a:xfrm>
                <a:off x="5619751" y="3341688"/>
                <a:ext cx="211138" cy="244475"/>
              </a:xfrm>
              <a:custGeom>
                <a:avLst/>
                <a:gdLst>
                  <a:gd name="T0" fmla="*/ 126 w 133"/>
                  <a:gd name="T1" fmla="*/ 1 h 154"/>
                  <a:gd name="T2" fmla="*/ 133 w 133"/>
                  <a:gd name="T3" fmla="*/ 5 h 154"/>
                  <a:gd name="T4" fmla="*/ 131 w 133"/>
                  <a:gd name="T5" fmla="*/ 11 h 154"/>
                  <a:gd name="T6" fmla="*/ 125 w 133"/>
                  <a:gd name="T7" fmla="*/ 23 h 154"/>
                  <a:gd name="T8" fmla="*/ 115 w 133"/>
                  <a:gd name="T9" fmla="*/ 33 h 154"/>
                  <a:gd name="T10" fmla="*/ 96 w 133"/>
                  <a:gd name="T11" fmla="*/ 49 h 154"/>
                  <a:gd name="T12" fmla="*/ 89 w 133"/>
                  <a:gd name="T13" fmla="*/ 58 h 154"/>
                  <a:gd name="T14" fmla="*/ 89 w 133"/>
                  <a:gd name="T15" fmla="*/ 67 h 154"/>
                  <a:gd name="T16" fmla="*/ 84 w 133"/>
                  <a:gd name="T17" fmla="*/ 74 h 154"/>
                  <a:gd name="T18" fmla="*/ 85 w 133"/>
                  <a:gd name="T19" fmla="*/ 85 h 154"/>
                  <a:gd name="T20" fmla="*/ 82 w 133"/>
                  <a:gd name="T21" fmla="*/ 95 h 154"/>
                  <a:gd name="T22" fmla="*/ 80 w 133"/>
                  <a:gd name="T23" fmla="*/ 108 h 154"/>
                  <a:gd name="T24" fmla="*/ 84 w 133"/>
                  <a:gd name="T25" fmla="*/ 128 h 154"/>
                  <a:gd name="T26" fmla="*/ 86 w 133"/>
                  <a:gd name="T27" fmla="*/ 139 h 154"/>
                  <a:gd name="T28" fmla="*/ 85 w 133"/>
                  <a:gd name="T29" fmla="*/ 145 h 154"/>
                  <a:gd name="T30" fmla="*/ 83 w 133"/>
                  <a:gd name="T31" fmla="*/ 149 h 154"/>
                  <a:gd name="T32" fmla="*/ 78 w 133"/>
                  <a:gd name="T33" fmla="*/ 153 h 154"/>
                  <a:gd name="T34" fmla="*/ 71 w 133"/>
                  <a:gd name="T35" fmla="*/ 154 h 154"/>
                  <a:gd name="T36" fmla="*/ 59 w 133"/>
                  <a:gd name="T37" fmla="*/ 152 h 154"/>
                  <a:gd name="T38" fmla="*/ 51 w 133"/>
                  <a:gd name="T39" fmla="*/ 149 h 154"/>
                  <a:gd name="T40" fmla="*/ 44 w 133"/>
                  <a:gd name="T41" fmla="*/ 146 h 154"/>
                  <a:gd name="T42" fmla="*/ 39 w 133"/>
                  <a:gd name="T43" fmla="*/ 141 h 154"/>
                  <a:gd name="T44" fmla="*/ 36 w 133"/>
                  <a:gd name="T45" fmla="*/ 137 h 154"/>
                  <a:gd name="T46" fmla="*/ 34 w 133"/>
                  <a:gd name="T47" fmla="*/ 123 h 154"/>
                  <a:gd name="T48" fmla="*/ 34 w 133"/>
                  <a:gd name="T49" fmla="*/ 107 h 154"/>
                  <a:gd name="T50" fmla="*/ 33 w 133"/>
                  <a:gd name="T51" fmla="*/ 83 h 154"/>
                  <a:gd name="T52" fmla="*/ 27 w 133"/>
                  <a:gd name="T53" fmla="*/ 81 h 154"/>
                  <a:gd name="T54" fmla="*/ 18 w 133"/>
                  <a:gd name="T55" fmla="*/ 85 h 154"/>
                  <a:gd name="T56" fmla="*/ 7 w 133"/>
                  <a:gd name="T57" fmla="*/ 77 h 154"/>
                  <a:gd name="T58" fmla="*/ 1 w 133"/>
                  <a:gd name="T59" fmla="*/ 69 h 154"/>
                  <a:gd name="T60" fmla="*/ 3 w 133"/>
                  <a:gd name="T61" fmla="*/ 65 h 154"/>
                  <a:gd name="T62" fmla="*/ 8 w 133"/>
                  <a:gd name="T63" fmla="*/ 61 h 154"/>
                  <a:gd name="T64" fmla="*/ 19 w 133"/>
                  <a:gd name="T65" fmla="*/ 61 h 154"/>
                  <a:gd name="T66" fmla="*/ 27 w 133"/>
                  <a:gd name="T67" fmla="*/ 60 h 154"/>
                  <a:gd name="T68" fmla="*/ 34 w 133"/>
                  <a:gd name="T69" fmla="*/ 55 h 154"/>
                  <a:gd name="T70" fmla="*/ 40 w 133"/>
                  <a:gd name="T71" fmla="*/ 46 h 154"/>
                  <a:gd name="T72" fmla="*/ 43 w 133"/>
                  <a:gd name="T73" fmla="*/ 41 h 154"/>
                  <a:gd name="T74" fmla="*/ 43 w 133"/>
                  <a:gd name="T75" fmla="*/ 28 h 154"/>
                  <a:gd name="T76" fmla="*/ 44 w 133"/>
                  <a:gd name="T77" fmla="*/ 21 h 154"/>
                  <a:gd name="T78" fmla="*/ 48 w 133"/>
                  <a:gd name="T79" fmla="*/ 17 h 154"/>
                  <a:gd name="T80" fmla="*/ 51 w 133"/>
                  <a:gd name="T81" fmla="*/ 14 h 154"/>
                  <a:gd name="T82" fmla="*/ 59 w 133"/>
                  <a:gd name="T83" fmla="*/ 15 h 154"/>
                  <a:gd name="T84" fmla="*/ 63 w 133"/>
                  <a:gd name="T85" fmla="*/ 19 h 154"/>
                  <a:gd name="T86" fmla="*/ 75 w 133"/>
                  <a:gd name="T87" fmla="*/ 25 h 154"/>
                  <a:gd name="T88" fmla="*/ 89 w 133"/>
                  <a:gd name="T89" fmla="*/ 28 h 154"/>
                  <a:gd name="T90" fmla="*/ 99 w 133"/>
                  <a:gd name="T91" fmla="*/ 17 h 154"/>
                  <a:gd name="T92" fmla="*/ 111 w 133"/>
                  <a:gd name="T93" fmla="*/ 8 h 154"/>
                  <a:gd name="T94" fmla="*/ 116 w 133"/>
                  <a:gd name="T95" fmla="*/ 2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154">
                    <a:moveTo>
                      <a:pt x="117" y="0"/>
                    </a:moveTo>
                    <a:lnTo>
                      <a:pt x="122" y="0"/>
                    </a:lnTo>
                    <a:lnTo>
                      <a:pt x="126" y="1"/>
                    </a:lnTo>
                    <a:lnTo>
                      <a:pt x="130" y="1"/>
                    </a:lnTo>
                    <a:lnTo>
                      <a:pt x="133" y="2"/>
                    </a:lnTo>
                    <a:lnTo>
                      <a:pt x="133" y="5"/>
                    </a:lnTo>
                    <a:lnTo>
                      <a:pt x="133" y="7"/>
                    </a:lnTo>
                    <a:lnTo>
                      <a:pt x="132" y="9"/>
                    </a:lnTo>
                    <a:lnTo>
                      <a:pt x="131" y="11"/>
                    </a:lnTo>
                    <a:lnTo>
                      <a:pt x="130" y="15"/>
                    </a:lnTo>
                    <a:lnTo>
                      <a:pt x="127" y="19"/>
                    </a:lnTo>
                    <a:lnTo>
                      <a:pt x="125" y="23"/>
                    </a:lnTo>
                    <a:lnTo>
                      <a:pt x="122" y="27"/>
                    </a:lnTo>
                    <a:lnTo>
                      <a:pt x="119" y="30"/>
                    </a:lnTo>
                    <a:lnTo>
                      <a:pt x="115" y="33"/>
                    </a:lnTo>
                    <a:lnTo>
                      <a:pt x="107" y="40"/>
                    </a:lnTo>
                    <a:lnTo>
                      <a:pt x="99" y="45"/>
                    </a:lnTo>
                    <a:lnTo>
                      <a:pt x="96" y="49"/>
                    </a:lnTo>
                    <a:lnTo>
                      <a:pt x="94" y="52"/>
                    </a:lnTo>
                    <a:lnTo>
                      <a:pt x="91" y="55"/>
                    </a:lnTo>
                    <a:lnTo>
                      <a:pt x="89" y="58"/>
                    </a:lnTo>
                    <a:lnTo>
                      <a:pt x="89" y="61"/>
                    </a:lnTo>
                    <a:lnTo>
                      <a:pt x="89" y="64"/>
                    </a:lnTo>
                    <a:lnTo>
                      <a:pt x="89" y="67"/>
                    </a:lnTo>
                    <a:lnTo>
                      <a:pt x="89" y="69"/>
                    </a:lnTo>
                    <a:lnTo>
                      <a:pt x="87" y="72"/>
                    </a:lnTo>
                    <a:lnTo>
                      <a:pt x="84" y="74"/>
                    </a:lnTo>
                    <a:lnTo>
                      <a:pt x="85" y="78"/>
                    </a:lnTo>
                    <a:lnTo>
                      <a:pt x="85" y="81"/>
                    </a:lnTo>
                    <a:lnTo>
                      <a:pt x="85" y="85"/>
                    </a:lnTo>
                    <a:lnTo>
                      <a:pt x="86" y="89"/>
                    </a:lnTo>
                    <a:lnTo>
                      <a:pt x="83" y="92"/>
                    </a:lnTo>
                    <a:lnTo>
                      <a:pt x="82" y="95"/>
                    </a:lnTo>
                    <a:lnTo>
                      <a:pt x="81" y="99"/>
                    </a:lnTo>
                    <a:lnTo>
                      <a:pt x="80" y="104"/>
                    </a:lnTo>
                    <a:lnTo>
                      <a:pt x="80" y="108"/>
                    </a:lnTo>
                    <a:lnTo>
                      <a:pt x="81" y="112"/>
                    </a:lnTo>
                    <a:lnTo>
                      <a:pt x="83" y="121"/>
                    </a:lnTo>
                    <a:lnTo>
                      <a:pt x="84" y="128"/>
                    </a:lnTo>
                    <a:lnTo>
                      <a:pt x="85" y="132"/>
                    </a:lnTo>
                    <a:lnTo>
                      <a:pt x="86" y="136"/>
                    </a:lnTo>
                    <a:lnTo>
                      <a:pt x="86" y="139"/>
                    </a:lnTo>
                    <a:lnTo>
                      <a:pt x="86" y="142"/>
                    </a:lnTo>
                    <a:lnTo>
                      <a:pt x="85" y="144"/>
                    </a:lnTo>
                    <a:lnTo>
                      <a:pt x="85" y="145"/>
                    </a:lnTo>
                    <a:lnTo>
                      <a:pt x="84" y="146"/>
                    </a:lnTo>
                    <a:lnTo>
                      <a:pt x="83" y="148"/>
                    </a:lnTo>
                    <a:lnTo>
                      <a:pt x="83" y="149"/>
                    </a:lnTo>
                    <a:lnTo>
                      <a:pt x="81" y="150"/>
                    </a:lnTo>
                    <a:lnTo>
                      <a:pt x="79" y="152"/>
                    </a:lnTo>
                    <a:lnTo>
                      <a:pt x="78" y="153"/>
                    </a:lnTo>
                    <a:lnTo>
                      <a:pt x="75" y="153"/>
                    </a:lnTo>
                    <a:lnTo>
                      <a:pt x="73" y="154"/>
                    </a:lnTo>
                    <a:lnTo>
                      <a:pt x="71" y="154"/>
                    </a:lnTo>
                    <a:lnTo>
                      <a:pt x="69" y="154"/>
                    </a:lnTo>
                    <a:lnTo>
                      <a:pt x="64" y="153"/>
                    </a:lnTo>
                    <a:lnTo>
                      <a:pt x="59" y="152"/>
                    </a:lnTo>
                    <a:lnTo>
                      <a:pt x="56" y="151"/>
                    </a:lnTo>
                    <a:lnTo>
                      <a:pt x="54" y="150"/>
                    </a:lnTo>
                    <a:lnTo>
                      <a:pt x="51" y="149"/>
                    </a:lnTo>
                    <a:lnTo>
                      <a:pt x="48" y="149"/>
                    </a:lnTo>
                    <a:lnTo>
                      <a:pt x="46" y="148"/>
                    </a:lnTo>
                    <a:lnTo>
                      <a:pt x="44" y="146"/>
                    </a:lnTo>
                    <a:lnTo>
                      <a:pt x="43" y="145"/>
                    </a:lnTo>
                    <a:lnTo>
                      <a:pt x="41" y="143"/>
                    </a:lnTo>
                    <a:lnTo>
                      <a:pt x="39" y="141"/>
                    </a:lnTo>
                    <a:lnTo>
                      <a:pt x="39" y="140"/>
                    </a:lnTo>
                    <a:lnTo>
                      <a:pt x="37" y="138"/>
                    </a:lnTo>
                    <a:lnTo>
                      <a:pt x="36" y="137"/>
                    </a:lnTo>
                    <a:lnTo>
                      <a:pt x="35" y="132"/>
                    </a:lnTo>
                    <a:lnTo>
                      <a:pt x="35" y="128"/>
                    </a:lnTo>
                    <a:lnTo>
                      <a:pt x="34" y="123"/>
                    </a:lnTo>
                    <a:lnTo>
                      <a:pt x="34" y="118"/>
                    </a:lnTo>
                    <a:lnTo>
                      <a:pt x="34" y="113"/>
                    </a:lnTo>
                    <a:lnTo>
                      <a:pt x="34" y="107"/>
                    </a:lnTo>
                    <a:lnTo>
                      <a:pt x="35" y="96"/>
                    </a:lnTo>
                    <a:lnTo>
                      <a:pt x="35" y="84"/>
                    </a:lnTo>
                    <a:lnTo>
                      <a:pt x="33" y="83"/>
                    </a:lnTo>
                    <a:lnTo>
                      <a:pt x="31" y="82"/>
                    </a:lnTo>
                    <a:lnTo>
                      <a:pt x="30" y="81"/>
                    </a:lnTo>
                    <a:lnTo>
                      <a:pt x="27" y="81"/>
                    </a:lnTo>
                    <a:lnTo>
                      <a:pt x="23" y="82"/>
                    </a:lnTo>
                    <a:lnTo>
                      <a:pt x="21" y="84"/>
                    </a:lnTo>
                    <a:lnTo>
                      <a:pt x="18" y="85"/>
                    </a:lnTo>
                    <a:lnTo>
                      <a:pt x="15" y="85"/>
                    </a:lnTo>
                    <a:lnTo>
                      <a:pt x="11" y="81"/>
                    </a:lnTo>
                    <a:lnTo>
                      <a:pt x="7" y="77"/>
                    </a:lnTo>
                    <a:lnTo>
                      <a:pt x="4" y="75"/>
                    </a:lnTo>
                    <a:lnTo>
                      <a:pt x="3" y="73"/>
                    </a:lnTo>
                    <a:lnTo>
                      <a:pt x="1" y="69"/>
                    </a:lnTo>
                    <a:lnTo>
                      <a:pt x="0" y="67"/>
                    </a:lnTo>
                    <a:lnTo>
                      <a:pt x="2" y="66"/>
                    </a:lnTo>
                    <a:lnTo>
                      <a:pt x="3" y="65"/>
                    </a:lnTo>
                    <a:lnTo>
                      <a:pt x="5" y="65"/>
                    </a:lnTo>
                    <a:lnTo>
                      <a:pt x="6" y="64"/>
                    </a:lnTo>
                    <a:lnTo>
                      <a:pt x="8" y="61"/>
                    </a:lnTo>
                    <a:lnTo>
                      <a:pt x="11" y="61"/>
                    </a:lnTo>
                    <a:lnTo>
                      <a:pt x="15" y="61"/>
                    </a:lnTo>
                    <a:lnTo>
                      <a:pt x="19" y="61"/>
                    </a:lnTo>
                    <a:lnTo>
                      <a:pt x="22" y="61"/>
                    </a:lnTo>
                    <a:lnTo>
                      <a:pt x="26" y="61"/>
                    </a:lnTo>
                    <a:lnTo>
                      <a:pt x="27" y="60"/>
                    </a:lnTo>
                    <a:lnTo>
                      <a:pt x="30" y="58"/>
                    </a:lnTo>
                    <a:lnTo>
                      <a:pt x="31" y="57"/>
                    </a:lnTo>
                    <a:lnTo>
                      <a:pt x="34" y="55"/>
                    </a:lnTo>
                    <a:lnTo>
                      <a:pt x="37" y="51"/>
                    </a:lnTo>
                    <a:lnTo>
                      <a:pt x="40" y="48"/>
                    </a:lnTo>
                    <a:lnTo>
                      <a:pt x="40" y="46"/>
                    </a:lnTo>
                    <a:lnTo>
                      <a:pt x="41" y="45"/>
                    </a:lnTo>
                    <a:lnTo>
                      <a:pt x="42" y="42"/>
                    </a:lnTo>
                    <a:lnTo>
                      <a:pt x="43" y="41"/>
                    </a:lnTo>
                    <a:lnTo>
                      <a:pt x="43" y="36"/>
                    </a:lnTo>
                    <a:lnTo>
                      <a:pt x="43" y="32"/>
                    </a:lnTo>
                    <a:lnTo>
                      <a:pt x="43" y="28"/>
                    </a:lnTo>
                    <a:lnTo>
                      <a:pt x="43" y="24"/>
                    </a:lnTo>
                    <a:lnTo>
                      <a:pt x="43" y="22"/>
                    </a:lnTo>
                    <a:lnTo>
                      <a:pt x="44" y="21"/>
                    </a:lnTo>
                    <a:lnTo>
                      <a:pt x="46" y="19"/>
                    </a:lnTo>
                    <a:lnTo>
                      <a:pt x="47" y="18"/>
                    </a:lnTo>
                    <a:lnTo>
                      <a:pt x="48" y="17"/>
                    </a:lnTo>
                    <a:lnTo>
                      <a:pt x="49" y="16"/>
                    </a:lnTo>
                    <a:lnTo>
                      <a:pt x="50" y="15"/>
                    </a:lnTo>
                    <a:lnTo>
                      <a:pt x="51" y="14"/>
                    </a:lnTo>
                    <a:lnTo>
                      <a:pt x="55" y="13"/>
                    </a:lnTo>
                    <a:lnTo>
                      <a:pt x="59" y="13"/>
                    </a:lnTo>
                    <a:lnTo>
                      <a:pt x="59" y="15"/>
                    </a:lnTo>
                    <a:lnTo>
                      <a:pt x="61" y="16"/>
                    </a:lnTo>
                    <a:lnTo>
                      <a:pt x="62" y="17"/>
                    </a:lnTo>
                    <a:lnTo>
                      <a:pt x="63" y="19"/>
                    </a:lnTo>
                    <a:lnTo>
                      <a:pt x="67" y="21"/>
                    </a:lnTo>
                    <a:lnTo>
                      <a:pt x="71" y="23"/>
                    </a:lnTo>
                    <a:lnTo>
                      <a:pt x="75" y="25"/>
                    </a:lnTo>
                    <a:lnTo>
                      <a:pt x="80" y="26"/>
                    </a:lnTo>
                    <a:lnTo>
                      <a:pt x="85" y="27"/>
                    </a:lnTo>
                    <a:lnTo>
                      <a:pt x="89" y="28"/>
                    </a:lnTo>
                    <a:lnTo>
                      <a:pt x="91" y="24"/>
                    </a:lnTo>
                    <a:lnTo>
                      <a:pt x="95" y="21"/>
                    </a:lnTo>
                    <a:lnTo>
                      <a:pt x="99" y="17"/>
                    </a:lnTo>
                    <a:lnTo>
                      <a:pt x="103" y="15"/>
                    </a:lnTo>
                    <a:lnTo>
                      <a:pt x="107" y="11"/>
                    </a:lnTo>
                    <a:lnTo>
                      <a:pt x="111" y="8"/>
                    </a:lnTo>
                    <a:lnTo>
                      <a:pt x="113" y="6"/>
                    </a:lnTo>
                    <a:lnTo>
                      <a:pt x="115" y="4"/>
                    </a:lnTo>
                    <a:lnTo>
                      <a:pt x="116" y="2"/>
                    </a:lnTo>
                    <a:lnTo>
                      <a:pt x="11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nvGrpSpPr>
            <p:cNvPr id="12" name="ïśľiḓê"/>
            <p:cNvGrpSpPr/>
            <p:nvPr userDrawn="1"/>
          </p:nvGrpSpPr>
          <p:grpSpPr>
            <a:xfrm>
              <a:off x="4302126" y="4013201"/>
              <a:ext cx="5973762" cy="336550"/>
              <a:chOff x="4302126" y="4013201"/>
              <a:chExt cx="5973762" cy="336550"/>
            </a:xfrm>
          </p:grpSpPr>
          <p:sp>
            <p:nvSpPr>
              <p:cNvPr id="13" name="ïşļïḍè"/>
              <p:cNvSpPr/>
              <p:nvPr userDrawn="1"/>
            </p:nvSpPr>
            <p:spPr bwMode="auto">
              <a:xfrm>
                <a:off x="4302126" y="4032251"/>
                <a:ext cx="141288" cy="234950"/>
              </a:xfrm>
              <a:custGeom>
                <a:avLst/>
                <a:gdLst>
                  <a:gd name="T0" fmla="*/ 87 w 89"/>
                  <a:gd name="T1" fmla="*/ 91 h 148"/>
                  <a:gd name="T2" fmla="*/ 82 w 89"/>
                  <a:gd name="T3" fmla="*/ 82 h 148"/>
                  <a:gd name="T4" fmla="*/ 74 w 89"/>
                  <a:gd name="T5" fmla="*/ 74 h 148"/>
                  <a:gd name="T6" fmla="*/ 63 w 89"/>
                  <a:gd name="T7" fmla="*/ 66 h 148"/>
                  <a:gd name="T8" fmla="*/ 51 w 89"/>
                  <a:gd name="T9" fmla="*/ 58 h 148"/>
                  <a:gd name="T10" fmla="*/ 35 w 89"/>
                  <a:gd name="T11" fmla="*/ 49 h 148"/>
                  <a:gd name="T12" fmla="*/ 27 w 89"/>
                  <a:gd name="T13" fmla="*/ 40 h 148"/>
                  <a:gd name="T14" fmla="*/ 26 w 89"/>
                  <a:gd name="T15" fmla="*/ 35 h 148"/>
                  <a:gd name="T16" fmla="*/ 26 w 89"/>
                  <a:gd name="T17" fmla="*/ 29 h 148"/>
                  <a:gd name="T18" fmla="*/ 27 w 89"/>
                  <a:gd name="T19" fmla="*/ 22 h 148"/>
                  <a:gd name="T20" fmla="*/ 31 w 89"/>
                  <a:gd name="T21" fmla="*/ 18 h 148"/>
                  <a:gd name="T22" fmla="*/ 36 w 89"/>
                  <a:gd name="T23" fmla="*/ 14 h 148"/>
                  <a:gd name="T24" fmla="*/ 43 w 89"/>
                  <a:gd name="T25" fmla="*/ 13 h 148"/>
                  <a:gd name="T26" fmla="*/ 52 w 89"/>
                  <a:gd name="T27" fmla="*/ 12 h 148"/>
                  <a:gd name="T28" fmla="*/ 63 w 89"/>
                  <a:gd name="T29" fmla="*/ 17 h 148"/>
                  <a:gd name="T30" fmla="*/ 71 w 89"/>
                  <a:gd name="T31" fmla="*/ 26 h 148"/>
                  <a:gd name="T32" fmla="*/ 75 w 89"/>
                  <a:gd name="T33" fmla="*/ 29 h 148"/>
                  <a:gd name="T34" fmla="*/ 79 w 89"/>
                  <a:gd name="T35" fmla="*/ 20 h 148"/>
                  <a:gd name="T36" fmla="*/ 82 w 89"/>
                  <a:gd name="T37" fmla="*/ 12 h 148"/>
                  <a:gd name="T38" fmla="*/ 75 w 89"/>
                  <a:gd name="T39" fmla="*/ 6 h 148"/>
                  <a:gd name="T40" fmla="*/ 63 w 89"/>
                  <a:gd name="T41" fmla="*/ 2 h 148"/>
                  <a:gd name="T42" fmla="*/ 49 w 89"/>
                  <a:gd name="T43" fmla="*/ 0 h 148"/>
                  <a:gd name="T44" fmla="*/ 33 w 89"/>
                  <a:gd name="T45" fmla="*/ 2 h 148"/>
                  <a:gd name="T46" fmla="*/ 21 w 89"/>
                  <a:gd name="T47" fmla="*/ 7 h 148"/>
                  <a:gd name="T48" fmla="*/ 11 w 89"/>
                  <a:gd name="T49" fmla="*/ 15 h 148"/>
                  <a:gd name="T50" fmla="*/ 5 w 89"/>
                  <a:gd name="T51" fmla="*/ 26 h 148"/>
                  <a:gd name="T52" fmla="*/ 1 w 89"/>
                  <a:gd name="T53" fmla="*/ 39 h 148"/>
                  <a:gd name="T54" fmla="*/ 2 w 89"/>
                  <a:gd name="T55" fmla="*/ 50 h 148"/>
                  <a:gd name="T56" fmla="*/ 5 w 89"/>
                  <a:gd name="T57" fmla="*/ 61 h 148"/>
                  <a:gd name="T58" fmla="*/ 10 w 89"/>
                  <a:gd name="T59" fmla="*/ 70 h 148"/>
                  <a:gd name="T60" fmla="*/ 18 w 89"/>
                  <a:gd name="T61" fmla="*/ 78 h 148"/>
                  <a:gd name="T62" fmla="*/ 28 w 89"/>
                  <a:gd name="T63" fmla="*/ 85 h 148"/>
                  <a:gd name="T64" fmla="*/ 43 w 89"/>
                  <a:gd name="T65" fmla="*/ 92 h 148"/>
                  <a:gd name="T66" fmla="*/ 56 w 89"/>
                  <a:gd name="T67" fmla="*/ 102 h 148"/>
                  <a:gd name="T68" fmla="*/ 60 w 89"/>
                  <a:gd name="T69" fmla="*/ 107 h 148"/>
                  <a:gd name="T70" fmla="*/ 63 w 89"/>
                  <a:gd name="T71" fmla="*/ 112 h 148"/>
                  <a:gd name="T72" fmla="*/ 63 w 89"/>
                  <a:gd name="T73" fmla="*/ 119 h 148"/>
                  <a:gd name="T74" fmla="*/ 61 w 89"/>
                  <a:gd name="T75" fmla="*/ 125 h 148"/>
                  <a:gd name="T76" fmla="*/ 58 w 89"/>
                  <a:gd name="T77" fmla="*/ 130 h 148"/>
                  <a:gd name="T78" fmla="*/ 53 w 89"/>
                  <a:gd name="T79" fmla="*/ 134 h 148"/>
                  <a:gd name="T80" fmla="*/ 47 w 89"/>
                  <a:gd name="T81" fmla="*/ 136 h 148"/>
                  <a:gd name="T82" fmla="*/ 39 w 89"/>
                  <a:gd name="T83" fmla="*/ 137 h 148"/>
                  <a:gd name="T84" fmla="*/ 31 w 89"/>
                  <a:gd name="T85" fmla="*/ 136 h 148"/>
                  <a:gd name="T86" fmla="*/ 23 w 89"/>
                  <a:gd name="T87" fmla="*/ 134 h 148"/>
                  <a:gd name="T88" fmla="*/ 18 w 89"/>
                  <a:gd name="T89" fmla="*/ 130 h 148"/>
                  <a:gd name="T90" fmla="*/ 14 w 89"/>
                  <a:gd name="T91" fmla="*/ 124 h 148"/>
                  <a:gd name="T92" fmla="*/ 11 w 89"/>
                  <a:gd name="T93" fmla="*/ 117 h 148"/>
                  <a:gd name="T94" fmla="*/ 5 w 89"/>
                  <a:gd name="T95" fmla="*/ 121 h 148"/>
                  <a:gd name="T96" fmla="*/ 0 w 89"/>
                  <a:gd name="T97" fmla="*/ 141 h 148"/>
                  <a:gd name="T98" fmla="*/ 12 w 89"/>
                  <a:gd name="T99" fmla="*/ 146 h 148"/>
                  <a:gd name="T100" fmla="*/ 25 w 89"/>
                  <a:gd name="T101" fmla="*/ 147 h 148"/>
                  <a:gd name="T102" fmla="*/ 40 w 89"/>
                  <a:gd name="T103" fmla="*/ 148 h 148"/>
                  <a:gd name="T104" fmla="*/ 57 w 89"/>
                  <a:gd name="T105" fmla="*/ 145 h 148"/>
                  <a:gd name="T106" fmla="*/ 70 w 89"/>
                  <a:gd name="T107" fmla="*/ 139 h 148"/>
                  <a:gd name="T108" fmla="*/ 80 w 89"/>
                  <a:gd name="T109" fmla="*/ 130 h 148"/>
                  <a:gd name="T110" fmla="*/ 86 w 89"/>
                  <a:gd name="T111" fmla="*/ 118 h 148"/>
                  <a:gd name="T112" fmla="*/ 89 w 89"/>
                  <a:gd name="T113" fmla="*/ 10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148">
                    <a:moveTo>
                      <a:pt x="88" y="97"/>
                    </a:moveTo>
                    <a:lnTo>
                      <a:pt x="87" y="94"/>
                    </a:lnTo>
                    <a:lnTo>
                      <a:pt x="87" y="91"/>
                    </a:lnTo>
                    <a:lnTo>
                      <a:pt x="85" y="88"/>
                    </a:lnTo>
                    <a:lnTo>
                      <a:pt x="83" y="85"/>
                    </a:lnTo>
                    <a:lnTo>
                      <a:pt x="82" y="82"/>
                    </a:lnTo>
                    <a:lnTo>
                      <a:pt x="79" y="79"/>
                    </a:lnTo>
                    <a:lnTo>
                      <a:pt x="77" y="77"/>
                    </a:lnTo>
                    <a:lnTo>
                      <a:pt x="74" y="74"/>
                    </a:lnTo>
                    <a:lnTo>
                      <a:pt x="71" y="71"/>
                    </a:lnTo>
                    <a:lnTo>
                      <a:pt x="67" y="69"/>
                    </a:lnTo>
                    <a:lnTo>
                      <a:pt x="63" y="66"/>
                    </a:lnTo>
                    <a:lnTo>
                      <a:pt x="59" y="63"/>
                    </a:lnTo>
                    <a:lnTo>
                      <a:pt x="55" y="61"/>
                    </a:lnTo>
                    <a:lnTo>
                      <a:pt x="51" y="58"/>
                    </a:lnTo>
                    <a:lnTo>
                      <a:pt x="45" y="55"/>
                    </a:lnTo>
                    <a:lnTo>
                      <a:pt x="40" y="52"/>
                    </a:lnTo>
                    <a:lnTo>
                      <a:pt x="35" y="49"/>
                    </a:lnTo>
                    <a:lnTo>
                      <a:pt x="32" y="46"/>
                    </a:lnTo>
                    <a:lnTo>
                      <a:pt x="29" y="42"/>
                    </a:lnTo>
                    <a:lnTo>
                      <a:pt x="27" y="40"/>
                    </a:lnTo>
                    <a:lnTo>
                      <a:pt x="27" y="38"/>
                    </a:lnTo>
                    <a:lnTo>
                      <a:pt x="26" y="36"/>
                    </a:lnTo>
                    <a:lnTo>
                      <a:pt x="26" y="35"/>
                    </a:lnTo>
                    <a:lnTo>
                      <a:pt x="26" y="34"/>
                    </a:lnTo>
                    <a:lnTo>
                      <a:pt x="26" y="30"/>
                    </a:lnTo>
                    <a:lnTo>
                      <a:pt x="26" y="29"/>
                    </a:lnTo>
                    <a:lnTo>
                      <a:pt x="27" y="26"/>
                    </a:lnTo>
                    <a:lnTo>
                      <a:pt x="27" y="25"/>
                    </a:lnTo>
                    <a:lnTo>
                      <a:pt x="27" y="22"/>
                    </a:lnTo>
                    <a:lnTo>
                      <a:pt x="29" y="21"/>
                    </a:lnTo>
                    <a:lnTo>
                      <a:pt x="30" y="19"/>
                    </a:lnTo>
                    <a:lnTo>
                      <a:pt x="31" y="18"/>
                    </a:lnTo>
                    <a:lnTo>
                      <a:pt x="33" y="17"/>
                    </a:lnTo>
                    <a:lnTo>
                      <a:pt x="35" y="15"/>
                    </a:lnTo>
                    <a:lnTo>
                      <a:pt x="36" y="14"/>
                    </a:lnTo>
                    <a:lnTo>
                      <a:pt x="39" y="14"/>
                    </a:lnTo>
                    <a:lnTo>
                      <a:pt x="40" y="13"/>
                    </a:lnTo>
                    <a:lnTo>
                      <a:pt x="43" y="13"/>
                    </a:lnTo>
                    <a:lnTo>
                      <a:pt x="46" y="12"/>
                    </a:lnTo>
                    <a:lnTo>
                      <a:pt x="48" y="12"/>
                    </a:lnTo>
                    <a:lnTo>
                      <a:pt x="52" y="12"/>
                    </a:lnTo>
                    <a:lnTo>
                      <a:pt x="56" y="14"/>
                    </a:lnTo>
                    <a:lnTo>
                      <a:pt x="59" y="14"/>
                    </a:lnTo>
                    <a:lnTo>
                      <a:pt x="63" y="17"/>
                    </a:lnTo>
                    <a:lnTo>
                      <a:pt x="66" y="19"/>
                    </a:lnTo>
                    <a:lnTo>
                      <a:pt x="68" y="22"/>
                    </a:lnTo>
                    <a:lnTo>
                      <a:pt x="71" y="26"/>
                    </a:lnTo>
                    <a:lnTo>
                      <a:pt x="73" y="30"/>
                    </a:lnTo>
                    <a:lnTo>
                      <a:pt x="75" y="30"/>
                    </a:lnTo>
                    <a:lnTo>
                      <a:pt x="75" y="29"/>
                    </a:lnTo>
                    <a:lnTo>
                      <a:pt x="77" y="26"/>
                    </a:lnTo>
                    <a:lnTo>
                      <a:pt x="77" y="24"/>
                    </a:lnTo>
                    <a:lnTo>
                      <a:pt x="79" y="20"/>
                    </a:lnTo>
                    <a:lnTo>
                      <a:pt x="79" y="18"/>
                    </a:lnTo>
                    <a:lnTo>
                      <a:pt x="81" y="14"/>
                    </a:lnTo>
                    <a:lnTo>
                      <a:pt x="82" y="12"/>
                    </a:lnTo>
                    <a:lnTo>
                      <a:pt x="83" y="10"/>
                    </a:lnTo>
                    <a:lnTo>
                      <a:pt x="79" y="8"/>
                    </a:lnTo>
                    <a:lnTo>
                      <a:pt x="75" y="6"/>
                    </a:lnTo>
                    <a:lnTo>
                      <a:pt x="71" y="4"/>
                    </a:lnTo>
                    <a:lnTo>
                      <a:pt x="67" y="2"/>
                    </a:lnTo>
                    <a:lnTo>
                      <a:pt x="63" y="2"/>
                    </a:lnTo>
                    <a:lnTo>
                      <a:pt x="59" y="1"/>
                    </a:lnTo>
                    <a:lnTo>
                      <a:pt x="54" y="0"/>
                    </a:lnTo>
                    <a:lnTo>
                      <a:pt x="49" y="0"/>
                    </a:lnTo>
                    <a:lnTo>
                      <a:pt x="43" y="1"/>
                    </a:lnTo>
                    <a:lnTo>
                      <a:pt x="38" y="1"/>
                    </a:lnTo>
                    <a:lnTo>
                      <a:pt x="33" y="2"/>
                    </a:lnTo>
                    <a:lnTo>
                      <a:pt x="29" y="3"/>
                    </a:lnTo>
                    <a:lnTo>
                      <a:pt x="25" y="6"/>
                    </a:lnTo>
                    <a:lnTo>
                      <a:pt x="21" y="7"/>
                    </a:lnTo>
                    <a:lnTo>
                      <a:pt x="17" y="10"/>
                    </a:lnTo>
                    <a:lnTo>
                      <a:pt x="14" y="12"/>
                    </a:lnTo>
                    <a:lnTo>
                      <a:pt x="11" y="15"/>
                    </a:lnTo>
                    <a:lnTo>
                      <a:pt x="8" y="18"/>
                    </a:lnTo>
                    <a:lnTo>
                      <a:pt x="7" y="22"/>
                    </a:lnTo>
                    <a:lnTo>
                      <a:pt x="5" y="26"/>
                    </a:lnTo>
                    <a:lnTo>
                      <a:pt x="3" y="30"/>
                    </a:lnTo>
                    <a:lnTo>
                      <a:pt x="3" y="34"/>
                    </a:lnTo>
                    <a:lnTo>
                      <a:pt x="1" y="39"/>
                    </a:lnTo>
                    <a:lnTo>
                      <a:pt x="1" y="44"/>
                    </a:lnTo>
                    <a:lnTo>
                      <a:pt x="1" y="47"/>
                    </a:lnTo>
                    <a:lnTo>
                      <a:pt x="2" y="50"/>
                    </a:lnTo>
                    <a:lnTo>
                      <a:pt x="3" y="54"/>
                    </a:lnTo>
                    <a:lnTo>
                      <a:pt x="3" y="58"/>
                    </a:lnTo>
                    <a:lnTo>
                      <a:pt x="5" y="61"/>
                    </a:lnTo>
                    <a:lnTo>
                      <a:pt x="6" y="64"/>
                    </a:lnTo>
                    <a:lnTo>
                      <a:pt x="8" y="66"/>
                    </a:lnTo>
                    <a:lnTo>
                      <a:pt x="10" y="70"/>
                    </a:lnTo>
                    <a:lnTo>
                      <a:pt x="12" y="72"/>
                    </a:lnTo>
                    <a:lnTo>
                      <a:pt x="15" y="75"/>
                    </a:lnTo>
                    <a:lnTo>
                      <a:pt x="18" y="78"/>
                    </a:lnTo>
                    <a:lnTo>
                      <a:pt x="21" y="80"/>
                    </a:lnTo>
                    <a:lnTo>
                      <a:pt x="24" y="82"/>
                    </a:lnTo>
                    <a:lnTo>
                      <a:pt x="28" y="85"/>
                    </a:lnTo>
                    <a:lnTo>
                      <a:pt x="32" y="86"/>
                    </a:lnTo>
                    <a:lnTo>
                      <a:pt x="36" y="89"/>
                    </a:lnTo>
                    <a:lnTo>
                      <a:pt x="43" y="92"/>
                    </a:lnTo>
                    <a:lnTo>
                      <a:pt x="48" y="95"/>
                    </a:lnTo>
                    <a:lnTo>
                      <a:pt x="53" y="99"/>
                    </a:lnTo>
                    <a:lnTo>
                      <a:pt x="56" y="102"/>
                    </a:lnTo>
                    <a:lnTo>
                      <a:pt x="58" y="103"/>
                    </a:lnTo>
                    <a:lnTo>
                      <a:pt x="59" y="105"/>
                    </a:lnTo>
                    <a:lnTo>
                      <a:pt x="60" y="107"/>
                    </a:lnTo>
                    <a:lnTo>
                      <a:pt x="62" y="109"/>
                    </a:lnTo>
                    <a:lnTo>
                      <a:pt x="62" y="111"/>
                    </a:lnTo>
                    <a:lnTo>
                      <a:pt x="63" y="112"/>
                    </a:lnTo>
                    <a:lnTo>
                      <a:pt x="63" y="114"/>
                    </a:lnTo>
                    <a:lnTo>
                      <a:pt x="63" y="115"/>
                    </a:lnTo>
                    <a:lnTo>
                      <a:pt x="63" y="119"/>
                    </a:lnTo>
                    <a:lnTo>
                      <a:pt x="63" y="121"/>
                    </a:lnTo>
                    <a:lnTo>
                      <a:pt x="62" y="123"/>
                    </a:lnTo>
                    <a:lnTo>
                      <a:pt x="61" y="125"/>
                    </a:lnTo>
                    <a:lnTo>
                      <a:pt x="60" y="127"/>
                    </a:lnTo>
                    <a:lnTo>
                      <a:pt x="59" y="128"/>
                    </a:lnTo>
                    <a:lnTo>
                      <a:pt x="58" y="130"/>
                    </a:lnTo>
                    <a:lnTo>
                      <a:pt x="56" y="131"/>
                    </a:lnTo>
                    <a:lnTo>
                      <a:pt x="55" y="132"/>
                    </a:lnTo>
                    <a:lnTo>
                      <a:pt x="53" y="134"/>
                    </a:lnTo>
                    <a:lnTo>
                      <a:pt x="51" y="135"/>
                    </a:lnTo>
                    <a:lnTo>
                      <a:pt x="49" y="135"/>
                    </a:lnTo>
                    <a:lnTo>
                      <a:pt x="47" y="136"/>
                    </a:lnTo>
                    <a:lnTo>
                      <a:pt x="44" y="136"/>
                    </a:lnTo>
                    <a:lnTo>
                      <a:pt x="42" y="137"/>
                    </a:lnTo>
                    <a:lnTo>
                      <a:pt x="39" y="137"/>
                    </a:lnTo>
                    <a:lnTo>
                      <a:pt x="36" y="137"/>
                    </a:lnTo>
                    <a:lnTo>
                      <a:pt x="33" y="136"/>
                    </a:lnTo>
                    <a:lnTo>
                      <a:pt x="31" y="136"/>
                    </a:lnTo>
                    <a:lnTo>
                      <a:pt x="28" y="135"/>
                    </a:lnTo>
                    <a:lnTo>
                      <a:pt x="26" y="135"/>
                    </a:lnTo>
                    <a:lnTo>
                      <a:pt x="23" y="134"/>
                    </a:lnTo>
                    <a:lnTo>
                      <a:pt x="21" y="132"/>
                    </a:lnTo>
                    <a:lnTo>
                      <a:pt x="19" y="131"/>
                    </a:lnTo>
                    <a:lnTo>
                      <a:pt x="18" y="130"/>
                    </a:lnTo>
                    <a:lnTo>
                      <a:pt x="16" y="128"/>
                    </a:lnTo>
                    <a:lnTo>
                      <a:pt x="15" y="126"/>
                    </a:lnTo>
                    <a:lnTo>
                      <a:pt x="14" y="124"/>
                    </a:lnTo>
                    <a:lnTo>
                      <a:pt x="12" y="122"/>
                    </a:lnTo>
                    <a:lnTo>
                      <a:pt x="11" y="119"/>
                    </a:lnTo>
                    <a:lnTo>
                      <a:pt x="11" y="117"/>
                    </a:lnTo>
                    <a:lnTo>
                      <a:pt x="10" y="114"/>
                    </a:lnTo>
                    <a:lnTo>
                      <a:pt x="6" y="114"/>
                    </a:lnTo>
                    <a:lnTo>
                      <a:pt x="5" y="121"/>
                    </a:lnTo>
                    <a:lnTo>
                      <a:pt x="3" y="128"/>
                    </a:lnTo>
                    <a:lnTo>
                      <a:pt x="3" y="135"/>
                    </a:lnTo>
                    <a:lnTo>
                      <a:pt x="0" y="141"/>
                    </a:lnTo>
                    <a:lnTo>
                      <a:pt x="4" y="143"/>
                    </a:lnTo>
                    <a:lnTo>
                      <a:pt x="8" y="144"/>
                    </a:lnTo>
                    <a:lnTo>
                      <a:pt x="12" y="146"/>
                    </a:lnTo>
                    <a:lnTo>
                      <a:pt x="17" y="147"/>
                    </a:lnTo>
                    <a:lnTo>
                      <a:pt x="21" y="147"/>
                    </a:lnTo>
                    <a:lnTo>
                      <a:pt x="25" y="147"/>
                    </a:lnTo>
                    <a:lnTo>
                      <a:pt x="29" y="148"/>
                    </a:lnTo>
                    <a:lnTo>
                      <a:pt x="34" y="148"/>
                    </a:lnTo>
                    <a:lnTo>
                      <a:pt x="40" y="148"/>
                    </a:lnTo>
                    <a:lnTo>
                      <a:pt x="46" y="147"/>
                    </a:lnTo>
                    <a:lnTo>
                      <a:pt x="51" y="146"/>
                    </a:lnTo>
                    <a:lnTo>
                      <a:pt x="57" y="145"/>
                    </a:lnTo>
                    <a:lnTo>
                      <a:pt x="62" y="143"/>
                    </a:lnTo>
                    <a:lnTo>
                      <a:pt x="66" y="141"/>
                    </a:lnTo>
                    <a:lnTo>
                      <a:pt x="70" y="139"/>
                    </a:lnTo>
                    <a:lnTo>
                      <a:pt x="74" y="136"/>
                    </a:lnTo>
                    <a:lnTo>
                      <a:pt x="77" y="133"/>
                    </a:lnTo>
                    <a:lnTo>
                      <a:pt x="80" y="130"/>
                    </a:lnTo>
                    <a:lnTo>
                      <a:pt x="83" y="127"/>
                    </a:lnTo>
                    <a:lnTo>
                      <a:pt x="84" y="123"/>
                    </a:lnTo>
                    <a:lnTo>
                      <a:pt x="86" y="118"/>
                    </a:lnTo>
                    <a:lnTo>
                      <a:pt x="87" y="114"/>
                    </a:lnTo>
                    <a:lnTo>
                      <a:pt x="88" y="109"/>
                    </a:lnTo>
                    <a:lnTo>
                      <a:pt x="89" y="103"/>
                    </a:lnTo>
                    <a:lnTo>
                      <a:pt x="89" y="100"/>
                    </a:lnTo>
                    <a:lnTo>
                      <a:pt x="88" y="9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4" name="ïśḷíḓé"/>
              <p:cNvSpPr/>
              <p:nvPr userDrawn="1"/>
            </p:nvSpPr>
            <p:spPr bwMode="auto">
              <a:xfrm>
                <a:off x="4483101" y="4102101"/>
                <a:ext cx="161925" cy="163513"/>
              </a:xfrm>
              <a:custGeom>
                <a:avLst/>
                <a:gdLst>
                  <a:gd name="T0" fmla="*/ 100 w 102"/>
                  <a:gd name="T1" fmla="*/ 34 h 103"/>
                  <a:gd name="T2" fmla="*/ 97 w 102"/>
                  <a:gd name="T3" fmla="*/ 25 h 103"/>
                  <a:gd name="T4" fmla="*/ 92 w 102"/>
                  <a:gd name="T5" fmla="*/ 17 h 103"/>
                  <a:gd name="T6" fmla="*/ 85 w 102"/>
                  <a:gd name="T7" fmla="*/ 10 h 103"/>
                  <a:gd name="T8" fmla="*/ 77 w 102"/>
                  <a:gd name="T9" fmla="*/ 6 h 103"/>
                  <a:gd name="T10" fmla="*/ 68 w 102"/>
                  <a:gd name="T11" fmla="*/ 2 h 103"/>
                  <a:gd name="T12" fmla="*/ 57 w 102"/>
                  <a:gd name="T13" fmla="*/ 1 h 103"/>
                  <a:gd name="T14" fmla="*/ 45 w 102"/>
                  <a:gd name="T15" fmla="*/ 1 h 103"/>
                  <a:gd name="T16" fmla="*/ 34 w 102"/>
                  <a:gd name="T17" fmla="*/ 2 h 103"/>
                  <a:gd name="T18" fmla="*/ 25 w 102"/>
                  <a:gd name="T19" fmla="*/ 6 h 103"/>
                  <a:gd name="T20" fmla="*/ 17 w 102"/>
                  <a:gd name="T21" fmla="*/ 12 h 103"/>
                  <a:gd name="T22" fmla="*/ 10 w 102"/>
                  <a:gd name="T23" fmla="*/ 18 h 103"/>
                  <a:gd name="T24" fmla="*/ 5 w 102"/>
                  <a:gd name="T25" fmla="*/ 27 h 103"/>
                  <a:gd name="T26" fmla="*/ 2 w 102"/>
                  <a:gd name="T27" fmla="*/ 37 h 103"/>
                  <a:gd name="T28" fmla="*/ 0 w 102"/>
                  <a:gd name="T29" fmla="*/ 48 h 103"/>
                  <a:gd name="T30" fmla="*/ 0 w 102"/>
                  <a:gd name="T31" fmla="*/ 61 h 103"/>
                  <a:gd name="T32" fmla="*/ 2 w 102"/>
                  <a:gd name="T33" fmla="*/ 71 h 103"/>
                  <a:gd name="T34" fmla="*/ 5 w 102"/>
                  <a:gd name="T35" fmla="*/ 80 h 103"/>
                  <a:gd name="T36" fmla="*/ 10 w 102"/>
                  <a:gd name="T37" fmla="*/ 87 h 103"/>
                  <a:gd name="T38" fmla="*/ 17 w 102"/>
                  <a:gd name="T39" fmla="*/ 94 h 103"/>
                  <a:gd name="T40" fmla="*/ 25 w 102"/>
                  <a:gd name="T41" fmla="*/ 98 h 103"/>
                  <a:gd name="T42" fmla="*/ 34 w 102"/>
                  <a:gd name="T43" fmla="*/ 102 h 103"/>
                  <a:gd name="T44" fmla="*/ 45 w 102"/>
                  <a:gd name="T45" fmla="*/ 103 h 103"/>
                  <a:gd name="T46" fmla="*/ 57 w 102"/>
                  <a:gd name="T47" fmla="*/ 103 h 103"/>
                  <a:gd name="T48" fmla="*/ 68 w 102"/>
                  <a:gd name="T49" fmla="*/ 102 h 103"/>
                  <a:gd name="T50" fmla="*/ 77 w 102"/>
                  <a:gd name="T51" fmla="*/ 98 h 103"/>
                  <a:gd name="T52" fmla="*/ 85 w 102"/>
                  <a:gd name="T53" fmla="*/ 92 h 103"/>
                  <a:gd name="T54" fmla="*/ 92 w 102"/>
                  <a:gd name="T55" fmla="*/ 86 h 103"/>
                  <a:gd name="T56" fmla="*/ 97 w 102"/>
                  <a:gd name="T57" fmla="*/ 78 h 103"/>
                  <a:gd name="T58" fmla="*/ 100 w 102"/>
                  <a:gd name="T59" fmla="*/ 68 h 103"/>
                  <a:gd name="T60" fmla="*/ 102 w 102"/>
                  <a:gd name="T61" fmla="*/ 56 h 103"/>
                  <a:gd name="T62" fmla="*/ 102 w 102"/>
                  <a:gd name="T63" fmla="*/ 44 h 103"/>
                  <a:gd name="T64" fmla="*/ 71 w 102"/>
                  <a:gd name="T65" fmla="*/ 58 h 103"/>
                  <a:gd name="T66" fmla="*/ 69 w 102"/>
                  <a:gd name="T67" fmla="*/ 72 h 103"/>
                  <a:gd name="T68" fmla="*/ 67 w 102"/>
                  <a:gd name="T69" fmla="*/ 79 h 103"/>
                  <a:gd name="T70" fmla="*/ 65 w 102"/>
                  <a:gd name="T71" fmla="*/ 86 h 103"/>
                  <a:gd name="T72" fmla="*/ 61 w 102"/>
                  <a:gd name="T73" fmla="*/ 91 h 103"/>
                  <a:gd name="T74" fmla="*/ 57 w 102"/>
                  <a:gd name="T75" fmla="*/ 94 h 103"/>
                  <a:gd name="T76" fmla="*/ 53 w 102"/>
                  <a:gd name="T77" fmla="*/ 95 h 103"/>
                  <a:gd name="T78" fmla="*/ 49 w 102"/>
                  <a:gd name="T79" fmla="*/ 95 h 103"/>
                  <a:gd name="T80" fmla="*/ 45 w 102"/>
                  <a:gd name="T81" fmla="*/ 94 h 103"/>
                  <a:gd name="T82" fmla="*/ 41 w 102"/>
                  <a:gd name="T83" fmla="*/ 91 h 103"/>
                  <a:gd name="T84" fmla="*/ 37 w 102"/>
                  <a:gd name="T85" fmla="*/ 87 h 103"/>
                  <a:gd name="T86" fmla="*/ 35 w 102"/>
                  <a:gd name="T87" fmla="*/ 83 h 103"/>
                  <a:gd name="T88" fmla="*/ 33 w 102"/>
                  <a:gd name="T89" fmla="*/ 75 h 103"/>
                  <a:gd name="T90" fmla="*/ 32 w 102"/>
                  <a:gd name="T91" fmla="*/ 68 h 103"/>
                  <a:gd name="T92" fmla="*/ 31 w 102"/>
                  <a:gd name="T93" fmla="*/ 59 h 103"/>
                  <a:gd name="T94" fmla="*/ 31 w 102"/>
                  <a:gd name="T95" fmla="*/ 49 h 103"/>
                  <a:gd name="T96" fmla="*/ 32 w 102"/>
                  <a:gd name="T97" fmla="*/ 38 h 103"/>
                  <a:gd name="T98" fmla="*/ 33 w 102"/>
                  <a:gd name="T99" fmla="*/ 30 h 103"/>
                  <a:gd name="T100" fmla="*/ 35 w 102"/>
                  <a:gd name="T101" fmla="*/ 23 h 103"/>
                  <a:gd name="T102" fmla="*/ 37 w 102"/>
                  <a:gd name="T103" fmla="*/ 18 h 103"/>
                  <a:gd name="T104" fmla="*/ 41 w 102"/>
                  <a:gd name="T105" fmla="*/ 14 h 103"/>
                  <a:gd name="T106" fmla="*/ 45 w 102"/>
                  <a:gd name="T107" fmla="*/ 10 h 103"/>
                  <a:gd name="T108" fmla="*/ 49 w 102"/>
                  <a:gd name="T109" fmla="*/ 9 h 103"/>
                  <a:gd name="T110" fmla="*/ 54 w 102"/>
                  <a:gd name="T111" fmla="*/ 9 h 103"/>
                  <a:gd name="T112" fmla="*/ 58 w 102"/>
                  <a:gd name="T113" fmla="*/ 10 h 103"/>
                  <a:gd name="T114" fmla="*/ 62 w 102"/>
                  <a:gd name="T115" fmla="*/ 13 h 103"/>
                  <a:gd name="T116" fmla="*/ 65 w 102"/>
                  <a:gd name="T117" fmla="*/ 16 h 103"/>
                  <a:gd name="T118" fmla="*/ 68 w 102"/>
                  <a:gd name="T119" fmla="*/ 22 h 103"/>
                  <a:gd name="T120" fmla="*/ 69 w 102"/>
                  <a:gd name="T121" fmla="*/ 27 h 103"/>
                  <a:gd name="T122" fmla="*/ 71 w 102"/>
                  <a:gd name="T123" fmla="*/ 38 h 103"/>
                  <a:gd name="T124" fmla="*/ 71 w 102"/>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2" h="103">
                    <a:moveTo>
                      <a:pt x="101" y="38"/>
                    </a:moveTo>
                    <a:lnTo>
                      <a:pt x="100" y="34"/>
                    </a:lnTo>
                    <a:lnTo>
                      <a:pt x="98" y="29"/>
                    </a:lnTo>
                    <a:lnTo>
                      <a:pt x="97" y="25"/>
                    </a:lnTo>
                    <a:lnTo>
                      <a:pt x="94" y="21"/>
                    </a:lnTo>
                    <a:lnTo>
                      <a:pt x="92" y="17"/>
                    </a:lnTo>
                    <a:lnTo>
                      <a:pt x="89" y="14"/>
                    </a:lnTo>
                    <a:lnTo>
                      <a:pt x="85" y="10"/>
                    </a:lnTo>
                    <a:lnTo>
                      <a:pt x="81" y="8"/>
                    </a:lnTo>
                    <a:lnTo>
                      <a:pt x="77" y="6"/>
                    </a:lnTo>
                    <a:lnTo>
                      <a:pt x="73" y="4"/>
                    </a:lnTo>
                    <a:lnTo>
                      <a:pt x="68" y="2"/>
                    </a:lnTo>
                    <a:lnTo>
                      <a:pt x="63" y="1"/>
                    </a:lnTo>
                    <a:lnTo>
                      <a:pt x="57" y="1"/>
                    </a:lnTo>
                    <a:lnTo>
                      <a:pt x="51" y="0"/>
                    </a:lnTo>
                    <a:lnTo>
                      <a:pt x="45" y="1"/>
                    </a:lnTo>
                    <a:lnTo>
                      <a:pt x="40" y="1"/>
                    </a:lnTo>
                    <a:lnTo>
                      <a:pt x="34" y="2"/>
                    </a:lnTo>
                    <a:lnTo>
                      <a:pt x="29" y="4"/>
                    </a:lnTo>
                    <a:lnTo>
                      <a:pt x="25" y="6"/>
                    </a:lnTo>
                    <a:lnTo>
                      <a:pt x="21" y="9"/>
                    </a:lnTo>
                    <a:lnTo>
                      <a:pt x="17" y="12"/>
                    </a:lnTo>
                    <a:lnTo>
                      <a:pt x="13" y="14"/>
                    </a:lnTo>
                    <a:lnTo>
                      <a:pt x="10" y="18"/>
                    </a:lnTo>
                    <a:lnTo>
                      <a:pt x="8" y="22"/>
                    </a:lnTo>
                    <a:lnTo>
                      <a:pt x="5" y="27"/>
                    </a:lnTo>
                    <a:lnTo>
                      <a:pt x="4" y="31"/>
                    </a:lnTo>
                    <a:lnTo>
                      <a:pt x="2" y="37"/>
                    </a:lnTo>
                    <a:lnTo>
                      <a:pt x="1" y="42"/>
                    </a:lnTo>
                    <a:lnTo>
                      <a:pt x="0" y="48"/>
                    </a:lnTo>
                    <a:lnTo>
                      <a:pt x="0" y="55"/>
                    </a:lnTo>
                    <a:lnTo>
                      <a:pt x="0" y="61"/>
                    </a:lnTo>
                    <a:lnTo>
                      <a:pt x="1" y="66"/>
                    </a:lnTo>
                    <a:lnTo>
                      <a:pt x="2" y="71"/>
                    </a:lnTo>
                    <a:lnTo>
                      <a:pt x="4" y="75"/>
                    </a:lnTo>
                    <a:lnTo>
                      <a:pt x="5" y="80"/>
                    </a:lnTo>
                    <a:lnTo>
                      <a:pt x="8" y="84"/>
                    </a:lnTo>
                    <a:lnTo>
                      <a:pt x="10" y="87"/>
                    </a:lnTo>
                    <a:lnTo>
                      <a:pt x="13" y="91"/>
                    </a:lnTo>
                    <a:lnTo>
                      <a:pt x="17" y="94"/>
                    </a:lnTo>
                    <a:lnTo>
                      <a:pt x="21" y="96"/>
                    </a:lnTo>
                    <a:lnTo>
                      <a:pt x="25" y="98"/>
                    </a:lnTo>
                    <a:lnTo>
                      <a:pt x="29" y="100"/>
                    </a:lnTo>
                    <a:lnTo>
                      <a:pt x="34" y="102"/>
                    </a:lnTo>
                    <a:lnTo>
                      <a:pt x="40" y="103"/>
                    </a:lnTo>
                    <a:lnTo>
                      <a:pt x="45" y="103"/>
                    </a:lnTo>
                    <a:lnTo>
                      <a:pt x="51" y="103"/>
                    </a:lnTo>
                    <a:lnTo>
                      <a:pt x="57" y="103"/>
                    </a:lnTo>
                    <a:lnTo>
                      <a:pt x="63" y="103"/>
                    </a:lnTo>
                    <a:lnTo>
                      <a:pt x="68" y="102"/>
                    </a:lnTo>
                    <a:lnTo>
                      <a:pt x="73" y="99"/>
                    </a:lnTo>
                    <a:lnTo>
                      <a:pt x="77" y="98"/>
                    </a:lnTo>
                    <a:lnTo>
                      <a:pt x="81" y="95"/>
                    </a:lnTo>
                    <a:lnTo>
                      <a:pt x="85" y="92"/>
                    </a:lnTo>
                    <a:lnTo>
                      <a:pt x="89" y="90"/>
                    </a:lnTo>
                    <a:lnTo>
                      <a:pt x="92" y="86"/>
                    </a:lnTo>
                    <a:lnTo>
                      <a:pt x="94" y="82"/>
                    </a:lnTo>
                    <a:lnTo>
                      <a:pt x="97" y="78"/>
                    </a:lnTo>
                    <a:lnTo>
                      <a:pt x="98" y="73"/>
                    </a:lnTo>
                    <a:lnTo>
                      <a:pt x="100" y="68"/>
                    </a:lnTo>
                    <a:lnTo>
                      <a:pt x="101" y="63"/>
                    </a:lnTo>
                    <a:lnTo>
                      <a:pt x="102" y="56"/>
                    </a:lnTo>
                    <a:lnTo>
                      <a:pt x="102" y="50"/>
                    </a:lnTo>
                    <a:lnTo>
                      <a:pt x="102" y="44"/>
                    </a:lnTo>
                    <a:lnTo>
                      <a:pt x="101" y="38"/>
                    </a:lnTo>
                    <a:close/>
                    <a:moveTo>
                      <a:pt x="71" y="58"/>
                    </a:moveTo>
                    <a:lnTo>
                      <a:pt x="69" y="68"/>
                    </a:lnTo>
                    <a:lnTo>
                      <a:pt x="69" y="72"/>
                    </a:lnTo>
                    <a:lnTo>
                      <a:pt x="68" y="76"/>
                    </a:lnTo>
                    <a:lnTo>
                      <a:pt x="67" y="79"/>
                    </a:lnTo>
                    <a:lnTo>
                      <a:pt x="65" y="83"/>
                    </a:lnTo>
                    <a:lnTo>
                      <a:pt x="65" y="86"/>
                    </a:lnTo>
                    <a:lnTo>
                      <a:pt x="63" y="88"/>
                    </a:lnTo>
                    <a:lnTo>
                      <a:pt x="61" y="91"/>
                    </a:lnTo>
                    <a:lnTo>
                      <a:pt x="59" y="92"/>
                    </a:lnTo>
                    <a:lnTo>
                      <a:pt x="57" y="94"/>
                    </a:lnTo>
                    <a:lnTo>
                      <a:pt x="56" y="95"/>
                    </a:lnTo>
                    <a:lnTo>
                      <a:pt x="53" y="95"/>
                    </a:lnTo>
                    <a:lnTo>
                      <a:pt x="51" y="95"/>
                    </a:lnTo>
                    <a:lnTo>
                      <a:pt x="49" y="95"/>
                    </a:lnTo>
                    <a:lnTo>
                      <a:pt x="46" y="95"/>
                    </a:lnTo>
                    <a:lnTo>
                      <a:pt x="45" y="94"/>
                    </a:lnTo>
                    <a:lnTo>
                      <a:pt x="42" y="93"/>
                    </a:lnTo>
                    <a:lnTo>
                      <a:pt x="41" y="91"/>
                    </a:lnTo>
                    <a:lnTo>
                      <a:pt x="39" y="90"/>
                    </a:lnTo>
                    <a:lnTo>
                      <a:pt x="37" y="87"/>
                    </a:lnTo>
                    <a:lnTo>
                      <a:pt x="36" y="85"/>
                    </a:lnTo>
                    <a:lnTo>
                      <a:pt x="35" y="83"/>
                    </a:lnTo>
                    <a:lnTo>
                      <a:pt x="33" y="79"/>
                    </a:lnTo>
                    <a:lnTo>
                      <a:pt x="33" y="75"/>
                    </a:lnTo>
                    <a:lnTo>
                      <a:pt x="32" y="72"/>
                    </a:lnTo>
                    <a:lnTo>
                      <a:pt x="32" y="68"/>
                    </a:lnTo>
                    <a:lnTo>
                      <a:pt x="31" y="63"/>
                    </a:lnTo>
                    <a:lnTo>
                      <a:pt x="31" y="59"/>
                    </a:lnTo>
                    <a:lnTo>
                      <a:pt x="31" y="54"/>
                    </a:lnTo>
                    <a:lnTo>
                      <a:pt x="31" y="49"/>
                    </a:lnTo>
                    <a:lnTo>
                      <a:pt x="31" y="43"/>
                    </a:lnTo>
                    <a:lnTo>
                      <a:pt x="32" y="38"/>
                    </a:lnTo>
                    <a:lnTo>
                      <a:pt x="32" y="34"/>
                    </a:lnTo>
                    <a:lnTo>
                      <a:pt x="33" y="30"/>
                    </a:lnTo>
                    <a:lnTo>
                      <a:pt x="33" y="27"/>
                    </a:lnTo>
                    <a:lnTo>
                      <a:pt x="35" y="23"/>
                    </a:lnTo>
                    <a:lnTo>
                      <a:pt x="36" y="21"/>
                    </a:lnTo>
                    <a:lnTo>
                      <a:pt x="37" y="18"/>
                    </a:lnTo>
                    <a:lnTo>
                      <a:pt x="39" y="16"/>
                    </a:lnTo>
                    <a:lnTo>
                      <a:pt x="41" y="14"/>
                    </a:lnTo>
                    <a:lnTo>
                      <a:pt x="43" y="12"/>
                    </a:lnTo>
                    <a:lnTo>
                      <a:pt x="45" y="10"/>
                    </a:lnTo>
                    <a:lnTo>
                      <a:pt x="47" y="10"/>
                    </a:lnTo>
                    <a:lnTo>
                      <a:pt x="49" y="9"/>
                    </a:lnTo>
                    <a:lnTo>
                      <a:pt x="52" y="9"/>
                    </a:lnTo>
                    <a:lnTo>
                      <a:pt x="54" y="9"/>
                    </a:lnTo>
                    <a:lnTo>
                      <a:pt x="57" y="10"/>
                    </a:lnTo>
                    <a:lnTo>
                      <a:pt x="58" y="10"/>
                    </a:lnTo>
                    <a:lnTo>
                      <a:pt x="61" y="11"/>
                    </a:lnTo>
                    <a:lnTo>
                      <a:pt x="62" y="13"/>
                    </a:lnTo>
                    <a:lnTo>
                      <a:pt x="64" y="14"/>
                    </a:lnTo>
                    <a:lnTo>
                      <a:pt x="65" y="16"/>
                    </a:lnTo>
                    <a:lnTo>
                      <a:pt x="66" y="18"/>
                    </a:lnTo>
                    <a:lnTo>
                      <a:pt x="68" y="22"/>
                    </a:lnTo>
                    <a:lnTo>
                      <a:pt x="69" y="24"/>
                    </a:lnTo>
                    <a:lnTo>
                      <a:pt x="69" y="27"/>
                    </a:lnTo>
                    <a:lnTo>
                      <a:pt x="70" y="30"/>
                    </a:lnTo>
                    <a:lnTo>
                      <a:pt x="71" y="38"/>
                    </a:lnTo>
                    <a:lnTo>
                      <a:pt x="72" y="47"/>
                    </a:lnTo>
                    <a:lnTo>
                      <a:pt x="71"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5" name="ïSļïďè"/>
              <p:cNvSpPr/>
              <p:nvPr userDrawn="1"/>
            </p:nvSpPr>
            <p:spPr bwMode="auto">
              <a:xfrm>
                <a:off x="4689476" y="4105276"/>
                <a:ext cx="150813" cy="160338"/>
              </a:xfrm>
              <a:custGeom>
                <a:avLst/>
                <a:gdLst>
                  <a:gd name="T0" fmla="*/ 84 w 95"/>
                  <a:gd name="T1" fmla="*/ 0 h 101"/>
                  <a:gd name="T2" fmla="*/ 76 w 95"/>
                  <a:gd name="T3" fmla="*/ 0 h 101"/>
                  <a:gd name="T4" fmla="*/ 69 w 95"/>
                  <a:gd name="T5" fmla="*/ 0 h 101"/>
                  <a:gd name="T6" fmla="*/ 66 w 95"/>
                  <a:gd name="T7" fmla="*/ 54 h 101"/>
                  <a:gd name="T8" fmla="*/ 66 w 95"/>
                  <a:gd name="T9" fmla="*/ 62 h 101"/>
                  <a:gd name="T10" fmla="*/ 65 w 95"/>
                  <a:gd name="T11" fmla="*/ 68 h 101"/>
                  <a:gd name="T12" fmla="*/ 64 w 95"/>
                  <a:gd name="T13" fmla="*/ 73 h 101"/>
                  <a:gd name="T14" fmla="*/ 61 w 95"/>
                  <a:gd name="T15" fmla="*/ 78 h 101"/>
                  <a:gd name="T16" fmla="*/ 59 w 95"/>
                  <a:gd name="T17" fmla="*/ 81 h 101"/>
                  <a:gd name="T18" fmla="*/ 56 w 95"/>
                  <a:gd name="T19" fmla="*/ 84 h 101"/>
                  <a:gd name="T20" fmla="*/ 52 w 95"/>
                  <a:gd name="T21" fmla="*/ 85 h 101"/>
                  <a:gd name="T22" fmla="*/ 47 w 95"/>
                  <a:gd name="T23" fmla="*/ 85 h 101"/>
                  <a:gd name="T24" fmla="*/ 43 w 95"/>
                  <a:gd name="T25" fmla="*/ 85 h 101"/>
                  <a:gd name="T26" fmla="*/ 39 w 95"/>
                  <a:gd name="T27" fmla="*/ 83 h 101"/>
                  <a:gd name="T28" fmla="*/ 35 w 95"/>
                  <a:gd name="T29" fmla="*/ 80 h 101"/>
                  <a:gd name="T30" fmla="*/ 32 w 95"/>
                  <a:gd name="T31" fmla="*/ 75 h 101"/>
                  <a:gd name="T32" fmla="*/ 31 w 95"/>
                  <a:gd name="T33" fmla="*/ 68 h 101"/>
                  <a:gd name="T34" fmla="*/ 30 w 95"/>
                  <a:gd name="T35" fmla="*/ 57 h 101"/>
                  <a:gd name="T36" fmla="*/ 26 w 95"/>
                  <a:gd name="T37" fmla="*/ 0 h 101"/>
                  <a:gd name="T38" fmla="*/ 20 w 95"/>
                  <a:gd name="T39" fmla="*/ 0 h 101"/>
                  <a:gd name="T40" fmla="*/ 12 w 95"/>
                  <a:gd name="T41" fmla="*/ 0 h 101"/>
                  <a:gd name="T42" fmla="*/ 5 w 95"/>
                  <a:gd name="T43" fmla="*/ 0 h 101"/>
                  <a:gd name="T44" fmla="*/ 2 w 95"/>
                  <a:gd name="T45" fmla="*/ 57 h 101"/>
                  <a:gd name="T46" fmla="*/ 0 w 95"/>
                  <a:gd name="T47" fmla="*/ 61 h 101"/>
                  <a:gd name="T48" fmla="*/ 1 w 95"/>
                  <a:gd name="T49" fmla="*/ 71 h 101"/>
                  <a:gd name="T50" fmla="*/ 2 w 95"/>
                  <a:gd name="T51" fmla="*/ 79 h 101"/>
                  <a:gd name="T52" fmla="*/ 4 w 95"/>
                  <a:gd name="T53" fmla="*/ 85 h 101"/>
                  <a:gd name="T54" fmla="*/ 8 w 95"/>
                  <a:gd name="T55" fmla="*/ 90 h 101"/>
                  <a:gd name="T56" fmla="*/ 12 w 95"/>
                  <a:gd name="T57" fmla="*/ 95 h 101"/>
                  <a:gd name="T58" fmla="*/ 18 w 95"/>
                  <a:gd name="T59" fmla="*/ 98 h 101"/>
                  <a:gd name="T60" fmla="*/ 26 w 95"/>
                  <a:gd name="T61" fmla="*/ 101 h 101"/>
                  <a:gd name="T62" fmla="*/ 35 w 95"/>
                  <a:gd name="T63" fmla="*/ 101 h 101"/>
                  <a:gd name="T64" fmla="*/ 43 w 95"/>
                  <a:gd name="T65" fmla="*/ 101 h 101"/>
                  <a:gd name="T66" fmla="*/ 51 w 95"/>
                  <a:gd name="T67" fmla="*/ 98 h 101"/>
                  <a:gd name="T68" fmla="*/ 59 w 95"/>
                  <a:gd name="T69" fmla="*/ 93 h 101"/>
                  <a:gd name="T70" fmla="*/ 67 w 95"/>
                  <a:gd name="T71" fmla="*/ 86 h 101"/>
                  <a:gd name="T72" fmla="*/ 70 w 95"/>
                  <a:gd name="T73" fmla="*/ 100 h 101"/>
                  <a:gd name="T74" fmla="*/ 77 w 95"/>
                  <a:gd name="T75" fmla="*/ 100 h 101"/>
                  <a:gd name="T76" fmla="*/ 84 w 95"/>
                  <a:gd name="T77" fmla="*/ 100 h 101"/>
                  <a:gd name="T78" fmla="*/ 91 w 95"/>
                  <a:gd name="T79" fmla="*/ 100 h 101"/>
                  <a:gd name="T80" fmla="*/ 95 w 95"/>
                  <a:gd name="T81" fmla="*/ 0 h 101"/>
                  <a:gd name="T82" fmla="*/ 87 w 95"/>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5" h="101">
                    <a:moveTo>
                      <a:pt x="87" y="0"/>
                    </a:moveTo>
                    <a:lnTo>
                      <a:pt x="84" y="0"/>
                    </a:lnTo>
                    <a:lnTo>
                      <a:pt x="80" y="0"/>
                    </a:lnTo>
                    <a:lnTo>
                      <a:pt x="76" y="0"/>
                    </a:lnTo>
                    <a:lnTo>
                      <a:pt x="72" y="0"/>
                    </a:lnTo>
                    <a:lnTo>
                      <a:pt x="69" y="0"/>
                    </a:lnTo>
                    <a:lnTo>
                      <a:pt x="66" y="0"/>
                    </a:lnTo>
                    <a:lnTo>
                      <a:pt x="66" y="54"/>
                    </a:lnTo>
                    <a:lnTo>
                      <a:pt x="66" y="58"/>
                    </a:lnTo>
                    <a:lnTo>
                      <a:pt x="66" y="62"/>
                    </a:lnTo>
                    <a:lnTo>
                      <a:pt x="65" y="65"/>
                    </a:lnTo>
                    <a:lnTo>
                      <a:pt x="65" y="68"/>
                    </a:lnTo>
                    <a:lnTo>
                      <a:pt x="64" y="71"/>
                    </a:lnTo>
                    <a:lnTo>
                      <a:pt x="64" y="73"/>
                    </a:lnTo>
                    <a:lnTo>
                      <a:pt x="63" y="76"/>
                    </a:lnTo>
                    <a:lnTo>
                      <a:pt x="61" y="78"/>
                    </a:lnTo>
                    <a:lnTo>
                      <a:pt x="60" y="80"/>
                    </a:lnTo>
                    <a:lnTo>
                      <a:pt x="59" y="81"/>
                    </a:lnTo>
                    <a:lnTo>
                      <a:pt x="57" y="83"/>
                    </a:lnTo>
                    <a:lnTo>
                      <a:pt x="56" y="84"/>
                    </a:lnTo>
                    <a:lnTo>
                      <a:pt x="54" y="85"/>
                    </a:lnTo>
                    <a:lnTo>
                      <a:pt x="52" y="85"/>
                    </a:lnTo>
                    <a:lnTo>
                      <a:pt x="50" y="85"/>
                    </a:lnTo>
                    <a:lnTo>
                      <a:pt x="47" y="85"/>
                    </a:lnTo>
                    <a:lnTo>
                      <a:pt x="44" y="85"/>
                    </a:lnTo>
                    <a:lnTo>
                      <a:pt x="43" y="85"/>
                    </a:lnTo>
                    <a:lnTo>
                      <a:pt x="40" y="85"/>
                    </a:lnTo>
                    <a:lnTo>
                      <a:pt x="39" y="83"/>
                    </a:lnTo>
                    <a:lnTo>
                      <a:pt x="37" y="81"/>
                    </a:lnTo>
                    <a:lnTo>
                      <a:pt x="35" y="80"/>
                    </a:lnTo>
                    <a:lnTo>
                      <a:pt x="34" y="77"/>
                    </a:lnTo>
                    <a:lnTo>
                      <a:pt x="32" y="75"/>
                    </a:lnTo>
                    <a:lnTo>
                      <a:pt x="32" y="72"/>
                    </a:lnTo>
                    <a:lnTo>
                      <a:pt x="31" y="68"/>
                    </a:lnTo>
                    <a:lnTo>
                      <a:pt x="30" y="63"/>
                    </a:lnTo>
                    <a:lnTo>
                      <a:pt x="30" y="57"/>
                    </a:lnTo>
                    <a:lnTo>
                      <a:pt x="30" y="0"/>
                    </a:lnTo>
                    <a:lnTo>
                      <a:pt x="26" y="0"/>
                    </a:lnTo>
                    <a:lnTo>
                      <a:pt x="23" y="0"/>
                    </a:lnTo>
                    <a:lnTo>
                      <a:pt x="20" y="0"/>
                    </a:lnTo>
                    <a:lnTo>
                      <a:pt x="16" y="0"/>
                    </a:lnTo>
                    <a:lnTo>
                      <a:pt x="12" y="0"/>
                    </a:lnTo>
                    <a:lnTo>
                      <a:pt x="9" y="0"/>
                    </a:lnTo>
                    <a:lnTo>
                      <a:pt x="5" y="0"/>
                    </a:lnTo>
                    <a:lnTo>
                      <a:pt x="2" y="0"/>
                    </a:lnTo>
                    <a:lnTo>
                      <a:pt x="2" y="57"/>
                    </a:lnTo>
                    <a:lnTo>
                      <a:pt x="1" y="59"/>
                    </a:lnTo>
                    <a:lnTo>
                      <a:pt x="0" y="61"/>
                    </a:lnTo>
                    <a:lnTo>
                      <a:pt x="0" y="66"/>
                    </a:lnTo>
                    <a:lnTo>
                      <a:pt x="1" y="71"/>
                    </a:lnTo>
                    <a:lnTo>
                      <a:pt x="2" y="75"/>
                    </a:lnTo>
                    <a:lnTo>
                      <a:pt x="2" y="79"/>
                    </a:lnTo>
                    <a:lnTo>
                      <a:pt x="4" y="83"/>
                    </a:lnTo>
                    <a:lnTo>
                      <a:pt x="4" y="85"/>
                    </a:lnTo>
                    <a:lnTo>
                      <a:pt x="5" y="89"/>
                    </a:lnTo>
                    <a:lnTo>
                      <a:pt x="8" y="90"/>
                    </a:lnTo>
                    <a:lnTo>
                      <a:pt x="9" y="93"/>
                    </a:lnTo>
                    <a:lnTo>
                      <a:pt x="12" y="95"/>
                    </a:lnTo>
                    <a:lnTo>
                      <a:pt x="15" y="97"/>
                    </a:lnTo>
                    <a:lnTo>
                      <a:pt x="18" y="98"/>
                    </a:lnTo>
                    <a:lnTo>
                      <a:pt x="21" y="100"/>
                    </a:lnTo>
                    <a:lnTo>
                      <a:pt x="26" y="101"/>
                    </a:lnTo>
                    <a:lnTo>
                      <a:pt x="30" y="101"/>
                    </a:lnTo>
                    <a:lnTo>
                      <a:pt x="35" y="101"/>
                    </a:lnTo>
                    <a:lnTo>
                      <a:pt x="39" y="101"/>
                    </a:lnTo>
                    <a:lnTo>
                      <a:pt x="43" y="101"/>
                    </a:lnTo>
                    <a:lnTo>
                      <a:pt x="47" y="100"/>
                    </a:lnTo>
                    <a:lnTo>
                      <a:pt x="51" y="98"/>
                    </a:lnTo>
                    <a:lnTo>
                      <a:pt x="55" y="96"/>
                    </a:lnTo>
                    <a:lnTo>
                      <a:pt x="59" y="93"/>
                    </a:lnTo>
                    <a:lnTo>
                      <a:pt x="63" y="90"/>
                    </a:lnTo>
                    <a:lnTo>
                      <a:pt x="67" y="86"/>
                    </a:lnTo>
                    <a:lnTo>
                      <a:pt x="67" y="100"/>
                    </a:lnTo>
                    <a:lnTo>
                      <a:pt x="70" y="100"/>
                    </a:lnTo>
                    <a:lnTo>
                      <a:pt x="73" y="100"/>
                    </a:lnTo>
                    <a:lnTo>
                      <a:pt x="77" y="100"/>
                    </a:lnTo>
                    <a:lnTo>
                      <a:pt x="80" y="100"/>
                    </a:lnTo>
                    <a:lnTo>
                      <a:pt x="84" y="100"/>
                    </a:lnTo>
                    <a:lnTo>
                      <a:pt x="88" y="100"/>
                    </a:lnTo>
                    <a:lnTo>
                      <a:pt x="91" y="100"/>
                    </a:lnTo>
                    <a:lnTo>
                      <a:pt x="95" y="100"/>
                    </a:lnTo>
                    <a:lnTo>
                      <a:pt x="95" y="0"/>
                    </a:lnTo>
                    <a:lnTo>
                      <a:pt x="91" y="0"/>
                    </a:lnTo>
                    <a:lnTo>
                      <a:pt x="8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6" name="îšļîḑê"/>
              <p:cNvSpPr/>
              <p:nvPr userDrawn="1"/>
            </p:nvSpPr>
            <p:spPr bwMode="auto">
              <a:xfrm>
                <a:off x="4883151" y="4046538"/>
                <a:ext cx="98425" cy="219075"/>
              </a:xfrm>
              <a:custGeom>
                <a:avLst/>
                <a:gdLst>
                  <a:gd name="T0" fmla="*/ 57 w 62"/>
                  <a:gd name="T1" fmla="*/ 129 h 138"/>
                  <a:gd name="T2" fmla="*/ 54 w 62"/>
                  <a:gd name="T3" fmla="*/ 129 h 138"/>
                  <a:gd name="T4" fmla="*/ 53 w 62"/>
                  <a:gd name="T5" fmla="*/ 129 h 138"/>
                  <a:gd name="T6" fmla="*/ 50 w 62"/>
                  <a:gd name="T7" fmla="*/ 129 h 138"/>
                  <a:gd name="T8" fmla="*/ 49 w 62"/>
                  <a:gd name="T9" fmla="*/ 129 h 138"/>
                  <a:gd name="T10" fmla="*/ 47 w 62"/>
                  <a:gd name="T11" fmla="*/ 128 h 138"/>
                  <a:gd name="T12" fmla="*/ 46 w 62"/>
                  <a:gd name="T13" fmla="*/ 127 h 138"/>
                  <a:gd name="T14" fmla="*/ 45 w 62"/>
                  <a:gd name="T15" fmla="*/ 126 h 138"/>
                  <a:gd name="T16" fmla="*/ 44 w 62"/>
                  <a:gd name="T17" fmla="*/ 124 h 138"/>
                  <a:gd name="T18" fmla="*/ 43 w 62"/>
                  <a:gd name="T19" fmla="*/ 122 h 138"/>
                  <a:gd name="T20" fmla="*/ 43 w 62"/>
                  <a:gd name="T21" fmla="*/ 120 h 138"/>
                  <a:gd name="T22" fmla="*/ 42 w 62"/>
                  <a:gd name="T23" fmla="*/ 118 h 138"/>
                  <a:gd name="T24" fmla="*/ 42 w 62"/>
                  <a:gd name="T25" fmla="*/ 115 h 138"/>
                  <a:gd name="T26" fmla="*/ 42 w 62"/>
                  <a:gd name="T27" fmla="*/ 112 h 138"/>
                  <a:gd name="T28" fmla="*/ 43 w 62"/>
                  <a:gd name="T29" fmla="*/ 110 h 138"/>
                  <a:gd name="T30" fmla="*/ 43 w 62"/>
                  <a:gd name="T31" fmla="*/ 50 h 138"/>
                  <a:gd name="T32" fmla="*/ 61 w 62"/>
                  <a:gd name="T33" fmla="*/ 50 h 138"/>
                  <a:gd name="T34" fmla="*/ 60 w 62"/>
                  <a:gd name="T35" fmla="*/ 47 h 138"/>
                  <a:gd name="T36" fmla="*/ 60 w 62"/>
                  <a:gd name="T37" fmla="*/ 44 h 138"/>
                  <a:gd name="T38" fmla="*/ 60 w 62"/>
                  <a:gd name="T39" fmla="*/ 40 h 138"/>
                  <a:gd name="T40" fmla="*/ 61 w 62"/>
                  <a:gd name="T41" fmla="*/ 37 h 138"/>
                  <a:gd name="T42" fmla="*/ 43 w 62"/>
                  <a:gd name="T43" fmla="*/ 37 h 138"/>
                  <a:gd name="T44" fmla="*/ 43 w 62"/>
                  <a:gd name="T45" fmla="*/ 0 h 138"/>
                  <a:gd name="T46" fmla="*/ 35 w 62"/>
                  <a:gd name="T47" fmla="*/ 4 h 138"/>
                  <a:gd name="T48" fmla="*/ 28 w 62"/>
                  <a:gd name="T49" fmla="*/ 7 h 138"/>
                  <a:gd name="T50" fmla="*/ 21 w 62"/>
                  <a:gd name="T51" fmla="*/ 10 h 138"/>
                  <a:gd name="T52" fmla="*/ 14 w 62"/>
                  <a:gd name="T53" fmla="*/ 13 h 138"/>
                  <a:gd name="T54" fmla="*/ 14 w 62"/>
                  <a:gd name="T55" fmla="*/ 37 h 138"/>
                  <a:gd name="T56" fmla="*/ 0 w 62"/>
                  <a:gd name="T57" fmla="*/ 37 h 138"/>
                  <a:gd name="T58" fmla="*/ 0 w 62"/>
                  <a:gd name="T59" fmla="*/ 40 h 138"/>
                  <a:gd name="T60" fmla="*/ 0 w 62"/>
                  <a:gd name="T61" fmla="*/ 44 h 138"/>
                  <a:gd name="T62" fmla="*/ 0 w 62"/>
                  <a:gd name="T63" fmla="*/ 47 h 138"/>
                  <a:gd name="T64" fmla="*/ 0 w 62"/>
                  <a:gd name="T65" fmla="*/ 50 h 138"/>
                  <a:gd name="T66" fmla="*/ 14 w 62"/>
                  <a:gd name="T67" fmla="*/ 50 h 138"/>
                  <a:gd name="T68" fmla="*/ 14 w 62"/>
                  <a:gd name="T69" fmla="*/ 106 h 138"/>
                  <a:gd name="T70" fmla="*/ 14 w 62"/>
                  <a:gd name="T71" fmla="*/ 110 h 138"/>
                  <a:gd name="T72" fmla="*/ 14 w 62"/>
                  <a:gd name="T73" fmla="*/ 114 h 138"/>
                  <a:gd name="T74" fmla="*/ 14 w 62"/>
                  <a:gd name="T75" fmla="*/ 118 h 138"/>
                  <a:gd name="T76" fmla="*/ 15 w 62"/>
                  <a:gd name="T77" fmla="*/ 121 h 138"/>
                  <a:gd name="T78" fmla="*/ 16 w 62"/>
                  <a:gd name="T79" fmla="*/ 123 h 138"/>
                  <a:gd name="T80" fmla="*/ 17 w 62"/>
                  <a:gd name="T81" fmla="*/ 126 h 138"/>
                  <a:gd name="T82" fmla="*/ 18 w 62"/>
                  <a:gd name="T83" fmla="*/ 129 h 138"/>
                  <a:gd name="T84" fmla="*/ 20 w 62"/>
                  <a:gd name="T85" fmla="*/ 131 h 138"/>
                  <a:gd name="T86" fmla="*/ 22 w 62"/>
                  <a:gd name="T87" fmla="*/ 133 h 138"/>
                  <a:gd name="T88" fmla="*/ 24 w 62"/>
                  <a:gd name="T89" fmla="*/ 134 h 138"/>
                  <a:gd name="T90" fmla="*/ 26 w 62"/>
                  <a:gd name="T91" fmla="*/ 136 h 138"/>
                  <a:gd name="T92" fmla="*/ 28 w 62"/>
                  <a:gd name="T93" fmla="*/ 137 h 138"/>
                  <a:gd name="T94" fmla="*/ 31 w 62"/>
                  <a:gd name="T95" fmla="*/ 138 h 138"/>
                  <a:gd name="T96" fmla="*/ 34 w 62"/>
                  <a:gd name="T97" fmla="*/ 138 h 138"/>
                  <a:gd name="T98" fmla="*/ 37 w 62"/>
                  <a:gd name="T99" fmla="*/ 138 h 138"/>
                  <a:gd name="T100" fmla="*/ 41 w 62"/>
                  <a:gd name="T101" fmla="*/ 138 h 138"/>
                  <a:gd name="T102" fmla="*/ 43 w 62"/>
                  <a:gd name="T103" fmla="*/ 138 h 138"/>
                  <a:gd name="T104" fmla="*/ 46 w 62"/>
                  <a:gd name="T105" fmla="*/ 138 h 138"/>
                  <a:gd name="T106" fmla="*/ 50 w 62"/>
                  <a:gd name="T107" fmla="*/ 138 h 138"/>
                  <a:gd name="T108" fmla="*/ 55 w 62"/>
                  <a:gd name="T109" fmla="*/ 137 h 138"/>
                  <a:gd name="T110" fmla="*/ 59 w 62"/>
                  <a:gd name="T111" fmla="*/ 137 h 138"/>
                  <a:gd name="T112" fmla="*/ 62 w 62"/>
                  <a:gd name="T113" fmla="*/ 135 h 138"/>
                  <a:gd name="T114" fmla="*/ 62 w 62"/>
                  <a:gd name="T115" fmla="*/ 127 h 138"/>
                  <a:gd name="T116" fmla="*/ 59 w 62"/>
                  <a:gd name="T117" fmla="*/ 128 h 138"/>
                  <a:gd name="T118" fmla="*/ 57 w 62"/>
                  <a:gd name="T119" fmla="*/ 12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138">
                    <a:moveTo>
                      <a:pt x="57" y="129"/>
                    </a:moveTo>
                    <a:lnTo>
                      <a:pt x="54" y="129"/>
                    </a:lnTo>
                    <a:lnTo>
                      <a:pt x="53" y="129"/>
                    </a:lnTo>
                    <a:lnTo>
                      <a:pt x="50" y="129"/>
                    </a:lnTo>
                    <a:lnTo>
                      <a:pt x="49" y="129"/>
                    </a:lnTo>
                    <a:lnTo>
                      <a:pt x="47" y="128"/>
                    </a:lnTo>
                    <a:lnTo>
                      <a:pt x="46" y="127"/>
                    </a:lnTo>
                    <a:lnTo>
                      <a:pt x="45" y="126"/>
                    </a:lnTo>
                    <a:lnTo>
                      <a:pt x="44" y="124"/>
                    </a:lnTo>
                    <a:lnTo>
                      <a:pt x="43" y="122"/>
                    </a:lnTo>
                    <a:lnTo>
                      <a:pt x="43" y="120"/>
                    </a:lnTo>
                    <a:lnTo>
                      <a:pt x="42" y="118"/>
                    </a:lnTo>
                    <a:lnTo>
                      <a:pt x="42" y="115"/>
                    </a:lnTo>
                    <a:lnTo>
                      <a:pt x="42" y="112"/>
                    </a:lnTo>
                    <a:lnTo>
                      <a:pt x="43" y="110"/>
                    </a:lnTo>
                    <a:lnTo>
                      <a:pt x="43" y="50"/>
                    </a:lnTo>
                    <a:lnTo>
                      <a:pt x="61" y="50"/>
                    </a:lnTo>
                    <a:lnTo>
                      <a:pt x="60" y="47"/>
                    </a:lnTo>
                    <a:lnTo>
                      <a:pt x="60" y="44"/>
                    </a:lnTo>
                    <a:lnTo>
                      <a:pt x="60" y="40"/>
                    </a:lnTo>
                    <a:lnTo>
                      <a:pt x="61" y="37"/>
                    </a:lnTo>
                    <a:lnTo>
                      <a:pt x="43" y="37"/>
                    </a:lnTo>
                    <a:lnTo>
                      <a:pt x="43" y="0"/>
                    </a:lnTo>
                    <a:lnTo>
                      <a:pt x="35" y="4"/>
                    </a:lnTo>
                    <a:lnTo>
                      <a:pt x="28" y="7"/>
                    </a:lnTo>
                    <a:lnTo>
                      <a:pt x="21" y="10"/>
                    </a:lnTo>
                    <a:lnTo>
                      <a:pt x="14" y="13"/>
                    </a:lnTo>
                    <a:lnTo>
                      <a:pt x="14" y="37"/>
                    </a:lnTo>
                    <a:lnTo>
                      <a:pt x="0" y="37"/>
                    </a:lnTo>
                    <a:lnTo>
                      <a:pt x="0" y="40"/>
                    </a:lnTo>
                    <a:lnTo>
                      <a:pt x="0" y="44"/>
                    </a:lnTo>
                    <a:lnTo>
                      <a:pt x="0" y="47"/>
                    </a:lnTo>
                    <a:lnTo>
                      <a:pt x="0" y="50"/>
                    </a:lnTo>
                    <a:lnTo>
                      <a:pt x="14" y="50"/>
                    </a:lnTo>
                    <a:lnTo>
                      <a:pt x="14" y="106"/>
                    </a:lnTo>
                    <a:lnTo>
                      <a:pt x="14" y="110"/>
                    </a:lnTo>
                    <a:lnTo>
                      <a:pt x="14" y="114"/>
                    </a:lnTo>
                    <a:lnTo>
                      <a:pt x="14" y="118"/>
                    </a:lnTo>
                    <a:lnTo>
                      <a:pt x="15" y="121"/>
                    </a:lnTo>
                    <a:lnTo>
                      <a:pt x="16" y="123"/>
                    </a:lnTo>
                    <a:lnTo>
                      <a:pt x="17" y="126"/>
                    </a:lnTo>
                    <a:lnTo>
                      <a:pt x="18" y="129"/>
                    </a:lnTo>
                    <a:lnTo>
                      <a:pt x="20" y="131"/>
                    </a:lnTo>
                    <a:lnTo>
                      <a:pt x="22" y="133"/>
                    </a:lnTo>
                    <a:lnTo>
                      <a:pt x="24" y="134"/>
                    </a:lnTo>
                    <a:lnTo>
                      <a:pt x="26" y="136"/>
                    </a:lnTo>
                    <a:lnTo>
                      <a:pt x="28" y="137"/>
                    </a:lnTo>
                    <a:lnTo>
                      <a:pt x="31" y="138"/>
                    </a:lnTo>
                    <a:lnTo>
                      <a:pt x="34" y="138"/>
                    </a:lnTo>
                    <a:lnTo>
                      <a:pt x="37" y="138"/>
                    </a:lnTo>
                    <a:lnTo>
                      <a:pt x="41" y="138"/>
                    </a:lnTo>
                    <a:lnTo>
                      <a:pt x="43" y="138"/>
                    </a:lnTo>
                    <a:lnTo>
                      <a:pt x="46" y="138"/>
                    </a:lnTo>
                    <a:lnTo>
                      <a:pt x="50" y="138"/>
                    </a:lnTo>
                    <a:lnTo>
                      <a:pt x="55" y="137"/>
                    </a:lnTo>
                    <a:lnTo>
                      <a:pt x="59" y="137"/>
                    </a:lnTo>
                    <a:lnTo>
                      <a:pt x="62" y="135"/>
                    </a:lnTo>
                    <a:lnTo>
                      <a:pt x="62" y="127"/>
                    </a:lnTo>
                    <a:lnTo>
                      <a:pt x="59" y="128"/>
                    </a:lnTo>
                    <a:lnTo>
                      <a:pt x="57" y="12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7" name="ïṧļîḓe"/>
              <p:cNvSpPr/>
              <p:nvPr userDrawn="1"/>
            </p:nvSpPr>
            <p:spPr bwMode="auto">
              <a:xfrm>
                <a:off x="5024438" y="4014788"/>
                <a:ext cx="147638" cy="249238"/>
              </a:xfrm>
              <a:custGeom>
                <a:avLst/>
                <a:gdLst>
                  <a:gd name="T0" fmla="*/ 90 w 93"/>
                  <a:gd name="T1" fmla="*/ 75 h 157"/>
                  <a:gd name="T2" fmla="*/ 88 w 93"/>
                  <a:gd name="T3" fmla="*/ 69 h 157"/>
                  <a:gd name="T4" fmla="*/ 84 w 93"/>
                  <a:gd name="T5" fmla="*/ 65 h 157"/>
                  <a:gd name="T6" fmla="*/ 79 w 93"/>
                  <a:gd name="T7" fmla="*/ 61 h 157"/>
                  <a:gd name="T8" fmla="*/ 73 w 93"/>
                  <a:gd name="T9" fmla="*/ 57 h 157"/>
                  <a:gd name="T10" fmla="*/ 67 w 93"/>
                  <a:gd name="T11" fmla="*/ 56 h 157"/>
                  <a:gd name="T12" fmla="*/ 59 w 93"/>
                  <a:gd name="T13" fmla="*/ 55 h 157"/>
                  <a:gd name="T14" fmla="*/ 51 w 93"/>
                  <a:gd name="T15" fmla="*/ 56 h 157"/>
                  <a:gd name="T16" fmla="*/ 43 w 93"/>
                  <a:gd name="T17" fmla="*/ 60 h 157"/>
                  <a:gd name="T18" fmla="*/ 36 w 93"/>
                  <a:gd name="T19" fmla="*/ 65 h 157"/>
                  <a:gd name="T20" fmla="*/ 28 w 93"/>
                  <a:gd name="T21" fmla="*/ 71 h 157"/>
                  <a:gd name="T22" fmla="*/ 25 w 93"/>
                  <a:gd name="T23" fmla="*/ 0 h 157"/>
                  <a:gd name="T24" fmla="*/ 17 w 93"/>
                  <a:gd name="T25" fmla="*/ 1 h 157"/>
                  <a:gd name="T26" fmla="*/ 13 w 93"/>
                  <a:gd name="T27" fmla="*/ 1 h 157"/>
                  <a:gd name="T28" fmla="*/ 9 w 93"/>
                  <a:gd name="T29" fmla="*/ 1 h 157"/>
                  <a:gd name="T30" fmla="*/ 3 w 93"/>
                  <a:gd name="T31" fmla="*/ 0 h 157"/>
                  <a:gd name="T32" fmla="*/ 0 w 93"/>
                  <a:gd name="T33" fmla="*/ 157 h 157"/>
                  <a:gd name="T34" fmla="*/ 7 w 93"/>
                  <a:gd name="T35" fmla="*/ 157 h 157"/>
                  <a:gd name="T36" fmla="*/ 14 w 93"/>
                  <a:gd name="T37" fmla="*/ 157 h 157"/>
                  <a:gd name="T38" fmla="*/ 21 w 93"/>
                  <a:gd name="T39" fmla="*/ 157 h 157"/>
                  <a:gd name="T40" fmla="*/ 28 w 93"/>
                  <a:gd name="T41" fmla="*/ 157 h 157"/>
                  <a:gd name="T42" fmla="*/ 28 w 93"/>
                  <a:gd name="T43" fmla="*/ 106 h 157"/>
                  <a:gd name="T44" fmla="*/ 28 w 93"/>
                  <a:gd name="T45" fmla="*/ 97 h 157"/>
                  <a:gd name="T46" fmla="*/ 29 w 93"/>
                  <a:gd name="T47" fmla="*/ 89 h 157"/>
                  <a:gd name="T48" fmla="*/ 30 w 93"/>
                  <a:gd name="T49" fmla="*/ 84 h 157"/>
                  <a:gd name="T50" fmla="*/ 33 w 93"/>
                  <a:gd name="T51" fmla="*/ 79 h 157"/>
                  <a:gd name="T52" fmla="*/ 36 w 93"/>
                  <a:gd name="T53" fmla="*/ 76 h 157"/>
                  <a:gd name="T54" fmla="*/ 40 w 93"/>
                  <a:gd name="T55" fmla="*/ 73 h 157"/>
                  <a:gd name="T56" fmla="*/ 45 w 93"/>
                  <a:gd name="T57" fmla="*/ 73 h 157"/>
                  <a:gd name="T58" fmla="*/ 49 w 93"/>
                  <a:gd name="T59" fmla="*/ 72 h 157"/>
                  <a:gd name="T60" fmla="*/ 53 w 93"/>
                  <a:gd name="T61" fmla="*/ 73 h 157"/>
                  <a:gd name="T62" fmla="*/ 57 w 93"/>
                  <a:gd name="T63" fmla="*/ 75 h 157"/>
                  <a:gd name="T64" fmla="*/ 59 w 93"/>
                  <a:gd name="T65" fmla="*/ 78 h 157"/>
                  <a:gd name="T66" fmla="*/ 61 w 93"/>
                  <a:gd name="T67" fmla="*/ 82 h 157"/>
                  <a:gd name="T68" fmla="*/ 63 w 93"/>
                  <a:gd name="T69" fmla="*/ 88 h 157"/>
                  <a:gd name="T70" fmla="*/ 64 w 93"/>
                  <a:gd name="T71" fmla="*/ 98 h 157"/>
                  <a:gd name="T72" fmla="*/ 64 w 93"/>
                  <a:gd name="T73" fmla="*/ 157 h 157"/>
                  <a:gd name="T74" fmla="*/ 71 w 93"/>
                  <a:gd name="T75" fmla="*/ 157 h 157"/>
                  <a:gd name="T76" fmla="*/ 78 w 93"/>
                  <a:gd name="T77" fmla="*/ 157 h 157"/>
                  <a:gd name="T78" fmla="*/ 85 w 93"/>
                  <a:gd name="T79" fmla="*/ 157 h 157"/>
                  <a:gd name="T80" fmla="*/ 93 w 93"/>
                  <a:gd name="T81" fmla="*/ 157 h 157"/>
                  <a:gd name="T82" fmla="*/ 93 w 93"/>
                  <a:gd name="T83" fmla="*/ 86 h 157"/>
                  <a:gd name="T84" fmla="*/ 91 w 93"/>
                  <a:gd name="T8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1" y="79"/>
                    </a:moveTo>
                    <a:lnTo>
                      <a:pt x="90" y="75"/>
                    </a:lnTo>
                    <a:lnTo>
                      <a:pt x="89" y="73"/>
                    </a:lnTo>
                    <a:lnTo>
                      <a:pt x="88" y="69"/>
                    </a:lnTo>
                    <a:lnTo>
                      <a:pt x="85" y="67"/>
                    </a:lnTo>
                    <a:lnTo>
                      <a:pt x="84" y="65"/>
                    </a:lnTo>
                    <a:lnTo>
                      <a:pt x="81" y="62"/>
                    </a:lnTo>
                    <a:lnTo>
                      <a:pt x="79" y="61"/>
                    </a:lnTo>
                    <a:lnTo>
                      <a:pt x="76" y="59"/>
                    </a:lnTo>
                    <a:lnTo>
                      <a:pt x="73" y="57"/>
                    </a:lnTo>
                    <a:lnTo>
                      <a:pt x="70" y="56"/>
                    </a:lnTo>
                    <a:lnTo>
                      <a:pt x="67" y="56"/>
                    </a:lnTo>
                    <a:lnTo>
                      <a:pt x="63" y="55"/>
                    </a:lnTo>
                    <a:lnTo>
                      <a:pt x="59" y="55"/>
                    </a:lnTo>
                    <a:lnTo>
                      <a:pt x="55" y="55"/>
                    </a:lnTo>
                    <a:lnTo>
                      <a:pt x="51" y="56"/>
                    </a:lnTo>
                    <a:lnTo>
                      <a:pt x="47" y="57"/>
                    </a:lnTo>
                    <a:lnTo>
                      <a:pt x="43" y="60"/>
                    </a:lnTo>
                    <a:lnTo>
                      <a:pt x="39" y="61"/>
                    </a:lnTo>
                    <a:lnTo>
                      <a:pt x="36" y="65"/>
                    </a:lnTo>
                    <a:lnTo>
                      <a:pt x="32" y="68"/>
                    </a:lnTo>
                    <a:lnTo>
                      <a:pt x="28" y="71"/>
                    </a:lnTo>
                    <a:lnTo>
                      <a:pt x="28" y="0"/>
                    </a:lnTo>
                    <a:lnTo>
                      <a:pt x="25" y="0"/>
                    </a:lnTo>
                    <a:lnTo>
                      <a:pt x="21" y="1"/>
                    </a:lnTo>
                    <a:lnTo>
                      <a:pt x="17"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8" y="157"/>
                    </a:lnTo>
                    <a:lnTo>
                      <a:pt x="21" y="157"/>
                    </a:lnTo>
                    <a:lnTo>
                      <a:pt x="25" y="157"/>
                    </a:lnTo>
                    <a:lnTo>
                      <a:pt x="28" y="157"/>
                    </a:lnTo>
                    <a:lnTo>
                      <a:pt x="28" y="110"/>
                    </a:lnTo>
                    <a:lnTo>
                      <a:pt x="28" y="106"/>
                    </a:lnTo>
                    <a:lnTo>
                      <a:pt x="28" y="101"/>
                    </a:lnTo>
                    <a:lnTo>
                      <a:pt x="28" y="97"/>
                    </a:lnTo>
                    <a:lnTo>
                      <a:pt x="29" y="93"/>
                    </a:lnTo>
                    <a:lnTo>
                      <a:pt x="29" y="89"/>
                    </a:lnTo>
                    <a:lnTo>
                      <a:pt x="30" y="87"/>
                    </a:lnTo>
                    <a:lnTo>
                      <a:pt x="30" y="84"/>
                    </a:lnTo>
                    <a:lnTo>
                      <a:pt x="32" y="81"/>
                    </a:lnTo>
                    <a:lnTo>
                      <a:pt x="33" y="79"/>
                    </a:lnTo>
                    <a:lnTo>
                      <a:pt x="34" y="77"/>
                    </a:lnTo>
                    <a:lnTo>
                      <a:pt x="36" y="76"/>
                    </a:lnTo>
                    <a:lnTo>
                      <a:pt x="37" y="74"/>
                    </a:lnTo>
                    <a:lnTo>
                      <a:pt x="40" y="73"/>
                    </a:lnTo>
                    <a:lnTo>
                      <a:pt x="42" y="73"/>
                    </a:lnTo>
                    <a:lnTo>
                      <a:pt x="45" y="73"/>
                    </a:lnTo>
                    <a:lnTo>
                      <a:pt x="47" y="72"/>
                    </a:lnTo>
                    <a:lnTo>
                      <a:pt x="49" y="72"/>
                    </a:lnTo>
                    <a:lnTo>
                      <a:pt x="51" y="73"/>
                    </a:lnTo>
                    <a:lnTo>
                      <a:pt x="53" y="73"/>
                    </a:lnTo>
                    <a:lnTo>
                      <a:pt x="55" y="74"/>
                    </a:lnTo>
                    <a:lnTo>
                      <a:pt x="57" y="75"/>
                    </a:lnTo>
                    <a:lnTo>
                      <a:pt x="57" y="77"/>
                    </a:lnTo>
                    <a:lnTo>
                      <a:pt x="59" y="78"/>
                    </a:lnTo>
                    <a:lnTo>
                      <a:pt x="60" y="81"/>
                    </a:lnTo>
                    <a:lnTo>
                      <a:pt x="61" y="82"/>
                    </a:lnTo>
                    <a:lnTo>
                      <a:pt x="62" y="85"/>
                    </a:lnTo>
                    <a:lnTo>
                      <a:pt x="63" y="88"/>
                    </a:lnTo>
                    <a:lnTo>
                      <a:pt x="63" y="91"/>
                    </a:lnTo>
                    <a:lnTo>
                      <a:pt x="64" y="98"/>
                    </a:lnTo>
                    <a:lnTo>
                      <a:pt x="64" y="106"/>
                    </a:lnTo>
                    <a:lnTo>
                      <a:pt x="64" y="157"/>
                    </a:lnTo>
                    <a:lnTo>
                      <a:pt x="67" y="157"/>
                    </a:lnTo>
                    <a:lnTo>
                      <a:pt x="71" y="157"/>
                    </a:lnTo>
                    <a:lnTo>
                      <a:pt x="74" y="157"/>
                    </a:lnTo>
                    <a:lnTo>
                      <a:pt x="78" y="157"/>
                    </a:lnTo>
                    <a:lnTo>
                      <a:pt x="81" y="157"/>
                    </a:lnTo>
                    <a:lnTo>
                      <a:pt x="85" y="157"/>
                    </a:lnTo>
                    <a:lnTo>
                      <a:pt x="89" y="157"/>
                    </a:lnTo>
                    <a:lnTo>
                      <a:pt x="93" y="157"/>
                    </a:lnTo>
                    <a:lnTo>
                      <a:pt x="93" y="91"/>
                    </a:lnTo>
                    <a:lnTo>
                      <a:pt x="93" y="86"/>
                    </a:lnTo>
                    <a:lnTo>
                      <a:pt x="92" y="82"/>
                    </a:lnTo>
                    <a:lnTo>
                      <a:pt x="91" y="7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8" name="í$1idé"/>
              <p:cNvSpPr/>
              <p:nvPr userDrawn="1"/>
            </p:nvSpPr>
            <p:spPr bwMode="auto">
              <a:xfrm>
                <a:off x="5291138" y="4032251"/>
                <a:ext cx="200025" cy="234950"/>
              </a:xfrm>
              <a:custGeom>
                <a:avLst/>
                <a:gdLst>
                  <a:gd name="T0" fmla="*/ 106 w 126"/>
                  <a:gd name="T1" fmla="*/ 3 h 148"/>
                  <a:gd name="T2" fmla="*/ 89 w 126"/>
                  <a:gd name="T3" fmla="*/ 0 h 148"/>
                  <a:gd name="T4" fmla="*/ 64 w 126"/>
                  <a:gd name="T5" fmla="*/ 2 h 148"/>
                  <a:gd name="T6" fmla="*/ 51 w 126"/>
                  <a:gd name="T7" fmla="*/ 5 h 148"/>
                  <a:gd name="T8" fmla="*/ 40 w 126"/>
                  <a:gd name="T9" fmla="*/ 10 h 148"/>
                  <a:gd name="T10" fmla="*/ 30 w 126"/>
                  <a:gd name="T11" fmla="*/ 15 h 148"/>
                  <a:gd name="T12" fmla="*/ 22 w 126"/>
                  <a:gd name="T13" fmla="*/ 22 h 148"/>
                  <a:gd name="T14" fmla="*/ 14 w 126"/>
                  <a:gd name="T15" fmla="*/ 30 h 148"/>
                  <a:gd name="T16" fmla="*/ 9 w 126"/>
                  <a:gd name="T17" fmla="*/ 39 h 148"/>
                  <a:gd name="T18" fmla="*/ 5 w 126"/>
                  <a:gd name="T19" fmla="*/ 50 h 148"/>
                  <a:gd name="T20" fmla="*/ 2 w 126"/>
                  <a:gd name="T21" fmla="*/ 62 h 148"/>
                  <a:gd name="T22" fmla="*/ 0 w 126"/>
                  <a:gd name="T23" fmla="*/ 74 h 148"/>
                  <a:gd name="T24" fmla="*/ 2 w 126"/>
                  <a:gd name="T25" fmla="*/ 95 h 148"/>
                  <a:gd name="T26" fmla="*/ 5 w 126"/>
                  <a:gd name="T27" fmla="*/ 105 h 148"/>
                  <a:gd name="T28" fmla="*/ 9 w 126"/>
                  <a:gd name="T29" fmla="*/ 115 h 148"/>
                  <a:gd name="T30" fmla="*/ 14 w 126"/>
                  <a:gd name="T31" fmla="*/ 123 h 148"/>
                  <a:gd name="T32" fmla="*/ 22 w 126"/>
                  <a:gd name="T33" fmla="*/ 130 h 148"/>
                  <a:gd name="T34" fmla="*/ 29 w 126"/>
                  <a:gd name="T35" fmla="*/ 136 h 148"/>
                  <a:gd name="T36" fmla="*/ 38 w 126"/>
                  <a:gd name="T37" fmla="*/ 141 h 148"/>
                  <a:gd name="T38" fmla="*/ 53 w 126"/>
                  <a:gd name="T39" fmla="*/ 146 h 148"/>
                  <a:gd name="T40" fmla="*/ 78 w 126"/>
                  <a:gd name="T41" fmla="*/ 148 h 148"/>
                  <a:gd name="T42" fmla="*/ 94 w 126"/>
                  <a:gd name="T43" fmla="*/ 147 h 148"/>
                  <a:gd name="T44" fmla="*/ 110 w 126"/>
                  <a:gd name="T45" fmla="*/ 144 h 148"/>
                  <a:gd name="T46" fmla="*/ 124 w 126"/>
                  <a:gd name="T47" fmla="*/ 123 h 148"/>
                  <a:gd name="T48" fmla="*/ 112 w 126"/>
                  <a:gd name="T49" fmla="*/ 128 h 148"/>
                  <a:gd name="T50" fmla="*/ 98 w 126"/>
                  <a:gd name="T51" fmla="*/ 135 h 148"/>
                  <a:gd name="T52" fmla="*/ 84 w 126"/>
                  <a:gd name="T53" fmla="*/ 137 h 148"/>
                  <a:gd name="T54" fmla="*/ 68 w 126"/>
                  <a:gd name="T55" fmla="*/ 135 h 148"/>
                  <a:gd name="T56" fmla="*/ 54 w 126"/>
                  <a:gd name="T57" fmla="*/ 128 h 148"/>
                  <a:gd name="T58" fmla="*/ 45 w 126"/>
                  <a:gd name="T59" fmla="*/ 117 h 148"/>
                  <a:gd name="T60" fmla="*/ 38 w 126"/>
                  <a:gd name="T61" fmla="*/ 103 h 148"/>
                  <a:gd name="T62" fmla="*/ 34 w 126"/>
                  <a:gd name="T63" fmla="*/ 84 h 148"/>
                  <a:gd name="T64" fmla="*/ 35 w 126"/>
                  <a:gd name="T65" fmla="*/ 62 h 148"/>
                  <a:gd name="T66" fmla="*/ 40 w 126"/>
                  <a:gd name="T67" fmla="*/ 43 h 148"/>
                  <a:gd name="T68" fmla="*/ 47 w 126"/>
                  <a:gd name="T69" fmla="*/ 30 h 148"/>
                  <a:gd name="T70" fmla="*/ 58 w 126"/>
                  <a:gd name="T71" fmla="*/ 19 h 148"/>
                  <a:gd name="T72" fmla="*/ 72 w 126"/>
                  <a:gd name="T73" fmla="*/ 14 h 148"/>
                  <a:gd name="T74" fmla="*/ 88 w 126"/>
                  <a:gd name="T75" fmla="*/ 13 h 148"/>
                  <a:gd name="T76" fmla="*/ 102 w 126"/>
                  <a:gd name="T77" fmla="*/ 18 h 148"/>
                  <a:gd name="T78" fmla="*/ 114 w 126"/>
                  <a:gd name="T79" fmla="*/ 27 h 148"/>
                  <a:gd name="T80" fmla="*/ 121 w 126"/>
                  <a:gd name="T81" fmla="*/ 29 h 148"/>
                  <a:gd name="T82" fmla="*/ 123 w 126"/>
                  <a:gd name="T83" fmla="*/ 17 h 148"/>
                  <a:gd name="T84" fmla="*/ 121 w 126"/>
                  <a:gd name="T85" fmla="*/ 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6" h="148">
                    <a:moveTo>
                      <a:pt x="116" y="6"/>
                    </a:moveTo>
                    <a:lnTo>
                      <a:pt x="111" y="4"/>
                    </a:lnTo>
                    <a:lnTo>
                      <a:pt x="106" y="3"/>
                    </a:lnTo>
                    <a:lnTo>
                      <a:pt x="101" y="2"/>
                    </a:lnTo>
                    <a:lnTo>
                      <a:pt x="95" y="1"/>
                    </a:lnTo>
                    <a:lnTo>
                      <a:pt x="89" y="0"/>
                    </a:lnTo>
                    <a:lnTo>
                      <a:pt x="83" y="0"/>
                    </a:lnTo>
                    <a:lnTo>
                      <a:pt x="74" y="1"/>
                    </a:lnTo>
                    <a:lnTo>
                      <a:pt x="64" y="2"/>
                    </a:lnTo>
                    <a:lnTo>
                      <a:pt x="60" y="2"/>
                    </a:lnTo>
                    <a:lnTo>
                      <a:pt x="55" y="4"/>
                    </a:lnTo>
                    <a:lnTo>
                      <a:pt x="51" y="5"/>
                    </a:lnTo>
                    <a:lnTo>
                      <a:pt x="47" y="6"/>
                    </a:lnTo>
                    <a:lnTo>
                      <a:pt x="44" y="8"/>
                    </a:lnTo>
                    <a:lnTo>
                      <a:pt x="40" y="10"/>
                    </a:lnTo>
                    <a:lnTo>
                      <a:pt x="37" y="11"/>
                    </a:lnTo>
                    <a:lnTo>
                      <a:pt x="34" y="13"/>
                    </a:lnTo>
                    <a:lnTo>
                      <a:pt x="30" y="15"/>
                    </a:lnTo>
                    <a:lnTo>
                      <a:pt x="27" y="17"/>
                    </a:lnTo>
                    <a:lnTo>
                      <a:pt x="25" y="19"/>
                    </a:lnTo>
                    <a:lnTo>
                      <a:pt x="22" y="22"/>
                    </a:lnTo>
                    <a:lnTo>
                      <a:pt x="19" y="24"/>
                    </a:lnTo>
                    <a:lnTo>
                      <a:pt x="17" y="26"/>
                    </a:lnTo>
                    <a:lnTo>
                      <a:pt x="14" y="30"/>
                    </a:lnTo>
                    <a:lnTo>
                      <a:pt x="13" y="33"/>
                    </a:lnTo>
                    <a:lnTo>
                      <a:pt x="10" y="36"/>
                    </a:lnTo>
                    <a:lnTo>
                      <a:pt x="9" y="39"/>
                    </a:lnTo>
                    <a:lnTo>
                      <a:pt x="7" y="42"/>
                    </a:lnTo>
                    <a:lnTo>
                      <a:pt x="6" y="46"/>
                    </a:lnTo>
                    <a:lnTo>
                      <a:pt x="5" y="50"/>
                    </a:lnTo>
                    <a:lnTo>
                      <a:pt x="3" y="54"/>
                    </a:lnTo>
                    <a:lnTo>
                      <a:pt x="2" y="58"/>
                    </a:lnTo>
                    <a:lnTo>
                      <a:pt x="2" y="62"/>
                    </a:lnTo>
                    <a:lnTo>
                      <a:pt x="1" y="66"/>
                    </a:lnTo>
                    <a:lnTo>
                      <a:pt x="1" y="70"/>
                    </a:lnTo>
                    <a:lnTo>
                      <a:pt x="0" y="74"/>
                    </a:lnTo>
                    <a:lnTo>
                      <a:pt x="0" y="79"/>
                    </a:lnTo>
                    <a:lnTo>
                      <a:pt x="1" y="87"/>
                    </a:lnTo>
                    <a:lnTo>
                      <a:pt x="2" y="95"/>
                    </a:lnTo>
                    <a:lnTo>
                      <a:pt x="3" y="99"/>
                    </a:lnTo>
                    <a:lnTo>
                      <a:pt x="3" y="102"/>
                    </a:lnTo>
                    <a:lnTo>
                      <a:pt x="5" y="105"/>
                    </a:lnTo>
                    <a:lnTo>
                      <a:pt x="6" y="108"/>
                    </a:lnTo>
                    <a:lnTo>
                      <a:pt x="7" y="112"/>
                    </a:lnTo>
                    <a:lnTo>
                      <a:pt x="9" y="115"/>
                    </a:lnTo>
                    <a:lnTo>
                      <a:pt x="10" y="118"/>
                    </a:lnTo>
                    <a:lnTo>
                      <a:pt x="12" y="120"/>
                    </a:lnTo>
                    <a:lnTo>
                      <a:pt x="14" y="123"/>
                    </a:lnTo>
                    <a:lnTo>
                      <a:pt x="17" y="125"/>
                    </a:lnTo>
                    <a:lnTo>
                      <a:pt x="18" y="127"/>
                    </a:lnTo>
                    <a:lnTo>
                      <a:pt x="22" y="130"/>
                    </a:lnTo>
                    <a:lnTo>
                      <a:pt x="23" y="132"/>
                    </a:lnTo>
                    <a:lnTo>
                      <a:pt x="26" y="134"/>
                    </a:lnTo>
                    <a:lnTo>
                      <a:pt x="29" y="136"/>
                    </a:lnTo>
                    <a:lnTo>
                      <a:pt x="32" y="138"/>
                    </a:lnTo>
                    <a:lnTo>
                      <a:pt x="35" y="139"/>
                    </a:lnTo>
                    <a:lnTo>
                      <a:pt x="38" y="141"/>
                    </a:lnTo>
                    <a:lnTo>
                      <a:pt x="42" y="142"/>
                    </a:lnTo>
                    <a:lnTo>
                      <a:pt x="46" y="143"/>
                    </a:lnTo>
                    <a:lnTo>
                      <a:pt x="53" y="146"/>
                    </a:lnTo>
                    <a:lnTo>
                      <a:pt x="61" y="147"/>
                    </a:lnTo>
                    <a:lnTo>
                      <a:pt x="69" y="148"/>
                    </a:lnTo>
                    <a:lnTo>
                      <a:pt x="78" y="148"/>
                    </a:lnTo>
                    <a:lnTo>
                      <a:pt x="84" y="148"/>
                    </a:lnTo>
                    <a:lnTo>
                      <a:pt x="90" y="147"/>
                    </a:lnTo>
                    <a:lnTo>
                      <a:pt x="94" y="147"/>
                    </a:lnTo>
                    <a:lnTo>
                      <a:pt x="100" y="147"/>
                    </a:lnTo>
                    <a:lnTo>
                      <a:pt x="105" y="146"/>
                    </a:lnTo>
                    <a:lnTo>
                      <a:pt x="110" y="144"/>
                    </a:lnTo>
                    <a:lnTo>
                      <a:pt x="115" y="143"/>
                    </a:lnTo>
                    <a:lnTo>
                      <a:pt x="120" y="141"/>
                    </a:lnTo>
                    <a:lnTo>
                      <a:pt x="124" y="123"/>
                    </a:lnTo>
                    <a:lnTo>
                      <a:pt x="122" y="122"/>
                    </a:lnTo>
                    <a:lnTo>
                      <a:pt x="117" y="125"/>
                    </a:lnTo>
                    <a:lnTo>
                      <a:pt x="112" y="128"/>
                    </a:lnTo>
                    <a:lnTo>
                      <a:pt x="108" y="131"/>
                    </a:lnTo>
                    <a:lnTo>
                      <a:pt x="103" y="133"/>
                    </a:lnTo>
                    <a:lnTo>
                      <a:pt x="98" y="135"/>
                    </a:lnTo>
                    <a:lnTo>
                      <a:pt x="94" y="136"/>
                    </a:lnTo>
                    <a:lnTo>
                      <a:pt x="89" y="137"/>
                    </a:lnTo>
                    <a:lnTo>
                      <a:pt x="84" y="137"/>
                    </a:lnTo>
                    <a:lnTo>
                      <a:pt x="78" y="137"/>
                    </a:lnTo>
                    <a:lnTo>
                      <a:pt x="73" y="136"/>
                    </a:lnTo>
                    <a:lnTo>
                      <a:pt x="68" y="135"/>
                    </a:lnTo>
                    <a:lnTo>
                      <a:pt x="62" y="132"/>
                    </a:lnTo>
                    <a:lnTo>
                      <a:pt x="58" y="131"/>
                    </a:lnTo>
                    <a:lnTo>
                      <a:pt x="54" y="128"/>
                    </a:lnTo>
                    <a:lnTo>
                      <a:pt x="51" y="125"/>
                    </a:lnTo>
                    <a:lnTo>
                      <a:pt x="47" y="121"/>
                    </a:lnTo>
                    <a:lnTo>
                      <a:pt x="45" y="117"/>
                    </a:lnTo>
                    <a:lnTo>
                      <a:pt x="42" y="113"/>
                    </a:lnTo>
                    <a:lnTo>
                      <a:pt x="40" y="108"/>
                    </a:lnTo>
                    <a:lnTo>
                      <a:pt x="38" y="103"/>
                    </a:lnTo>
                    <a:lnTo>
                      <a:pt x="36" y="97"/>
                    </a:lnTo>
                    <a:lnTo>
                      <a:pt x="35" y="91"/>
                    </a:lnTo>
                    <a:lnTo>
                      <a:pt x="34" y="84"/>
                    </a:lnTo>
                    <a:lnTo>
                      <a:pt x="34" y="77"/>
                    </a:lnTo>
                    <a:lnTo>
                      <a:pt x="34" y="69"/>
                    </a:lnTo>
                    <a:lnTo>
                      <a:pt x="35" y="62"/>
                    </a:lnTo>
                    <a:lnTo>
                      <a:pt x="37" y="55"/>
                    </a:lnTo>
                    <a:lnTo>
                      <a:pt x="38" y="49"/>
                    </a:lnTo>
                    <a:lnTo>
                      <a:pt x="40" y="43"/>
                    </a:lnTo>
                    <a:lnTo>
                      <a:pt x="42" y="38"/>
                    </a:lnTo>
                    <a:lnTo>
                      <a:pt x="45" y="34"/>
                    </a:lnTo>
                    <a:lnTo>
                      <a:pt x="47" y="30"/>
                    </a:lnTo>
                    <a:lnTo>
                      <a:pt x="51" y="26"/>
                    </a:lnTo>
                    <a:lnTo>
                      <a:pt x="54" y="22"/>
                    </a:lnTo>
                    <a:lnTo>
                      <a:pt x="58" y="19"/>
                    </a:lnTo>
                    <a:lnTo>
                      <a:pt x="62" y="17"/>
                    </a:lnTo>
                    <a:lnTo>
                      <a:pt x="67" y="15"/>
                    </a:lnTo>
                    <a:lnTo>
                      <a:pt x="72" y="14"/>
                    </a:lnTo>
                    <a:lnTo>
                      <a:pt x="78" y="13"/>
                    </a:lnTo>
                    <a:lnTo>
                      <a:pt x="83" y="12"/>
                    </a:lnTo>
                    <a:lnTo>
                      <a:pt x="88" y="13"/>
                    </a:lnTo>
                    <a:lnTo>
                      <a:pt x="93" y="14"/>
                    </a:lnTo>
                    <a:lnTo>
                      <a:pt x="98" y="15"/>
                    </a:lnTo>
                    <a:lnTo>
                      <a:pt x="102" y="18"/>
                    </a:lnTo>
                    <a:lnTo>
                      <a:pt x="106" y="21"/>
                    </a:lnTo>
                    <a:lnTo>
                      <a:pt x="110" y="24"/>
                    </a:lnTo>
                    <a:lnTo>
                      <a:pt x="114" y="27"/>
                    </a:lnTo>
                    <a:lnTo>
                      <a:pt x="118" y="32"/>
                    </a:lnTo>
                    <a:lnTo>
                      <a:pt x="121" y="32"/>
                    </a:lnTo>
                    <a:lnTo>
                      <a:pt x="121" y="29"/>
                    </a:lnTo>
                    <a:lnTo>
                      <a:pt x="122" y="25"/>
                    </a:lnTo>
                    <a:lnTo>
                      <a:pt x="122" y="21"/>
                    </a:lnTo>
                    <a:lnTo>
                      <a:pt x="123" y="17"/>
                    </a:lnTo>
                    <a:lnTo>
                      <a:pt x="124" y="14"/>
                    </a:lnTo>
                    <a:lnTo>
                      <a:pt x="126" y="10"/>
                    </a:lnTo>
                    <a:lnTo>
                      <a:pt x="121" y="8"/>
                    </a:lnTo>
                    <a:lnTo>
                      <a:pt x="116" y="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9" name="i$lïḍe"/>
              <p:cNvSpPr/>
              <p:nvPr userDrawn="1"/>
            </p:nvSpPr>
            <p:spPr bwMode="auto">
              <a:xfrm>
                <a:off x="5538788" y="4014788"/>
                <a:ext cx="147638" cy="249238"/>
              </a:xfrm>
              <a:custGeom>
                <a:avLst/>
                <a:gdLst>
                  <a:gd name="T0" fmla="*/ 91 w 93"/>
                  <a:gd name="T1" fmla="*/ 79 h 157"/>
                  <a:gd name="T2" fmla="*/ 90 w 93"/>
                  <a:gd name="T3" fmla="*/ 73 h 157"/>
                  <a:gd name="T4" fmla="*/ 86 w 93"/>
                  <a:gd name="T5" fmla="*/ 67 h 157"/>
                  <a:gd name="T6" fmla="*/ 82 w 93"/>
                  <a:gd name="T7" fmla="*/ 62 h 157"/>
                  <a:gd name="T8" fmla="*/ 76 w 93"/>
                  <a:gd name="T9" fmla="*/ 59 h 157"/>
                  <a:gd name="T10" fmla="*/ 70 w 93"/>
                  <a:gd name="T11" fmla="*/ 56 h 157"/>
                  <a:gd name="T12" fmla="*/ 63 w 93"/>
                  <a:gd name="T13" fmla="*/ 55 h 157"/>
                  <a:gd name="T14" fmla="*/ 55 w 93"/>
                  <a:gd name="T15" fmla="*/ 55 h 157"/>
                  <a:gd name="T16" fmla="*/ 47 w 93"/>
                  <a:gd name="T17" fmla="*/ 57 h 157"/>
                  <a:gd name="T18" fmla="*/ 39 w 93"/>
                  <a:gd name="T19" fmla="*/ 61 h 157"/>
                  <a:gd name="T20" fmla="*/ 32 w 93"/>
                  <a:gd name="T21" fmla="*/ 68 h 157"/>
                  <a:gd name="T22" fmla="*/ 29 w 93"/>
                  <a:gd name="T23" fmla="*/ 0 h 157"/>
                  <a:gd name="T24" fmla="*/ 22 w 93"/>
                  <a:gd name="T25" fmla="*/ 1 h 157"/>
                  <a:gd name="T26" fmla="*/ 14 w 93"/>
                  <a:gd name="T27" fmla="*/ 1 h 157"/>
                  <a:gd name="T28" fmla="*/ 11 w 93"/>
                  <a:gd name="T29" fmla="*/ 1 h 157"/>
                  <a:gd name="T30" fmla="*/ 7 w 93"/>
                  <a:gd name="T31" fmla="*/ 1 h 157"/>
                  <a:gd name="T32" fmla="*/ 0 w 93"/>
                  <a:gd name="T33" fmla="*/ 0 h 157"/>
                  <a:gd name="T34" fmla="*/ 3 w 93"/>
                  <a:gd name="T35" fmla="*/ 157 h 157"/>
                  <a:gd name="T36" fmla="*/ 11 w 93"/>
                  <a:gd name="T37" fmla="*/ 157 h 157"/>
                  <a:gd name="T38" fmla="*/ 18 w 93"/>
                  <a:gd name="T39" fmla="*/ 157 h 157"/>
                  <a:gd name="T40" fmla="*/ 25 w 93"/>
                  <a:gd name="T41" fmla="*/ 157 h 157"/>
                  <a:gd name="T42" fmla="*/ 29 w 93"/>
                  <a:gd name="T43" fmla="*/ 110 h 157"/>
                  <a:gd name="T44" fmla="*/ 28 w 93"/>
                  <a:gd name="T45" fmla="*/ 101 h 157"/>
                  <a:gd name="T46" fmla="*/ 29 w 93"/>
                  <a:gd name="T47" fmla="*/ 93 h 157"/>
                  <a:gd name="T48" fmla="*/ 30 w 93"/>
                  <a:gd name="T49" fmla="*/ 87 h 157"/>
                  <a:gd name="T50" fmla="*/ 32 w 93"/>
                  <a:gd name="T51" fmla="*/ 81 h 157"/>
                  <a:gd name="T52" fmla="*/ 34 w 93"/>
                  <a:gd name="T53" fmla="*/ 77 h 157"/>
                  <a:gd name="T54" fmla="*/ 38 w 93"/>
                  <a:gd name="T55" fmla="*/ 74 h 157"/>
                  <a:gd name="T56" fmla="*/ 42 w 93"/>
                  <a:gd name="T57" fmla="*/ 73 h 157"/>
                  <a:gd name="T58" fmla="*/ 47 w 93"/>
                  <a:gd name="T59" fmla="*/ 72 h 157"/>
                  <a:gd name="T60" fmla="*/ 51 w 93"/>
                  <a:gd name="T61" fmla="*/ 73 h 157"/>
                  <a:gd name="T62" fmla="*/ 55 w 93"/>
                  <a:gd name="T63" fmla="*/ 74 h 157"/>
                  <a:gd name="T64" fmla="*/ 58 w 93"/>
                  <a:gd name="T65" fmla="*/ 77 h 157"/>
                  <a:gd name="T66" fmla="*/ 60 w 93"/>
                  <a:gd name="T67" fmla="*/ 81 h 157"/>
                  <a:gd name="T68" fmla="*/ 62 w 93"/>
                  <a:gd name="T69" fmla="*/ 85 h 157"/>
                  <a:gd name="T70" fmla="*/ 64 w 93"/>
                  <a:gd name="T71" fmla="*/ 91 h 157"/>
                  <a:gd name="T72" fmla="*/ 64 w 93"/>
                  <a:gd name="T73" fmla="*/ 106 h 157"/>
                  <a:gd name="T74" fmla="*/ 67 w 93"/>
                  <a:gd name="T75" fmla="*/ 157 h 157"/>
                  <a:gd name="T76" fmla="*/ 74 w 93"/>
                  <a:gd name="T77" fmla="*/ 157 h 157"/>
                  <a:gd name="T78" fmla="*/ 82 w 93"/>
                  <a:gd name="T79" fmla="*/ 157 h 157"/>
                  <a:gd name="T80" fmla="*/ 90 w 93"/>
                  <a:gd name="T81" fmla="*/ 157 h 157"/>
                  <a:gd name="T82" fmla="*/ 93 w 93"/>
                  <a:gd name="T83" fmla="*/ 91 h 157"/>
                  <a:gd name="T84" fmla="*/ 92 w 93"/>
                  <a:gd name="T85" fmla="*/ 8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2" y="82"/>
                    </a:moveTo>
                    <a:lnTo>
                      <a:pt x="91" y="79"/>
                    </a:lnTo>
                    <a:lnTo>
                      <a:pt x="90" y="75"/>
                    </a:lnTo>
                    <a:lnTo>
                      <a:pt x="90" y="73"/>
                    </a:lnTo>
                    <a:lnTo>
                      <a:pt x="88" y="69"/>
                    </a:lnTo>
                    <a:lnTo>
                      <a:pt x="86" y="67"/>
                    </a:lnTo>
                    <a:lnTo>
                      <a:pt x="84" y="65"/>
                    </a:lnTo>
                    <a:lnTo>
                      <a:pt x="82" y="62"/>
                    </a:lnTo>
                    <a:lnTo>
                      <a:pt x="79" y="61"/>
                    </a:lnTo>
                    <a:lnTo>
                      <a:pt x="76" y="59"/>
                    </a:lnTo>
                    <a:lnTo>
                      <a:pt x="73" y="57"/>
                    </a:lnTo>
                    <a:lnTo>
                      <a:pt x="70" y="56"/>
                    </a:lnTo>
                    <a:lnTo>
                      <a:pt x="66" y="56"/>
                    </a:lnTo>
                    <a:lnTo>
                      <a:pt x="63" y="55"/>
                    </a:lnTo>
                    <a:lnTo>
                      <a:pt x="59" y="55"/>
                    </a:lnTo>
                    <a:lnTo>
                      <a:pt x="55" y="55"/>
                    </a:lnTo>
                    <a:lnTo>
                      <a:pt x="51" y="56"/>
                    </a:lnTo>
                    <a:lnTo>
                      <a:pt x="47" y="57"/>
                    </a:lnTo>
                    <a:lnTo>
                      <a:pt x="43" y="60"/>
                    </a:lnTo>
                    <a:lnTo>
                      <a:pt x="39" y="61"/>
                    </a:lnTo>
                    <a:lnTo>
                      <a:pt x="36" y="65"/>
                    </a:lnTo>
                    <a:lnTo>
                      <a:pt x="32" y="68"/>
                    </a:lnTo>
                    <a:lnTo>
                      <a:pt x="29" y="71"/>
                    </a:lnTo>
                    <a:lnTo>
                      <a:pt x="29" y="0"/>
                    </a:lnTo>
                    <a:lnTo>
                      <a:pt x="26" y="0"/>
                    </a:lnTo>
                    <a:lnTo>
                      <a:pt x="22" y="1"/>
                    </a:lnTo>
                    <a:lnTo>
                      <a:pt x="18" y="1"/>
                    </a:lnTo>
                    <a:lnTo>
                      <a:pt x="14" y="1"/>
                    </a:lnTo>
                    <a:lnTo>
                      <a:pt x="13" y="1"/>
                    </a:lnTo>
                    <a:lnTo>
                      <a:pt x="11" y="1"/>
                    </a:lnTo>
                    <a:lnTo>
                      <a:pt x="9" y="1"/>
                    </a:lnTo>
                    <a:lnTo>
                      <a:pt x="7" y="1"/>
                    </a:lnTo>
                    <a:lnTo>
                      <a:pt x="2" y="0"/>
                    </a:lnTo>
                    <a:lnTo>
                      <a:pt x="0" y="0"/>
                    </a:lnTo>
                    <a:lnTo>
                      <a:pt x="0" y="157"/>
                    </a:lnTo>
                    <a:lnTo>
                      <a:pt x="3" y="157"/>
                    </a:lnTo>
                    <a:lnTo>
                      <a:pt x="7" y="157"/>
                    </a:lnTo>
                    <a:lnTo>
                      <a:pt x="11" y="157"/>
                    </a:lnTo>
                    <a:lnTo>
                      <a:pt x="14" y="157"/>
                    </a:lnTo>
                    <a:lnTo>
                      <a:pt x="18" y="157"/>
                    </a:lnTo>
                    <a:lnTo>
                      <a:pt x="22" y="157"/>
                    </a:lnTo>
                    <a:lnTo>
                      <a:pt x="25" y="157"/>
                    </a:lnTo>
                    <a:lnTo>
                      <a:pt x="29" y="157"/>
                    </a:lnTo>
                    <a:lnTo>
                      <a:pt x="29" y="110"/>
                    </a:lnTo>
                    <a:lnTo>
                      <a:pt x="28" y="106"/>
                    </a:lnTo>
                    <a:lnTo>
                      <a:pt x="28" y="101"/>
                    </a:lnTo>
                    <a:lnTo>
                      <a:pt x="29" y="97"/>
                    </a:lnTo>
                    <a:lnTo>
                      <a:pt x="29" y="93"/>
                    </a:lnTo>
                    <a:lnTo>
                      <a:pt x="29" y="89"/>
                    </a:lnTo>
                    <a:lnTo>
                      <a:pt x="30" y="87"/>
                    </a:lnTo>
                    <a:lnTo>
                      <a:pt x="30" y="84"/>
                    </a:lnTo>
                    <a:lnTo>
                      <a:pt x="32" y="81"/>
                    </a:lnTo>
                    <a:lnTo>
                      <a:pt x="33" y="79"/>
                    </a:lnTo>
                    <a:lnTo>
                      <a:pt x="34" y="77"/>
                    </a:lnTo>
                    <a:lnTo>
                      <a:pt x="36" y="76"/>
                    </a:lnTo>
                    <a:lnTo>
                      <a:pt x="38" y="74"/>
                    </a:lnTo>
                    <a:lnTo>
                      <a:pt x="40" y="73"/>
                    </a:lnTo>
                    <a:lnTo>
                      <a:pt x="42" y="73"/>
                    </a:lnTo>
                    <a:lnTo>
                      <a:pt x="45" y="73"/>
                    </a:lnTo>
                    <a:lnTo>
                      <a:pt x="47" y="72"/>
                    </a:lnTo>
                    <a:lnTo>
                      <a:pt x="50" y="72"/>
                    </a:lnTo>
                    <a:lnTo>
                      <a:pt x="51" y="73"/>
                    </a:lnTo>
                    <a:lnTo>
                      <a:pt x="53" y="73"/>
                    </a:lnTo>
                    <a:lnTo>
                      <a:pt x="55" y="74"/>
                    </a:lnTo>
                    <a:lnTo>
                      <a:pt x="56" y="75"/>
                    </a:lnTo>
                    <a:lnTo>
                      <a:pt x="58" y="77"/>
                    </a:lnTo>
                    <a:lnTo>
                      <a:pt x="59" y="78"/>
                    </a:lnTo>
                    <a:lnTo>
                      <a:pt x="60" y="81"/>
                    </a:lnTo>
                    <a:lnTo>
                      <a:pt x="62" y="82"/>
                    </a:lnTo>
                    <a:lnTo>
                      <a:pt x="62" y="85"/>
                    </a:lnTo>
                    <a:lnTo>
                      <a:pt x="63" y="88"/>
                    </a:lnTo>
                    <a:lnTo>
                      <a:pt x="64" y="91"/>
                    </a:lnTo>
                    <a:lnTo>
                      <a:pt x="64" y="98"/>
                    </a:lnTo>
                    <a:lnTo>
                      <a:pt x="64" y="106"/>
                    </a:lnTo>
                    <a:lnTo>
                      <a:pt x="64" y="157"/>
                    </a:lnTo>
                    <a:lnTo>
                      <a:pt x="67" y="157"/>
                    </a:lnTo>
                    <a:lnTo>
                      <a:pt x="71" y="157"/>
                    </a:lnTo>
                    <a:lnTo>
                      <a:pt x="74" y="157"/>
                    </a:lnTo>
                    <a:lnTo>
                      <a:pt x="78" y="157"/>
                    </a:lnTo>
                    <a:lnTo>
                      <a:pt x="82" y="157"/>
                    </a:lnTo>
                    <a:lnTo>
                      <a:pt x="86" y="157"/>
                    </a:lnTo>
                    <a:lnTo>
                      <a:pt x="90" y="157"/>
                    </a:lnTo>
                    <a:lnTo>
                      <a:pt x="93" y="157"/>
                    </a:lnTo>
                    <a:lnTo>
                      <a:pt x="93" y="91"/>
                    </a:lnTo>
                    <a:lnTo>
                      <a:pt x="93" y="86"/>
                    </a:lnTo>
                    <a:lnTo>
                      <a:pt x="92" y="8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0" name="iṥľiḓê"/>
              <p:cNvSpPr/>
              <p:nvPr userDrawn="1"/>
            </p:nvSpPr>
            <p:spPr bwMode="auto">
              <a:xfrm>
                <a:off x="5745163" y="4105276"/>
                <a:ext cx="46038" cy="158750"/>
              </a:xfrm>
              <a:custGeom>
                <a:avLst/>
                <a:gdLst>
                  <a:gd name="T0" fmla="*/ 21 w 29"/>
                  <a:gd name="T1" fmla="*/ 0 h 100"/>
                  <a:gd name="T2" fmla="*/ 18 w 29"/>
                  <a:gd name="T3" fmla="*/ 0 h 100"/>
                  <a:gd name="T4" fmla="*/ 16 w 29"/>
                  <a:gd name="T5" fmla="*/ 0 h 100"/>
                  <a:gd name="T6" fmla="*/ 12 w 29"/>
                  <a:gd name="T7" fmla="*/ 0 h 100"/>
                  <a:gd name="T8" fmla="*/ 8 w 29"/>
                  <a:gd name="T9" fmla="*/ 0 h 100"/>
                  <a:gd name="T10" fmla="*/ 4 w 29"/>
                  <a:gd name="T11" fmla="*/ 0 h 100"/>
                  <a:gd name="T12" fmla="*/ 0 w 29"/>
                  <a:gd name="T13" fmla="*/ 0 h 100"/>
                  <a:gd name="T14" fmla="*/ 0 w 29"/>
                  <a:gd name="T15" fmla="*/ 100 h 100"/>
                  <a:gd name="T16" fmla="*/ 4 w 29"/>
                  <a:gd name="T17" fmla="*/ 100 h 100"/>
                  <a:gd name="T18" fmla="*/ 8 w 29"/>
                  <a:gd name="T19" fmla="*/ 100 h 100"/>
                  <a:gd name="T20" fmla="*/ 12 w 29"/>
                  <a:gd name="T21" fmla="*/ 100 h 100"/>
                  <a:gd name="T22" fmla="*/ 16 w 29"/>
                  <a:gd name="T23" fmla="*/ 100 h 100"/>
                  <a:gd name="T24" fmla="*/ 18 w 29"/>
                  <a:gd name="T25" fmla="*/ 100 h 100"/>
                  <a:gd name="T26" fmla="*/ 21 w 29"/>
                  <a:gd name="T27" fmla="*/ 100 h 100"/>
                  <a:gd name="T28" fmla="*/ 25 w 29"/>
                  <a:gd name="T29" fmla="*/ 100 h 100"/>
                  <a:gd name="T30" fmla="*/ 29 w 29"/>
                  <a:gd name="T31" fmla="*/ 100 h 100"/>
                  <a:gd name="T32" fmla="*/ 29 w 29"/>
                  <a:gd name="T33" fmla="*/ 0 h 100"/>
                  <a:gd name="T34" fmla="*/ 25 w 29"/>
                  <a:gd name="T35" fmla="*/ 0 h 100"/>
                  <a:gd name="T36" fmla="*/ 21 w 29"/>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100">
                    <a:moveTo>
                      <a:pt x="21" y="0"/>
                    </a:moveTo>
                    <a:lnTo>
                      <a:pt x="18" y="0"/>
                    </a:lnTo>
                    <a:lnTo>
                      <a:pt x="16" y="0"/>
                    </a:lnTo>
                    <a:lnTo>
                      <a:pt x="12" y="0"/>
                    </a:lnTo>
                    <a:lnTo>
                      <a:pt x="8" y="0"/>
                    </a:lnTo>
                    <a:lnTo>
                      <a:pt x="4" y="0"/>
                    </a:lnTo>
                    <a:lnTo>
                      <a:pt x="0" y="0"/>
                    </a:lnTo>
                    <a:lnTo>
                      <a:pt x="0" y="100"/>
                    </a:lnTo>
                    <a:lnTo>
                      <a:pt x="4" y="100"/>
                    </a:lnTo>
                    <a:lnTo>
                      <a:pt x="8" y="100"/>
                    </a:lnTo>
                    <a:lnTo>
                      <a:pt x="12" y="100"/>
                    </a:lnTo>
                    <a:lnTo>
                      <a:pt x="16" y="100"/>
                    </a:lnTo>
                    <a:lnTo>
                      <a:pt x="18" y="100"/>
                    </a:lnTo>
                    <a:lnTo>
                      <a:pt x="21" y="100"/>
                    </a:lnTo>
                    <a:lnTo>
                      <a:pt x="25" y="100"/>
                    </a:lnTo>
                    <a:lnTo>
                      <a:pt x="29" y="100"/>
                    </a:lnTo>
                    <a:lnTo>
                      <a:pt x="29" y="0"/>
                    </a:lnTo>
                    <a:lnTo>
                      <a:pt x="25" y="0"/>
                    </a:lnTo>
                    <a:lnTo>
                      <a:pt x="2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1" name="îŝ1îḋê"/>
              <p:cNvSpPr/>
              <p:nvPr userDrawn="1"/>
            </p:nvSpPr>
            <p:spPr bwMode="auto">
              <a:xfrm>
                <a:off x="5741988" y="4017963"/>
                <a:ext cx="53975" cy="50800"/>
              </a:xfrm>
              <a:custGeom>
                <a:avLst/>
                <a:gdLst>
                  <a:gd name="T0" fmla="*/ 32 w 34"/>
                  <a:gd name="T1" fmla="*/ 10 h 32"/>
                  <a:gd name="T2" fmla="*/ 30 w 34"/>
                  <a:gd name="T3" fmla="*/ 7 h 32"/>
                  <a:gd name="T4" fmla="*/ 28 w 34"/>
                  <a:gd name="T5" fmla="*/ 5 h 32"/>
                  <a:gd name="T6" fmla="*/ 26 w 34"/>
                  <a:gd name="T7" fmla="*/ 3 h 32"/>
                  <a:gd name="T8" fmla="*/ 23 w 34"/>
                  <a:gd name="T9" fmla="*/ 2 h 32"/>
                  <a:gd name="T10" fmla="*/ 20 w 34"/>
                  <a:gd name="T11" fmla="*/ 0 h 32"/>
                  <a:gd name="T12" fmla="*/ 16 w 34"/>
                  <a:gd name="T13" fmla="*/ 0 h 32"/>
                  <a:gd name="T14" fmla="*/ 13 w 34"/>
                  <a:gd name="T15" fmla="*/ 0 h 32"/>
                  <a:gd name="T16" fmla="*/ 10 w 34"/>
                  <a:gd name="T17" fmla="*/ 2 h 32"/>
                  <a:gd name="T18" fmla="*/ 7 w 34"/>
                  <a:gd name="T19" fmla="*/ 3 h 32"/>
                  <a:gd name="T20" fmla="*/ 5 w 34"/>
                  <a:gd name="T21" fmla="*/ 5 h 32"/>
                  <a:gd name="T22" fmla="*/ 3 w 34"/>
                  <a:gd name="T23" fmla="*/ 7 h 32"/>
                  <a:gd name="T24" fmla="*/ 2 w 34"/>
                  <a:gd name="T25" fmla="*/ 10 h 32"/>
                  <a:gd name="T26" fmla="*/ 1 w 34"/>
                  <a:gd name="T27" fmla="*/ 13 h 32"/>
                  <a:gd name="T28" fmla="*/ 0 w 34"/>
                  <a:gd name="T29" fmla="*/ 16 h 32"/>
                  <a:gd name="T30" fmla="*/ 1 w 34"/>
                  <a:gd name="T31" fmla="*/ 20 h 32"/>
                  <a:gd name="T32" fmla="*/ 2 w 34"/>
                  <a:gd name="T33" fmla="*/ 23 h 32"/>
                  <a:gd name="T34" fmla="*/ 2 w 34"/>
                  <a:gd name="T35" fmla="*/ 26 h 32"/>
                  <a:gd name="T36" fmla="*/ 5 w 34"/>
                  <a:gd name="T37" fmla="*/ 28 h 32"/>
                  <a:gd name="T38" fmla="*/ 6 w 34"/>
                  <a:gd name="T39" fmla="*/ 30 h 32"/>
                  <a:gd name="T40" fmla="*/ 10 w 34"/>
                  <a:gd name="T41" fmla="*/ 31 h 32"/>
                  <a:gd name="T42" fmla="*/ 13 w 34"/>
                  <a:gd name="T43" fmla="*/ 32 h 32"/>
                  <a:gd name="T44" fmla="*/ 16 w 34"/>
                  <a:gd name="T45" fmla="*/ 32 h 32"/>
                  <a:gd name="T46" fmla="*/ 20 w 34"/>
                  <a:gd name="T47" fmla="*/ 32 h 32"/>
                  <a:gd name="T48" fmla="*/ 23 w 34"/>
                  <a:gd name="T49" fmla="*/ 31 h 32"/>
                  <a:gd name="T50" fmla="*/ 26 w 34"/>
                  <a:gd name="T51" fmla="*/ 30 h 32"/>
                  <a:gd name="T52" fmla="*/ 28 w 34"/>
                  <a:gd name="T53" fmla="*/ 27 h 32"/>
                  <a:gd name="T54" fmla="*/ 30 w 34"/>
                  <a:gd name="T55" fmla="*/ 25 h 32"/>
                  <a:gd name="T56" fmla="*/ 32 w 34"/>
                  <a:gd name="T57" fmla="*/ 23 h 32"/>
                  <a:gd name="T58" fmla="*/ 33 w 34"/>
                  <a:gd name="T59" fmla="*/ 19 h 32"/>
                  <a:gd name="T60" fmla="*/ 34 w 34"/>
                  <a:gd name="T61" fmla="*/ 16 h 32"/>
                  <a:gd name="T62" fmla="*/ 33 w 34"/>
                  <a:gd name="T63" fmla="*/ 13 h 32"/>
                  <a:gd name="T64" fmla="*/ 32 w 34"/>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 h="32">
                    <a:moveTo>
                      <a:pt x="32" y="10"/>
                    </a:moveTo>
                    <a:lnTo>
                      <a:pt x="30" y="7"/>
                    </a:lnTo>
                    <a:lnTo>
                      <a:pt x="28" y="5"/>
                    </a:lnTo>
                    <a:lnTo>
                      <a:pt x="26" y="3"/>
                    </a:lnTo>
                    <a:lnTo>
                      <a:pt x="23" y="2"/>
                    </a:lnTo>
                    <a:lnTo>
                      <a:pt x="20" y="0"/>
                    </a:lnTo>
                    <a:lnTo>
                      <a:pt x="16" y="0"/>
                    </a:lnTo>
                    <a:lnTo>
                      <a:pt x="13" y="0"/>
                    </a:lnTo>
                    <a:lnTo>
                      <a:pt x="10" y="2"/>
                    </a:lnTo>
                    <a:lnTo>
                      <a:pt x="7" y="3"/>
                    </a:lnTo>
                    <a:lnTo>
                      <a:pt x="5" y="5"/>
                    </a:lnTo>
                    <a:lnTo>
                      <a:pt x="3" y="7"/>
                    </a:lnTo>
                    <a:lnTo>
                      <a:pt x="2" y="10"/>
                    </a:lnTo>
                    <a:lnTo>
                      <a:pt x="1" y="13"/>
                    </a:lnTo>
                    <a:lnTo>
                      <a:pt x="0" y="16"/>
                    </a:lnTo>
                    <a:lnTo>
                      <a:pt x="1" y="20"/>
                    </a:lnTo>
                    <a:lnTo>
                      <a:pt x="2" y="23"/>
                    </a:lnTo>
                    <a:lnTo>
                      <a:pt x="2" y="26"/>
                    </a:lnTo>
                    <a:lnTo>
                      <a:pt x="5" y="28"/>
                    </a:lnTo>
                    <a:lnTo>
                      <a:pt x="6" y="30"/>
                    </a:lnTo>
                    <a:lnTo>
                      <a:pt x="10" y="31"/>
                    </a:lnTo>
                    <a:lnTo>
                      <a:pt x="13" y="32"/>
                    </a:lnTo>
                    <a:lnTo>
                      <a:pt x="16" y="32"/>
                    </a:lnTo>
                    <a:lnTo>
                      <a:pt x="20" y="32"/>
                    </a:lnTo>
                    <a:lnTo>
                      <a:pt x="23" y="31"/>
                    </a:lnTo>
                    <a:lnTo>
                      <a:pt x="26" y="30"/>
                    </a:lnTo>
                    <a:lnTo>
                      <a:pt x="28" y="27"/>
                    </a:lnTo>
                    <a:lnTo>
                      <a:pt x="30" y="25"/>
                    </a:lnTo>
                    <a:lnTo>
                      <a:pt x="32" y="23"/>
                    </a:lnTo>
                    <a:lnTo>
                      <a:pt x="33" y="19"/>
                    </a:lnTo>
                    <a:lnTo>
                      <a:pt x="34" y="16"/>
                    </a:lnTo>
                    <a:lnTo>
                      <a:pt x="33" y="13"/>
                    </a:lnTo>
                    <a:lnTo>
                      <a:pt x="32"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2" name="íśľîdé"/>
              <p:cNvSpPr/>
              <p:nvPr userDrawn="1"/>
            </p:nvSpPr>
            <p:spPr bwMode="auto">
              <a:xfrm>
                <a:off x="5851526" y="4102101"/>
                <a:ext cx="147638" cy="161925"/>
              </a:xfrm>
              <a:custGeom>
                <a:avLst/>
                <a:gdLst>
                  <a:gd name="T0" fmla="*/ 91 w 93"/>
                  <a:gd name="T1" fmla="*/ 23 h 102"/>
                  <a:gd name="T2" fmla="*/ 89 w 93"/>
                  <a:gd name="T3" fmla="*/ 16 h 102"/>
                  <a:gd name="T4" fmla="*/ 86 w 93"/>
                  <a:gd name="T5" fmla="*/ 10 h 102"/>
                  <a:gd name="T6" fmla="*/ 81 w 93"/>
                  <a:gd name="T7" fmla="*/ 6 h 102"/>
                  <a:gd name="T8" fmla="*/ 74 w 93"/>
                  <a:gd name="T9" fmla="*/ 2 h 102"/>
                  <a:gd name="T10" fmla="*/ 68 w 93"/>
                  <a:gd name="T11" fmla="*/ 1 h 102"/>
                  <a:gd name="T12" fmla="*/ 60 w 93"/>
                  <a:gd name="T13" fmla="*/ 0 h 102"/>
                  <a:gd name="T14" fmla="*/ 51 w 93"/>
                  <a:gd name="T15" fmla="*/ 1 h 102"/>
                  <a:gd name="T16" fmla="*/ 43 w 93"/>
                  <a:gd name="T17" fmla="*/ 5 h 102"/>
                  <a:gd name="T18" fmla="*/ 35 w 93"/>
                  <a:gd name="T19" fmla="*/ 10 h 102"/>
                  <a:gd name="T20" fmla="*/ 28 w 93"/>
                  <a:gd name="T21" fmla="*/ 17 h 102"/>
                  <a:gd name="T22" fmla="*/ 24 w 93"/>
                  <a:gd name="T23" fmla="*/ 2 h 102"/>
                  <a:gd name="T24" fmla="*/ 17 w 93"/>
                  <a:gd name="T25" fmla="*/ 2 h 102"/>
                  <a:gd name="T26" fmla="*/ 10 w 93"/>
                  <a:gd name="T27" fmla="*/ 2 h 102"/>
                  <a:gd name="T28" fmla="*/ 3 w 93"/>
                  <a:gd name="T29" fmla="*/ 2 h 102"/>
                  <a:gd name="T30" fmla="*/ 0 w 93"/>
                  <a:gd name="T31" fmla="*/ 102 h 102"/>
                  <a:gd name="T32" fmla="*/ 7 w 93"/>
                  <a:gd name="T33" fmla="*/ 102 h 102"/>
                  <a:gd name="T34" fmla="*/ 14 w 93"/>
                  <a:gd name="T35" fmla="*/ 102 h 102"/>
                  <a:gd name="T36" fmla="*/ 22 w 93"/>
                  <a:gd name="T37" fmla="*/ 102 h 102"/>
                  <a:gd name="T38" fmla="*/ 28 w 93"/>
                  <a:gd name="T39" fmla="*/ 102 h 102"/>
                  <a:gd name="T40" fmla="*/ 28 w 93"/>
                  <a:gd name="T41" fmla="*/ 51 h 102"/>
                  <a:gd name="T42" fmla="*/ 29 w 93"/>
                  <a:gd name="T43" fmla="*/ 42 h 102"/>
                  <a:gd name="T44" fmla="*/ 30 w 93"/>
                  <a:gd name="T45" fmla="*/ 34 h 102"/>
                  <a:gd name="T46" fmla="*/ 31 w 93"/>
                  <a:gd name="T47" fmla="*/ 29 h 102"/>
                  <a:gd name="T48" fmla="*/ 34 w 93"/>
                  <a:gd name="T49" fmla="*/ 24 h 102"/>
                  <a:gd name="T50" fmla="*/ 37 w 93"/>
                  <a:gd name="T51" fmla="*/ 21 h 102"/>
                  <a:gd name="T52" fmla="*/ 41 w 93"/>
                  <a:gd name="T53" fmla="*/ 18 h 102"/>
                  <a:gd name="T54" fmla="*/ 45 w 93"/>
                  <a:gd name="T55" fmla="*/ 18 h 102"/>
                  <a:gd name="T56" fmla="*/ 50 w 93"/>
                  <a:gd name="T57" fmla="*/ 17 h 102"/>
                  <a:gd name="T58" fmla="*/ 54 w 93"/>
                  <a:gd name="T59" fmla="*/ 18 h 102"/>
                  <a:gd name="T60" fmla="*/ 57 w 93"/>
                  <a:gd name="T61" fmla="*/ 20 h 102"/>
                  <a:gd name="T62" fmla="*/ 59 w 93"/>
                  <a:gd name="T63" fmla="*/ 23 h 102"/>
                  <a:gd name="T64" fmla="*/ 62 w 93"/>
                  <a:gd name="T65" fmla="*/ 27 h 102"/>
                  <a:gd name="T66" fmla="*/ 63 w 93"/>
                  <a:gd name="T67" fmla="*/ 33 h 102"/>
                  <a:gd name="T68" fmla="*/ 64 w 93"/>
                  <a:gd name="T69" fmla="*/ 43 h 102"/>
                  <a:gd name="T70" fmla="*/ 65 w 93"/>
                  <a:gd name="T71" fmla="*/ 102 h 102"/>
                  <a:gd name="T72" fmla="*/ 71 w 93"/>
                  <a:gd name="T73" fmla="*/ 102 h 102"/>
                  <a:gd name="T74" fmla="*/ 78 w 93"/>
                  <a:gd name="T75" fmla="*/ 102 h 102"/>
                  <a:gd name="T76" fmla="*/ 86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0" y="20"/>
                    </a:lnTo>
                    <a:lnTo>
                      <a:pt x="89" y="16"/>
                    </a:lnTo>
                    <a:lnTo>
                      <a:pt x="87" y="13"/>
                    </a:lnTo>
                    <a:lnTo>
                      <a:pt x="86" y="10"/>
                    </a:lnTo>
                    <a:lnTo>
                      <a:pt x="83" y="8"/>
                    </a:lnTo>
                    <a:lnTo>
                      <a:pt x="81" y="6"/>
                    </a:lnTo>
                    <a:lnTo>
                      <a:pt x="78" y="4"/>
                    </a:lnTo>
                    <a:lnTo>
                      <a:pt x="74" y="2"/>
                    </a:lnTo>
                    <a:lnTo>
                      <a:pt x="72" y="2"/>
                    </a:lnTo>
                    <a:lnTo>
                      <a:pt x="68" y="1"/>
                    </a:lnTo>
                    <a:lnTo>
                      <a:pt x="64" y="0"/>
                    </a:lnTo>
                    <a:lnTo>
                      <a:pt x="60" y="0"/>
                    </a:lnTo>
                    <a:lnTo>
                      <a:pt x="56" y="0"/>
                    </a:lnTo>
                    <a:lnTo>
                      <a:pt x="51" y="1"/>
                    </a:lnTo>
                    <a:lnTo>
                      <a:pt x="46" y="3"/>
                    </a:lnTo>
                    <a:lnTo>
                      <a:pt x="43" y="5"/>
                    </a:lnTo>
                    <a:lnTo>
                      <a:pt x="39" y="7"/>
                    </a:lnTo>
                    <a:lnTo>
                      <a:pt x="35" y="10"/>
                    </a:lnTo>
                    <a:lnTo>
                      <a:pt x="31" y="14"/>
                    </a:lnTo>
                    <a:lnTo>
                      <a:pt x="28" y="17"/>
                    </a:lnTo>
                    <a:lnTo>
                      <a:pt x="28" y="2"/>
                    </a:lnTo>
                    <a:lnTo>
                      <a:pt x="24" y="2"/>
                    </a:lnTo>
                    <a:lnTo>
                      <a:pt x="21" y="2"/>
                    </a:lnTo>
                    <a:lnTo>
                      <a:pt x="17" y="2"/>
                    </a:lnTo>
                    <a:lnTo>
                      <a:pt x="14" y="2"/>
                    </a:lnTo>
                    <a:lnTo>
                      <a:pt x="10" y="2"/>
                    </a:lnTo>
                    <a:lnTo>
                      <a:pt x="6" y="2"/>
                    </a:lnTo>
                    <a:lnTo>
                      <a:pt x="3" y="2"/>
                    </a:lnTo>
                    <a:lnTo>
                      <a:pt x="0" y="2"/>
                    </a:lnTo>
                    <a:lnTo>
                      <a:pt x="0" y="102"/>
                    </a:lnTo>
                    <a:lnTo>
                      <a:pt x="4" y="102"/>
                    </a:lnTo>
                    <a:lnTo>
                      <a:pt x="7" y="102"/>
                    </a:lnTo>
                    <a:lnTo>
                      <a:pt x="11" y="102"/>
                    </a:lnTo>
                    <a:lnTo>
                      <a:pt x="14" y="102"/>
                    </a:lnTo>
                    <a:lnTo>
                      <a:pt x="18" y="102"/>
                    </a:lnTo>
                    <a:lnTo>
                      <a:pt x="22" y="102"/>
                    </a:lnTo>
                    <a:lnTo>
                      <a:pt x="25" y="102"/>
                    </a:lnTo>
                    <a:lnTo>
                      <a:pt x="28" y="102"/>
                    </a:lnTo>
                    <a:lnTo>
                      <a:pt x="28" y="55"/>
                    </a:lnTo>
                    <a:lnTo>
                      <a:pt x="28" y="51"/>
                    </a:lnTo>
                    <a:lnTo>
                      <a:pt x="28" y="46"/>
                    </a:lnTo>
                    <a:lnTo>
                      <a:pt x="29" y="42"/>
                    </a:lnTo>
                    <a:lnTo>
                      <a:pt x="29" y="38"/>
                    </a:lnTo>
                    <a:lnTo>
                      <a:pt x="30" y="34"/>
                    </a:lnTo>
                    <a:lnTo>
                      <a:pt x="30" y="32"/>
                    </a:lnTo>
                    <a:lnTo>
                      <a:pt x="31" y="29"/>
                    </a:lnTo>
                    <a:lnTo>
                      <a:pt x="32" y="26"/>
                    </a:lnTo>
                    <a:lnTo>
                      <a:pt x="34" y="24"/>
                    </a:lnTo>
                    <a:lnTo>
                      <a:pt x="35" y="22"/>
                    </a:lnTo>
                    <a:lnTo>
                      <a:pt x="37" y="21"/>
                    </a:lnTo>
                    <a:lnTo>
                      <a:pt x="38" y="19"/>
                    </a:lnTo>
                    <a:lnTo>
                      <a:pt x="41" y="18"/>
                    </a:lnTo>
                    <a:lnTo>
                      <a:pt x="42" y="18"/>
                    </a:lnTo>
                    <a:lnTo>
                      <a:pt x="45" y="18"/>
                    </a:lnTo>
                    <a:lnTo>
                      <a:pt x="47" y="17"/>
                    </a:lnTo>
                    <a:lnTo>
                      <a:pt x="50" y="17"/>
                    </a:lnTo>
                    <a:lnTo>
                      <a:pt x="51" y="18"/>
                    </a:lnTo>
                    <a:lnTo>
                      <a:pt x="54" y="18"/>
                    </a:lnTo>
                    <a:lnTo>
                      <a:pt x="55" y="19"/>
                    </a:lnTo>
                    <a:lnTo>
                      <a:pt x="57" y="20"/>
                    </a:lnTo>
                    <a:lnTo>
                      <a:pt x="58" y="22"/>
                    </a:lnTo>
                    <a:lnTo>
                      <a:pt x="59" y="23"/>
                    </a:lnTo>
                    <a:lnTo>
                      <a:pt x="61" y="26"/>
                    </a:lnTo>
                    <a:lnTo>
                      <a:pt x="62" y="27"/>
                    </a:lnTo>
                    <a:lnTo>
                      <a:pt x="62" y="30"/>
                    </a:lnTo>
                    <a:lnTo>
                      <a:pt x="63" y="33"/>
                    </a:lnTo>
                    <a:lnTo>
                      <a:pt x="63" y="36"/>
                    </a:lnTo>
                    <a:lnTo>
                      <a:pt x="64" y="43"/>
                    </a:lnTo>
                    <a:lnTo>
                      <a:pt x="65" y="51"/>
                    </a:lnTo>
                    <a:lnTo>
                      <a:pt x="65" y="102"/>
                    </a:lnTo>
                    <a:lnTo>
                      <a:pt x="68" y="102"/>
                    </a:lnTo>
                    <a:lnTo>
                      <a:pt x="71" y="102"/>
                    </a:lnTo>
                    <a:lnTo>
                      <a:pt x="74" y="102"/>
                    </a:lnTo>
                    <a:lnTo>
                      <a:pt x="78" y="102"/>
                    </a:lnTo>
                    <a:lnTo>
                      <a:pt x="82" y="102"/>
                    </a:lnTo>
                    <a:lnTo>
                      <a:pt x="86" y="102"/>
                    </a:lnTo>
                    <a:lnTo>
                      <a:pt x="90" y="102"/>
                    </a:lnTo>
                    <a:lnTo>
                      <a:pt x="93" y="102"/>
                    </a:lnTo>
                    <a:lnTo>
                      <a:pt x="93" y="42"/>
                    </a:lnTo>
                    <a:lnTo>
                      <a:pt x="93" y="36"/>
                    </a:lnTo>
                    <a:lnTo>
                      <a:pt x="93"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3" name="ïśļîḋé"/>
              <p:cNvSpPr/>
              <p:nvPr userDrawn="1"/>
            </p:nvSpPr>
            <p:spPr bwMode="auto">
              <a:xfrm>
                <a:off x="6043613" y="4102101"/>
                <a:ext cx="152400" cy="163513"/>
              </a:xfrm>
              <a:custGeom>
                <a:avLst/>
                <a:gdLst>
                  <a:gd name="T0" fmla="*/ 88 w 96"/>
                  <a:gd name="T1" fmla="*/ 93 h 103"/>
                  <a:gd name="T2" fmla="*/ 85 w 96"/>
                  <a:gd name="T3" fmla="*/ 87 h 103"/>
                  <a:gd name="T4" fmla="*/ 85 w 96"/>
                  <a:gd name="T5" fmla="*/ 25 h 103"/>
                  <a:gd name="T6" fmla="*/ 82 w 96"/>
                  <a:gd name="T7" fmla="*/ 16 h 103"/>
                  <a:gd name="T8" fmla="*/ 77 w 96"/>
                  <a:gd name="T9" fmla="*/ 10 h 103"/>
                  <a:gd name="T10" fmla="*/ 69 w 96"/>
                  <a:gd name="T11" fmla="*/ 5 h 103"/>
                  <a:gd name="T12" fmla="*/ 59 w 96"/>
                  <a:gd name="T13" fmla="*/ 2 h 103"/>
                  <a:gd name="T14" fmla="*/ 45 w 96"/>
                  <a:gd name="T15" fmla="*/ 0 h 103"/>
                  <a:gd name="T16" fmla="*/ 29 w 96"/>
                  <a:gd name="T17" fmla="*/ 2 h 103"/>
                  <a:gd name="T18" fmla="*/ 15 w 96"/>
                  <a:gd name="T19" fmla="*/ 8 h 103"/>
                  <a:gd name="T20" fmla="*/ 9 w 96"/>
                  <a:gd name="T21" fmla="*/ 26 h 103"/>
                  <a:gd name="T22" fmla="*/ 17 w 96"/>
                  <a:gd name="T23" fmla="*/ 21 h 103"/>
                  <a:gd name="T24" fmla="*/ 25 w 96"/>
                  <a:gd name="T25" fmla="*/ 15 h 103"/>
                  <a:gd name="T26" fmla="*/ 37 w 96"/>
                  <a:gd name="T27" fmla="*/ 13 h 103"/>
                  <a:gd name="T28" fmla="*/ 48 w 96"/>
                  <a:gd name="T29" fmla="*/ 17 h 103"/>
                  <a:gd name="T30" fmla="*/ 55 w 96"/>
                  <a:gd name="T31" fmla="*/ 25 h 103"/>
                  <a:gd name="T32" fmla="*/ 57 w 96"/>
                  <a:gd name="T33" fmla="*/ 34 h 103"/>
                  <a:gd name="T34" fmla="*/ 53 w 96"/>
                  <a:gd name="T35" fmla="*/ 40 h 103"/>
                  <a:gd name="T36" fmla="*/ 46 w 96"/>
                  <a:gd name="T37" fmla="*/ 44 h 103"/>
                  <a:gd name="T38" fmla="*/ 38 w 96"/>
                  <a:gd name="T39" fmla="*/ 46 h 103"/>
                  <a:gd name="T40" fmla="*/ 24 w 96"/>
                  <a:gd name="T41" fmla="*/ 49 h 103"/>
                  <a:gd name="T42" fmla="*/ 13 w 96"/>
                  <a:gd name="T43" fmla="*/ 54 h 103"/>
                  <a:gd name="T44" fmla="*/ 5 w 96"/>
                  <a:gd name="T45" fmla="*/ 59 h 103"/>
                  <a:gd name="T46" fmla="*/ 1 w 96"/>
                  <a:gd name="T47" fmla="*/ 67 h 103"/>
                  <a:gd name="T48" fmla="*/ 0 w 96"/>
                  <a:gd name="T49" fmla="*/ 75 h 103"/>
                  <a:gd name="T50" fmla="*/ 1 w 96"/>
                  <a:gd name="T51" fmla="*/ 83 h 103"/>
                  <a:gd name="T52" fmla="*/ 3 w 96"/>
                  <a:gd name="T53" fmla="*/ 91 h 103"/>
                  <a:gd name="T54" fmla="*/ 8 w 96"/>
                  <a:gd name="T55" fmla="*/ 96 h 103"/>
                  <a:gd name="T56" fmla="*/ 14 w 96"/>
                  <a:gd name="T57" fmla="*/ 100 h 103"/>
                  <a:gd name="T58" fmla="*/ 23 w 96"/>
                  <a:gd name="T59" fmla="*/ 103 h 103"/>
                  <a:gd name="T60" fmla="*/ 34 w 96"/>
                  <a:gd name="T61" fmla="*/ 103 h 103"/>
                  <a:gd name="T62" fmla="*/ 46 w 96"/>
                  <a:gd name="T63" fmla="*/ 99 h 103"/>
                  <a:gd name="T64" fmla="*/ 54 w 96"/>
                  <a:gd name="T65" fmla="*/ 93 h 103"/>
                  <a:gd name="T66" fmla="*/ 60 w 96"/>
                  <a:gd name="T67" fmla="*/ 95 h 103"/>
                  <a:gd name="T68" fmla="*/ 67 w 96"/>
                  <a:gd name="T69" fmla="*/ 102 h 103"/>
                  <a:gd name="T70" fmla="*/ 77 w 96"/>
                  <a:gd name="T71" fmla="*/ 103 h 103"/>
                  <a:gd name="T72" fmla="*/ 88 w 96"/>
                  <a:gd name="T73" fmla="*/ 103 h 103"/>
                  <a:gd name="T74" fmla="*/ 96 w 96"/>
                  <a:gd name="T75" fmla="*/ 99 h 103"/>
                  <a:gd name="T76" fmla="*/ 91 w 96"/>
                  <a:gd name="T77" fmla="*/ 95 h 103"/>
                  <a:gd name="T78" fmla="*/ 55 w 96"/>
                  <a:gd name="T79" fmla="*/ 79 h 103"/>
                  <a:gd name="T80" fmla="*/ 53 w 96"/>
                  <a:gd name="T81" fmla="*/ 85 h 103"/>
                  <a:gd name="T82" fmla="*/ 50 w 96"/>
                  <a:gd name="T83" fmla="*/ 88 h 103"/>
                  <a:gd name="T84" fmla="*/ 45 w 96"/>
                  <a:gd name="T85" fmla="*/ 91 h 103"/>
                  <a:gd name="T86" fmla="*/ 41 w 96"/>
                  <a:gd name="T87" fmla="*/ 91 h 103"/>
                  <a:gd name="T88" fmla="*/ 33 w 96"/>
                  <a:gd name="T89" fmla="*/ 89 h 103"/>
                  <a:gd name="T90" fmla="*/ 30 w 96"/>
                  <a:gd name="T91" fmla="*/ 82 h 103"/>
                  <a:gd name="T92" fmla="*/ 29 w 96"/>
                  <a:gd name="T93" fmla="*/ 71 h 103"/>
                  <a:gd name="T94" fmla="*/ 30 w 96"/>
                  <a:gd name="T95" fmla="*/ 65 h 103"/>
                  <a:gd name="T96" fmla="*/ 34 w 96"/>
                  <a:gd name="T97" fmla="*/ 59 h 103"/>
                  <a:gd name="T98" fmla="*/ 41 w 96"/>
                  <a:gd name="T99" fmla="*/ 54 h 103"/>
                  <a:gd name="T100" fmla="*/ 54 w 96"/>
                  <a:gd name="T101" fmla="*/ 5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6" h="103">
                    <a:moveTo>
                      <a:pt x="91" y="95"/>
                    </a:moveTo>
                    <a:lnTo>
                      <a:pt x="89" y="94"/>
                    </a:lnTo>
                    <a:lnTo>
                      <a:pt x="88" y="93"/>
                    </a:lnTo>
                    <a:lnTo>
                      <a:pt x="87" y="91"/>
                    </a:lnTo>
                    <a:lnTo>
                      <a:pt x="86" y="90"/>
                    </a:lnTo>
                    <a:lnTo>
                      <a:pt x="85" y="87"/>
                    </a:lnTo>
                    <a:lnTo>
                      <a:pt x="85" y="85"/>
                    </a:lnTo>
                    <a:lnTo>
                      <a:pt x="85" y="27"/>
                    </a:lnTo>
                    <a:lnTo>
                      <a:pt x="85" y="25"/>
                    </a:lnTo>
                    <a:lnTo>
                      <a:pt x="85" y="22"/>
                    </a:lnTo>
                    <a:lnTo>
                      <a:pt x="84" y="19"/>
                    </a:lnTo>
                    <a:lnTo>
                      <a:pt x="82" y="16"/>
                    </a:lnTo>
                    <a:lnTo>
                      <a:pt x="81" y="14"/>
                    </a:lnTo>
                    <a:lnTo>
                      <a:pt x="79" y="12"/>
                    </a:lnTo>
                    <a:lnTo>
                      <a:pt x="77" y="10"/>
                    </a:lnTo>
                    <a:lnTo>
                      <a:pt x="75" y="8"/>
                    </a:lnTo>
                    <a:lnTo>
                      <a:pt x="72" y="6"/>
                    </a:lnTo>
                    <a:lnTo>
                      <a:pt x="69" y="5"/>
                    </a:lnTo>
                    <a:lnTo>
                      <a:pt x="66" y="4"/>
                    </a:lnTo>
                    <a:lnTo>
                      <a:pt x="62" y="2"/>
                    </a:lnTo>
                    <a:lnTo>
                      <a:pt x="59" y="2"/>
                    </a:lnTo>
                    <a:lnTo>
                      <a:pt x="54" y="1"/>
                    </a:lnTo>
                    <a:lnTo>
                      <a:pt x="50" y="0"/>
                    </a:lnTo>
                    <a:lnTo>
                      <a:pt x="45" y="0"/>
                    </a:lnTo>
                    <a:lnTo>
                      <a:pt x="40" y="0"/>
                    </a:lnTo>
                    <a:lnTo>
                      <a:pt x="34" y="1"/>
                    </a:lnTo>
                    <a:lnTo>
                      <a:pt x="29" y="2"/>
                    </a:lnTo>
                    <a:lnTo>
                      <a:pt x="24" y="4"/>
                    </a:lnTo>
                    <a:lnTo>
                      <a:pt x="20" y="6"/>
                    </a:lnTo>
                    <a:lnTo>
                      <a:pt x="15" y="8"/>
                    </a:lnTo>
                    <a:lnTo>
                      <a:pt x="11" y="10"/>
                    </a:lnTo>
                    <a:lnTo>
                      <a:pt x="7" y="14"/>
                    </a:lnTo>
                    <a:lnTo>
                      <a:pt x="9" y="26"/>
                    </a:lnTo>
                    <a:lnTo>
                      <a:pt x="11" y="26"/>
                    </a:lnTo>
                    <a:lnTo>
                      <a:pt x="14" y="23"/>
                    </a:lnTo>
                    <a:lnTo>
                      <a:pt x="17" y="21"/>
                    </a:lnTo>
                    <a:lnTo>
                      <a:pt x="20" y="18"/>
                    </a:lnTo>
                    <a:lnTo>
                      <a:pt x="22" y="17"/>
                    </a:lnTo>
                    <a:lnTo>
                      <a:pt x="25" y="15"/>
                    </a:lnTo>
                    <a:lnTo>
                      <a:pt x="29" y="14"/>
                    </a:lnTo>
                    <a:lnTo>
                      <a:pt x="33" y="14"/>
                    </a:lnTo>
                    <a:lnTo>
                      <a:pt x="37" y="13"/>
                    </a:lnTo>
                    <a:lnTo>
                      <a:pt x="41" y="14"/>
                    </a:lnTo>
                    <a:lnTo>
                      <a:pt x="45" y="15"/>
                    </a:lnTo>
                    <a:lnTo>
                      <a:pt x="48" y="17"/>
                    </a:lnTo>
                    <a:lnTo>
                      <a:pt x="50" y="19"/>
                    </a:lnTo>
                    <a:lnTo>
                      <a:pt x="53" y="22"/>
                    </a:lnTo>
                    <a:lnTo>
                      <a:pt x="55" y="25"/>
                    </a:lnTo>
                    <a:lnTo>
                      <a:pt x="56" y="28"/>
                    </a:lnTo>
                    <a:lnTo>
                      <a:pt x="57" y="32"/>
                    </a:lnTo>
                    <a:lnTo>
                      <a:pt x="57" y="34"/>
                    </a:lnTo>
                    <a:lnTo>
                      <a:pt x="56" y="36"/>
                    </a:lnTo>
                    <a:lnTo>
                      <a:pt x="55" y="38"/>
                    </a:lnTo>
                    <a:lnTo>
                      <a:pt x="53" y="40"/>
                    </a:lnTo>
                    <a:lnTo>
                      <a:pt x="52" y="42"/>
                    </a:lnTo>
                    <a:lnTo>
                      <a:pt x="49" y="42"/>
                    </a:lnTo>
                    <a:lnTo>
                      <a:pt x="46" y="44"/>
                    </a:lnTo>
                    <a:lnTo>
                      <a:pt x="42" y="45"/>
                    </a:lnTo>
                    <a:lnTo>
                      <a:pt x="40" y="46"/>
                    </a:lnTo>
                    <a:lnTo>
                      <a:pt x="38" y="46"/>
                    </a:lnTo>
                    <a:lnTo>
                      <a:pt x="33" y="47"/>
                    </a:lnTo>
                    <a:lnTo>
                      <a:pt x="29" y="47"/>
                    </a:lnTo>
                    <a:lnTo>
                      <a:pt x="24" y="49"/>
                    </a:lnTo>
                    <a:lnTo>
                      <a:pt x="20" y="51"/>
                    </a:lnTo>
                    <a:lnTo>
                      <a:pt x="17" y="52"/>
                    </a:lnTo>
                    <a:lnTo>
                      <a:pt x="13" y="54"/>
                    </a:lnTo>
                    <a:lnTo>
                      <a:pt x="10" y="55"/>
                    </a:lnTo>
                    <a:lnTo>
                      <a:pt x="8" y="57"/>
                    </a:lnTo>
                    <a:lnTo>
                      <a:pt x="5" y="59"/>
                    </a:lnTo>
                    <a:lnTo>
                      <a:pt x="4" y="62"/>
                    </a:lnTo>
                    <a:lnTo>
                      <a:pt x="2" y="64"/>
                    </a:lnTo>
                    <a:lnTo>
                      <a:pt x="1" y="67"/>
                    </a:lnTo>
                    <a:lnTo>
                      <a:pt x="0" y="69"/>
                    </a:lnTo>
                    <a:lnTo>
                      <a:pt x="0" y="71"/>
                    </a:lnTo>
                    <a:lnTo>
                      <a:pt x="0" y="75"/>
                    </a:lnTo>
                    <a:lnTo>
                      <a:pt x="0" y="78"/>
                    </a:lnTo>
                    <a:lnTo>
                      <a:pt x="0" y="81"/>
                    </a:lnTo>
                    <a:lnTo>
                      <a:pt x="1" y="83"/>
                    </a:lnTo>
                    <a:lnTo>
                      <a:pt x="1" y="86"/>
                    </a:lnTo>
                    <a:lnTo>
                      <a:pt x="2" y="88"/>
                    </a:lnTo>
                    <a:lnTo>
                      <a:pt x="3" y="91"/>
                    </a:lnTo>
                    <a:lnTo>
                      <a:pt x="5" y="93"/>
                    </a:lnTo>
                    <a:lnTo>
                      <a:pt x="6" y="95"/>
                    </a:lnTo>
                    <a:lnTo>
                      <a:pt x="8" y="96"/>
                    </a:lnTo>
                    <a:lnTo>
                      <a:pt x="9" y="98"/>
                    </a:lnTo>
                    <a:lnTo>
                      <a:pt x="12" y="99"/>
                    </a:lnTo>
                    <a:lnTo>
                      <a:pt x="14" y="100"/>
                    </a:lnTo>
                    <a:lnTo>
                      <a:pt x="17" y="102"/>
                    </a:lnTo>
                    <a:lnTo>
                      <a:pt x="20" y="103"/>
                    </a:lnTo>
                    <a:lnTo>
                      <a:pt x="23" y="103"/>
                    </a:lnTo>
                    <a:lnTo>
                      <a:pt x="26" y="103"/>
                    </a:lnTo>
                    <a:lnTo>
                      <a:pt x="30" y="103"/>
                    </a:lnTo>
                    <a:lnTo>
                      <a:pt x="34" y="103"/>
                    </a:lnTo>
                    <a:lnTo>
                      <a:pt x="38" y="103"/>
                    </a:lnTo>
                    <a:lnTo>
                      <a:pt x="42" y="102"/>
                    </a:lnTo>
                    <a:lnTo>
                      <a:pt x="46" y="99"/>
                    </a:lnTo>
                    <a:lnTo>
                      <a:pt x="49" y="98"/>
                    </a:lnTo>
                    <a:lnTo>
                      <a:pt x="52" y="95"/>
                    </a:lnTo>
                    <a:lnTo>
                      <a:pt x="54" y="93"/>
                    </a:lnTo>
                    <a:lnTo>
                      <a:pt x="57" y="90"/>
                    </a:lnTo>
                    <a:lnTo>
                      <a:pt x="58" y="93"/>
                    </a:lnTo>
                    <a:lnTo>
                      <a:pt x="60" y="95"/>
                    </a:lnTo>
                    <a:lnTo>
                      <a:pt x="62" y="98"/>
                    </a:lnTo>
                    <a:lnTo>
                      <a:pt x="65" y="99"/>
                    </a:lnTo>
                    <a:lnTo>
                      <a:pt x="67" y="102"/>
                    </a:lnTo>
                    <a:lnTo>
                      <a:pt x="70" y="103"/>
                    </a:lnTo>
                    <a:lnTo>
                      <a:pt x="73" y="103"/>
                    </a:lnTo>
                    <a:lnTo>
                      <a:pt x="77" y="103"/>
                    </a:lnTo>
                    <a:lnTo>
                      <a:pt x="80" y="103"/>
                    </a:lnTo>
                    <a:lnTo>
                      <a:pt x="84" y="103"/>
                    </a:lnTo>
                    <a:lnTo>
                      <a:pt x="88" y="103"/>
                    </a:lnTo>
                    <a:lnTo>
                      <a:pt x="93" y="102"/>
                    </a:lnTo>
                    <a:lnTo>
                      <a:pt x="94" y="100"/>
                    </a:lnTo>
                    <a:lnTo>
                      <a:pt x="96" y="99"/>
                    </a:lnTo>
                    <a:lnTo>
                      <a:pt x="96" y="95"/>
                    </a:lnTo>
                    <a:lnTo>
                      <a:pt x="93" y="95"/>
                    </a:lnTo>
                    <a:lnTo>
                      <a:pt x="91" y="95"/>
                    </a:lnTo>
                    <a:close/>
                    <a:moveTo>
                      <a:pt x="57" y="68"/>
                    </a:moveTo>
                    <a:lnTo>
                      <a:pt x="57" y="74"/>
                    </a:lnTo>
                    <a:lnTo>
                      <a:pt x="55" y="79"/>
                    </a:lnTo>
                    <a:lnTo>
                      <a:pt x="55" y="81"/>
                    </a:lnTo>
                    <a:lnTo>
                      <a:pt x="53" y="83"/>
                    </a:lnTo>
                    <a:lnTo>
                      <a:pt x="53" y="85"/>
                    </a:lnTo>
                    <a:lnTo>
                      <a:pt x="52" y="87"/>
                    </a:lnTo>
                    <a:lnTo>
                      <a:pt x="51" y="87"/>
                    </a:lnTo>
                    <a:lnTo>
                      <a:pt x="50" y="88"/>
                    </a:lnTo>
                    <a:lnTo>
                      <a:pt x="49" y="90"/>
                    </a:lnTo>
                    <a:lnTo>
                      <a:pt x="47" y="91"/>
                    </a:lnTo>
                    <a:lnTo>
                      <a:pt x="45" y="91"/>
                    </a:lnTo>
                    <a:lnTo>
                      <a:pt x="45" y="91"/>
                    </a:lnTo>
                    <a:lnTo>
                      <a:pt x="42" y="91"/>
                    </a:lnTo>
                    <a:lnTo>
                      <a:pt x="41" y="91"/>
                    </a:lnTo>
                    <a:lnTo>
                      <a:pt x="38" y="91"/>
                    </a:lnTo>
                    <a:lnTo>
                      <a:pt x="36" y="91"/>
                    </a:lnTo>
                    <a:lnTo>
                      <a:pt x="33" y="89"/>
                    </a:lnTo>
                    <a:lnTo>
                      <a:pt x="32" y="87"/>
                    </a:lnTo>
                    <a:lnTo>
                      <a:pt x="31" y="85"/>
                    </a:lnTo>
                    <a:lnTo>
                      <a:pt x="30" y="82"/>
                    </a:lnTo>
                    <a:lnTo>
                      <a:pt x="29" y="79"/>
                    </a:lnTo>
                    <a:lnTo>
                      <a:pt x="29" y="75"/>
                    </a:lnTo>
                    <a:lnTo>
                      <a:pt x="29" y="71"/>
                    </a:lnTo>
                    <a:lnTo>
                      <a:pt x="29" y="70"/>
                    </a:lnTo>
                    <a:lnTo>
                      <a:pt x="29" y="67"/>
                    </a:lnTo>
                    <a:lnTo>
                      <a:pt x="30" y="65"/>
                    </a:lnTo>
                    <a:lnTo>
                      <a:pt x="31" y="63"/>
                    </a:lnTo>
                    <a:lnTo>
                      <a:pt x="33" y="61"/>
                    </a:lnTo>
                    <a:lnTo>
                      <a:pt x="34" y="59"/>
                    </a:lnTo>
                    <a:lnTo>
                      <a:pt x="36" y="57"/>
                    </a:lnTo>
                    <a:lnTo>
                      <a:pt x="38" y="55"/>
                    </a:lnTo>
                    <a:lnTo>
                      <a:pt x="41" y="54"/>
                    </a:lnTo>
                    <a:lnTo>
                      <a:pt x="45" y="52"/>
                    </a:lnTo>
                    <a:lnTo>
                      <a:pt x="50" y="51"/>
                    </a:lnTo>
                    <a:lnTo>
                      <a:pt x="54" y="50"/>
                    </a:lnTo>
                    <a:lnTo>
                      <a:pt x="57" y="48"/>
                    </a:lnTo>
                    <a:lnTo>
                      <a:pt x="57" y="6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4" name="îŝḻïḓé"/>
              <p:cNvSpPr/>
              <p:nvPr userDrawn="1"/>
            </p:nvSpPr>
            <p:spPr bwMode="auto">
              <a:xfrm>
                <a:off x="6323013" y="4038601"/>
                <a:ext cx="200025" cy="228600"/>
              </a:xfrm>
              <a:custGeom>
                <a:avLst/>
                <a:gdLst>
                  <a:gd name="T0" fmla="*/ 121 w 126"/>
                  <a:gd name="T1" fmla="*/ 0 h 144"/>
                  <a:gd name="T2" fmla="*/ 113 w 126"/>
                  <a:gd name="T3" fmla="*/ 0 h 144"/>
                  <a:gd name="T4" fmla="*/ 109 w 126"/>
                  <a:gd name="T5" fmla="*/ 63 h 144"/>
                  <a:gd name="T6" fmla="*/ 107 w 126"/>
                  <a:gd name="T7" fmla="*/ 91 h 144"/>
                  <a:gd name="T8" fmla="*/ 106 w 126"/>
                  <a:gd name="T9" fmla="*/ 100 h 144"/>
                  <a:gd name="T10" fmla="*/ 105 w 126"/>
                  <a:gd name="T11" fmla="*/ 107 h 144"/>
                  <a:gd name="T12" fmla="*/ 102 w 126"/>
                  <a:gd name="T13" fmla="*/ 112 h 144"/>
                  <a:gd name="T14" fmla="*/ 98 w 126"/>
                  <a:gd name="T15" fmla="*/ 118 h 144"/>
                  <a:gd name="T16" fmla="*/ 94 w 126"/>
                  <a:gd name="T17" fmla="*/ 123 h 144"/>
                  <a:gd name="T18" fmla="*/ 90 w 126"/>
                  <a:gd name="T19" fmla="*/ 126 h 144"/>
                  <a:gd name="T20" fmla="*/ 86 w 126"/>
                  <a:gd name="T21" fmla="*/ 128 h 144"/>
                  <a:gd name="T22" fmla="*/ 80 w 126"/>
                  <a:gd name="T23" fmla="*/ 131 h 144"/>
                  <a:gd name="T24" fmla="*/ 74 w 126"/>
                  <a:gd name="T25" fmla="*/ 131 h 144"/>
                  <a:gd name="T26" fmla="*/ 68 w 126"/>
                  <a:gd name="T27" fmla="*/ 131 h 144"/>
                  <a:gd name="T28" fmla="*/ 61 w 126"/>
                  <a:gd name="T29" fmla="*/ 131 h 144"/>
                  <a:gd name="T30" fmla="*/ 54 w 126"/>
                  <a:gd name="T31" fmla="*/ 130 h 144"/>
                  <a:gd name="T32" fmla="*/ 49 w 126"/>
                  <a:gd name="T33" fmla="*/ 127 h 144"/>
                  <a:gd name="T34" fmla="*/ 45 w 126"/>
                  <a:gd name="T35" fmla="*/ 123 h 144"/>
                  <a:gd name="T36" fmla="*/ 40 w 126"/>
                  <a:gd name="T37" fmla="*/ 119 h 144"/>
                  <a:gd name="T38" fmla="*/ 37 w 126"/>
                  <a:gd name="T39" fmla="*/ 113 h 144"/>
                  <a:gd name="T40" fmla="*/ 34 w 126"/>
                  <a:gd name="T41" fmla="*/ 107 h 144"/>
                  <a:gd name="T42" fmla="*/ 33 w 126"/>
                  <a:gd name="T43" fmla="*/ 99 h 144"/>
                  <a:gd name="T44" fmla="*/ 31 w 126"/>
                  <a:gd name="T45" fmla="*/ 83 h 144"/>
                  <a:gd name="T46" fmla="*/ 31 w 126"/>
                  <a:gd name="T47" fmla="*/ 58 h 144"/>
                  <a:gd name="T48" fmla="*/ 28 w 126"/>
                  <a:gd name="T49" fmla="*/ 0 h 144"/>
                  <a:gd name="T50" fmla="*/ 21 w 126"/>
                  <a:gd name="T51" fmla="*/ 1 h 144"/>
                  <a:gd name="T52" fmla="*/ 17 w 126"/>
                  <a:gd name="T53" fmla="*/ 1 h 144"/>
                  <a:gd name="T54" fmla="*/ 13 w 126"/>
                  <a:gd name="T55" fmla="*/ 1 h 144"/>
                  <a:gd name="T56" fmla="*/ 9 w 126"/>
                  <a:gd name="T57" fmla="*/ 1 h 144"/>
                  <a:gd name="T58" fmla="*/ 3 w 126"/>
                  <a:gd name="T59" fmla="*/ 0 h 144"/>
                  <a:gd name="T60" fmla="*/ 0 w 126"/>
                  <a:gd name="T61" fmla="*/ 85 h 144"/>
                  <a:gd name="T62" fmla="*/ 1 w 126"/>
                  <a:gd name="T63" fmla="*/ 99 h 144"/>
                  <a:gd name="T64" fmla="*/ 4 w 126"/>
                  <a:gd name="T65" fmla="*/ 111 h 144"/>
                  <a:gd name="T66" fmla="*/ 6 w 126"/>
                  <a:gd name="T67" fmla="*/ 119 h 144"/>
                  <a:gd name="T68" fmla="*/ 10 w 126"/>
                  <a:gd name="T69" fmla="*/ 125 h 144"/>
                  <a:gd name="T70" fmla="*/ 16 w 126"/>
                  <a:gd name="T71" fmla="*/ 131 h 144"/>
                  <a:gd name="T72" fmla="*/ 23 w 126"/>
                  <a:gd name="T73" fmla="*/ 136 h 144"/>
                  <a:gd name="T74" fmla="*/ 31 w 126"/>
                  <a:gd name="T75" fmla="*/ 139 h 144"/>
                  <a:gd name="T76" fmla="*/ 41 w 126"/>
                  <a:gd name="T77" fmla="*/ 142 h 144"/>
                  <a:gd name="T78" fmla="*/ 52 w 126"/>
                  <a:gd name="T79" fmla="*/ 143 h 144"/>
                  <a:gd name="T80" fmla="*/ 64 w 126"/>
                  <a:gd name="T81" fmla="*/ 144 h 144"/>
                  <a:gd name="T82" fmla="*/ 74 w 126"/>
                  <a:gd name="T83" fmla="*/ 143 h 144"/>
                  <a:gd name="T84" fmla="*/ 85 w 126"/>
                  <a:gd name="T85" fmla="*/ 142 h 144"/>
                  <a:gd name="T86" fmla="*/ 94 w 126"/>
                  <a:gd name="T87" fmla="*/ 139 h 144"/>
                  <a:gd name="T88" fmla="*/ 103 w 126"/>
                  <a:gd name="T89" fmla="*/ 135 h 144"/>
                  <a:gd name="T90" fmla="*/ 109 w 126"/>
                  <a:gd name="T91" fmla="*/ 131 h 144"/>
                  <a:gd name="T92" fmla="*/ 114 w 126"/>
                  <a:gd name="T93" fmla="*/ 126 h 144"/>
                  <a:gd name="T94" fmla="*/ 118 w 126"/>
                  <a:gd name="T95" fmla="*/ 119 h 144"/>
                  <a:gd name="T96" fmla="*/ 121 w 126"/>
                  <a:gd name="T97" fmla="*/ 113 h 144"/>
                  <a:gd name="T98" fmla="*/ 123 w 126"/>
                  <a:gd name="T99" fmla="*/ 104 h 144"/>
                  <a:gd name="T100" fmla="*/ 125 w 126"/>
                  <a:gd name="T101" fmla="*/ 95 h 144"/>
                  <a:gd name="T102" fmla="*/ 126 w 126"/>
                  <a:gd name="T103" fmla="*/ 86 h 144"/>
                  <a:gd name="T104" fmla="*/ 125 w 126"/>
                  <a:gd name="T105" fmla="*/ 7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6" h="144">
                    <a:moveTo>
                      <a:pt x="125" y="0"/>
                    </a:moveTo>
                    <a:lnTo>
                      <a:pt x="121" y="0"/>
                    </a:lnTo>
                    <a:lnTo>
                      <a:pt x="117" y="0"/>
                    </a:lnTo>
                    <a:lnTo>
                      <a:pt x="113" y="0"/>
                    </a:lnTo>
                    <a:lnTo>
                      <a:pt x="109" y="0"/>
                    </a:lnTo>
                    <a:lnTo>
                      <a:pt x="109" y="63"/>
                    </a:lnTo>
                    <a:lnTo>
                      <a:pt x="109" y="78"/>
                    </a:lnTo>
                    <a:lnTo>
                      <a:pt x="107" y="91"/>
                    </a:lnTo>
                    <a:lnTo>
                      <a:pt x="107" y="96"/>
                    </a:lnTo>
                    <a:lnTo>
                      <a:pt x="106" y="100"/>
                    </a:lnTo>
                    <a:lnTo>
                      <a:pt x="106" y="103"/>
                    </a:lnTo>
                    <a:lnTo>
                      <a:pt x="105" y="107"/>
                    </a:lnTo>
                    <a:lnTo>
                      <a:pt x="103" y="110"/>
                    </a:lnTo>
                    <a:lnTo>
                      <a:pt x="102" y="112"/>
                    </a:lnTo>
                    <a:lnTo>
                      <a:pt x="100" y="115"/>
                    </a:lnTo>
                    <a:lnTo>
                      <a:pt x="98" y="118"/>
                    </a:lnTo>
                    <a:lnTo>
                      <a:pt x="97" y="120"/>
                    </a:lnTo>
                    <a:lnTo>
                      <a:pt x="94" y="123"/>
                    </a:lnTo>
                    <a:lnTo>
                      <a:pt x="93" y="124"/>
                    </a:lnTo>
                    <a:lnTo>
                      <a:pt x="90" y="126"/>
                    </a:lnTo>
                    <a:lnTo>
                      <a:pt x="88" y="127"/>
                    </a:lnTo>
                    <a:lnTo>
                      <a:pt x="86" y="128"/>
                    </a:lnTo>
                    <a:lnTo>
                      <a:pt x="83" y="130"/>
                    </a:lnTo>
                    <a:lnTo>
                      <a:pt x="80" y="131"/>
                    </a:lnTo>
                    <a:lnTo>
                      <a:pt x="78" y="131"/>
                    </a:lnTo>
                    <a:lnTo>
                      <a:pt x="74" y="131"/>
                    </a:lnTo>
                    <a:lnTo>
                      <a:pt x="71" y="131"/>
                    </a:lnTo>
                    <a:lnTo>
                      <a:pt x="68" y="131"/>
                    </a:lnTo>
                    <a:lnTo>
                      <a:pt x="65" y="131"/>
                    </a:lnTo>
                    <a:lnTo>
                      <a:pt x="61" y="131"/>
                    </a:lnTo>
                    <a:lnTo>
                      <a:pt x="57" y="131"/>
                    </a:lnTo>
                    <a:lnTo>
                      <a:pt x="54" y="130"/>
                    </a:lnTo>
                    <a:lnTo>
                      <a:pt x="52" y="128"/>
                    </a:lnTo>
                    <a:lnTo>
                      <a:pt x="49" y="127"/>
                    </a:lnTo>
                    <a:lnTo>
                      <a:pt x="46" y="125"/>
                    </a:lnTo>
                    <a:lnTo>
                      <a:pt x="45" y="123"/>
                    </a:lnTo>
                    <a:lnTo>
                      <a:pt x="42" y="121"/>
                    </a:lnTo>
                    <a:lnTo>
                      <a:pt x="40" y="119"/>
                    </a:lnTo>
                    <a:lnTo>
                      <a:pt x="38" y="115"/>
                    </a:lnTo>
                    <a:lnTo>
                      <a:pt x="37" y="113"/>
                    </a:lnTo>
                    <a:lnTo>
                      <a:pt x="35" y="110"/>
                    </a:lnTo>
                    <a:lnTo>
                      <a:pt x="34" y="107"/>
                    </a:lnTo>
                    <a:lnTo>
                      <a:pt x="33" y="103"/>
                    </a:lnTo>
                    <a:lnTo>
                      <a:pt x="33" y="99"/>
                    </a:lnTo>
                    <a:lnTo>
                      <a:pt x="32" y="92"/>
                    </a:lnTo>
                    <a:lnTo>
                      <a:pt x="31" y="83"/>
                    </a:lnTo>
                    <a:lnTo>
                      <a:pt x="31" y="72"/>
                    </a:lnTo>
                    <a:lnTo>
                      <a:pt x="31" y="58"/>
                    </a:lnTo>
                    <a:lnTo>
                      <a:pt x="31" y="0"/>
                    </a:lnTo>
                    <a:lnTo>
                      <a:pt x="28" y="0"/>
                    </a:lnTo>
                    <a:lnTo>
                      <a:pt x="23" y="1"/>
                    </a:lnTo>
                    <a:lnTo>
                      <a:pt x="21" y="1"/>
                    </a:lnTo>
                    <a:lnTo>
                      <a:pt x="18" y="1"/>
                    </a:lnTo>
                    <a:lnTo>
                      <a:pt x="17" y="1"/>
                    </a:lnTo>
                    <a:lnTo>
                      <a:pt x="16" y="1"/>
                    </a:lnTo>
                    <a:lnTo>
                      <a:pt x="13" y="1"/>
                    </a:lnTo>
                    <a:lnTo>
                      <a:pt x="12" y="1"/>
                    </a:lnTo>
                    <a:lnTo>
                      <a:pt x="9" y="1"/>
                    </a:lnTo>
                    <a:lnTo>
                      <a:pt x="7" y="1"/>
                    </a:lnTo>
                    <a:lnTo>
                      <a:pt x="3" y="0"/>
                    </a:lnTo>
                    <a:lnTo>
                      <a:pt x="0" y="0"/>
                    </a:lnTo>
                    <a:lnTo>
                      <a:pt x="0" y="85"/>
                    </a:lnTo>
                    <a:lnTo>
                      <a:pt x="0" y="92"/>
                    </a:lnTo>
                    <a:lnTo>
                      <a:pt x="1" y="99"/>
                    </a:lnTo>
                    <a:lnTo>
                      <a:pt x="1" y="106"/>
                    </a:lnTo>
                    <a:lnTo>
                      <a:pt x="4" y="111"/>
                    </a:lnTo>
                    <a:lnTo>
                      <a:pt x="5" y="115"/>
                    </a:lnTo>
                    <a:lnTo>
                      <a:pt x="6" y="119"/>
                    </a:lnTo>
                    <a:lnTo>
                      <a:pt x="8" y="123"/>
                    </a:lnTo>
                    <a:lnTo>
                      <a:pt x="10" y="125"/>
                    </a:lnTo>
                    <a:lnTo>
                      <a:pt x="13" y="128"/>
                    </a:lnTo>
                    <a:lnTo>
                      <a:pt x="16" y="131"/>
                    </a:lnTo>
                    <a:lnTo>
                      <a:pt x="19" y="134"/>
                    </a:lnTo>
                    <a:lnTo>
                      <a:pt x="23" y="136"/>
                    </a:lnTo>
                    <a:lnTo>
                      <a:pt x="27" y="138"/>
                    </a:lnTo>
                    <a:lnTo>
                      <a:pt x="31" y="139"/>
                    </a:lnTo>
                    <a:lnTo>
                      <a:pt x="36" y="141"/>
                    </a:lnTo>
                    <a:lnTo>
                      <a:pt x="41" y="142"/>
                    </a:lnTo>
                    <a:lnTo>
                      <a:pt x="46" y="143"/>
                    </a:lnTo>
                    <a:lnTo>
                      <a:pt x="52" y="143"/>
                    </a:lnTo>
                    <a:lnTo>
                      <a:pt x="57" y="144"/>
                    </a:lnTo>
                    <a:lnTo>
                      <a:pt x="64" y="144"/>
                    </a:lnTo>
                    <a:lnTo>
                      <a:pt x="70" y="144"/>
                    </a:lnTo>
                    <a:lnTo>
                      <a:pt x="74" y="143"/>
                    </a:lnTo>
                    <a:lnTo>
                      <a:pt x="80" y="143"/>
                    </a:lnTo>
                    <a:lnTo>
                      <a:pt x="85" y="142"/>
                    </a:lnTo>
                    <a:lnTo>
                      <a:pt x="90" y="140"/>
                    </a:lnTo>
                    <a:lnTo>
                      <a:pt x="94" y="139"/>
                    </a:lnTo>
                    <a:lnTo>
                      <a:pt x="98" y="137"/>
                    </a:lnTo>
                    <a:lnTo>
                      <a:pt x="103" y="135"/>
                    </a:lnTo>
                    <a:lnTo>
                      <a:pt x="106" y="133"/>
                    </a:lnTo>
                    <a:lnTo>
                      <a:pt x="109" y="131"/>
                    </a:lnTo>
                    <a:lnTo>
                      <a:pt x="111" y="128"/>
                    </a:lnTo>
                    <a:lnTo>
                      <a:pt x="114" y="126"/>
                    </a:lnTo>
                    <a:lnTo>
                      <a:pt x="116" y="123"/>
                    </a:lnTo>
                    <a:lnTo>
                      <a:pt x="118" y="119"/>
                    </a:lnTo>
                    <a:lnTo>
                      <a:pt x="119" y="116"/>
                    </a:lnTo>
                    <a:lnTo>
                      <a:pt x="121" y="113"/>
                    </a:lnTo>
                    <a:lnTo>
                      <a:pt x="122" y="109"/>
                    </a:lnTo>
                    <a:lnTo>
                      <a:pt x="123" y="104"/>
                    </a:lnTo>
                    <a:lnTo>
                      <a:pt x="124" y="100"/>
                    </a:lnTo>
                    <a:lnTo>
                      <a:pt x="125" y="95"/>
                    </a:lnTo>
                    <a:lnTo>
                      <a:pt x="125" y="91"/>
                    </a:lnTo>
                    <a:lnTo>
                      <a:pt x="126" y="86"/>
                    </a:lnTo>
                    <a:lnTo>
                      <a:pt x="126" y="80"/>
                    </a:lnTo>
                    <a:lnTo>
                      <a:pt x="125" y="74"/>
                    </a:lnTo>
                    <a:lnTo>
                      <a:pt x="125"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5" name="iṧľîḑê"/>
              <p:cNvSpPr/>
              <p:nvPr userDrawn="1"/>
            </p:nvSpPr>
            <p:spPr bwMode="auto">
              <a:xfrm>
                <a:off x="6588126" y="4102101"/>
                <a:ext cx="147638" cy="161925"/>
              </a:xfrm>
              <a:custGeom>
                <a:avLst/>
                <a:gdLst>
                  <a:gd name="T0" fmla="*/ 91 w 93"/>
                  <a:gd name="T1" fmla="*/ 23 h 102"/>
                  <a:gd name="T2" fmla="*/ 89 w 93"/>
                  <a:gd name="T3" fmla="*/ 16 h 102"/>
                  <a:gd name="T4" fmla="*/ 85 w 93"/>
                  <a:gd name="T5" fmla="*/ 10 h 102"/>
                  <a:gd name="T6" fmla="*/ 80 w 93"/>
                  <a:gd name="T7" fmla="*/ 6 h 102"/>
                  <a:gd name="T8" fmla="*/ 75 w 93"/>
                  <a:gd name="T9" fmla="*/ 2 h 102"/>
                  <a:gd name="T10" fmla="*/ 68 w 93"/>
                  <a:gd name="T11" fmla="*/ 1 h 102"/>
                  <a:gd name="T12" fmla="*/ 60 w 93"/>
                  <a:gd name="T13" fmla="*/ 0 h 102"/>
                  <a:gd name="T14" fmla="*/ 51 w 93"/>
                  <a:gd name="T15" fmla="*/ 1 h 102"/>
                  <a:gd name="T16" fmla="*/ 43 w 93"/>
                  <a:gd name="T17" fmla="*/ 5 h 102"/>
                  <a:gd name="T18" fmla="*/ 35 w 93"/>
                  <a:gd name="T19" fmla="*/ 10 h 102"/>
                  <a:gd name="T20" fmla="*/ 27 w 93"/>
                  <a:gd name="T21" fmla="*/ 17 h 102"/>
                  <a:gd name="T22" fmla="*/ 24 w 93"/>
                  <a:gd name="T23" fmla="*/ 2 h 102"/>
                  <a:gd name="T24" fmla="*/ 17 w 93"/>
                  <a:gd name="T25" fmla="*/ 2 h 102"/>
                  <a:gd name="T26" fmla="*/ 10 w 93"/>
                  <a:gd name="T27" fmla="*/ 2 h 102"/>
                  <a:gd name="T28" fmla="*/ 3 w 93"/>
                  <a:gd name="T29" fmla="*/ 2 h 102"/>
                  <a:gd name="T30" fmla="*/ 0 w 93"/>
                  <a:gd name="T31" fmla="*/ 102 h 102"/>
                  <a:gd name="T32" fmla="*/ 7 w 93"/>
                  <a:gd name="T33" fmla="*/ 102 h 102"/>
                  <a:gd name="T34" fmla="*/ 15 w 93"/>
                  <a:gd name="T35" fmla="*/ 102 h 102"/>
                  <a:gd name="T36" fmla="*/ 22 w 93"/>
                  <a:gd name="T37" fmla="*/ 102 h 102"/>
                  <a:gd name="T38" fmla="*/ 28 w 93"/>
                  <a:gd name="T39" fmla="*/ 102 h 102"/>
                  <a:gd name="T40" fmla="*/ 28 w 93"/>
                  <a:gd name="T41" fmla="*/ 51 h 102"/>
                  <a:gd name="T42" fmla="*/ 28 w 93"/>
                  <a:gd name="T43" fmla="*/ 42 h 102"/>
                  <a:gd name="T44" fmla="*/ 30 w 93"/>
                  <a:gd name="T45" fmla="*/ 34 h 102"/>
                  <a:gd name="T46" fmla="*/ 31 w 93"/>
                  <a:gd name="T47" fmla="*/ 29 h 102"/>
                  <a:gd name="T48" fmla="*/ 33 w 93"/>
                  <a:gd name="T49" fmla="*/ 24 h 102"/>
                  <a:gd name="T50" fmla="*/ 37 w 93"/>
                  <a:gd name="T51" fmla="*/ 21 h 102"/>
                  <a:gd name="T52" fmla="*/ 40 w 93"/>
                  <a:gd name="T53" fmla="*/ 18 h 102"/>
                  <a:gd name="T54" fmla="*/ 44 w 93"/>
                  <a:gd name="T55" fmla="*/ 18 h 102"/>
                  <a:gd name="T56" fmla="*/ 49 w 93"/>
                  <a:gd name="T57" fmla="*/ 17 h 102"/>
                  <a:gd name="T58" fmla="*/ 53 w 93"/>
                  <a:gd name="T59" fmla="*/ 18 h 102"/>
                  <a:gd name="T60" fmla="*/ 56 w 93"/>
                  <a:gd name="T61" fmla="*/ 20 h 102"/>
                  <a:gd name="T62" fmla="*/ 59 w 93"/>
                  <a:gd name="T63" fmla="*/ 23 h 102"/>
                  <a:gd name="T64" fmla="*/ 61 w 93"/>
                  <a:gd name="T65" fmla="*/ 27 h 102"/>
                  <a:gd name="T66" fmla="*/ 63 w 93"/>
                  <a:gd name="T67" fmla="*/ 33 h 102"/>
                  <a:gd name="T68" fmla="*/ 64 w 93"/>
                  <a:gd name="T69" fmla="*/ 43 h 102"/>
                  <a:gd name="T70" fmla="*/ 64 w 93"/>
                  <a:gd name="T71" fmla="*/ 102 h 102"/>
                  <a:gd name="T72" fmla="*/ 71 w 93"/>
                  <a:gd name="T73" fmla="*/ 102 h 102"/>
                  <a:gd name="T74" fmla="*/ 78 w 93"/>
                  <a:gd name="T75" fmla="*/ 102 h 102"/>
                  <a:gd name="T76" fmla="*/ 85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0" y="20"/>
                    </a:lnTo>
                    <a:lnTo>
                      <a:pt x="89" y="16"/>
                    </a:lnTo>
                    <a:lnTo>
                      <a:pt x="87" y="13"/>
                    </a:lnTo>
                    <a:lnTo>
                      <a:pt x="85" y="10"/>
                    </a:lnTo>
                    <a:lnTo>
                      <a:pt x="83" y="8"/>
                    </a:lnTo>
                    <a:lnTo>
                      <a:pt x="80" y="6"/>
                    </a:lnTo>
                    <a:lnTo>
                      <a:pt x="78" y="4"/>
                    </a:lnTo>
                    <a:lnTo>
                      <a:pt x="75" y="2"/>
                    </a:lnTo>
                    <a:lnTo>
                      <a:pt x="71" y="2"/>
                    </a:lnTo>
                    <a:lnTo>
                      <a:pt x="68" y="1"/>
                    </a:lnTo>
                    <a:lnTo>
                      <a:pt x="64" y="0"/>
                    </a:lnTo>
                    <a:lnTo>
                      <a:pt x="60" y="0"/>
                    </a:lnTo>
                    <a:lnTo>
                      <a:pt x="55" y="0"/>
                    </a:lnTo>
                    <a:lnTo>
                      <a:pt x="51" y="1"/>
                    </a:lnTo>
                    <a:lnTo>
                      <a:pt x="47" y="3"/>
                    </a:lnTo>
                    <a:lnTo>
                      <a:pt x="43" y="5"/>
                    </a:lnTo>
                    <a:lnTo>
                      <a:pt x="39" y="7"/>
                    </a:lnTo>
                    <a:lnTo>
                      <a:pt x="35" y="10"/>
                    </a:lnTo>
                    <a:lnTo>
                      <a:pt x="31" y="14"/>
                    </a:lnTo>
                    <a:lnTo>
                      <a:pt x="27" y="17"/>
                    </a:lnTo>
                    <a:lnTo>
                      <a:pt x="27" y="2"/>
                    </a:lnTo>
                    <a:lnTo>
                      <a:pt x="24" y="2"/>
                    </a:lnTo>
                    <a:lnTo>
                      <a:pt x="20" y="2"/>
                    </a:lnTo>
                    <a:lnTo>
                      <a:pt x="17" y="2"/>
                    </a:lnTo>
                    <a:lnTo>
                      <a:pt x="14" y="2"/>
                    </a:lnTo>
                    <a:lnTo>
                      <a:pt x="10" y="2"/>
                    </a:lnTo>
                    <a:lnTo>
                      <a:pt x="7" y="2"/>
                    </a:lnTo>
                    <a:lnTo>
                      <a:pt x="3" y="2"/>
                    </a:lnTo>
                    <a:lnTo>
                      <a:pt x="0" y="2"/>
                    </a:lnTo>
                    <a:lnTo>
                      <a:pt x="0" y="102"/>
                    </a:lnTo>
                    <a:lnTo>
                      <a:pt x="3" y="102"/>
                    </a:lnTo>
                    <a:lnTo>
                      <a:pt x="7" y="102"/>
                    </a:lnTo>
                    <a:lnTo>
                      <a:pt x="11" y="102"/>
                    </a:lnTo>
                    <a:lnTo>
                      <a:pt x="15" y="102"/>
                    </a:lnTo>
                    <a:lnTo>
                      <a:pt x="19" y="102"/>
                    </a:lnTo>
                    <a:lnTo>
                      <a:pt x="22" y="102"/>
                    </a:lnTo>
                    <a:lnTo>
                      <a:pt x="25" y="102"/>
                    </a:lnTo>
                    <a:lnTo>
                      <a:pt x="28" y="102"/>
                    </a:lnTo>
                    <a:lnTo>
                      <a:pt x="28" y="55"/>
                    </a:lnTo>
                    <a:lnTo>
                      <a:pt x="28" y="51"/>
                    </a:lnTo>
                    <a:lnTo>
                      <a:pt x="28" y="46"/>
                    </a:lnTo>
                    <a:lnTo>
                      <a:pt x="28" y="42"/>
                    </a:lnTo>
                    <a:lnTo>
                      <a:pt x="29" y="38"/>
                    </a:lnTo>
                    <a:lnTo>
                      <a:pt x="30" y="34"/>
                    </a:lnTo>
                    <a:lnTo>
                      <a:pt x="30" y="32"/>
                    </a:lnTo>
                    <a:lnTo>
                      <a:pt x="31" y="29"/>
                    </a:lnTo>
                    <a:lnTo>
                      <a:pt x="32" y="26"/>
                    </a:lnTo>
                    <a:lnTo>
                      <a:pt x="33" y="24"/>
                    </a:lnTo>
                    <a:lnTo>
                      <a:pt x="35" y="22"/>
                    </a:lnTo>
                    <a:lnTo>
                      <a:pt x="37" y="21"/>
                    </a:lnTo>
                    <a:lnTo>
                      <a:pt x="39" y="19"/>
                    </a:lnTo>
                    <a:lnTo>
                      <a:pt x="40" y="18"/>
                    </a:lnTo>
                    <a:lnTo>
                      <a:pt x="43" y="18"/>
                    </a:lnTo>
                    <a:lnTo>
                      <a:pt x="44" y="18"/>
                    </a:lnTo>
                    <a:lnTo>
                      <a:pt x="47" y="17"/>
                    </a:lnTo>
                    <a:lnTo>
                      <a:pt x="49" y="17"/>
                    </a:lnTo>
                    <a:lnTo>
                      <a:pt x="51" y="18"/>
                    </a:lnTo>
                    <a:lnTo>
                      <a:pt x="53" y="18"/>
                    </a:lnTo>
                    <a:lnTo>
                      <a:pt x="55" y="19"/>
                    </a:lnTo>
                    <a:lnTo>
                      <a:pt x="56" y="20"/>
                    </a:lnTo>
                    <a:lnTo>
                      <a:pt x="58" y="22"/>
                    </a:lnTo>
                    <a:lnTo>
                      <a:pt x="59" y="23"/>
                    </a:lnTo>
                    <a:lnTo>
                      <a:pt x="60" y="26"/>
                    </a:lnTo>
                    <a:lnTo>
                      <a:pt x="61" y="27"/>
                    </a:lnTo>
                    <a:lnTo>
                      <a:pt x="63" y="30"/>
                    </a:lnTo>
                    <a:lnTo>
                      <a:pt x="63" y="33"/>
                    </a:lnTo>
                    <a:lnTo>
                      <a:pt x="63" y="36"/>
                    </a:lnTo>
                    <a:lnTo>
                      <a:pt x="64" y="43"/>
                    </a:lnTo>
                    <a:lnTo>
                      <a:pt x="64" y="51"/>
                    </a:lnTo>
                    <a:lnTo>
                      <a:pt x="64" y="102"/>
                    </a:lnTo>
                    <a:lnTo>
                      <a:pt x="67" y="102"/>
                    </a:lnTo>
                    <a:lnTo>
                      <a:pt x="71" y="102"/>
                    </a:lnTo>
                    <a:lnTo>
                      <a:pt x="75" y="102"/>
                    </a:lnTo>
                    <a:lnTo>
                      <a:pt x="78" y="102"/>
                    </a:lnTo>
                    <a:lnTo>
                      <a:pt x="82" y="102"/>
                    </a:lnTo>
                    <a:lnTo>
                      <a:pt x="85" y="102"/>
                    </a:lnTo>
                    <a:lnTo>
                      <a:pt x="89" y="102"/>
                    </a:lnTo>
                    <a:lnTo>
                      <a:pt x="93" y="102"/>
                    </a:lnTo>
                    <a:lnTo>
                      <a:pt x="93" y="42"/>
                    </a:lnTo>
                    <a:lnTo>
                      <a:pt x="93" y="36"/>
                    </a:lnTo>
                    <a:lnTo>
                      <a:pt x="92"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6" name="îŝ1îde"/>
              <p:cNvSpPr/>
              <p:nvPr userDrawn="1"/>
            </p:nvSpPr>
            <p:spPr bwMode="auto">
              <a:xfrm>
                <a:off x="6796088" y="4105276"/>
                <a:ext cx="44450" cy="158750"/>
              </a:xfrm>
              <a:custGeom>
                <a:avLst/>
                <a:gdLst>
                  <a:gd name="T0" fmla="*/ 20 w 28"/>
                  <a:gd name="T1" fmla="*/ 0 h 100"/>
                  <a:gd name="T2" fmla="*/ 17 w 28"/>
                  <a:gd name="T3" fmla="*/ 0 h 100"/>
                  <a:gd name="T4" fmla="*/ 14 w 28"/>
                  <a:gd name="T5" fmla="*/ 0 h 100"/>
                  <a:gd name="T6" fmla="*/ 11 w 28"/>
                  <a:gd name="T7" fmla="*/ 0 h 100"/>
                  <a:gd name="T8" fmla="*/ 7 w 28"/>
                  <a:gd name="T9" fmla="*/ 0 h 100"/>
                  <a:gd name="T10" fmla="*/ 3 w 28"/>
                  <a:gd name="T11" fmla="*/ 0 h 100"/>
                  <a:gd name="T12" fmla="*/ 0 w 28"/>
                  <a:gd name="T13" fmla="*/ 0 h 100"/>
                  <a:gd name="T14" fmla="*/ 0 w 28"/>
                  <a:gd name="T15" fmla="*/ 100 h 100"/>
                  <a:gd name="T16" fmla="*/ 3 w 28"/>
                  <a:gd name="T17" fmla="*/ 100 h 100"/>
                  <a:gd name="T18" fmla="*/ 7 w 28"/>
                  <a:gd name="T19" fmla="*/ 100 h 100"/>
                  <a:gd name="T20" fmla="*/ 11 w 28"/>
                  <a:gd name="T21" fmla="*/ 100 h 100"/>
                  <a:gd name="T22" fmla="*/ 14 w 28"/>
                  <a:gd name="T23" fmla="*/ 100 h 100"/>
                  <a:gd name="T24" fmla="*/ 17 w 28"/>
                  <a:gd name="T25" fmla="*/ 100 h 100"/>
                  <a:gd name="T26" fmla="*/ 20 w 28"/>
                  <a:gd name="T27" fmla="*/ 100 h 100"/>
                  <a:gd name="T28" fmla="*/ 24 w 28"/>
                  <a:gd name="T29" fmla="*/ 100 h 100"/>
                  <a:gd name="T30" fmla="*/ 28 w 28"/>
                  <a:gd name="T31" fmla="*/ 100 h 100"/>
                  <a:gd name="T32" fmla="*/ 28 w 28"/>
                  <a:gd name="T33" fmla="*/ 0 h 100"/>
                  <a:gd name="T34" fmla="*/ 24 w 28"/>
                  <a:gd name="T35" fmla="*/ 0 h 100"/>
                  <a:gd name="T36" fmla="*/ 20 w 28"/>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100">
                    <a:moveTo>
                      <a:pt x="20" y="0"/>
                    </a:moveTo>
                    <a:lnTo>
                      <a:pt x="17" y="0"/>
                    </a:lnTo>
                    <a:lnTo>
                      <a:pt x="14" y="0"/>
                    </a:lnTo>
                    <a:lnTo>
                      <a:pt x="11" y="0"/>
                    </a:lnTo>
                    <a:lnTo>
                      <a:pt x="7" y="0"/>
                    </a:lnTo>
                    <a:lnTo>
                      <a:pt x="3" y="0"/>
                    </a:lnTo>
                    <a:lnTo>
                      <a:pt x="0" y="0"/>
                    </a:lnTo>
                    <a:lnTo>
                      <a:pt x="0" y="100"/>
                    </a:lnTo>
                    <a:lnTo>
                      <a:pt x="3" y="100"/>
                    </a:lnTo>
                    <a:lnTo>
                      <a:pt x="7" y="100"/>
                    </a:lnTo>
                    <a:lnTo>
                      <a:pt x="11" y="100"/>
                    </a:lnTo>
                    <a:lnTo>
                      <a:pt x="14" y="100"/>
                    </a:lnTo>
                    <a:lnTo>
                      <a:pt x="17" y="100"/>
                    </a:lnTo>
                    <a:lnTo>
                      <a:pt x="20" y="100"/>
                    </a:lnTo>
                    <a:lnTo>
                      <a:pt x="24" y="100"/>
                    </a:lnTo>
                    <a:lnTo>
                      <a:pt x="28" y="100"/>
                    </a:lnTo>
                    <a:lnTo>
                      <a:pt x="28" y="0"/>
                    </a:lnTo>
                    <a:lnTo>
                      <a:pt x="24" y="0"/>
                    </a:lnTo>
                    <a:lnTo>
                      <a:pt x="20"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7" name="iṣḻiḓê"/>
              <p:cNvSpPr/>
              <p:nvPr userDrawn="1"/>
            </p:nvSpPr>
            <p:spPr bwMode="auto">
              <a:xfrm>
                <a:off x="6791326" y="4017963"/>
                <a:ext cx="52388" cy="50800"/>
              </a:xfrm>
              <a:custGeom>
                <a:avLst/>
                <a:gdLst>
                  <a:gd name="T0" fmla="*/ 31 w 33"/>
                  <a:gd name="T1" fmla="*/ 10 h 32"/>
                  <a:gd name="T2" fmla="*/ 31 w 33"/>
                  <a:gd name="T3" fmla="*/ 7 h 32"/>
                  <a:gd name="T4" fmla="*/ 28 w 33"/>
                  <a:gd name="T5" fmla="*/ 5 h 32"/>
                  <a:gd name="T6" fmla="*/ 26 w 33"/>
                  <a:gd name="T7" fmla="*/ 3 h 32"/>
                  <a:gd name="T8" fmla="*/ 23 w 33"/>
                  <a:gd name="T9" fmla="*/ 2 h 32"/>
                  <a:gd name="T10" fmla="*/ 20 w 33"/>
                  <a:gd name="T11" fmla="*/ 0 h 32"/>
                  <a:gd name="T12" fmla="*/ 16 w 33"/>
                  <a:gd name="T13" fmla="*/ 0 h 32"/>
                  <a:gd name="T14" fmla="*/ 13 w 33"/>
                  <a:gd name="T15" fmla="*/ 0 h 32"/>
                  <a:gd name="T16" fmla="*/ 10 w 33"/>
                  <a:gd name="T17" fmla="*/ 2 h 32"/>
                  <a:gd name="T18" fmla="*/ 7 w 33"/>
                  <a:gd name="T19" fmla="*/ 3 h 32"/>
                  <a:gd name="T20" fmla="*/ 5 w 33"/>
                  <a:gd name="T21" fmla="*/ 5 h 32"/>
                  <a:gd name="T22" fmla="*/ 3 w 33"/>
                  <a:gd name="T23" fmla="*/ 7 h 32"/>
                  <a:gd name="T24" fmla="*/ 2 w 33"/>
                  <a:gd name="T25" fmla="*/ 10 h 32"/>
                  <a:gd name="T26" fmla="*/ 1 w 33"/>
                  <a:gd name="T27" fmla="*/ 13 h 32"/>
                  <a:gd name="T28" fmla="*/ 0 w 33"/>
                  <a:gd name="T29" fmla="*/ 16 h 32"/>
                  <a:gd name="T30" fmla="*/ 0 w 33"/>
                  <a:gd name="T31" fmla="*/ 20 h 32"/>
                  <a:gd name="T32" fmla="*/ 2 w 33"/>
                  <a:gd name="T33" fmla="*/ 23 h 32"/>
                  <a:gd name="T34" fmla="*/ 3 w 33"/>
                  <a:gd name="T35" fmla="*/ 26 h 32"/>
                  <a:gd name="T36" fmla="*/ 4 w 33"/>
                  <a:gd name="T37" fmla="*/ 28 h 32"/>
                  <a:gd name="T38" fmla="*/ 7 w 33"/>
                  <a:gd name="T39" fmla="*/ 30 h 32"/>
                  <a:gd name="T40" fmla="*/ 10 w 33"/>
                  <a:gd name="T41" fmla="*/ 31 h 32"/>
                  <a:gd name="T42" fmla="*/ 13 w 33"/>
                  <a:gd name="T43" fmla="*/ 32 h 32"/>
                  <a:gd name="T44" fmla="*/ 16 w 33"/>
                  <a:gd name="T45" fmla="*/ 32 h 32"/>
                  <a:gd name="T46" fmla="*/ 20 w 33"/>
                  <a:gd name="T47" fmla="*/ 32 h 32"/>
                  <a:gd name="T48" fmla="*/ 23 w 33"/>
                  <a:gd name="T49" fmla="*/ 31 h 32"/>
                  <a:gd name="T50" fmla="*/ 26 w 33"/>
                  <a:gd name="T51" fmla="*/ 30 h 32"/>
                  <a:gd name="T52" fmla="*/ 28 w 33"/>
                  <a:gd name="T53" fmla="*/ 27 h 32"/>
                  <a:gd name="T54" fmla="*/ 31 w 33"/>
                  <a:gd name="T55" fmla="*/ 25 h 32"/>
                  <a:gd name="T56" fmla="*/ 31 w 33"/>
                  <a:gd name="T57" fmla="*/ 23 h 32"/>
                  <a:gd name="T58" fmla="*/ 33 w 33"/>
                  <a:gd name="T59" fmla="*/ 19 h 32"/>
                  <a:gd name="T60" fmla="*/ 33 w 33"/>
                  <a:gd name="T61" fmla="*/ 16 h 32"/>
                  <a:gd name="T62" fmla="*/ 33 w 33"/>
                  <a:gd name="T63" fmla="*/ 13 h 32"/>
                  <a:gd name="T64" fmla="*/ 31 w 33"/>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 h="32">
                    <a:moveTo>
                      <a:pt x="31" y="10"/>
                    </a:moveTo>
                    <a:lnTo>
                      <a:pt x="31" y="7"/>
                    </a:lnTo>
                    <a:lnTo>
                      <a:pt x="28" y="5"/>
                    </a:lnTo>
                    <a:lnTo>
                      <a:pt x="26" y="3"/>
                    </a:lnTo>
                    <a:lnTo>
                      <a:pt x="23" y="2"/>
                    </a:lnTo>
                    <a:lnTo>
                      <a:pt x="20" y="0"/>
                    </a:lnTo>
                    <a:lnTo>
                      <a:pt x="16" y="0"/>
                    </a:lnTo>
                    <a:lnTo>
                      <a:pt x="13" y="0"/>
                    </a:lnTo>
                    <a:lnTo>
                      <a:pt x="10" y="2"/>
                    </a:lnTo>
                    <a:lnTo>
                      <a:pt x="7" y="3"/>
                    </a:lnTo>
                    <a:lnTo>
                      <a:pt x="5" y="5"/>
                    </a:lnTo>
                    <a:lnTo>
                      <a:pt x="3" y="7"/>
                    </a:lnTo>
                    <a:lnTo>
                      <a:pt x="2" y="10"/>
                    </a:lnTo>
                    <a:lnTo>
                      <a:pt x="1" y="13"/>
                    </a:lnTo>
                    <a:lnTo>
                      <a:pt x="0" y="16"/>
                    </a:lnTo>
                    <a:lnTo>
                      <a:pt x="0" y="20"/>
                    </a:lnTo>
                    <a:lnTo>
                      <a:pt x="2" y="23"/>
                    </a:lnTo>
                    <a:lnTo>
                      <a:pt x="3" y="26"/>
                    </a:lnTo>
                    <a:lnTo>
                      <a:pt x="4" y="28"/>
                    </a:lnTo>
                    <a:lnTo>
                      <a:pt x="7" y="30"/>
                    </a:lnTo>
                    <a:lnTo>
                      <a:pt x="10" y="31"/>
                    </a:lnTo>
                    <a:lnTo>
                      <a:pt x="13" y="32"/>
                    </a:lnTo>
                    <a:lnTo>
                      <a:pt x="16" y="32"/>
                    </a:lnTo>
                    <a:lnTo>
                      <a:pt x="20" y="32"/>
                    </a:lnTo>
                    <a:lnTo>
                      <a:pt x="23" y="31"/>
                    </a:lnTo>
                    <a:lnTo>
                      <a:pt x="26" y="30"/>
                    </a:lnTo>
                    <a:lnTo>
                      <a:pt x="28" y="27"/>
                    </a:lnTo>
                    <a:lnTo>
                      <a:pt x="31" y="25"/>
                    </a:lnTo>
                    <a:lnTo>
                      <a:pt x="31" y="23"/>
                    </a:lnTo>
                    <a:lnTo>
                      <a:pt x="33" y="19"/>
                    </a:lnTo>
                    <a:lnTo>
                      <a:pt x="33" y="16"/>
                    </a:lnTo>
                    <a:lnTo>
                      <a:pt x="33" y="13"/>
                    </a:lnTo>
                    <a:lnTo>
                      <a:pt x="31"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8" name="iṡ1îde"/>
              <p:cNvSpPr/>
              <p:nvPr userDrawn="1"/>
            </p:nvSpPr>
            <p:spPr bwMode="auto">
              <a:xfrm>
                <a:off x="6888163" y="4105276"/>
                <a:ext cx="155575" cy="158750"/>
              </a:xfrm>
              <a:custGeom>
                <a:avLst/>
                <a:gdLst>
                  <a:gd name="T0" fmla="*/ 91 w 98"/>
                  <a:gd name="T1" fmla="*/ 0 h 100"/>
                  <a:gd name="T2" fmla="*/ 87 w 98"/>
                  <a:gd name="T3" fmla="*/ 0 h 100"/>
                  <a:gd name="T4" fmla="*/ 82 w 98"/>
                  <a:gd name="T5" fmla="*/ 0 h 100"/>
                  <a:gd name="T6" fmla="*/ 78 w 98"/>
                  <a:gd name="T7" fmla="*/ 8 h 100"/>
                  <a:gd name="T8" fmla="*/ 71 w 98"/>
                  <a:gd name="T9" fmla="*/ 28 h 100"/>
                  <a:gd name="T10" fmla="*/ 65 w 98"/>
                  <a:gd name="T11" fmla="*/ 45 h 100"/>
                  <a:gd name="T12" fmla="*/ 58 w 98"/>
                  <a:gd name="T13" fmla="*/ 64 h 100"/>
                  <a:gd name="T14" fmla="*/ 32 w 98"/>
                  <a:gd name="T15" fmla="*/ 0 h 100"/>
                  <a:gd name="T16" fmla="*/ 24 w 98"/>
                  <a:gd name="T17" fmla="*/ 0 h 100"/>
                  <a:gd name="T18" fmla="*/ 16 w 98"/>
                  <a:gd name="T19" fmla="*/ 0 h 100"/>
                  <a:gd name="T20" fmla="*/ 8 w 98"/>
                  <a:gd name="T21" fmla="*/ 0 h 100"/>
                  <a:gd name="T22" fmla="*/ 0 w 98"/>
                  <a:gd name="T23" fmla="*/ 0 h 100"/>
                  <a:gd name="T24" fmla="*/ 6 w 98"/>
                  <a:gd name="T25" fmla="*/ 17 h 100"/>
                  <a:gd name="T26" fmla="*/ 14 w 98"/>
                  <a:gd name="T27" fmla="*/ 38 h 100"/>
                  <a:gd name="T28" fmla="*/ 22 w 98"/>
                  <a:gd name="T29" fmla="*/ 61 h 100"/>
                  <a:gd name="T30" fmla="*/ 32 w 98"/>
                  <a:gd name="T31" fmla="*/ 89 h 100"/>
                  <a:gd name="T32" fmla="*/ 34 w 98"/>
                  <a:gd name="T33" fmla="*/ 95 h 100"/>
                  <a:gd name="T34" fmla="*/ 36 w 98"/>
                  <a:gd name="T35" fmla="*/ 100 h 100"/>
                  <a:gd name="T36" fmla="*/ 42 w 98"/>
                  <a:gd name="T37" fmla="*/ 100 h 100"/>
                  <a:gd name="T38" fmla="*/ 47 w 98"/>
                  <a:gd name="T39" fmla="*/ 100 h 100"/>
                  <a:gd name="T40" fmla="*/ 52 w 98"/>
                  <a:gd name="T41" fmla="*/ 100 h 100"/>
                  <a:gd name="T42" fmla="*/ 58 w 98"/>
                  <a:gd name="T43" fmla="*/ 100 h 100"/>
                  <a:gd name="T44" fmla="*/ 62 w 98"/>
                  <a:gd name="T45" fmla="*/ 88 h 100"/>
                  <a:gd name="T46" fmla="*/ 66 w 98"/>
                  <a:gd name="T47" fmla="*/ 73 h 100"/>
                  <a:gd name="T48" fmla="*/ 74 w 98"/>
                  <a:gd name="T49" fmla="*/ 57 h 100"/>
                  <a:gd name="T50" fmla="*/ 82 w 98"/>
                  <a:gd name="T51" fmla="*/ 39 h 100"/>
                  <a:gd name="T52" fmla="*/ 85 w 98"/>
                  <a:gd name="T53" fmla="*/ 29 h 100"/>
                  <a:gd name="T54" fmla="*/ 90 w 98"/>
                  <a:gd name="T55" fmla="*/ 16 h 100"/>
                  <a:gd name="T56" fmla="*/ 96 w 98"/>
                  <a:gd name="T57" fmla="*/ 4 h 100"/>
                  <a:gd name="T58" fmla="*/ 96 w 98"/>
                  <a:gd name="T59" fmla="*/ 3 h 100"/>
                  <a:gd name="T60" fmla="*/ 98 w 98"/>
                  <a:gd name="T61" fmla="*/ 1 h 100"/>
                  <a:gd name="T62" fmla="*/ 95 w 98"/>
                  <a:gd name="T6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 h="100">
                    <a:moveTo>
                      <a:pt x="93" y="0"/>
                    </a:moveTo>
                    <a:lnTo>
                      <a:pt x="91" y="0"/>
                    </a:lnTo>
                    <a:lnTo>
                      <a:pt x="90" y="0"/>
                    </a:lnTo>
                    <a:lnTo>
                      <a:pt x="87" y="0"/>
                    </a:lnTo>
                    <a:lnTo>
                      <a:pt x="85" y="0"/>
                    </a:lnTo>
                    <a:lnTo>
                      <a:pt x="82" y="0"/>
                    </a:lnTo>
                    <a:lnTo>
                      <a:pt x="80" y="0"/>
                    </a:lnTo>
                    <a:lnTo>
                      <a:pt x="78" y="8"/>
                    </a:lnTo>
                    <a:lnTo>
                      <a:pt x="74" y="18"/>
                    </a:lnTo>
                    <a:lnTo>
                      <a:pt x="71" y="28"/>
                    </a:lnTo>
                    <a:lnTo>
                      <a:pt x="68" y="36"/>
                    </a:lnTo>
                    <a:lnTo>
                      <a:pt x="65" y="45"/>
                    </a:lnTo>
                    <a:lnTo>
                      <a:pt x="62" y="55"/>
                    </a:lnTo>
                    <a:lnTo>
                      <a:pt x="58" y="64"/>
                    </a:lnTo>
                    <a:lnTo>
                      <a:pt x="55" y="73"/>
                    </a:lnTo>
                    <a:lnTo>
                      <a:pt x="32" y="0"/>
                    </a:lnTo>
                    <a:lnTo>
                      <a:pt x="28" y="0"/>
                    </a:lnTo>
                    <a:lnTo>
                      <a:pt x="24" y="0"/>
                    </a:lnTo>
                    <a:lnTo>
                      <a:pt x="20" y="0"/>
                    </a:lnTo>
                    <a:lnTo>
                      <a:pt x="16" y="0"/>
                    </a:lnTo>
                    <a:lnTo>
                      <a:pt x="12" y="0"/>
                    </a:lnTo>
                    <a:lnTo>
                      <a:pt x="8" y="0"/>
                    </a:lnTo>
                    <a:lnTo>
                      <a:pt x="3" y="0"/>
                    </a:lnTo>
                    <a:lnTo>
                      <a:pt x="0" y="0"/>
                    </a:lnTo>
                    <a:lnTo>
                      <a:pt x="2" y="8"/>
                    </a:lnTo>
                    <a:lnTo>
                      <a:pt x="6" y="17"/>
                    </a:lnTo>
                    <a:lnTo>
                      <a:pt x="10" y="27"/>
                    </a:lnTo>
                    <a:lnTo>
                      <a:pt x="14" y="38"/>
                    </a:lnTo>
                    <a:lnTo>
                      <a:pt x="18" y="49"/>
                    </a:lnTo>
                    <a:lnTo>
                      <a:pt x="22" y="61"/>
                    </a:lnTo>
                    <a:lnTo>
                      <a:pt x="27" y="75"/>
                    </a:lnTo>
                    <a:lnTo>
                      <a:pt x="32" y="89"/>
                    </a:lnTo>
                    <a:lnTo>
                      <a:pt x="33" y="92"/>
                    </a:lnTo>
                    <a:lnTo>
                      <a:pt x="34" y="95"/>
                    </a:lnTo>
                    <a:lnTo>
                      <a:pt x="35" y="97"/>
                    </a:lnTo>
                    <a:lnTo>
                      <a:pt x="36" y="100"/>
                    </a:lnTo>
                    <a:lnTo>
                      <a:pt x="39" y="100"/>
                    </a:lnTo>
                    <a:lnTo>
                      <a:pt x="42" y="100"/>
                    </a:lnTo>
                    <a:lnTo>
                      <a:pt x="44" y="100"/>
                    </a:lnTo>
                    <a:lnTo>
                      <a:pt x="47" y="100"/>
                    </a:lnTo>
                    <a:lnTo>
                      <a:pt x="50" y="100"/>
                    </a:lnTo>
                    <a:lnTo>
                      <a:pt x="52" y="100"/>
                    </a:lnTo>
                    <a:lnTo>
                      <a:pt x="55" y="100"/>
                    </a:lnTo>
                    <a:lnTo>
                      <a:pt x="58" y="100"/>
                    </a:lnTo>
                    <a:lnTo>
                      <a:pt x="59" y="94"/>
                    </a:lnTo>
                    <a:lnTo>
                      <a:pt x="62" y="88"/>
                    </a:lnTo>
                    <a:lnTo>
                      <a:pt x="64" y="81"/>
                    </a:lnTo>
                    <a:lnTo>
                      <a:pt x="66" y="73"/>
                    </a:lnTo>
                    <a:lnTo>
                      <a:pt x="70" y="66"/>
                    </a:lnTo>
                    <a:lnTo>
                      <a:pt x="74" y="57"/>
                    </a:lnTo>
                    <a:lnTo>
                      <a:pt x="77" y="49"/>
                    </a:lnTo>
                    <a:lnTo>
                      <a:pt x="82" y="39"/>
                    </a:lnTo>
                    <a:lnTo>
                      <a:pt x="83" y="33"/>
                    </a:lnTo>
                    <a:lnTo>
                      <a:pt x="85" y="29"/>
                    </a:lnTo>
                    <a:lnTo>
                      <a:pt x="87" y="23"/>
                    </a:lnTo>
                    <a:lnTo>
                      <a:pt x="90" y="16"/>
                    </a:lnTo>
                    <a:lnTo>
                      <a:pt x="93" y="11"/>
                    </a:lnTo>
                    <a:lnTo>
                      <a:pt x="96" y="4"/>
                    </a:lnTo>
                    <a:lnTo>
                      <a:pt x="96" y="4"/>
                    </a:lnTo>
                    <a:lnTo>
                      <a:pt x="96" y="3"/>
                    </a:lnTo>
                    <a:lnTo>
                      <a:pt x="97" y="2"/>
                    </a:lnTo>
                    <a:lnTo>
                      <a:pt x="98" y="1"/>
                    </a:lnTo>
                    <a:lnTo>
                      <a:pt x="98" y="0"/>
                    </a:lnTo>
                    <a:lnTo>
                      <a:pt x="95" y="0"/>
                    </a:lnTo>
                    <a:lnTo>
                      <a:pt x="93"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9" name="îṥľïḑê"/>
              <p:cNvSpPr/>
              <p:nvPr userDrawn="1"/>
            </p:nvSpPr>
            <p:spPr bwMode="auto">
              <a:xfrm>
                <a:off x="7078663" y="4102101"/>
                <a:ext cx="144463" cy="163513"/>
              </a:xfrm>
              <a:custGeom>
                <a:avLst/>
                <a:gdLst>
                  <a:gd name="T0" fmla="*/ 87 w 91"/>
                  <a:gd name="T1" fmla="*/ 26 h 103"/>
                  <a:gd name="T2" fmla="*/ 83 w 91"/>
                  <a:gd name="T3" fmla="*/ 18 h 103"/>
                  <a:gd name="T4" fmla="*/ 79 w 91"/>
                  <a:gd name="T5" fmla="*/ 10 h 103"/>
                  <a:gd name="T6" fmla="*/ 71 w 91"/>
                  <a:gd name="T7" fmla="*/ 6 h 103"/>
                  <a:gd name="T8" fmla="*/ 63 w 91"/>
                  <a:gd name="T9" fmla="*/ 2 h 103"/>
                  <a:gd name="T10" fmla="*/ 54 w 91"/>
                  <a:gd name="T11" fmla="*/ 0 h 103"/>
                  <a:gd name="T12" fmla="*/ 43 w 91"/>
                  <a:gd name="T13" fmla="*/ 1 h 103"/>
                  <a:gd name="T14" fmla="*/ 32 w 91"/>
                  <a:gd name="T15" fmla="*/ 2 h 103"/>
                  <a:gd name="T16" fmla="*/ 23 w 91"/>
                  <a:gd name="T17" fmla="*/ 6 h 103"/>
                  <a:gd name="T18" fmla="*/ 15 w 91"/>
                  <a:gd name="T19" fmla="*/ 10 h 103"/>
                  <a:gd name="T20" fmla="*/ 10 w 91"/>
                  <a:gd name="T21" fmla="*/ 17 h 103"/>
                  <a:gd name="T22" fmla="*/ 5 w 91"/>
                  <a:gd name="T23" fmla="*/ 25 h 103"/>
                  <a:gd name="T24" fmla="*/ 2 w 91"/>
                  <a:gd name="T25" fmla="*/ 34 h 103"/>
                  <a:gd name="T26" fmla="*/ 0 w 91"/>
                  <a:gd name="T27" fmla="*/ 44 h 103"/>
                  <a:gd name="T28" fmla="*/ 0 w 91"/>
                  <a:gd name="T29" fmla="*/ 56 h 103"/>
                  <a:gd name="T30" fmla="*/ 2 w 91"/>
                  <a:gd name="T31" fmla="*/ 68 h 103"/>
                  <a:gd name="T32" fmla="*/ 5 w 91"/>
                  <a:gd name="T33" fmla="*/ 78 h 103"/>
                  <a:gd name="T34" fmla="*/ 10 w 91"/>
                  <a:gd name="T35" fmla="*/ 86 h 103"/>
                  <a:gd name="T36" fmla="*/ 17 w 91"/>
                  <a:gd name="T37" fmla="*/ 92 h 103"/>
                  <a:gd name="T38" fmla="*/ 25 w 91"/>
                  <a:gd name="T39" fmla="*/ 98 h 103"/>
                  <a:gd name="T40" fmla="*/ 35 w 91"/>
                  <a:gd name="T41" fmla="*/ 102 h 103"/>
                  <a:gd name="T42" fmla="*/ 46 w 91"/>
                  <a:gd name="T43" fmla="*/ 103 h 103"/>
                  <a:gd name="T44" fmla="*/ 56 w 91"/>
                  <a:gd name="T45" fmla="*/ 103 h 103"/>
                  <a:gd name="T46" fmla="*/ 64 w 91"/>
                  <a:gd name="T47" fmla="*/ 102 h 103"/>
                  <a:gd name="T48" fmla="*/ 72 w 91"/>
                  <a:gd name="T49" fmla="*/ 100 h 103"/>
                  <a:gd name="T50" fmla="*/ 79 w 91"/>
                  <a:gd name="T51" fmla="*/ 97 h 103"/>
                  <a:gd name="T52" fmla="*/ 87 w 91"/>
                  <a:gd name="T53" fmla="*/ 84 h 103"/>
                  <a:gd name="T54" fmla="*/ 81 w 91"/>
                  <a:gd name="T55" fmla="*/ 84 h 103"/>
                  <a:gd name="T56" fmla="*/ 75 w 91"/>
                  <a:gd name="T57" fmla="*/ 87 h 103"/>
                  <a:gd name="T58" fmla="*/ 69 w 91"/>
                  <a:gd name="T59" fmla="*/ 91 h 103"/>
                  <a:gd name="T60" fmla="*/ 63 w 91"/>
                  <a:gd name="T61" fmla="*/ 91 h 103"/>
                  <a:gd name="T62" fmla="*/ 56 w 91"/>
                  <a:gd name="T63" fmla="*/ 91 h 103"/>
                  <a:gd name="T64" fmla="*/ 49 w 91"/>
                  <a:gd name="T65" fmla="*/ 91 h 103"/>
                  <a:gd name="T66" fmla="*/ 43 w 91"/>
                  <a:gd name="T67" fmla="*/ 87 h 103"/>
                  <a:gd name="T68" fmla="*/ 39 w 91"/>
                  <a:gd name="T69" fmla="*/ 84 h 103"/>
                  <a:gd name="T70" fmla="*/ 35 w 91"/>
                  <a:gd name="T71" fmla="*/ 79 h 103"/>
                  <a:gd name="T72" fmla="*/ 33 w 91"/>
                  <a:gd name="T73" fmla="*/ 73 h 103"/>
                  <a:gd name="T74" fmla="*/ 31 w 91"/>
                  <a:gd name="T75" fmla="*/ 66 h 103"/>
                  <a:gd name="T76" fmla="*/ 31 w 91"/>
                  <a:gd name="T77" fmla="*/ 57 h 103"/>
                  <a:gd name="T78" fmla="*/ 91 w 91"/>
                  <a:gd name="T79" fmla="*/ 52 h 103"/>
                  <a:gd name="T80" fmla="*/ 91 w 91"/>
                  <a:gd name="T81" fmla="*/ 40 h 103"/>
                  <a:gd name="T82" fmla="*/ 89 w 91"/>
                  <a:gd name="T83" fmla="*/ 30 h 103"/>
                  <a:gd name="T84" fmla="*/ 31 w 91"/>
                  <a:gd name="T85" fmla="*/ 34 h 103"/>
                  <a:gd name="T86" fmla="*/ 32 w 91"/>
                  <a:gd name="T87" fmla="*/ 26 h 103"/>
                  <a:gd name="T88" fmla="*/ 34 w 91"/>
                  <a:gd name="T89" fmla="*/ 20 h 103"/>
                  <a:gd name="T90" fmla="*/ 36 w 91"/>
                  <a:gd name="T91" fmla="*/ 16 h 103"/>
                  <a:gd name="T92" fmla="*/ 39 w 91"/>
                  <a:gd name="T93" fmla="*/ 12 h 103"/>
                  <a:gd name="T94" fmla="*/ 42 w 91"/>
                  <a:gd name="T95" fmla="*/ 10 h 103"/>
                  <a:gd name="T96" fmla="*/ 46 w 91"/>
                  <a:gd name="T97" fmla="*/ 9 h 103"/>
                  <a:gd name="T98" fmla="*/ 50 w 91"/>
                  <a:gd name="T99" fmla="*/ 9 h 103"/>
                  <a:gd name="T100" fmla="*/ 52 w 91"/>
                  <a:gd name="T101" fmla="*/ 10 h 103"/>
                  <a:gd name="T102" fmla="*/ 55 w 91"/>
                  <a:gd name="T103" fmla="*/ 12 h 103"/>
                  <a:gd name="T104" fmla="*/ 57 w 91"/>
                  <a:gd name="T105" fmla="*/ 16 h 103"/>
                  <a:gd name="T106" fmla="*/ 59 w 91"/>
                  <a:gd name="T107" fmla="*/ 22 h 103"/>
                  <a:gd name="T108" fmla="*/ 62 w 91"/>
                  <a:gd name="T109" fmla="*/ 34 h 103"/>
                  <a:gd name="T110" fmla="*/ 31 w 91"/>
                  <a:gd name="T111" fmla="*/ 4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1" h="103">
                    <a:moveTo>
                      <a:pt x="89" y="30"/>
                    </a:moveTo>
                    <a:lnTo>
                      <a:pt x="87" y="26"/>
                    </a:lnTo>
                    <a:lnTo>
                      <a:pt x="86" y="21"/>
                    </a:lnTo>
                    <a:lnTo>
                      <a:pt x="83" y="18"/>
                    </a:lnTo>
                    <a:lnTo>
                      <a:pt x="81" y="14"/>
                    </a:lnTo>
                    <a:lnTo>
                      <a:pt x="79" y="10"/>
                    </a:lnTo>
                    <a:lnTo>
                      <a:pt x="75" y="8"/>
                    </a:lnTo>
                    <a:lnTo>
                      <a:pt x="71" y="6"/>
                    </a:lnTo>
                    <a:lnTo>
                      <a:pt x="67" y="4"/>
                    </a:lnTo>
                    <a:lnTo>
                      <a:pt x="63" y="2"/>
                    </a:lnTo>
                    <a:lnTo>
                      <a:pt x="59" y="1"/>
                    </a:lnTo>
                    <a:lnTo>
                      <a:pt x="54" y="0"/>
                    </a:lnTo>
                    <a:lnTo>
                      <a:pt x="48" y="0"/>
                    </a:lnTo>
                    <a:lnTo>
                      <a:pt x="43" y="1"/>
                    </a:lnTo>
                    <a:lnTo>
                      <a:pt x="37" y="1"/>
                    </a:lnTo>
                    <a:lnTo>
                      <a:pt x="32" y="2"/>
                    </a:lnTo>
                    <a:lnTo>
                      <a:pt x="27" y="4"/>
                    </a:lnTo>
                    <a:lnTo>
                      <a:pt x="23" y="6"/>
                    </a:lnTo>
                    <a:lnTo>
                      <a:pt x="19" y="8"/>
                    </a:lnTo>
                    <a:lnTo>
                      <a:pt x="15" y="10"/>
                    </a:lnTo>
                    <a:lnTo>
                      <a:pt x="13" y="14"/>
                    </a:lnTo>
                    <a:lnTo>
                      <a:pt x="10" y="17"/>
                    </a:lnTo>
                    <a:lnTo>
                      <a:pt x="7" y="21"/>
                    </a:lnTo>
                    <a:lnTo>
                      <a:pt x="5" y="25"/>
                    </a:lnTo>
                    <a:lnTo>
                      <a:pt x="3" y="29"/>
                    </a:lnTo>
                    <a:lnTo>
                      <a:pt x="2" y="34"/>
                    </a:lnTo>
                    <a:lnTo>
                      <a:pt x="1" y="38"/>
                    </a:lnTo>
                    <a:lnTo>
                      <a:pt x="0" y="44"/>
                    </a:lnTo>
                    <a:lnTo>
                      <a:pt x="0" y="50"/>
                    </a:lnTo>
                    <a:lnTo>
                      <a:pt x="0" y="56"/>
                    </a:lnTo>
                    <a:lnTo>
                      <a:pt x="1" y="63"/>
                    </a:lnTo>
                    <a:lnTo>
                      <a:pt x="2" y="68"/>
                    </a:lnTo>
                    <a:lnTo>
                      <a:pt x="3" y="73"/>
                    </a:lnTo>
                    <a:lnTo>
                      <a:pt x="5" y="78"/>
                    </a:lnTo>
                    <a:lnTo>
                      <a:pt x="7" y="82"/>
                    </a:lnTo>
                    <a:lnTo>
                      <a:pt x="10" y="86"/>
                    </a:lnTo>
                    <a:lnTo>
                      <a:pt x="14" y="90"/>
                    </a:lnTo>
                    <a:lnTo>
                      <a:pt x="17" y="92"/>
                    </a:lnTo>
                    <a:lnTo>
                      <a:pt x="21" y="95"/>
                    </a:lnTo>
                    <a:lnTo>
                      <a:pt x="25" y="98"/>
                    </a:lnTo>
                    <a:lnTo>
                      <a:pt x="30" y="99"/>
                    </a:lnTo>
                    <a:lnTo>
                      <a:pt x="35" y="102"/>
                    </a:lnTo>
                    <a:lnTo>
                      <a:pt x="40" y="103"/>
                    </a:lnTo>
                    <a:lnTo>
                      <a:pt x="46" y="103"/>
                    </a:lnTo>
                    <a:lnTo>
                      <a:pt x="52" y="103"/>
                    </a:lnTo>
                    <a:lnTo>
                      <a:pt x="56" y="103"/>
                    </a:lnTo>
                    <a:lnTo>
                      <a:pt x="60" y="103"/>
                    </a:lnTo>
                    <a:lnTo>
                      <a:pt x="64" y="102"/>
                    </a:lnTo>
                    <a:lnTo>
                      <a:pt x="68" y="102"/>
                    </a:lnTo>
                    <a:lnTo>
                      <a:pt x="72" y="100"/>
                    </a:lnTo>
                    <a:lnTo>
                      <a:pt x="75" y="99"/>
                    </a:lnTo>
                    <a:lnTo>
                      <a:pt x="79" y="97"/>
                    </a:lnTo>
                    <a:lnTo>
                      <a:pt x="82" y="95"/>
                    </a:lnTo>
                    <a:lnTo>
                      <a:pt x="87" y="84"/>
                    </a:lnTo>
                    <a:lnTo>
                      <a:pt x="84" y="82"/>
                    </a:lnTo>
                    <a:lnTo>
                      <a:pt x="81" y="84"/>
                    </a:lnTo>
                    <a:lnTo>
                      <a:pt x="78" y="86"/>
                    </a:lnTo>
                    <a:lnTo>
                      <a:pt x="75" y="87"/>
                    </a:lnTo>
                    <a:lnTo>
                      <a:pt x="72" y="89"/>
                    </a:lnTo>
                    <a:lnTo>
                      <a:pt x="69" y="91"/>
                    </a:lnTo>
                    <a:lnTo>
                      <a:pt x="66" y="91"/>
                    </a:lnTo>
                    <a:lnTo>
                      <a:pt x="63" y="91"/>
                    </a:lnTo>
                    <a:lnTo>
                      <a:pt x="59" y="91"/>
                    </a:lnTo>
                    <a:lnTo>
                      <a:pt x="56" y="91"/>
                    </a:lnTo>
                    <a:lnTo>
                      <a:pt x="52" y="91"/>
                    </a:lnTo>
                    <a:lnTo>
                      <a:pt x="49" y="91"/>
                    </a:lnTo>
                    <a:lnTo>
                      <a:pt x="47" y="89"/>
                    </a:lnTo>
                    <a:lnTo>
                      <a:pt x="43" y="87"/>
                    </a:lnTo>
                    <a:lnTo>
                      <a:pt x="41" y="86"/>
                    </a:lnTo>
                    <a:lnTo>
                      <a:pt x="39" y="84"/>
                    </a:lnTo>
                    <a:lnTo>
                      <a:pt x="37" y="82"/>
                    </a:lnTo>
                    <a:lnTo>
                      <a:pt x="35" y="79"/>
                    </a:lnTo>
                    <a:lnTo>
                      <a:pt x="34" y="76"/>
                    </a:lnTo>
                    <a:lnTo>
                      <a:pt x="33" y="73"/>
                    </a:lnTo>
                    <a:lnTo>
                      <a:pt x="32" y="70"/>
                    </a:lnTo>
                    <a:lnTo>
                      <a:pt x="31" y="66"/>
                    </a:lnTo>
                    <a:lnTo>
                      <a:pt x="31" y="62"/>
                    </a:lnTo>
                    <a:lnTo>
                      <a:pt x="31" y="57"/>
                    </a:lnTo>
                    <a:lnTo>
                      <a:pt x="31" y="52"/>
                    </a:lnTo>
                    <a:lnTo>
                      <a:pt x="91" y="52"/>
                    </a:lnTo>
                    <a:lnTo>
                      <a:pt x="91" y="46"/>
                    </a:lnTo>
                    <a:lnTo>
                      <a:pt x="91" y="40"/>
                    </a:lnTo>
                    <a:lnTo>
                      <a:pt x="90" y="34"/>
                    </a:lnTo>
                    <a:lnTo>
                      <a:pt x="89" y="30"/>
                    </a:lnTo>
                    <a:close/>
                    <a:moveTo>
                      <a:pt x="31" y="42"/>
                    </a:moveTo>
                    <a:lnTo>
                      <a:pt x="31" y="34"/>
                    </a:lnTo>
                    <a:lnTo>
                      <a:pt x="32" y="28"/>
                    </a:lnTo>
                    <a:lnTo>
                      <a:pt x="32" y="26"/>
                    </a:lnTo>
                    <a:lnTo>
                      <a:pt x="33" y="22"/>
                    </a:lnTo>
                    <a:lnTo>
                      <a:pt x="34" y="20"/>
                    </a:lnTo>
                    <a:lnTo>
                      <a:pt x="35" y="18"/>
                    </a:lnTo>
                    <a:lnTo>
                      <a:pt x="36" y="16"/>
                    </a:lnTo>
                    <a:lnTo>
                      <a:pt x="38" y="14"/>
                    </a:lnTo>
                    <a:lnTo>
                      <a:pt x="39" y="12"/>
                    </a:lnTo>
                    <a:lnTo>
                      <a:pt x="40" y="11"/>
                    </a:lnTo>
                    <a:lnTo>
                      <a:pt x="42" y="10"/>
                    </a:lnTo>
                    <a:lnTo>
                      <a:pt x="44" y="10"/>
                    </a:lnTo>
                    <a:lnTo>
                      <a:pt x="46" y="9"/>
                    </a:lnTo>
                    <a:lnTo>
                      <a:pt x="48" y="9"/>
                    </a:lnTo>
                    <a:lnTo>
                      <a:pt x="50" y="9"/>
                    </a:lnTo>
                    <a:lnTo>
                      <a:pt x="51" y="10"/>
                    </a:lnTo>
                    <a:lnTo>
                      <a:pt x="52" y="10"/>
                    </a:lnTo>
                    <a:lnTo>
                      <a:pt x="54" y="11"/>
                    </a:lnTo>
                    <a:lnTo>
                      <a:pt x="55" y="12"/>
                    </a:lnTo>
                    <a:lnTo>
                      <a:pt x="56" y="14"/>
                    </a:lnTo>
                    <a:lnTo>
                      <a:pt x="57" y="16"/>
                    </a:lnTo>
                    <a:lnTo>
                      <a:pt x="58" y="18"/>
                    </a:lnTo>
                    <a:lnTo>
                      <a:pt x="59" y="22"/>
                    </a:lnTo>
                    <a:lnTo>
                      <a:pt x="61" y="28"/>
                    </a:lnTo>
                    <a:lnTo>
                      <a:pt x="62" y="34"/>
                    </a:lnTo>
                    <a:lnTo>
                      <a:pt x="62" y="42"/>
                    </a:lnTo>
                    <a:lnTo>
                      <a:pt x="31" y="4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0" name="iŝḻíḑè"/>
              <p:cNvSpPr/>
              <p:nvPr userDrawn="1"/>
            </p:nvSpPr>
            <p:spPr bwMode="auto">
              <a:xfrm>
                <a:off x="7273926" y="4102101"/>
                <a:ext cx="98425" cy="161925"/>
              </a:xfrm>
              <a:custGeom>
                <a:avLst/>
                <a:gdLst>
                  <a:gd name="T0" fmla="*/ 56 w 62"/>
                  <a:gd name="T1" fmla="*/ 0 h 102"/>
                  <a:gd name="T2" fmla="*/ 53 w 62"/>
                  <a:gd name="T3" fmla="*/ 1 h 102"/>
                  <a:gd name="T4" fmla="*/ 50 w 62"/>
                  <a:gd name="T5" fmla="*/ 2 h 102"/>
                  <a:gd name="T6" fmla="*/ 48 w 62"/>
                  <a:gd name="T7" fmla="*/ 2 h 102"/>
                  <a:gd name="T8" fmla="*/ 45 w 62"/>
                  <a:gd name="T9" fmla="*/ 4 h 102"/>
                  <a:gd name="T10" fmla="*/ 43 w 62"/>
                  <a:gd name="T11" fmla="*/ 5 h 102"/>
                  <a:gd name="T12" fmla="*/ 40 w 62"/>
                  <a:gd name="T13" fmla="*/ 6 h 102"/>
                  <a:gd name="T14" fmla="*/ 39 w 62"/>
                  <a:gd name="T15" fmla="*/ 9 h 102"/>
                  <a:gd name="T16" fmla="*/ 36 w 62"/>
                  <a:gd name="T17" fmla="*/ 10 h 102"/>
                  <a:gd name="T18" fmla="*/ 35 w 62"/>
                  <a:gd name="T19" fmla="*/ 13 h 102"/>
                  <a:gd name="T20" fmla="*/ 33 w 62"/>
                  <a:gd name="T21" fmla="*/ 16 h 102"/>
                  <a:gd name="T22" fmla="*/ 32 w 62"/>
                  <a:gd name="T23" fmla="*/ 18 h 102"/>
                  <a:gd name="T24" fmla="*/ 30 w 62"/>
                  <a:gd name="T25" fmla="*/ 22 h 102"/>
                  <a:gd name="T26" fmla="*/ 29 w 62"/>
                  <a:gd name="T27" fmla="*/ 24 h 102"/>
                  <a:gd name="T28" fmla="*/ 28 w 62"/>
                  <a:gd name="T29" fmla="*/ 27 h 102"/>
                  <a:gd name="T30" fmla="*/ 28 w 62"/>
                  <a:gd name="T31" fmla="*/ 2 h 102"/>
                  <a:gd name="T32" fmla="*/ 24 w 62"/>
                  <a:gd name="T33" fmla="*/ 2 h 102"/>
                  <a:gd name="T34" fmla="*/ 21 w 62"/>
                  <a:gd name="T35" fmla="*/ 2 h 102"/>
                  <a:gd name="T36" fmla="*/ 18 w 62"/>
                  <a:gd name="T37" fmla="*/ 2 h 102"/>
                  <a:gd name="T38" fmla="*/ 14 w 62"/>
                  <a:gd name="T39" fmla="*/ 2 h 102"/>
                  <a:gd name="T40" fmla="*/ 11 w 62"/>
                  <a:gd name="T41" fmla="*/ 2 h 102"/>
                  <a:gd name="T42" fmla="*/ 7 w 62"/>
                  <a:gd name="T43" fmla="*/ 2 h 102"/>
                  <a:gd name="T44" fmla="*/ 3 w 62"/>
                  <a:gd name="T45" fmla="*/ 2 h 102"/>
                  <a:gd name="T46" fmla="*/ 0 w 62"/>
                  <a:gd name="T47" fmla="*/ 2 h 102"/>
                  <a:gd name="T48" fmla="*/ 0 w 62"/>
                  <a:gd name="T49" fmla="*/ 102 h 102"/>
                  <a:gd name="T50" fmla="*/ 3 w 62"/>
                  <a:gd name="T51" fmla="*/ 102 h 102"/>
                  <a:gd name="T52" fmla="*/ 7 w 62"/>
                  <a:gd name="T53" fmla="*/ 102 h 102"/>
                  <a:gd name="T54" fmla="*/ 11 w 62"/>
                  <a:gd name="T55" fmla="*/ 102 h 102"/>
                  <a:gd name="T56" fmla="*/ 14 w 62"/>
                  <a:gd name="T57" fmla="*/ 102 h 102"/>
                  <a:gd name="T58" fmla="*/ 18 w 62"/>
                  <a:gd name="T59" fmla="*/ 102 h 102"/>
                  <a:gd name="T60" fmla="*/ 21 w 62"/>
                  <a:gd name="T61" fmla="*/ 102 h 102"/>
                  <a:gd name="T62" fmla="*/ 24 w 62"/>
                  <a:gd name="T63" fmla="*/ 102 h 102"/>
                  <a:gd name="T64" fmla="*/ 28 w 62"/>
                  <a:gd name="T65" fmla="*/ 102 h 102"/>
                  <a:gd name="T66" fmla="*/ 28 w 62"/>
                  <a:gd name="T67" fmla="*/ 65 h 102"/>
                  <a:gd name="T68" fmla="*/ 28 w 62"/>
                  <a:gd name="T69" fmla="*/ 57 h 102"/>
                  <a:gd name="T70" fmla="*/ 28 w 62"/>
                  <a:gd name="T71" fmla="*/ 51 h 102"/>
                  <a:gd name="T72" fmla="*/ 28 w 62"/>
                  <a:gd name="T73" fmla="*/ 45 h 102"/>
                  <a:gd name="T74" fmla="*/ 29 w 62"/>
                  <a:gd name="T75" fmla="*/ 41 h 102"/>
                  <a:gd name="T76" fmla="*/ 31 w 62"/>
                  <a:gd name="T77" fmla="*/ 38 h 102"/>
                  <a:gd name="T78" fmla="*/ 32 w 62"/>
                  <a:gd name="T79" fmla="*/ 35 h 102"/>
                  <a:gd name="T80" fmla="*/ 34 w 62"/>
                  <a:gd name="T81" fmla="*/ 33 h 102"/>
                  <a:gd name="T82" fmla="*/ 36 w 62"/>
                  <a:gd name="T83" fmla="*/ 31 h 102"/>
                  <a:gd name="T84" fmla="*/ 39 w 62"/>
                  <a:gd name="T85" fmla="*/ 29 h 102"/>
                  <a:gd name="T86" fmla="*/ 42 w 62"/>
                  <a:gd name="T87" fmla="*/ 28 h 102"/>
                  <a:gd name="T88" fmla="*/ 45 w 62"/>
                  <a:gd name="T89" fmla="*/ 27 h 102"/>
                  <a:gd name="T90" fmla="*/ 49 w 62"/>
                  <a:gd name="T91" fmla="*/ 27 h 102"/>
                  <a:gd name="T92" fmla="*/ 52 w 62"/>
                  <a:gd name="T93" fmla="*/ 27 h 102"/>
                  <a:gd name="T94" fmla="*/ 54 w 62"/>
                  <a:gd name="T95" fmla="*/ 27 h 102"/>
                  <a:gd name="T96" fmla="*/ 57 w 62"/>
                  <a:gd name="T97" fmla="*/ 29 h 102"/>
                  <a:gd name="T98" fmla="*/ 60 w 62"/>
                  <a:gd name="T99" fmla="*/ 30 h 102"/>
                  <a:gd name="T100" fmla="*/ 61 w 62"/>
                  <a:gd name="T101" fmla="*/ 29 h 102"/>
                  <a:gd name="T102" fmla="*/ 61 w 62"/>
                  <a:gd name="T103" fmla="*/ 22 h 102"/>
                  <a:gd name="T104" fmla="*/ 61 w 62"/>
                  <a:gd name="T105" fmla="*/ 14 h 102"/>
                  <a:gd name="T106" fmla="*/ 61 w 62"/>
                  <a:gd name="T107" fmla="*/ 7 h 102"/>
                  <a:gd name="T108" fmla="*/ 62 w 62"/>
                  <a:gd name="T109" fmla="*/ 0 h 102"/>
                  <a:gd name="T110" fmla="*/ 59 w 62"/>
                  <a:gd name="T111" fmla="*/ 0 h 102"/>
                  <a:gd name="T112" fmla="*/ 56 w 62"/>
                  <a:gd name="T113"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 h="102">
                    <a:moveTo>
                      <a:pt x="56" y="0"/>
                    </a:moveTo>
                    <a:lnTo>
                      <a:pt x="53" y="1"/>
                    </a:lnTo>
                    <a:lnTo>
                      <a:pt x="50" y="2"/>
                    </a:lnTo>
                    <a:lnTo>
                      <a:pt x="48" y="2"/>
                    </a:lnTo>
                    <a:lnTo>
                      <a:pt x="45" y="4"/>
                    </a:lnTo>
                    <a:lnTo>
                      <a:pt x="43" y="5"/>
                    </a:lnTo>
                    <a:lnTo>
                      <a:pt x="40" y="6"/>
                    </a:lnTo>
                    <a:lnTo>
                      <a:pt x="39" y="9"/>
                    </a:lnTo>
                    <a:lnTo>
                      <a:pt x="36" y="10"/>
                    </a:lnTo>
                    <a:lnTo>
                      <a:pt x="35" y="13"/>
                    </a:lnTo>
                    <a:lnTo>
                      <a:pt x="33" y="16"/>
                    </a:lnTo>
                    <a:lnTo>
                      <a:pt x="32" y="18"/>
                    </a:lnTo>
                    <a:lnTo>
                      <a:pt x="30" y="22"/>
                    </a:lnTo>
                    <a:lnTo>
                      <a:pt x="29" y="24"/>
                    </a:lnTo>
                    <a:lnTo>
                      <a:pt x="28" y="27"/>
                    </a:lnTo>
                    <a:lnTo>
                      <a:pt x="28" y="2"/>
                    </a:lnTo>
                    <a:lnTo>
                      <a:pt x="24" y="2"/>
                    </a:lnTo>
                    <a:lnTo>
                      <a:pt x="21" y="2"/>
                    </a:lnTo>
                    <a:lnTo>
                      <a:pt x="18" y="2"/>
                    </a:lnTo>
                    <a:lnTo>
                      <a:pt x="14" y="2"/>
                    </a:lnTo>
                    <a:lnTo>
                      <a:pt x="11" y="2"/>
                    </a:lnTo>
                    <a:lnTo>
                      <a:pt x="7" y="2"/>
                    </a:lnTo>
                    <a:lnTo>
                      <a:pt x="3" y="2"/>
                    </a:lnTo>
                    <a:lnTo>
                      <a:pt x="0" y="2"/>
                    </a:lnTo>
                    <a:lnTo>
                      <a:pt x="0" y="102"/>
                    </a:lnTo>
                    <a:lnTo>
                      <a:pt x="3" y="102"/>
                    </a:lnTo>
                    <a:lnTo>
                      <a:pt x="7" y="102"/>
                    </a:lnTo>
                    <a:lnTo>
                      <a:pt x="11" y="102"/>
                    </a:lnTo>
                    <a:lnTo>
                      <a:pt x="14" y="102"/>
                    </a:lnTo>
                    <a:lnTo>
                      <a:pt x="18" y="102"/>
                    </a:lnTo>
                    <a:lnTo>
                      <a:pt x="21" y="102"/>
                    </a:lnTo>
                    <a:lnTo>
                      <a:pt x="24" y="102"/>
                    </a:lnTo>
                    <a:lnTo>
                      <a:pt x="28" y="102"/>
                    </a:lnTo>
                    <a:lnTo>
                      <a:pt x="28" y="65"/>
                    </a:lnTo>
                    <a:lnTo>
                      <a:pt x="28" y="57"/>
                    </a:lnTo>
                    <a:lnTo>
                      <a:pt x="28" y="51"/>
                    </a:lnTo>
                    <a:lnTo>
                      <a:pt x="28" y="45"/>
                    </a:lnTo>
                    <a:lnTo>
                      <a:pt x="29" y="41"/>
                    </a:lnTo>
                    <a:lnTo>
                      <a:pt x="31" y="38"/>
                    </a:lnTo>
                    <a:lnTo>
                      <a:pt x="32" y="35"/>
                    </a:lnTo>
                    <a:lnTo>
                      <a:pt x="34" y="33"/>
                    </a:lnTo>
                    <a:lnTo>
                      <a:pt x="36" y="31"/>
                    </a:lnTo>
                    <a:lnTo>
                      <a:pt x="39" y="29"/>
                    </a:lnTo>
                    <a:lnTo>
                      <a:pt x="42" y="28"/>
                    </a:lnTo>
                    <a:lnTo>
                      <a:pt x="45" y="27"/>
                    </a:lnTo>
                    <a:lnTo>
                      <a:pt x="49" y="27"/>
                    </a:lnTo>
                    <a:lnTo>
                      <a:pt x="52" y="27"/>
                    </a:lnTo>
                    <a:lnTo>
                      <a:pt x="54" y="27"/>
                    </a:lnTo>
                    <a:lnTo>
                      <a:pt x="57" y="29"/>
                    </a:lnTo>
                    <a:lnTo>
                      <a:pt x="60" y="30"/>
                    </a:lnTo>
                    <a:lnTo>
                      <a:pt x="61" y="29"/>
                    </a:lnTo>
                    <a:lnTo>
                      <a:pt x="61" y="22"/>
                    </a:lnTo>
                    <a:lnTo>
                      <a:pt x="61" y="14"/>
                    </a:lnTo>
                    <a:lnTo>
                      <a:pt x="61" y="7"/>
                    </a:lnTo>
                    <a:lnTo>
                      <a:pt x="62" y="0"/>
                    </a:lnTo>
                    <a:lnTo>
                      <a:pt x="59" y="0"/>
                    </a:lnTo>
                    <a:lnTo>
                      <a:pt x="5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1" name="íṧḷídè"/>
              <p:cNvSpPr/>
              <p:nvPr userDrawn="1"/>
            </p:nvSpPr>
            <p:spPr bwMode="auto">
              <a:xfrm>
                <a:off x="7407276" y="4102101"/>
                <a:ext cx="109538" cy="163513"/>
              </a:xfrm>
              <a:custGeom>
                <a:avLst/>
                <a:gdLst>
                  <a:gd name="T0" fmla="*/ 67 w 69"/>
                  <a:gd name="T1" fmla="*/ 59 h 103"/>
                  <a:gd name="T2" fmla="*/ 62 w 69"/>
                  <a:gd name="T3" fmla="*/ 52 h 103"/>
                  <a:gd name="T4" fmla="*/ 55 w 69"/>
                  <a:gd name="T5" fmla="*/ 47 h 103"/>
                  <a:gd name="T6" fmla="*/ 46 w 69"/>
                  <a:gd name="T7" fmla="*/ 42 h 103"/>
                  <a:gd name="T8" fmla="*/ 34 w 69"/>
                  <a:gd name="T9" fmla="*/ 37 h 103"/>
                  <a:gd name="T10" fmla="*/ 25 w 69"/>
                  <a:gd name="T11" fmla="*/ 31 h 103"/>
                  <a:gd name="T12" fmla="*/ 21 w 69"/>
                  <a:gd name="T13" fmla="*/ 25 h 103"/>
                  <a:gd name="T14" fmla="*/ 21 w 69"/>
                  <a:gd name="T15" fmla="*/ 18 h 103"/>
                  <a:gd name="T16" fmla="*/ 27 w 69"/>
                  <a:gd name="T17" fmla="*/ 13 h 103"/>
                  <a:gd name="T18" fmla="*/ 36 w 69"/>
                  <a:gd name="T19" fmla="*/ 10 h 103"/>
                  <a:gd name="T20" fmla="*/ 45 w 69"/>
                  <a:gd name="T21" fmla="*/ 14 h 103"/>
                  <a:gd name="T22" fmla="*/ 53 w 69"/>
                  <a:gd name="T23" fmla="*/ 21 h 103"/>
                  <a:gd name="T24" fmla="*/ 61 w 69"/>
                  <a:gd name="T25" fmla="*/ 27 h 103"/>
                  <a:gd name="T26" fmla="*/ 65 w 69"/>
                  <a:gd name="T27" fmla="*/ 14 h 103"/>
                  <a:gd name="T28" fmla="*/ 60 w 69"/>
                  <a:gd name="T29" fmla="*/ 6 h 103"/>
                  <a:gd name="T30" fmla="*/ 48 w 69"/>
                  <a:gd name="T31" fmla="*/ 2 h 103"/>
                  <a:gd name="T32" fmla="*/ 36 w 69"/>
                  <a:gd name="T33" fmla="*/ 0 h 103"/>
                  <a:gd name="T34" fmla="*/ 24 w 69"/>
                  <a:gd name="T35" fmla="*/ 2 h 103"/>
                  <a:gd name="T36" fmla="*/ 15 w 69"/>
                  <a:gd name="T37" fmla="*/ 6 h 103"/>
                  <a:gd name="T38" fmla="*/ 8 w 69"/>
                  <a:gd name="T39" fmla="*/ 12 h 103"/>
                  <a:gd name="T40" fmla="*/ 3 w 69"/>
                  <a:gd name="T41" fmla="*/ 20 h 103"/>
                  <a:gd name="T42" fmla="*/ 1 w 69"/>
                  <a:gd name="T43" fmla="*/ 30 h 103"/>
                  <a:gd name="T44" fmla="*/ 1 w 69"/>
                  <a:gd name="T45" fmla="*/ 38 h 103"/>
                  <a:gd name="T46" fmla="*/ 3 w 69"/>
                  <a:gd name="T47" fmla="*/ 46 h 103"/>
                  <a:gd name="T48" fmla="*/ 8 w 69"/>
                  <a:gd name="T49" fmla="*/ 52 h 103"/>
                  <a:gd name="T50" fmla="*/ 14 w 69"/>
                  <a:gd name="T51" fmla="*/ 58 h 103"/>
                  <a:gd name="T52" fmla="*/ 23 w 69"/>
                  <a:gd name="T53" fmla="*/ 63 h 103"/>
                  <a:gd name="T54" fmla="*/ 34 w 69"/>
                  <a:gd name="T55" fmla="*/ 68 h 103"/>
                  <a:gd name="T56" fmla="*/ 44 w 69"/>
                  <a:gd name="T57" fmla="*/ 74 h 103"/>
                  <a:gd name="T58" fmla="*/ 48 w 69"/>
                  <a:gd name="T59" fmla="*/ 79 h 103"/>
                  <a:gd name="T60" fmla="*/ 47 w 69"/>
                  <a:gd name="T61" fmla="*/ 87 h 103"/>
                  <a:gd name="T62" fmla="*/ 41 w 69"/>
                  <a:gd name="T63" fmla="*/ 92 h 103"/>
                  <a:gd name="T64" fmla="*/ 32 w 69"/>
                  <a:gd name="T65" fmla="*/ 95 h 103"/>
                  <a:gd name="T66" fmla="*/ 21 w 69"/>
                  <a:gd name="T67" fmla="*/ 92 h 103"/>
                  <a:gd name="T68" fmla="*/ 12 w 69"/>
                  <a:gd name="T69" fmla="*/ 85 h 103"/>
                  <a:gd name="T70" fmla="*/ 4 w 69"/>
                  <a:gd name="T71" fmla="*/ 77 h 103"/>
                  <a:gd name="T72" fmla="*/ 1 w 69"/>
                  <a:gd name="T73" fmla="*/ 92 h 103"/>
                  <a:gd name="T74" fmla="*/ 7 w 69"/>
                  <a:gd name="T75" fmla="*/ 99 h 103"/>
                  <a:gd name="T76" fmla="*/ 17 w 69"/>
                  <a:gd name="T77" fmla="*/ 103 h 103"/>
                  <a:gd name="T78" fmla="*/ 29 w 69"/>
                  <a:gd name="T79" fmla="*/ 103 h 103"/>
                  <a:gd name="T80" fmla="*/ 42 w 69"/>
                  <a:gd name="T81" fmla="*/ 102 h 103"/>
                  <a:gd name="T82" fmla="*/ 52 w 69"/>
                  <a:gd name="T83" fmla="*/ 99 h 103"/>
                  <a:gd name="T84" fmla="*/ 60 w 69"/>
                  <a:gd name="T85" fmla="*/ 93 h 103"/>
                  <a:gd name="T86" fmla="*/ 66 w 69"/>
                  <a:gd name="T87" fmla="*/ 85 h 103"/>
                  <a:gd name="T88" fmla="*/ 69 w 69"/>
                  <a:gd name="T89" fmla="*/ 75 h 103"/>
                  <a:gd name="T90" fmla="*/ 69 w 69"/>
                  <a:gd name="T91" fmla="*/ 6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9" h="103">
                    <a:moveTo>
                      <a:pt x="68" y="64"/>
                    </a:moveTo>
                    <a:lnTo>
                      <a:pt x="68" y="62"/>
                    </a:lnTo>
                    <a:lnTo>
                      <a:pt x="67" y="59"/>
                    </a:lnTo>
                    <a:lnTo>
                      <a:pt x="65" y="57"/>
                    </a:lnTo>
                    <a:lnTo>
                      <a:pt x="64" y="55"/>
                    </a:lnTo>
                    <a:lnTo>
                      <a:pt x="62" y="52"/>
                    </a:lnTo>
                    <a:lnTo>
                      <a:pt x="60" y="51"/>
                    </a:lnTo>
                    <a:lnTo>
                      <a:pt x="57" y="48"/>
                    </a:lnTo>
                    <a:lnTo>
                      <a:pt x="55" y="47"/>
                    </a:lnTo>
                    <a:lnTo>
                      <a:pt x="52" y="45"/>
                    </a:lnTo>
                    <a:lnTo>
                      <a:pt x="49" y="43"/>
                    </a:lnTo>
                    <a:lnTo>
                      <a:pt x="46" y="42"/>
                    </a:lnTo>
                    <a:lnTo>
                      <a:pt x="42" y="40"/>
                    </a:lnTo>
                    <a:lnTo>
                      <a:pt x="39" y="38"/>
                    </a:lnTo>
                    <a:lnTo>
                      <a:pt x="34" y="37"/>
                    </a:lnTo>
                    <a:lnTo>
                      <a:pt x="31" y="34"/>
                    </a:lnTo>
                    <a:lnTo>
                      <a:pt x="28" y="33"/>
                    </a:lnTo>
                    <a:lnTo>
                      <a:pt x="25" y="31"/>
                    </a:lnTo>
                    <a:lnTo>
                      <a:pt x="24" y="29"/>
                    </a:lnTo>
                    <a:lnTo>
                      <a:pt x="22" y="27"/>
                    </a:lnTo>
                    <a:lnTo>
                      <a:pt x="21" y="25"/>
                    </a:lnTo>
                    <a:lnTo>
                      <a:pt x="20" y="23"/>
                    </a:lnTo>
                    <a:lnTo>
                      <a:pt x="21" y="20"/>
                    </a:lnTo>
                    <a:lnTo>
                      <a:pt x="21" y="18"/>
                    </a:lnTo>
                    <a:lnTo>
                      <a:pt x="23" y="16"/>
                    </a:lnTo>
                    <a:lnTo>
                      <a:pt x="24" y="14"/>
                    </a:lnTo>
                    <a:lnTo>
                      <a:pt x="27" y="13"/>
                    </a:lnTo>
                    <a:lnTo>
                      <a:pt x="29" y="12"/>
                    </a:lnTo>
                    <a:lnTo>
                      <a:pt x="32" y="11"/>
                    </a:lnTo>
                    <a:lnTo>
                      <a:pt x="36" y="10"/>
                    </a:lnTo>
                    <a:lnTo>
                      <a:pt x="39" y="11"/>
                    </a:lnTo>
                    <a:lnTo>
                      <a:pt x="43" y="12"/>
                    </a:lnTo>
                    <a:lnTo>
                      <a:pt x="45" y="14"/>
                    </a:lnTo>
                    <a:lnTo>
                      <a:pt x="48" y="16"/>
                    </a:lnTo>
                    <a:lnTo>
                      <a:pt x="51" y="18"/>
                    </a:lnTo>
                    <a:lnTo>
                      <a:pt x="53" y="21"/>
                    </a:lnTo>
                    <a:lnTo>
                      <a:pt x="55" y="24"/>
                    </a:lnTo>
                    <a:lnTo>
                      <a:pt x="56" y="27"/>
                    </a:lnTo>
                    <a:lnTo>
                      <a:pt x="61" y="27"/>
                    </a:lnTo>
                    <a:lnTo>
                      <a:pt x="63" y="23"/>
                    </a:lnTo>
                    <a:lnTo>
                      <a:pt x="64" y="19"/>
                    </a:lnTo>
                    <a:lnTo>
                      <a:pt x="65" y="14"/>
                    </a:lnTo>
                    <a:lnTo>
                      <a:pt x="66" y="10"/>
                    </a:lnTo>
                    <a:lnTo>
                      <a:pt x="63" y="8"/>
                    </a:lnTo>
                    <a:lnTo>
                      <a:pt x="60" y="6"/>
                    </a:lnTo>
                    <a:lnTo>
                      <a:pt x="56" y="4"/>
                    </a:lnTo>
                    <a:lnTo>
                      <a:pt x="52" y="3"/>
                    </a:lnTo>
                    <a:lnTo>
                      <a:pt x="48" y="2"/>
                    </a:lnTo>
                    <a:lnTo>
                      <a:pt x="44" y="1"/>
                    </a:lnTo>
                    <a:lnTo>
                      <a:pt x="40" y="0"/>
                    </a:lnTo>
                    <a:lnTo>
                      <a:pt x="36" y="0"/>
                    </a:lnTo>
                    <a:lnTo>
                      <a:pt x="32" y="0"/>
                    </a:lnTo>
                    <a:lnTo>
                      <a:pt x="28" y="1"/>
                    </a:lnTo>
                    <a:lnTo>
                      <a:pt x="24" y="2"/>
                    </a:lnTo>
                    <a:lnTo>
                      <a:pt x="21" y="3"/>
                    </a:lnTo>
                    <a:lnTo>
                      <a:pt x="18" y="4"/>
                    </a:lnTo>
                    <a:lnTo>
                      <a:pt x="15" y="6"/>
                    </a:lnTo>
                    <a:lnTo>
                      <a:pt x="12" y="7"/>
                    </a:lnTo>
                    <a:lnTo>
                      <a:pt x="10" y="10"/>
                    </a:lnTo>
                    <a:lnTo>
                      <a:pt x="8" y="12"/>
                    </a:lnTo>
                    <a:lnTo>
                      <a:pt x="6" y="14"/>
                    </a:lnTo>
                    <a:lnTo>
                      <a:pt x="4" y="17"/>
                    </a:lnTo>
                    <a:lnTo>
                      <a:pt x="3" y="20"/>
                    </a:lnTo>
                    <a:lnTo>
                      <a:pt x="2" y="22"/>
                    </a:lnTo>
                    <a:lnTo>
                      <a:pt x="1" y="26"/>
                    </a:lnTo>
                    <a:lnTo>
                      <a:pt x="1" y="30"/>
                    </a:lnTo>
                    <a:lnTo>
                      <a:pt x="0" y="34"/>
                    </a:lnTo>
                    <a:lnTo>
                      <a:pt x="0" y="36"/>
                    </a:lnTo>
                    <a:lnTo>
                      <a:pt x="1" y="38"/>
                    </a:lnTo>
                    <a:lnTo>
                      <a:pt x="1" y="41"/>
                    </a:lnTo>
                    <a:lnTo>
                      <a:pt x="2" y="43"/>
                    </a:lnTo>
                    <a:lnTo>
                      <a:pt x="3" y="46"/>
                    </a:lnTo>
                    <a:lnTo>
                      <a:pt x="4" y="48"/>
                    </a:lnTo>
                    <a:lnTo>
                      <a:pt x="6" y="51"/>
                    </a:lnTo>
                    <a:lnTo>
                      <a:pt x="8" y="52"/>
                    </a:lnTo>
                    <a:lnTo>
                      <a:pt x="10" y="55"/>
                    </a:lnTo>
                    <a:lnTo>
                      <a:pt x="12" y="56"/>
                    </a:lnTo>
                    <a:lnTo>
                      <a:pt x="14" y="58"/>
                    </a:lnTo>
                    <a:lnTo>
                      <a:pt x="17" y="60"/>
                    </a:lnTo>
                    <a:lnTo>
                      <a:pt x="20" y="62"/>
                    </a:lnTo>
                    <a:lnTo>
                      <a:pt x="23" y="63"/>
                    </a:lnTo>
                    <a:lnTo>
                      <a:pt x="26" y="65"/>
                    </a:lnTo>
                    <a:lnTo>
                      <a:pt x="30" y="67"/>
                    </a:lnTo>
                    <a:lnTo>
                      <a:pt x="34" y="68"/>
                    </a:lnTo>
                    <a:lnTo>
                      <a:pt x="38" y="70"/>
                    </a:lnTo>
                    <a:lnTo>
                      <a:pt x="41" y="71"/>
                    </a:lnTo>
                    <a:lnTo>
                      <a:pt x="44" y="74"/>
                    </a:lnTo>
                    <a:lnTo>
                      <a:pt x="46" y="75"/>
                    </a:lnTo>
                    <a:lnTo>
                      <a:pt x="48" y="78"/>
                    </a:lnTo>
                    <a:lnTo>
                      <a:pt x="48" y="79"/>
                    </a:lnTo>
                    <a:lnTo>
                      <a:pt x="48" y="82"/>
                    </a:lnTo>
                    <a:lnTo>
                      <a:pt x="48" y="84"/>
                    </a:lnTo>
                    <a:lnTo>
                      <a:pt x="47" y="87"/>
                    </a:lnTo>
                    <a:lnTo>
                      <a:pt x="45" y="89"/>
                    </a:lnTo>
                    <a:lnTo>
                      <a:pt x="44" y="91"/>
                    </a:lnTo>
                    <a:lnTo>
                      <a:pt x="41" y="92"/>
                    </a:lnTo>
                    <a:lnTo>
                      <a:pt x="39" y="93"/>
                    </a:lnTo>
                    <a:lnTo>
                      <a:pt x="36" y="94"/>
                    </a:lnTo>
                    <a:lnTo>
                      <a:pt x="32" y="95"/>
                    </a:lnTo>
                    <a:lnTo>
                      <a:pt x="28" y="95"/>
                    </a:lnTo>
                    <a:lnTo>
                      <a:pt x="24" y="94"/>
                    </a:lnTo>
                    <a:lnTo>
                      <a:pt x="21" y="92"/>
                    </a:lnTo>
                    <a:lnTo>
                      <a:pt x="18" y="91"/>
                    </a:lnTo>
                    <a:lnTo>
                      <a:pt x="16" y="87"/>
                    </a:lnTo>
                    <a:lnTo>
                      <a:pt x="12" y="85"/>
                    </a:lnTo>
                    <a:lnTo>
                      <a:pt x="10" y="81"/>
                    </a:lnTo>
                    <a:lnTo>
                      <a:pt x="8" y="77"/>
                    </a:lnTo>
                    <a:lnTo>
                      <a:pt x="4" y="77"/>
                    </a:lnTo>
                    <a:lnTo>
                      <a:pt x="3" y="81"/>
                    </a:lnTo>
                    <a:lnTo>
                      <a:pt x="2" y="87"/>
                    </a:lnTo>
                    <a:lnTo>
                      <a:pt x="1" y="92"/>
                    </a:lnTo>
                    <a:lnTo>
                      <a:pt x="0" y="96"/>
                    </a:lnTo>
                    <a:lnTo>
                      <a:pt x="3" y="98"/>
                    </a:lnTo>
                    <a:lnTo>
                      <a:pt x="7" y="99"/>
                    </a:lnTo>
                    <a:lnTo>
                      <a:pt x="10" y="100"/>
                    </a:lnTo>
                    <a:lnTo>
                      <a:pt x="13" y="102"/>
                    </a:lnTo>
                    <a:lnTo>
                      <a:pt x="17" y="103"/>
                    </a:lnTo>
                    <a:lnTo>
                      <a:pt x="20" y="103"/>
                    </a:lnTo>
                    <a:lnTo>
                      <a:pt x="25" y="103"/>
                    </a:lnTo>
                    <a:lnTo>
                      <a:pt x="29" y="103"/>
                    </a:lnTo>
                    <a:lnTo>
                      <a:pt x="33" y="103"/>
                    </a:lnTo>
                    <a:lnTo>
                      <a:pt x="38" y="103"/>
                    </a:lnTo>
                    <a:lnTo>
                      <a:pt x="42" y="102"/>
                    </a:lnTo>
                    <a:lnTo>
                      <a:pt x="46" y="101"/>
                    </a:lnTo>
                    <a:lnTo>
                      <a:pt x="49" y="100"/>
                    </a:lnTo>
                    <a:lnTo>
                      <a:pt x="52" y="99"/>
                    </a:lnTo>
                    <a:lnTo>
                      <a:pt x="56" y="97"/>
                    </a:lnTo>
                    <a:lnTo>
                      <a:pt x="59" y="95"/>
                    </a:lnTo>
                    <a:lnTo>
                      <a:pt x="60" y="93"/>
                    </a:lnTo>
                    <a:lnTo>
                      <a:pt x="63" y="91"/>
                    </a:lnTo>
                    <a:lnTo>
                      <a:pt x="64" y="88"/>
                    </a:lnTo>
                    <a:lnTo>
                      <a:pt x="66" y="85"/>
                    </a:lnTo>
                    <a:lnTo>
                      <a:pt x="68" y="83"/>
                    </a:lnTo>
                    <a:lnTo>
                      <a:pt x="68" y="79"/>
                    </a:lnTo>
                    <a:lnTo>
                      <a:pt x="69" y="75"/>
                    </a:lnTo>
                    <a:lnTo>
                      <a:pt x="69" y="71"/>
                    </a:lnTo>
                    <a:lnTo>
                      <a:pt x="69" y="69"/>
                    </a:lnTo>
                    <a:lnTo>
                      <a:pt x="69" y="67"/>
                    </a:lnTo>
                    <a:lnTo>
                      <a:pt x="68" y="64"/>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2" name="î$líḋé"/>
              <p:cNvSpPr/>
              <p:nvPr userDrawn="1"/>
            </p:nvSpPr>
            <p:spPr bwMode="auto">
              <a:xfrm>
                <a:off x="7567613" y="4105276"/>
                <a:ext cx="44450" cy="158750"/>
              </a:xfrm>
              <a:custGeom>
                <a:avLst/>
                <a:gdLst>
                  <a:gd name="T0" fmla="*/ 21 w 28"/>
                  <a:gd name="T1" fmla="*/ 0 h 100"/>
                  <a:gd name="T2" fmla="*/ 18 w 28"/>
                  <a:gd name="T3" fmla="*/ 0 h 100"/>
                  <a:gd name="T4" fmla="*/ 15 w 28"/>
                  <a:gd name="T5" fmla="*/ 0 h 100"/>
                  <a:gd name="T6" fmla="*/ 11 w 28"/>
                  <a:gd name="T7" fmla="*/ 0 h 100"/>
                  <a:gd name="T8" fmla="*/ 7 w 28"/>
                  <a:gd name="T9" fmla="*/ 0 h 100"/>
                  <a:gd name="T10" fmla="*/ 3 w 28"/>
                  <a:gd name="T11" fmla="*/ 0 h 100"/>
                  <a:gd name="T12" fmla="*/ 0 w 28"/>
                  <a:gd name="T13" fmla="*/ 0 h 100"/>
                  <a:gd name="T14" fmla="*/ 0 w 28"/>
                  <a:gd name="T15" fmla="*/ 100 h 100"/>
                  <a:gd name="T16" fmla="*/ 3 w 28"/>
                  <a:gd name="T17" fmla="*/ 100 h 100"/>
                  <a:gd name="T18" fmla="*/ 7 w 28"/>
                  <a:gd name="T19" fmla="*/ 100 h 100"/>
                  <a:gd name="T20" fmla="*/ 11 w 28"/>
                  <a:gd name="T21" fmla="*/ 100 h 100"/>
                  <a:gd name="T22" fmla="*/ 15 w 28"/>
                  <a:gd name="T23" fmla="*/ 100 h 100"/>
                  <a:gd name="T24" fmla="*/ 18 w 28"/>
                  <a:gd name="T25" fmla="*/ 100 h 100"/>
                  <a:gd name="T26" fmla="*/ 21 w 28"/>
                  <a:gd name="T27" fmla="*/ 100 h 100"/>
                  <a:gd name="T28" fmla="*/ 24 w 28"/>
                  <a:gd name="T29" fmla="*/ 100 h 100"/>
                  <a:gd name="T30" fmla="*/ 28 w 28"/>
                  <a:gd name="T31" fmla="*/ 100 h 100"/>
                  <a:gd name="T32" fmla="*/ 28 w 28"/>
                  <a:gd name="T33" fmla="*/ 0 h 100"/>
                  <a:gd name="T34" fmla="*/ 24 w 28"/>
                  <a:gd name="T35" fmla="*/ 0 h 100"/>
                  <a:gd name="T36" fmla="*/ 21 w 28"/>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100">
                    <a:moveTo>
                      <a:pt x="21" y="0"/>
                    </a:moveTo>
                    <a:lnTo>
                      <a:pt x="18" y="0"/>
                    </a:lnTo>
                    <a:lnTo>
                      <a:pt x="15" y="0"/>
                    </a:lnTo>
                    <a:lnTo>
                      <a:pt x="11" y="0"/>
                    </a:lnTo>
                    <a:lnTo>
                      <a:pt x="7" y="0"/>
                    </a:lnTo>
                    <a:lnTo>
                      <a:pt x="3" y="0"/>
                    </a:lnTo>
                    <a:lnTo>
                      <a:pt x="0" y="0"/>
                    </a:lnTo>
                    <a:lnTo>
                      <a:pt x="0" y="100"/>
                    </a:lnTo>
                    <a:lnTo>
                      <a:pt x="3" y="100"/>
                    </a:lnTo>
                    <a:lnTo>
                      <a:pt x="7" y="100"/>
                    </a:lnTo>
                    <a:lnTo>
                      <a:pt x="11" y="100"/>
                    </a:lnTo>
                    <a:lnTo>
                      <a:pt x="15" y="100"/>
                    </a:lnTo>
                    <a:lnTo>
                      <a:pt x="18" y="100"/>
                    </a:lnTo>
                    <a:lnTo>
                      <a:pt x="21" y="100"/>
                    </a:lnTo>
                    <a:lnTo>
                      <a:pt x="24" y="100"/>
                    </a:lnTo>
                    <a:lnTo>
                      <a:pt x="28" y="100"/>
                    </a:lnTo>
                    <a:lnTo>
                      <a:pt x="28" y="0"/>
                    </a:lnTo>
                    <a:lnTo>
                      <a:pt x="24" y="0"/>
                    </a:lnTo>
                    <a:lnTo>
                      <a:pt x="2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3" name="îṩḻïḓè"/>
              <p:cNvSpPr/>
              <p:nvPr userDrawn="1"/>
            </p:nvSpPr>
            <p:spPr bwMode="auto">
              <a:xfrm>
                <a:off x="7564438" y="4017963"/>
                <a:ext cx="52388" cy="50800"/>
              </a:xfrm>
              <a:custGeom>
                <a:avLst/>
                <a:gdLst>
                  <a:gd name="T0" fmla="*/ 31 w 33"/>
                  <a:gd name="T1" fmla="*/ 10 h 32"/>
                  <a:gd name="T2" fmla="*/ 29 w 33"/>
                  <a:gd name="T3" fmla="*/ 7 h 32"/>
                  <a:gd name="T4" fmla="*/ 28 w 33"/>
                  <a:gd name="T5" fmla="*/ 5 h 32"/>
                  <a:gd name="T6" fmla="*/ 25 w 33"/>
                  <a:gd name="T7" fmla="*/ 3 h 32"/>
                  <a:gd name="T8" fmla="*/ 22 w 33"/>
                  <a:gd name="T9" fmla="*/ 2 h 32"/>
                  <a:gd name="T10" fmla="*/ 19 w 33"/>
                  <a:gd name="T11" fmla="*/ 0 h 32"/>
                  <a:gd name="T12" fmla="*/ 16 w 33"/>
                  <a:gd name="T13" fmla="*/ 0 h 32"/>
                  <a:gd name="T14" fmla="*/ 13 w 33"/>
                  <a:gd name="T15" fmla="*/ 0 h 32"/>
                  <a:gd name="T16" fmla="*/ 9 w 33"/>
                  <a:gd name="T17" fmla="*/ 2 h 32"/>
                  <a:gd name="T18" fmla="*/ 6 w 33"/>
                  <a:gd name="T19" fmla="*/ 3 h 32"/>
                  <a:gd name="T20" fmla="*/ 4 w 33"/>
                  <a:gd name="T21" fmla="*/ 5 h 32"/>
                  <a:gd name="T22" fmla="*/ 2 w 33"/>
                  <a:gd name="T23" fmla="*/ 7 h 32"/>
                  <a:gd name="T24" fmla="*/ 1 w 33"/>
                  <a:gd name="T25" fmla="*/ 10 h 32"/>
                  <a:gd name="T26" fmla="*/ 0 w 33"/>
                  <a:gd name="T27" fmla="*/ 13 h 32"/>
                  <a:gd name="T28" fmla="*/ 0 w 33"/>
                  <a:gd name="T29" fmla="*/ 16 h 32"/>
                  <a:gd name="T30" fmla="*/ 0 w 33"/>
                  <a:gd name="T31" fmla="*/ 20 h 32"/>
                  <a:gd name="T32" fmla="*/ 1 w 33"/>
                  <a:gd name="T33" fmla="*/ 23 h 32"/>
                  <a:gd name="T34" fmla="*/ 2 w 33"/>
                  <a:gd name="T35" fmla="*/ 26 h 32"/>
                  <a:gd name="T36" fmla="*/ 4 w 33"/>
                  <a:gd name="T37" fmla="*/ 28 h 32"/>
                  <a:gd name="T38" fmla="*/ 6 w 33"/>
                  <a:gd name="T39" fmla="*/ 30 h 32"/>
                  <a:gd name="T40" fmla="*/ 9 w 33"/>
                  <a:gd name="T41" fmla="*/ 31 h 32"/>
                  <a:gd name="T42" fmla="*/ 12 w 33"/>
                  <a:gd name="T43" fmla="*/ 32 h 32"/>
                  <a:gd name="T44" fmla="*/ 16 w 33"/>
                  <a:gd name="T45" fmla="*/ 32 h 32"/>
                  <a:gd name="T46" fmla="*/ 19 w 33"/>
                  <a:gd name="T47" fmla="*/ 32 h 32"/>
                  <a:gd name="T48" fmla="*/ 22 w 33"/>
                  <a:gd name="T49" fmla="*/ 31 h 32"/>
                  <a:gd name="T50" fmla="*/ 25 w 33"/>
                  <a:gd name="T51" fmla="*/ 30 h 32"/>
                  <a:gd name="T52" fmla="*/ 28 w 33"/>
                  <a:gd name="T53" fmla="*/ 27 h 32"/>
                  <a:gd name="T54" fmla="*/ 29 w 33"/>
                  <a:gd name="T55" fmla="*/ 25 h 32"/>
                  <a:gd name="T56" fmla="*/ 31 w 33"/>
                  <a:gd name="T57" fmla="*/ 23 h 32"/>
                  <a:gd name="T58" fmla="*/ 32 w 33"/>
                  <a:gd name="T59" fmla="*/ 19 h 32"/>
                  <a:gd name="T60" fmla="*/ 33 w 33"/>
                  <a:gd name="T61" fmla="*/ 16 h 32"/>
                  <a:gd name="T62" fmla="*/ 32 w 33"/>
                  <a:gd name="T63" fmla="*/ 13 h 32"/>
                  <a:gd name="T64" fmla="*/ 31 w 33"/>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 h="32">
                    <a:moveTo>
                      <a:pt x="31" y="10"/>
                    </a:moveTo>
                    <a:lnTo>
                      <a:pt x="29" y="7"/>
                    </a:lnTo>
                    <a:lnTo>
                      <a:pt x="28" y="5"/>
                    </a:lnTo>
                    <a:lnTo>
                      <a:pt x="25" y="3"/>
                    </a:lnTo>
                    <a:lnTo>
                      <a:pt x="22" y="2"/>
                    </a:lnTo>
                    <a:lnTo>
                      <a:pt x="19" y="0"/>
                    </a:lnTo>
                    <a:lnTo>
                      <a:pt x="16" y="0"/>
                    </a:lnTo>
                    <a:lnTo>
                      <a:pt x="13" y="0"/>
                    </a:lnTo>
                    <a:lnTo>
                      <a:pt x="9" y="2"/>
                    </a:lnTo>
                    <a:lnTo>
                      <a:pt x="6" y="3"/>
                    </a:lnTo>
                    <a:lnTo>
                      <a:pt x="4" y="5"/>
                    </a:lnTo>
                    <a:lnTo>
                      <a:pt x="2" y="7"/>
                    </a:lnTo>
                    <a:lnTo>
                      <a:pt x="1" y="10"/>
                    </a:lnTo>
                    <a:lnTo>
                      <a:pt x="0" y="13"/>
                    </a:lnTo>
                    <a:lnTo>
                      <a:pt x="0" y="16"/>
                    </a:lnTo>
                    <a:lnTo>
                      <a:pt x="0" y="20"/>
                    </a:lnTo>
                    <a:lnTo>
                      <a:pt x="1" y="23"/>
                    </a:lnTo>
                    <a:lnTo>
                      <a:pt x="2" y="26"/>
                    </a:lnTo>
                    <a:lnTo>
                      <a:pt x="4" y="28"/>
                    </a:lnTo>
                    <a:lnTo>
                      <a:pt x="6" y="30"/>
                    </a:lnTo>
                    <a:lnTo>
                      <a:pt x="9" y="31"/>
                    </a:lnTo>
                    <a:lnTo>
                      <a:pt x="12" y="32"/>
                    </a:lnTo>
                    <a:lnTo>
                      <a:pt x="16" y="32"/>
                    </a:lnTo>
                    <a:lnTo>
                      <a:pt x="19" y="32"/>
                    </a:lnTo>
                    <a:lnTo>
                      <a:pt x="22" y="31"/>
                    </a:lnTo>
                    <a:lnTo>
                      <a:pt x="25" y="30"/>
                    </a:lnTo>
                    <a:lnTo>
                      <a:pt x="28" y="27"/>
                    </a:lnTo>
                    <a:lnTo>
                      <a:pt x="29" y="25"/>
                    </a:lnTo>
                    <a:lnTo>
                      <a:pt x="31" y="23"/>
                    </a:lnTo>
                    <a:lnTo>
                      <a:pt x="32" y="19"/>
                    </a:lnTo>
                    <a:lnTo>
                      <a:pt x="33" y="16"/>
                    </a:lnTo>
                    <a:lnTo>
                      <a:pt x="32" y="13"/>
                    </a:lnTo>
                    <a:lnTo>
                      <a:pt x="31"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4" name="îṥḷíde"/>
              <p:cNvSpPr/>
              <p:nvPr userDrawn="1"/>
            </p:nvSpPr>
            <p:spPr bwMode="auto">
              <a:xfrm>
                <a:off x="7659688" y="4046538"/>
                <a:ext cx="98425" cy="219075"/>
              </a:xfrm>
              <a:custGeom>
                <a:avLst/>
                <a:gdLst>
                  <a:gd name="T0" fmla="*/ 58 w 62"/>
                  <a:gd name="T1" fmla="*/ 129 h 138"/>
                  <a:gd name="T2" fmla="*/ 55 w 62"/>
                  <a:gd name="T3" fmla="*/ 129 h 138"/>
                  <a:gd name="T4" fmla="*/ 54 w 62"/>
                  <a:gd name="T5" fmla="*/ 129 h 138"/>
                  <a:gd name="T6" fmla="*/ 51 w 62"/>
                  <a:gd name="T7" fmla="*/ 129 h 138"/>
                  <a:gd name="T8" fmla="*/ 50 w 62"/>
                  <a:gd name="T9" fmla="*/ 129 h 138"/>
                  <a:gd name="T10" fmla="*/ 48 w 62"/>
                  <a:gd name="T11" fmla="*/ 128 h 138"/>
                  <a:gd name="T12" fmla="*/ 46 w 62"/>
                  <a:gd name="T13" fmla="*/ 127 h 138"/>
                  <a:gd name="T14" fmla="*/ 46 w 62"/>
                  <a:gd name="T15" fmla="*/ 126 h 138"/>
                  <a:gd name="T16" fmla="*/ 45 w 62"/>
                  <a:gd name="T17" fmla="*/ 124 h 138"/>
                  <a:gd name="T18" fmla="*/ 44 w 62"/>
                  <a:gd name="T19" fmla="*/ 122 h 138"/>
                  <a:gd name="T20" fmla="*/ 43 w 62"/>
                  <a:gd name="T21" fmla="*/ 120 h 138"/>
                  <a:gd name="T22" fmla="*/ 43 w 62"/>
                  <a:gd name="T23" fmla="*/ 118 h 138"/>
                  <a:gd name="T24" fmla="*/ 43 w 62"/>
                  <a:gd name="T25" fmla="*/ 115 h 138"/>
                  <a:gd name="T26" fmla="*/ 43 w 62"/>
                  <a:gd name="T27" fmla="*/ 112 h 138"/>
                  <a:gd name="T28" fmla="*/ 43 w 62"/>
                  <a:gd name="T29" fmla="*/ 110 h 138"/>
                  <a:gd name="T30" fmla="*/ 43 w 62"/>
                  <a:gd name="T31" fmla="*/ 50 h 138"/>
                  <a:gd name="T32" fmla="*/ 61 w 62"/>
                  <a:gd name="T33" fmla="*/ 50 h 138"/>
                  <a:gd name="T34" fmla="*/ 61 w 62"/>
                  <a:gd name="T35" fmla="*/ 47 h 138"/>
                  <a:gd name="T36" fmla="*/ 61 w 62"/>
                  <a:gd name="T37" fmla="*/ 44 h 138"/>
                  <a:gd name="T38" fmla="*/ 61 w 62"/>
                  <a:gd name="T39" fmla="*/ 40 h 138"/>
                  <a:gd name="T40" fmla="*/ 61 w 62"/>
                  <a:gd name="T41" fmla="*/ 37 h 138"/>
                  <a:gd name="T42" fmla="*/ 43 w 62"/>
                  <a:gd name="T43" fmla="*/ 37 h 138"/>
                  <a:gd name="T44" fmla="*/ 43 w 62"/>
                  <a:gd name="T45" fmla="*/ 0 h 138"/>
                  <a:gd name="T46" fmla="*/ 36 w 62"/>
                  <a:gd name="T47" fmla="*/ 4 h 138"/>
                  <a:gd name="T48" fmla="*/ 29 w 62"/>
                  <a:gd name="T49" fmla="*/ 7 h 138"/>
                  <a:gd name="T50" fmla="*/ 22 w 62"/>
                  <a:gd name="T51" fmla="*/ 10 h 138"/>
                  <a:gd name="T52" fmla="*/ 14 w 62"/>
                  <a:gd name="T53" fmla="*/ 13 h 138"/>
                  <a:gd name="T54" fmla="*/ 14 w 62"/>
                  <a:gd name="T55" fmla="*/ 37 h 138"/>
                  <a:gd name="T56" fmla="*/ 0 w 62"/>
                  <a:gd name="T57" fmla="*/ 37 h 138"/>
                  <a:gd name="T58" fmla="*/ 0 w 62"/>
                  <a:gd name="T59" fmla="*/ 40 h 138"/>
                  <a:gd name="T60" fmla="*/ 1 w 62"/>
                  <a:gd name="T61" fmla="*/ 44 h 138"/>
                  <a:gd name="T62" fmla="*/ 0 w 62"/>
                  <a:gd name="T63" fmla="*/ 47 h 138"/>
                  <a:gd name="T64" fmla="*/ 0 w 62"/>
                  <a:gd name="T65" fmla="*/ 50 h 138"/>
                  <a:gd name="T66" fmla="*/ 14 w 62"/>
                  <a:gd name="T67" fmla="*/ 50 h 138"/>
                  <a:gd name="T68" fmla="*/ 14 w 62"/>
                  <a:gd name="T69" fmla="*/ 106 h 138"/>
                  <a:gd name="T70" fmla="*/ 14 w 62"/>
                  <a:gd name="T71" fmla="*/ 110 h 138"/>
                  <a:gd name="T72" fmla="*/ 14 w 62"/>
                  <a:gd name="T73" fmla="*/ 114 h 138"/>
                  <a:gd name="T74" fmla="*/ 15 w 62"/>
                  <a:gd name="T75" fmla="*/ 118 h 138"/>
                  <a:gd name="T76" fmla="*/ 16 w 62"/>
                  <a:gd name="T77" fmla="*/ 121 h 138"/>
                  <a:gd name="T78" fmla="*/ 17 w 62"/>
                  <a:gd name="T79" fmla="*/ 123 h 138"/>
                  <a:gd name="T80" fmla="*/ 18 w 62"/>
                  <a:gd name="T81" fmla="*/ 126 h 138"/>
                  <a:gd name="T82" fmla="*/ 19 w 62"/>
                  <a:gd name="T83" fmla="*/ 129 h 138"/>
                  <a:gd name="T84" fmla="*/ 20 w 62"/>
                  <a:gd name="T85" fmla="*/ 131 h 138"/>
                  <a:gd name="T86" fmla="*/ 22 w 62"/>
                  <a:gd name="T87" fmla="*/ 133 h 138"/>
                  <a:gd name="T88" fmla="*/ 24 w 62"/>
                  <a:gd name="T89" fmla="*/ 134 h 138"/>
                  <a:gd name="T90" fmla="*/ 26 w 62"/>
                  <a:gd name="T91" fmla="*/ 136 h 138"/>
                  <a:gd name="T92" fmla="*/ 29 w 62"/>
                  <a:gd name="T93" fmla="*/ 137 h 138"/>
                  <a:gd name="T94" fmla="*/ 31 w 62"/>
                  <a:gd name="T95" fmla="*/ 138 h 138"/>
                  <a:gd name="T96" fmla="*/ 34 w 62"/>
                  <a:gd name="T97" fmla="*/ 138 h 138"/>
                  <a:gd name="T98" fmla="*/ 38 w 62"/>
                  <a:gd name="T99" fmla="*/ 138 h 138"/>
                  <a:gd name="T100" fmla="*/ 41 w 62"/>
                  <a:gd name="T101" fmla="*/ 138 h 138"/>
                  <a:gd name="T102" fmla="*/ 43 w 62"/>
                  <a:gd name="T103" fmla="*/ 138 h 138"/>
                  <a:gd name="T104" fmla="*/ 46 w 62"/>
                  <a:gd name="T105" fmla="*/ 138 h 138"/>
                  <a:gd name="T106" fmla="*/ 50 w 62"/>
                  <a:gd name="T107" fmla="*/ 138 h 138"/>
                  <a:gd name="T108" fmla="*/ 55 w 62"/>
                  <a:gd name="T109" fmla="*/ 137 h 138"/>
                  <a:gd name="T110" fmla="*/ 59 w 62"/>
                  <a:gd name="T111" fmla="*/ 137 h 138"/>
                  <a:gd name="T112" fmla="*/ 62 w 62"/>
                  <a:gd name="T113" fmla="*/ 135 h 138"/>
                  <a:gd name="T114" fmla="*/ 62 w 62"/>
                  <a:gd name="T115" fmla="*/ 127 h 138"/>
                  <a:gd name="T116" fmla="*/ 60 w 62"/>
                  <a:gd name="T117" fmla="*/ 128 h 138"/>
                  <a:gd name="T118" fmla="*/ 58 w 62"/>
                  <a:gd name="T119" fmla="*/ 12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138">
                    <a:moveTo>
                      <a:pt x="58" y="129"/>
                    </a:moveTo>
                    <a:lnTo>
                      <a:pt x="55" y="129"/>
                    </a:lnTo>
                    <a:lnTo>
                      <a:pt x="54" y="129"/>
                    </a:lnTo>
                    <a:lnTo>
                      <a:pt x="51" y="129"/>
                    </a:lnTo>
                    <a:lnTo>
                      <a:pt x="50" y="129"/>
                    </a:lnTo>
                    <a:lnTo>
                      <a:pt x="48" y="128"/>
                    </a:lnTo>
                    <a:lnTo>
                      <a:pt x="46" y="127"/>
                    </a:lnTo>
                    <a:lnTo>
                      <a:pt x="46" y="126"/>
                    </a:lnTo>
                    <a:lnTo>
                      <a:pt x="45" y="124"/>
                    </a:lnTo>
                    <a:lnTo>
                      <a:pt x="44" y="122"/>
                    </a:lnTo>
                    <a:lnTo>
                      <a:pt x="43" y="120"/>
                    </a:lnTo>
                    <a:lnTo>
                      <a:pt x="43" y="118"/>
                    </a:lnTo>
                    <a:lnTo>
                      <a:pt x="43" y="115"/>
                    </a:lnTo>
                    <a:lnTo>
                      <a:pt x="43" y="112"/>
                    </a:lnTo>
                    <a:lnTo>
                      <a:pt x="43" y="110"/>
                    </a:lnTo>
                    <a:lnTo>
                      <a:pt x="43" y="50"/>
                    </a:lnTo>
                    <a:lnTo>
                      <a:pt x="61" y="50"/>
                    </a:lnTo>
                    <a:lnTo>
                      <a:pt x="61" y="47"/>
                    </a:lnTo>
                    <a:lnTo>
                      <a:pt x="61" y="44"/>
                    </a:lnTo>
                    <a:lnTo>
                      <a:pt x="61" y="40"/>
                    </a:lnTo>
                    <a:lnTo>
                      <a:pt x="61" y="37"/>
                    </a:lnTo>
                    <a:lnTo>
                      <a:pt x="43" y="37"/>
                    </a:lnTo>
                    <a:lnTo>
                      <a:pt x="43" y="0"/>
                    </a:lnTo>
                    <a:lnTo>
                      <a:pt x="36" y="4"/>
                    </a:lnTo>
                    <a:lnTo>
                      <a:pt x="29" y="7"/>
                    </a:lnTo>
                    <a:lnTo>
                      <a:pt x="22" y="10"/>
                    </a:lnTo>
                    <a:lnTo>
                      <a:pt x="14" y="13"/>
                    </a:lnTo>
                    <a:lnTo>
                      <a:pt x="14" y="37"/>
                    </a:lnTo>
                    <a:lnTo>
                      <a:pt x="0" y="37"/>
                    </a:lnTo>
                    <a:lnTo>
                      <a:pt x="0" y="40"/>
                    </a:lnTo>
                    <a:lnTo>
                      <a:pt x="1" y="44"/>
                    </a:lnTo>
                    <a:lnTo>
                      <a:pt x="0" y="47"/>
                    </a:lnTo>
                    <a:lnTo>
                      <a:pt x="0" y="50"/>
                    </a:lnTo>
                    <a:lnTo>
                      <a:pt x="14" y="50"/>
                    </a:lnTo>
                    <a:lnTo>
                      <a:pt x="14" y="106"/>
                    </a:lnTo>
                    <a:lnTo>
                      <a:pt x="14" y="110"/>
                    </a:lnTo>
                    <a:lnTo>
                      <a:pt x="14" y="114"/>
                    </a:lnTo>
                    <a:lnTo>
                      <a:pt x="15" y="118"/>
                    </a:lnTo>
                    <a:lnTo>
                      <a:pt x="16" y="121"/>
                    </a:lnTo>
                    <a:lnTo>
                      <a:pt x="17" y="123"/>
                    </a:lnTo>
                    <a:lnTo>
                      <a:pt x="18" y="126"/>
                    </a:lnTo>
                    <a:lnTo>
                      <a:pt x="19" y="129"/>
                    </a:lnTo>
                    <a:lnTo>
                      <a:pt x="20" y="131"/>
                    </a:lnTo>
                    <a:lnTo>
                      <a:pt x="22" y="133"/>
                    </a:lnTo>
                    <a:lnTo>
                      <a:pt x="24" y="134"/>
                    </a:lnTo>
                    <a:lnTo>
                      <a:pt x="26" y="136"/>
                    </a:lnTo>
                    <a:lnTo>
                      <a:pt x="29" y="137"/>
                    </a:lnTo>
                    <a:lnTo>
                      <a:pt x="31" y="138"/>
                    </a:lnTo>
                    <a:lnTo>
                      <a:pt x="34" y="138"/>
                    </a:lnTo>
                    <a:lnTo>
                      <a:pt x="38" y="138"/>
                    </a:lnTo>
                    <a:lnTo>
                      <a:pt x="41" y="138"/>
                    </a:lnTo>
                    <a:lnTo>
                      <a:pt x="43" y="138"/>
                    </a:lnTo>
                    <a:lnTo>
                      <a:pt x="46" y="138"/>
                    </a:lnTo>
                    <a:lnTo>
                      <a:pt x="50" y="138"/>
                    </a:lnTo>
                    <a:lnTo>
                      <a:pt x="55" y="137"/>
                    </a:lnTo>
                    <a:lnTo>
                      <a:pt x="59" y="137"/>
                    </a:lnTo>
                    <a:lnTo>
                      <a:pt x="62" y="135"/>
                    </a:lnTo>
                    <a:lnTo>
                      <a:pt x="62" y="127"/>
                    </a:lnTo>
                    <a:lnTo>
                      <a:pt x="60" y="128"/>
                    </a:lnTo>
                    <a:lnTo>
                      <a:pt x="58" y="12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5" name="îŝ1iḑè"/>
              <p:cNvSpPr/>
              <p:nvPr userDrawn="1"/>
            </p:nvSpPr>
            <p:spPr bwMode="auto">
              <a:xfrm>
                <a:off x="7789863" y="4105276"/>
                <a:ext cx="153988" cy="242888"/>
              </a:xfrm>
              <a:custGeom>
                <a:avLst/>
                <a:gdLst>
                  <a:gd name="T0" fmla="*/ 93 w 97"/>
                  <a:gd name="T1" fmla="*/ 0 h 153"/>
                  <a:gd name="T2" fmla="*/ 91 w 97"/>
                  <a:gd name="T3" fmla="*/ 0 h 153"/>
                  <a:gd name="T4" fmla="*/ 88 w 97"/>
                  <a:gd name="T5" fmla="*/ 0 h 153"/>
                  <a:gd name="T6" fmla="*/ 87 w 97"/>
                  <a:gd name="T7" fmla="*/ 0 h 153"/>
                  <a:gd name="T8" fmla="*/ 84 w 97"/>
                  <a:gd name="T9" fmla="*/ 0 h 153"/>
                  <a:gd name="T10" fmla="*/ 83 w 97"/>
                  <a:gd name="T11" fmla="*/ 0 h 153"/>
                  <a:gd name="T12" fmla="*/ 80 w 97"/>
                  <a:gd name="T13" fmla="*/ 0 h 153"/>
                  <a:gd name="T14" fmla="*/ 76 w 97"/>
                  <a:gd name="T15" fmla="*/ 11 h 153"/>
                  <a:gd name="T16" fmla="*/ 72 w 97"/>
                  <a:gd name="T17" fmla="*/ 21 h 153"/>
                  <a:gd name="T18" fmla="*/ 68 w 97"/>
                  <a:gd name="T19" fmla="*/ 32 h 153"/>
                  <a:gd name="T20" fmla="*/ 64 w 97"/>
                  <a:gd name="T21" fmla="*/ 44 h 153"/>
                  <a:gd name="T22" fmla="*/ 56 w 97"/>
                  <a:gd name="T23" fmla="*/ 65 h 153"/>
                  <a:gd name="T24" fmla="*/ 55 w 97"/>
                  <a:gd name="T25" fmla="*/ 62 h 153"/>
                  <a:gd name="T26" fmla="*/ 53 w 97"/>
                  <a:gd name="T27" fmla="*/ 59 h 153"/>
                  <a:gd name="T28" fmla="*/ 52 w 97"/>
                  <a:gd name="T29" fmla="*/ 55 h 153"/>
                  <a:gd name="T30" fmla="*/ 49 w 97"/>
                  <a:gd name="T31" fmla="*/ 50 h 153"/>
                  <a:gd name="T32" fmla="*/ 47 w 97"/>
                  <a:gd name="T33" fmla="*/ 42 h 153"/>
                  <a:gd name="T34" fmla="*/ 44 w 97"/>
                  <a:gd name="T35" fmla="*/ 35 h 153"/>
                  <a:gd name="T36" fmla="*/ 41 w 97"/>
                  <a:gd name="T37" fmla="*/ 28 h 153"/>
                  <a:gd name="T38" fmla="*/ 39 w 97"/>
                  <a:gd name="T39" fmla="*/ 21 h 153"/>
                  <a:gd name="T40" fmla="*/ 36 w 97"/>
                  <a:gd name="T41" fmla="*/ 15 h 153"/>
                  <a:gd name="T42" fmla="*/ 35 w 97"/>
                  <a:gd name="T43" fmla="*/ 9 h 153"/>
                  <a:gd name="T44" fmla="*/ 33 w 97"/>
                  <a:gd name="T45" fmla="*/ 4 h 153"/>
                  <a:gd name="T46" fmla="*/ 32 w 97"/>
                  <a:gd name="T47" fmla="*/ 0 h 153"/>
                  <a:gd name="T48" fmla="*/ 28 w 97"/>
                  <a:gd name="T49" fmla="*/ 0 h 153"/>
                  <a:gd name="T50" fmla="*/ 24 w 97"/>
                  <a:gd name="T51" fmla="*/ 0 h 153"/>
                  <a:gd name="T52" fmla="*/ 20 w 97"/>
                  <a:gd name="T53" fmla="*/ 0 h 153"/>
                  <a:gd name="T54" fmla="*/ 16 w 97"/>
                  <a:gd name="T55" fmla="*/ 0 h 153"/>
                  <a:gd name="T56" fmla="*/ 12 w 97"/>
                  <a:gd name="T57" fmla="*/ 0 h 153"/>
                  <a:gd name="T58" fmla="*/ 8 w 97"/>
                  <a:gd name="T59" fmla="*/ 0 h 153"/>
                  <a:gd name="T60" fmla="*/ 4 w 97"/>
                  <a:gd name="T61" fmla="*/ 0 h 153"/>
                  <a:gd name="T62" fmla="*/ 0 w 97"/>
                  <a:gd name="T63" fmla="*/ 0 h 153"/>
                  <a:gd name="T64" fmla="*/ 42 w 97"/>
                  <a:gd name="T65" fmla="*/ 100 h 153"/>
                  <a:gd name="T66" fmla="*/ 16 w 97"/>
                  <a:gd name="T67" fmla="*/ 153 h 153"/>
                  <a:gd name="T68" fmla="*/ 20 w 97"/>
                  <a:gd name="T69" fmla="*/ 153 h 153"/>
                  <a:gd name="T70" fmla="*/ 24 w 97"/>
                  <a:gd name="T71" fmla="*/ 153 h 153"/>
                  <a:gd name="T72" fmla="*/ 28 w 97"/>
                  <a:gd name="T73" fmla="*/ 153 h 153"/>
                  <a:gd name="T74" fmla="*/ 33 w 97"/>
                  <a:gd name="T75" fmla="*/ 153 h 153"/>
                  <a:gd name="T76" fmla="*/ 37 w 97"/>
                  <a:gd name="T77" fmla="*/ 141 h 153"/>
                  <a:gd name="T78" fmla="*/ 41 w 97"/>
                  <a:gd name="T79" fmla="*/ 130 h 153"/>
                  <a:gd name="T80" fmla="*/ 46 w 97"/>
                  <a:gd name="T81" fmla="*/ 118 h 153"/>
                  <a:gd name="T82" fmla="*/ 52 w 97"/>
                  <a:gd name="T83" fmla="*/ 105 h 153"/>
                  <a:gd name="T84" fmla="*/ 57 w 97"/>
                  <a:gd name="T85" fmla="*/ 92 h 153"/>
                  <a:gd name="T86" fmla="*/ 63 w 97"/>
                  <a:gd name="T87" fmla="*/ 77 h 153"/>
                  <a:gd name="T88" fmla="*/ 70 w 97"/>
                  <a:gd name="T89" fmla="*/ 63 h 153"/>
                  <a:gd name="T90" fmla="*/ 76 w 97"/>
                  <a:gd name="T91" fmla="*/ 48 h 153"/>
                  <a:gd name="T92" fmla="*/ 97 w 97"/>
                  <a:gd name="T93" fmla="*/ 0 h 153"/>
                  <a:gd name="T94" fmla="*/ 96 w 97"/>
                  <a:gd name="T95" fmla="*/ 0 h 153"/>
                  <a:gd name="T96" fmla="*/ 93 w 97"/>
                  <a:gd name="T97"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7" h="153">
                    <a:moveTo>
                      <a:pt x="93" y="0"/>
                    </a:moveTo>
                    <a:lnTo>
                      <a:pt x="91" y="0"/>
                    </a:lnTo>
                    <a:lnTo>
                      <a:pt x="88" y="0"/>
                    </a:lnTo>
                    <a:lnTo>
                      <a:pt x="87" y="0"/>
                    </a:lnTo>
                    <a:lnTo>
                      <a:pt x="84" y="0"/>
                    </a:lnTo>
                    <a:lnTo>
                      <a:pt x="83" y="0"/>
                    </a:lnTo>
                    <a:lnTo>
                      <a:pt x="80" y="0"/>
                    </a:lnTo>
                    <a:lnTo>
                      <a:pt x="76" y="11"/>
                    </a:lnTo>
                    <a:lnTo>
                      <a:pt x="72" y="21"/>
                    </a:lnTo>
                    <a:lnTo>
                      <a:pt x="68" y="32"/>
                    </a:lnTo>
                    <a:lnTo>
                      <a:pt x="64" y="44"/>
                    </a:lnTo>
                    <a:lnTo>
                      <a:pt x="56" y="65"/>
                    </a:lnTo>
                    <a:lnTo>
                      <a:pt x="55" y="62"/>
                    </a:lnTo>
                    <a:lnTo>
                      <a:pt x="53" y="59"/>
                    </a:lnTo>
                    <a:lnTo>
                      <a:pt x="52" y="55"/>
                    </a:lnTo>
                    <a:lnTo>
                      <a:pt x="49" y="50"/>
                    </a:lnTo>
                    <a:lnTo>
                      <a:pt x="47" y="42"/>
                    </a:lnTo>
                    <a:lnTo>
                      <a:pt x="44" y="35"/>
                    </a:lnTo>
                    <a:lnTo>
                      <a:pt x="41" y="28"/>
                    </a:lnTo>
                    <a:lnTo>
                      <a:pt x="39" y="21"/>
                    </a:lnTo>
                    <a:lnTo>
                      <a:pt x="36" y="15"/>
                    </a:lnTo>
                    <a:lnTo>
                      <a:pt x="35" y="9"/>
                    </a:lnTo>
                    <a:lnTo>
                      <a:pt x="33" y="4"/>
                    </a:lnTo>
                    <a:lnTo>
                      <a:pt x="32" y="0"/>
                    </a:lnTo>
                    <a:lnTo>
                      <a:pt x="28" y="0"/>
                    </a:lnTo>
                    <a:lnTo>
                      <a:pt x="24" y="0"/>
                    </a:lnTo>
                    <a:lnTo>
                      <a:pt x="20" y="0"/>
                    </a:lnTo>
                    <a:lnTo>
                      <a:pt x="16" y="0"/>
                    </a:lnTo>
                    <a:lnTo>
                      <a:pt x="12" y="0"/>
                    </a:lnTo>
                    <a:lnTo>
                      <a:pt x="8" y="0"/>
                    </a:lnTo>
                    <a:lnTo>
                      <a:pt x="4" y="0"/>
                    </a:lnTo>
                    <a:lnTo>
                      <a:pt x="0" y="0"/>
                    </a:lnTo>
                    <a:lnTo>
                      <a:pt x="42" y="100"/>
                    </a:lnTo>
                    <a:lnTo>
                      <a:pt x="16" y="153"/>
                    </a:lnTo>
                    <a:lnTo>
                      <a:pt x="20" y="153"/>
                    </a:lnTo>
                    <a:lnTo>
                      <a:pt x="24" y="153"/>
                    </a:lnTo>
                    <a:lnTo>
                      <a:pt x="28" y="153"/>
                    </a:lnTo>
                    <a:lnTo>
                      <a:pt x="33" y="153"/>
                    </a:lnTo>
                    <a:lnTo>
                      <a:pt x="37" y="141"/>
                    </a:lnTo>
                    <a:lnTo>
                      <a:pt x="41" y="130"/>
                    </a:lnTo>
                    <a:lnTo>
                      <a:pt x="46" y="118"/>
                    </a:lnTo>
                    <a:lnTo>
                      <a:pt x="52" y="105"/>
                    </a:lnTo>
                    <a:lnTo>
                      <a:pt x="57" y="92"/>
                    </a:lnTo>
                    <a:lnTo>
                      <a:pt x="63" y="77"/>
                    </a:lnTo>
                    <a:lnTo>
                      <a:pt x="70" y="63"/>
                    </a:lnTo>
                    <a:lnTo>
                      <a:pt x="76" y="48"/>
                    </a:lnTo>
                    <a:lnTo>
                      <a:pt x="97" y="0"/>
                    </a:lnTo>
                    <a:lnTo>
                      <a:pt x="96" y="0"/>
                    </a:lnTo>
                    <a:lnTo>
                      <a:pt x="93"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6" name="iş1îḓê"/>
              <p:cNvSpPr/>
              <p:nvPr userDrawn="1"/>
            </p:nvSpPr>
            <p:spPr bwMode="auto">
              <a:xfrm>
                <a:off x="8050213" y="4102101"/>
                <a:ext cx="165100" cy="163513"/>
              </a:xfrm>
              <a:custGeom>
                <a:avLst/>
                <a:gdLst>
                  <a:gd name="T0" fmla="*/ 101 w 104"/>
                  <a:gd name="T1" fmla="*/ 34 h 103"/>
                  <a:gd name="T2" fmla="*/ 97 w 104"/>
                  <a:gd name="T3" fmla="*/ 25 h 103"/>
                  <a:gd name="T4" fmla="*/ 92 w 104"/>
                  <a:gd name="T5" fmla="*/ 17 h 103"/>
                  <a:gd name="T6" fmla="*/ 86 w 104"/>
                  <a:gd name="T7" fmla="*/ 10 h 103"/>
                  <a:gd name="T8" fmla="*/ 78 w 104"/>
                  <a:gd name="T9" fmla="*/ 6 h 103"/>
                  <a:gd name="T10" fmla="*/ 68 w 104"/>
                  <a:gd name="T11" fmla="*/ 2 h 103"/>
                  <a:gd name="T12" fmla="*/ 58 w 104"/>
                  <a:gd name="T13" fmla="*/ 1 h 103"/>
                  <a:gd name="T14" fmla="*/ 46 w 104"/>
                  <a:gd name="T15" fmla="*/ 1 h 103"/>
                  <a:gd name="T16" fmla="*/ 35 w 104"/>
                  <a:gd name="T17" fmla="*/ 2 h 103"/>
                  <a:gd name="T18" fmla="*/ 26 w 104"/>
                  <a:gd name="T19" fmla="*/ 6 h 103"/>
                  <a:gd name="T20" fmla="*/ 18 w 104"/>
                  <a:gd name="T21" fmla="*/ 12 h 103"/>
                  <a:gd name="T22" fmla="*/ 12 w 104"/>
                  <a:gd name="T23" fmla="*/ 18 h 103"/>
                  <a:gd name="T24" fmla="*/ 6 w 104"/>
                  <a:gd name="T25" fmla="*/ 27 h 103"/>
                  <a:gd name="T26" fmla="*/ 3 w 104"/>
                  <a:gd name="T27" fmla="*/ 37 h 103"/>
                  <a:gd name="T28" fmla="*/ 1 w 104"/>
                  <a:gd name="T29" fmla="*/ 48 h 103"/>
                  <a:gd name="T30" fmla="*/ 1 w 104"/>
                  <a:gd name="T31" fmla="*/ 61 h 103"/>
                  <a:gd name="T32" fmla="*/ 3 w 104"/>
                  <a:gd name="T33" fmla="*/ 71 h 103"/>
                  <a:gd name="T34" fmla="*/ 6 w 104"/>
                  <a:gd name="T35" fmla="*/ 80 h 103"/>
                  <a:gd name="T36" fmla="*/ 12 w 104"/>
                  <a:gd name="T37" fmla="*/ 87 h 103"/>
                  <a:gd name="T38" fmla="*/ 18 w 104"/>
                  <a:gd name="T39" fmla="*/ 94 h 103"/>
                  <a:gd name="T40" fmla="*/ 26 w 104"/>
                  <a:gd name="T41" fmla="*/ 98 h 103"/>
                  <a:gd name="T42" fmla="*/ 35 w 104"/>
                  <a:gd name="T43" fmla="*/ 102 h 103"/>
                  <a:gd name="T44" fmla="*/ 46 w 104"/>
                  <a:gd name="T45" fmla="*/ 103 h 103"/>
                  <a:gd name="T46" fmla="*/ 58 w 104"/>
                  <a:gd name="T47" fmla="*/ 103 h 103"/>
                  <a:gd name="T48" fmla="*/ 68 w 104"/>
                  <a:gd name="T49" fmla="*/ 102 h 103"/>
                  <a:gd name="T50" fmla="*/ 78 w 104"/>
                  <a:gd name="T51" fmla="*/ 98 h 103"/>
                  <a:gd name="T52" fmla="*/ 86 w 104"/>
                  <a:gd name="T53" fmla="*/ 92 h 103"/>
                  <a:gd name="T54" fmla="*/ 92 w 104"/>
                  <a:gd name="T55" fmla="*/ 86 h 103"/>
                  <a:gd name="T56" fmla="*/ 97 w 104"/>
                  <a:gd name="T57" fmla="*/ 78 h 103"/>
                  <a:gd name="T58" fmla="*/ 101 w 104"/>
                  <a:gd name="T59" fmla="*/ 68 h 103"/>
                  <a:gd name="T60" fmla="*/ 103 w 104"/>
                  <a:gd name="T61" fmla="*/ 56 h 103"/>
                  <a:gd name="T62" fmla="*/ 103 w 104"/>
                  <a:gd name="T63" fmla="*/ 44 h 103"/>
                  <a:gd name="T64" fmla="*/ 72 w 104"/>
                  <a:gd name="T65" fmla="*/ 58 h 103"/>
                  <a:gd name="T66" fmla="*/ 70 w 104"/>
                  <a:gd name="T67" fmla="*/ 72 h 103"/>
                  <a:gd name="T68" fmla="*/ 68 w 104"/>
                  <a:gd name="T69" fmla="*/ 79 h 103"/>
                  <a:gd name="T70" fmla="*/ 65 w 104"/>
                  <a:gd name="T71" fmla="*/ 86 h 103"/>
                  <a:gd name="T72" fmla="*/ 62 w 104"/>
                  <a:gd name="T73" fmla="*/ 91 h 103"/>
                  <a:gd name="T74" fmla="*/ 58 w 104"/>
                  <a:gd name="T75" fmla="*/ 94 h 103"/>
                  <a:gd name="T76" fmla="*/ 54 w 104"/>
                  <a:gd name="T77" fmla="*/ 95 h 103"/>
                  <a:gd name="T78" fmla="*/ 49 w 104"/>
                  <a:gd name="T79" fmla="*/ 95 h 103"/>
                  <a:gd name="T80" fmla="*/ 45 w 104"/>
                  <a:gd name="T81" fmla="*/ 94 h 103"/>
                  <a:gd name="T82" fmla="*/ 41 w 104"/>
                  <a:gd name="T83" fmla="*/ 91 h 103"/>
                  <a:gd name="T84" fmla="*/ 38 w 104"/>
                  <a:gd name="T85" fmla="*/ 87 h 103"/>
                  <a:gd name="T86" fmla="*/ 36 w 104"/>
                  <a:gd name="T87" fmla="*/ 83 h 103"/>
                  <a:gd name="T88" fmla="*/ 33 w 104"/>
                  <a:gd name="T89" fmla="*/ 75 h 103"/>
                  <a:gd name="T90" fmla="*/ 32 w 104"/>
                  <a:gd name="T91" fmla="*/ 68 h 103"/>
                  <a:gd name="T92" fmla="*/ 32 w 104"/>
                  <a:gd name="T93" fmla="*/ 59 h 103"/>
                  <a:gd name="T94" fmla="*/ 32 w 104"/>
                  <a:gd name="T95" fmla="*/ 49 h 103"/>
                  <a:gd name="T96" fmla="*/ 32 w 104"/>
                  <a:gd name="T97" fmla="*/ 38 h 103"/>
                  <a:gd name="T98" fmla="*/ 33 w 104"/>
                  <a:gd name="T99" fmla="*/ 30 h 103"/>
                  <a:gd name="T100" fmla="*/ 36 w 104"/>
                  <a:gd name="T101" fmla="*/ 23 h 103"/>
                  <a:gd name="T102" fmla="*/ 38 w 104"/>
                  <a:gd name="T103" fmla="*/ 18 h 103"/>
                  <a:gd name="T104" fmla="*/ 41 w 104"/>
                  <a:gd name="T105" fmla="*/ 14 h 103"/>
                  <a:gd name="T106" fmla="*/ 46 w 104"/>
                  <a:gd name="T107" fmla="*/ 10 h 103"/>
                  <a:gd name="T108" fmla="*/ 50 w 104"/>
                  <a:gd name="T109" fmla="*/ 9 h 103"/>
                  <a:gd name="T110" fmla="*/ 55 w 104"/>
                  <a:gd name="T111" fmla="*/ 9 h 103"/>
                  <a:gd name="T112" fmla="*/ 60 w 104"/>
                  <a:gd name="T113" fmla="*/ 10 h 103"/>
                  <a:gd name="T114" fmla="*/ 63 w 104"/>
                  <a:gd name="T115" fmla="*/ 13 h 103"/>
                  <a:gd name="T116" fmla="*/ 66 w 104"/>
                  <a:gd name="T117" fmla="*/ 16 h 103"/>
                  <a:gd name="T118" fmla="*/ 68 w 104"/>
                  <a:gd name="T119" fmla="*/ 22 h 103"/>
                  <a:gd name="T120" fmla="*/ 70 w 104"/>
                  <a:gd name="T121" fmla="*/ 27 h 103"/>
                  <a:gd name="T122" fmla="*/ 72 w 104"/>
                  <a:gd name="T123" fmla="*/ 38 h 103"/>
                  <a:gd name="T124" fmla="*/ 72 w 104"/>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4" h="103">
                    <a:moveTo>
                      <a:pt x="102" y="38"/>
                    </a:moveTo>
                    <a:lnTo>
                      <a:pt x="101" y="34"/>
                    </a:lnTo>
                    <a:lnTo>
                      <a:pt x="100" y="29"/>
                    </a:lnTo>
                    <a:lnTo>
                      <a:pt x="97" y="25"/>
                    </a:lnTo>
                    <a:lnTo>
                      <a:pt x="95" y="21"/>
                    </a:lnTo>
                    <a:lnTo>
                      <a:pt x="92" y="17"/>
                    </a:lnTo>
                    <a:lnTo>
                      <a:pt x="89" y="14"/>
                    </a:lnTo>
                    <a:lnTo>
                      <a:pt x="86" y="10"/>
                    </a:lnTo>
                    <a:lnTo>
                      <a:pt x="82" y="8"/>
                    </a:lnTo>
                    <a:lnTo>
                      <a:pt x="78" y="6"/>
                    </a:lnTo>
                    <a:lnTo>
                      <a:pt x="74" y="4"/>
                    </a:lnTo>
                    <a:lnTo>
                      <a:pt x="68" y="2"/>
                    </a:lnTo>
                    <a:lnTo>
                      <a:pt x="64" y="1"/>
                    </a:lnTo>
                    <a:lnTo>
                      <a:pt x="58" y="1"/>
                    </a:lnTo>
                    <a:lnTo>
                      <a:pt x="52" y="0"/>
                    </a:lnTo>
                    <a:lnTo>
                      <a:pt x="46" y="1"/>
                    </a:lnTo>
                    <a:lnTo>
                      <a:pt x="40" y="1"/>
                    </a:lnTo>
                    <a:lnTo>
                      <a:pt x="35" y="2"/>
                    </a:lnTo>
                    <a:lnTo>
                      <a:pt x="30" y="4"/>
                    </a:lnTo>
                    <a:lnTo>
                      <a:pt x="26" y="6"/>
                    </a:lnTo>
                    <a:lnTo>
                      <a:pt x="21" y="9"/>
                    </a:lnTo>
                    <a:lnTo>
                      <a:pt x="18" y="12"/>
                    </a:lnTo>
                    <a:lnTo>
                      <a:pt x="14" y="14"/>
                    </a:lnTo>
                    <a:lnTo>
                      <a:pt x="12" y="18"/>
                    </a:lnTo>
                    <a:lnTo>
                      <a:pt x="8" y="22"/>
                    </a:lnTo>
                    <a:lnTo>
                      <a:pt x="6" y="27"/>
                    </a:lnTo>
                    <a:lnTo>
                      <a:pt x="4" y="31"/>
                    </a:lnTo>
                    <a:lnTo>
                      <a:pt x="3" y="37"/>
                    </a:lnTo>
                    <a:lnTo>
                      <a:pt x="2" y="42"/>
                    </a:lnTo>
                    <a:lnTo>
                      <a:pt x="1" y="48"/>
                    </a:lnTo>
                    <a:lnTo>
                      <a:pt x="0" y="55"/>
                    </a:lnTo>
                    <a:lnTo>
                      <a:pt x="1" y="61"/>
                    </a:lnTo>
                    <a:lnTo>
                      <a:pt x="2" y="66"/>
                    </a:lnTo>
                    <a:lnTo>
                      <a:pt x="3" y="71"/>
                    </a:lnTo>
                    <a:lnTo>
                      <a:pt x="4" y="75"/>
                    </a:lnTo>
                    <a:lnTo>
                      <a:pt x="6" y="80"/>
                    </a:lnTo>
                    <a:lnTo>
                      <a:pt x="8" y="84"/>
                    </a:lnTo>
                    <a:lnTo>
                      <a:pt x="12" y="87"/>
                    </a:lnTo>
                    <a:lnTo>
                      <a:pt x="14" y="91"/>
                    </a:lnTo>
                    <a:lnTo>
                      <a:pt x="18" y="94"/>
                    </a:lnTo>
                    <a:lnTo>
                      <a:pt x="21" y="96"/>
                    </a:lnTo>
                    <a:lnTo>
                      <a:pt x="26" y="98"/>
                    </a:lnTo>
                    <a:lnTo>
                      <a:pt x="30" y="100"/>
                    </a:lnTo>
                    <a:lnTo>
                      <a:pt x="35" y="102"/>
                    </a:lnTo>
                    <a:lnTo>
                      <a:pt x="40" y="103"/>
                    </a:lnTo>
                    <a:lnTo>
                      <a:pt x="46" y="103"/>
                    </a:lnTo>
                    <a:lnTo>
                      <a:pt x="52" y="103"/>
                    </a:lnTo>
                    <a:lnTo>
                      <a:pt x="58" y="103"/>
                    </a:lnTo>
                    <a:lnTo>
                      <a:pt x="64" y="103"/>
                    </a:lnTo>
                    <a:lnTo>
                      <a:pt x="68" y="102"/>
                    </a:lnTo>
                    <a:lnTo>
                      <a:pt x="74" y="99"/>
                    </a:lnTo>
                    <a:lnTo>
                      <a:pt x="78" y="98"/>
                    </a:lnTo>
                    <a:lnTo>
                      <a:pt x="82" y="95"/>
                    </a:lnTo>
                    <a:lnTo>
                      <a:pt x="86" y="92"/>
                    </a:lnTo>
                    <a:lnTo>
                      <a:pt x="89" y="90"/>
                    </a:lnTo>
                    <a:lnTo>
                      <a:pt x="92" y="86"/>
                    </a:lnTo>
                    <a:lnTo>
                      <a:pt x="95" y="82"/>
                    </a:lnTo>
                    <a:lnTo>
                      <a:pt x="97" y="78"/>
                    </a:lnTo>
                    <a:lnTo>
                      <a:pt x="100" y="73"/>
                    </a:lnTo>
                    <a:lnTo>
                      <a:pt x="101" y="68"/>
                    </a:lnTo>
                    <a:lnTo>
                      <a:pt x="102" y="63"/>
                    </a:lnTo>
                    <a:lnTo>
                      <a:pt x="103" y="56"/>
                    </a:lnTo>
                    <a:lnTo>
                      <a:pt x="104" y="50"/>
                    </a:lnTo>
                    <a:lnTo>
                      <a:pt x="103" y="44"/>
                    </a:lnTo>
                    <a:lnTo>
                      <a:pt x="102" y="38"/>
                    </a:lnTo>
                    <a:close/>
                    <a:moveTo>
                      <a:pt x="72" y="58"/>
                    </a:moveTo>
                    <a:lnTo>
                      <a:pt x="71" y="68"/>
                    </a:lnTo>
                    <a:lnTo>
                      <a:pt x="70" y="72"/>
                    </a:lnTo>
                    <a:lnTo>
                      <a:pt x="68" y="76"/>
                    </a:lnTo>
                    <a:lnTo>
                      <a:pt x="68" y="79"/>
                    </a:lnTo>
                    <a:lnTo>
                      <a:pt x="67" y="83"/>
                    </a:lnTo>
                    <a:lnTo>
                      <a:pt x="65" y="86"/>
                    </a:lnTo>
                    <a:lnTo>
                      <a:pt x="64" y="88"/>
                    </a:lnTo>
                    <a:lnTo>
                      <a:pt x="62" y="91"/>
                    </a:lnTo>
                    <a:lnTo>
                      <a:pt x="60" y="92"/>
                    </a:lnTo>
                    <a:lnTo>
                      <a:pt x="58" y="94"/>
                    </a:lnTo>
                    <a:lnTo>
                      <a:pt x="56" y="95"/>
                    </a:lnTo>
                    <a:lnTo>
                      <a:pt x="54" y="95"/>
                    </a:lnTo>
                    <a:lnTo>
                      <a:pt x="52" y="95"/>
                    </a:lnTo>
                    <a:lnTo>
                      <a:pt x="49" y="95"/>
                    </a:lnTo>
                    <a:lnTo>
                      <a:pt x="47" y="95"/>
                    </a:lnTo>
                    <a:lnTo>
                      <a:pt x="45" y="94"/>
                    </a:lnTo>
                    <a:lnTo>
                      <a:pt x="43" y="93"/>
                    </a:lnTo>
                    <a:lnTo>
                      <a:pt x="41" y="91"/>
                    </a:lnTo>
                    <a:lnTo>
                      <a:pt x="40" y="90"/>
                    </a:lnTo>
                    <a:lnTo>
                      <a:pt x="38" y="87"/>
                    </a:lnTo>
                    <a:lnTo>
                      <a:pt x="36" y="85"/>
                    </a:lnTo>
                    <a:lnTo>
                      <a:pt x="36" y="83"/>
                    </a:lnTo>
                    <a:lnTo>
                      <a:pt x="35" y="79"/>
                    </a:lnTo>
                    <a:lnTo>
                      <a:pt x="33" y="75"/>
                    </a:lnTo>
                    <a:lnTo>
                      <a:pt x="33" y="72"/>
                    </a:lnTo>
                    <a:lnTo>
                      <a:pt x="32" y="68"/>
                    </a:lnTo>
                    <a:lnTo>
                      <a:pt x="32" y="63"/>
                    </a:lnTo>
                    <a:lnTo>
                      <a:pt x="32" y="59"/>
                    </a:lnTo>
                    <a:lnTo>
                      <a:pt x="32" y="54"/>
                    </a:lnTo>
                    <a:lnTo>
                      <a:pt x="32" y="49"/>
                    </a:lnTo>
                    <a:lnTo>
                      <a:pt x="32" y="43"/>
                    </a:lnTo>
                    <a:lnTo>
                      <a:pt x="32" y="38"/>
                    </a:lnTo>
                    <a:lnTo>
                      <a:pt x="33" y="34"/>
                    </a:lnTo>
                    <a:lnTo>
                      <a:pt x="33" y="30"/>
                    </a:lnTo>
                    <a:lnTo>
                      <a:pt x="35" y="27"/>
                    </a:lnTo>
                    <a:lnTo>
                      <a:pt x="36" y="23"/>
                    </a:lnTo>
                    <a:lnTo>
                      <a:pt x="37" y="21"/>
                    </a:lnTo>
                    <a:lnTo>
                      <a:pt x="38" y="18"/>
                    </a:lnTo>
                    <a:lnTo>
                      <a:pt x="40" y="16"/>
                    </a:lnTo>
                    <a:lnTo>
                      <a:pt x="41" y="14"/>
                    </a:lnTo>
                    <a:lnTo>
                      <a:pt x="44" y="12"/>
                    </a:lnTo>
                    <a:lnTo>
                      <a:pt x="46" y="10"/>
                    </a:lnTo>
                    <a:lnTo>
                      <a:pt x="48" y="10"/>
                    </a:lnTo>
                    <a:lnTo>
                      <a:pt x="50" y="9"/>
                    </a:lnTo>
                    <a:lnTo>
                      <a:pt x="52" y="9"/>
                    </a:lnTo>
                    <a:lnTo>
                      <a:pt x="55" y="9"/>
                    </a:lnTo>
                    <a:lnTo>
                      <a:pt x="57" y="10"/>
                    </a:lnTo>
                    <a:lnTo>
                      <a:pt x="60" y="10"/>
                    </a:lnTo>
                    <a:lnTo>
                      <a:pt x="61" y="11"/>
                    </a:lnTo>
                    <a:lnTo>
                      <a:pt x="63" y="13"/>
                    </a:lnTo>
                    <a:lnTo>
                      <a:pt x="64" y="14"/>
                    </a:lnTo>
                    <a:lnTo>
                      <a:pt x="66" y="16"/>
                    </a:lnTo>
                    <a:lnTo>
                      <a:pt x="67" y="18"/>
                    </a:lnTo>
                    <a:lnTo>
                      <a:pt x="68" y="22"/>
                    </a:lnTo>
                    <a:lnTo>
                      <a:pt x="69" y="24"/>
                    </a:lnTo>
                    <a:lnTo>
                      <a:pt x="70" y="27"/>
                    </a:lnTo>
                    <a:lnTo>
                      <a:pt x="71" y="30"/>
                    </a:lnTo>
                    <a:lnTo>
                      <a:pt x="72" y="38"/>
                    </a:lnTo>
                    <a:lnTo>
                      <a:pt x="72" y="47"/>
                    </a:lnTo>
                    <a:lnTo>
                      <a:pt x="72"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7" name="iṧlïdê"/>
              <p:cNvSpPr/>
              <p:nvPr userDrawn="1"/>
            </p:nvSpPr>
            <p:spPr bwMode="auto">
              <a:xfrm>
                <a:off x="8245476" y="4013201"/>
                <a:ext cx="111125" cy="250825"/>
              </a:xfrm>
              <a:custGeom>
                <a:avLst/>
                <a:gdLst>
                  <a:gd name="T0" fmla="*/ 70 w 70"/>
                  <a:gd name="T1" fmla="*/ 2 h 158"/>
                  <a:gd name="T2" fmla="*/ 63 w 70"/>
                  <a:gd name="T3" fmla="*/ 0 h 158"/>
                  <a:gd name="T4" fmla="*/ 56 w 70"/>
                  <a:gd name="T5" fmla="*/ 1 h 158"/>
                  <a:gd name="T6" fmla="*/ 50 w 70"/>
                  <a:gd name="T7" fmla="*/ 2 h 158"/>
                  <a:gd name="T8" fmla="*/ 44 w 70"/>
                  <a:gd name="T9" fmla="*/ 4 h 158"/>
                  <a:gd name="T10" fmla="*/ 39 w 70"/>
                  <a:gd name="T11" fmla="*/ 7 h 158"/>
                  <a:gd name="T12" fmla="*/ 34 w 70"/>
                  <a:gd name="T13" fmla="*/ 11 h 158"/>
                  <a:gd name="T14" fmla="*/ 30 w 70"/>
                  <a:gd name="T15" fmla="*/ 17 h 158"/>
                  <a:gd name="T16" fmla="*/ 27 w 70"/>
                  <a:gd name="T17" fmla="*/ 23 h 158"/>
                  <a:gd name="T18" fmla="*/ 23 w 70"/>
                  <a:gd name="T19" fmla="*/ 30 h 158"/>
                  <a:gd name="T20" fmla="*/ 20 w 70"/>
                  <a:gd name="T21" fmla="*/ 38 h 158"/>
                  <a:gd name="T22" fmla="*/ 18 w 70"/>
                  <a:gd name="T23" fmla="*/ 48 h 158"/>
                  <a:gd name="T24" fmla="*/ 16 w 70"/>
                  <a:gd name="T25" fmla="*/ 58 h 158"/>
                  <a:gd name="T26" fmla="*/ 1 w 70"/>
                  <a:gd name="T27" fmla="*/ 61 h 158"/>
                  <a:gd name="T28" fmla="*/ 1 w 70"/>
                  <a:gd name="T29" fmla="*/ 68 h 158"/>
                  <a:gd name="T30" fmla="*/ 16 w 70"/>
                  <a:gd name="T31" fmla="*/ 71 h 158"/>
                  <a:gd name="T32" fmla="*/ 19 w 70"/>
                  <a:gd name="T33" fmla="*/ 158 h 158"/>
                  <a:gd name="T34" fmla="*/ 27 w 70"/>
                  <a:gd name="T35" fmla="*/ 158 h 158"/>
                  <a:gd name="T36" fmla="*/ 34 w 70"/>
                  <a:gd name="T37" fmla="*/ 158 h 158"/>
                  <a:gd name="T38" fmla="*/ 42 w 70"/>
                  <a:gd name="T39" fmla="*/ 158 h 158"/>
                  <a:gd name="T40" fmla="*/ 46 w 70"/>
                  <a:gd name="T41" fmla="*/ 71 h 158"/>
                  <a:gd name="T42" fmla="*/ 64 w 70"/>
                  <a:gd name="T43" fmla="*/ 68 h 158"/>
                  <a:gd name="T44" fmla="*/ 64 w 70"/>
                  <a:gd name="T45" fmla="*/ 61 h 158"/>
                  <a:gd name="T46" fmla="*/ 44 w 70"/>
                  <a:gd name="T47" fmla="*/ 58 h 158"/>
                  <a:gd name="T48" fmla="*/ 40 w 70"/>
                  <a:gd name="T49" fmla="*/ 50 h 158"/>
                  <a:gd name="T50" fmla="*/ 37 w 70"/>
                  <a:gd name="T51" fmla="*/ 42 h 158"/>
                  <a:gd name="T52" fmla="*/ 35 w 70"/>
                  <a:gd name="T53" fmla="*/ 36 h 158"/>
                  <a:gd name="T54" fmla="*/ 34 w 70"/>
                  <a:gd name="T55" fmla="*/ 30 h 158"/>
                  <a:gd name="T56" fmla="*/ 35 w 70"/>
                  <a:gd name="T57" fmla="*/ 27 h 158"/>
                  <a:gd name="T58" fmla="*/ 37 w 70"/>
                  <a:gd name="T59" fmla="*/ 26 h 158"/>
                  <a:gd name="T60" fmla="*/ 38 w 70"/>
                  <a:gd name="T61" fmla="*/ 25 h 158"/>
                  <a:gd name="T62" fmla="*/ 41 w 70"/>
                  <a:gd name="T63" fmla="*/ 24 h 158"/>
                  <a:gd name="T64" fmla="*/ 48 w 70"/>
                  <a:gd name="T65" fmla="*/ 23 h 158"/>
                  <a:gd name="T66" fmla="*/ 58 w 70"/>
                  <a:gd name="T67" fmla="*/ 25 h 158"/>
                  <a:gd name="T68" fmla="*/ 66 w 70"/>
                  <a:gd name="T69" fmla="*/ 29 h 158"/>
                  <a:gd name="T70" fmla="*/ 69 w 70"/>
                  <a:gd name="T71" fmla="*/ 22 h 158"/>
                  <a:gd name="T72" fmla="*/ 70 w 70"/>
                  <a:gd name="T73" fmla="*/ 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158">
                    <a:moveTo>
                      <a:pt x="70" y="8"/>
                    </a:moveTo>
                    <a:lnTo>
                      <a:pt x="70" y="2"/>
                    </a:lnTo>
                    <a:lnTo>
                      <a:pt x="66" y="1"/>
                    </a:lnTo>
                    <a:lnTo>
                      <a:pt x="63" y="0"/>
                    </a:lnTo>
                    <a:lnTo>
                      <a:pt x="59" y="0"/>
                    </a:lnTo>
                    <a:lnTo>
                      <a:pt x="56" y="1"/>
                    </a:lnTo>
                    <a:lnTo>
                      <a:pt x="53" y="1"/>
                    </a:lnTo>
                    <a:lnTo>
                      <a:pt x="50" y="2"/>
                    </a:lnTo>
                    <a:lnTo>
                      <a:pt x="47" y="2"/>
                    </a:lnTo>
                    <a:lnTo>
                      <a:pt x="44" y="4"/>
                    </a:lnTo>
                    <a:lnTo>
                      <a:pt x="42" y="6"/>
                    </a:lnTo>
                    <a:lnTo>
                      <a:pt x="39" y="7"/>
                    </a:lnTo>
                    <a:lnTo>
                      <a:pt x="37" y="9"/>
                    </a:lnTo>
                    <a:lnTo>
                      <a:pt x="34" y="11"/>
                    </a:lnTo>
                    <a:lnTo>
                      <a:pt x="33" y="14"/>
                    </a:lnTo>
                    <a:lnTo>
                      <a:pt x="30" y="17"/>
                    </a:lnTo>
                    <a:lnTo>
                      <a:pt x="29" y="20"/>
                    </a:lnTo>
                    <a:lnTo>
                      <a:pt x="27" y="23"/>
                    </a:lnTo>
                    <a:lnTo>
                      <a:pt x="25" y="27"/>
                    </a:lnTo>
                    <a:lnTo>
                      <a:pt x="23" y="30"/>
                    </a:lnTo>
                    <a:lnTo>
                      <a:pt x="22" y="34"/>
                    </a:lnTo>
                    <a:lnTo>
                      <a:pt x="20" y="38"/>
                    </a:lnTo>
                    <a:lnTo>
                      <a:pt x="18" y="43"/>
                    </a:lnTo>
                    <a:lnTo>
                      <a:pt x="18" y="48"/>
                    </a:lnTo>
                    <a:lnTo>
                      <a:pt x="17" y="53"/>
                    </a:lnTo>
                    <a:lnTo>
                      <a:pt x="16" y="58"/>
                    </a:lnTo>
                    <a:lnTo>
                      <a:pt x="0" y="58"/>
                    </a:lnTo>
                    <a:lnTo>
                      <a:pt x="1" y="61"/>
                    </a:lnTo>
                    <a:lnTo>
                      <a:pt x="1" y="65"/>
                    </a:lnTo>
                    <a:lnTo>
                      <a:pt x="1" y="68"/>
                    </a:lnTo>
                    <a:lnTo>
                      <a:pt x="0" y="71"/>
                    </a:lnTo>
                    <a:lnTo>
                      <a:pt x="16" y="71"/>
                    </a:lnTo>
                    <a:lnTo>
                      <a:pt x="16" y="158"/>
                    </a:lnTo>
                    <a:lnTo>
                      <a:pt x="19" y="158"/>
                    </a:lnTo>
                    <a:lnTo>
                      <a:pt x="23" y="158"/>
                    </a:lnTo>
                    <a:lnTo>
                      <a:pt x="27" y="158"/>
                    </a:lnTo>
                    <a:lnTo>
                      <a:pt x="30" y="158"/>
                    </a:lnTo>
                    <a:lnTo>
                      <a:pt x="34" y="158"/>
                    </a:lnTo>
                    <a:lnTo>
                      <a:pt x="38" y="158"/>
                    </a:lnTo>
                    <a:lnTo>
                      <a:pt x="42" y="158"/>
                    </a:lnTo>
                    <a:lnTo>
                      <a:pt x="46" y="158"/>
                    </a:lnTo>
                    <a:lnTo>
                      <a:pt x="46" y="71"/>
                    </a:lnTo>
                    <a:lnTo>
                      <a:pt x="65" y="71"/>
                    </a:lnTo>
                    <a:lnTo>
                      <a:pt x="64" y="68"/>
                    </a:lnTo>
                    <a:lnTo>
                      <a:pt x="64" y="65"/>
                    </a:lnTo>
                    <a:lnTo>
                      <a:pt x="64" y="61"/>
                    </a:lnTo>
                    <a:lnTo>
                      <a:pt x="65" y="58"/>
                    </a:lnTo>
                    <a:lnTo>
                      <a:pt x="44" y="58"/>
                    </a:lnTo>
                    <a:lnTo>
                      <a:pt x="42" y="54"/>
                    </a:lnTo>
                    <a:lnTo>
                      <a:pt x="40" y="50"/>
                    </a:lnTo>
                    <a:lnTo>
                      <a:pt x="38" y="46"/>
                    </a:lnTo>
                    <a:lnTo>
                      <a:pt x="37" y="42"/>
                    </a:lnTo>
                    <a:lnTo>
                      <a:pt x="36" y="39"/>
                    </a:lnTo>
                    <a:lnTo>
                      <a:pt x="35" y="36"/>
                    </a:lnTo>
                    <a:lnTo>
                      <a:pt x="35" y="33"/>
                    </a:lnTo>
                    <a:lnTo>
                      <a:pt x="34" y="30"/>
                    </a:lnTo>
                    <a:lnTo>
                      <a:pt x="35" y="29"/>
                    </a:lnTo>
                    <a:lnTo>
                      <a:pt x="35" y="27"/>
                    </a:lnTo>
                    <a:lnTo>
                      <a:pt x="36" y="26"/>
                    </a:lnTo>
                    <a:lnTo>
                      <a:pt x="37" y="26"/>
                    </a:lnTo>
                    <a:lnTo>
                      <a:pt x="38" y="26"/>
                    </a:lnTo>
                    <a:lnTo>
                      <a:pt x="38" y="25"/>
                    </a:lnTo>
                    <a:lnTo>
                      <a:pt x="39" y="24"/>
                    </a:lnTo>
                    <a:lnTo>
                      <a:pt x="41" y="24"/>
                    </a:lnTo>
                    <a:lnTo>
                      <a:pt x="44" y="23"/>
                    </a:lnTo>
                    <a:lnTo>
                      <a:pt x="48" y="23"/>
                    </a:lnTo>
                    <a:lnTo>
                      <a:pt x="53" y="24"/>
                    </a:lnTo>
                    <a:lnTo>
                      <a:pt x="58" y="25"/>
                    </a:lnTo>
                    <a:lnTo>
                      <a:pt x="62" y="27"/>
                    </a:lnTo>
                    <a:lnTo>
                      <a:pt x="66" y="29"/>
                    </a:lnTo>
                    <a:lnTo>
                      <a:pt x="70" y="28"/>
                    </a:lnTo>
                    <a:lnTo>
                      <a:pt x="69" y="22"/>
                    </a:lnTo>
                    <a:lnTo>
                      <a:pt x="69" y="14"/>
                    </a:lnTo>
                    <a:lnTo>
                      <a:pt x="70" y="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8" name="ïSlïḋe"/>
              <p:cNvSpPr/>
              <p:nvPr userDrawn="1"/>
            </p:nvSpPr>
            <p:spPr bwMode="auto">
              <a:xfrm>
                <a:off x="8445501" y="4038601"/>
                <a:ext cx="171450" cy="225425"/>
              </a:xfrm>
              <a:custGeom>
                <a:avLst/>
                <a:gdLst>
                  <a:gd name="T0" fmla="*/ 107 w 108"/>
                  <a:gd name="T1" fmla="*/ 2 h 142"/>
                  <a:gd name="T2" fmla="*/ 108 w 108"/>
                  <a:gd name="T3" fmla="*/ 0 h 142"/>
                  <a:gd name="T4" fmla="*/ 0 w 108"/>
                  <a:gd name="T5" fmla="*/ 0 h 142"/>
                  <a:gd name="T6" fmla="*/ 0 w 108"/>
                  <a:gd name="T7" fmla="*/ 4 h 142"/>
                  <a:gd name="T8" fmla="*/ 1 w 108"/>
                  <a:gd name="T9" fmla="*/ 8 h 142"/>
                  <a:gd name="T10" fmla="*/ 0 w 108"/>
                  <a:gd name="T11" fmla="*/ 14 h 142"/>
                  <a:gd name="T12" fmla="*/ 0 w 108"/>
                  <a:gd name="T13" fmla="*/ 17 h 142"/>
                  <a:gd name="T14" fmla="*/ 3 w 108"/>
                  <a:gd name="T15" fmla="*/ 17 h 142"/>
                  <a:gd name="T16" fmla="*/ 7 w 108"/>
                  <a:gd name="T17" fmla="*/ 17 h 142"/>
                  <a:gd name="T18" fmla="*/ 16 w 108"/>
                  <a:gd name="T19" fmla="*/ 16 h 142"/>
                  <a:gd name="T20" fmla="*/ 25 w 108"/>
                  <a:gd name="T21" fmla="*/ 15 h 142"/>
                  <a:gd name="T22" fmla="*/ 32 w 108"/>
                  <a:gd name="T23" fmla="*/ 15 h 142"/>
                  <a:gd name="T24" fmla="*/ 39 w 108"/>
                  <a:gd name="T25" fmla="*/ 14 h 142"/>
                  <a:gd name="T26" fmla="*/ 39 w 108"/>
                  <a:gd name="T27" fmla="*/ 142 h 142"/>
                  <a:gd name="T28" fmla="*/ 43 w 108"/>
                  <a:gd name="T29" fmla="*/ 142 h 142"/>
                  <a:gd name="T30" fmla="*/ 47 w 108"/>
                  <a:gd name="T31" fmla="*/ 142 h 142"/>
                  <a:gd name="T32" fmla="*/ 51 w 108"/>
                  <a:gd name="T33" fmla="*/ 142 h 142"/>
                  <a:gd name="T34" fmla="*/ 55 w 108"/>
                  <a:gd name="T35" fmla="*/ 142 h 142"/>
                  <a:gd name="T36" fmla="*/ 58 w 108"/>
                  <a:gd name="T37" fmla="*/ 142 h 142"/>
                  <a:gd name="T38" fmla="*/ 62 w 108"/>
                  <a:gd name="T39" fmla="*/ 142 h 142"/>
                  <a:gd name="T40" fmla="*/ 66 w 108"/>
                  <a:gd name="T41" fmla="*/ 142 h 142"/>
                  <a:gd name="T42" fmla="*/ 70 w 108"/>
                  <a:gd name="T43" fmla="*/ 142 h 142"/>
                  <a:gd name="T44" fmla="*/ 70 w 108"/>
                  <a:gd name="T45" fmla="*/ 14 h 142"/>
                  <a:gd name="T46" fmla="*/ 75 w 108"/>
                  <a:gd name="T47" fmla="*/ 15 h 142"/>
                  <a:gd name="T48" fmla="*/ 81 w 108"/>
                  <a:gd name="T49" fmla="*/ 15 h 142"/>
                  <a:gd name="T50" fmla="*/ 88 w 108"/>
                  <a:gd name="T51" fmla="*/ 15 h 142"/>
                  <a:gd name="T52" fmla="*/ 96 w 108"/>
                  <a:gd name="T53" fmla="*/ 16 h 142"/>
                  <a:gd name="T54" fmla="*/ 98 w 108"/>
                  <a:gd name="T55" fmla="*/ 17 h 142"/>
                  <a:gd name="T56" fmla="*/ 101 w 108"/>
                  <a:gd name="T57" fmla="*/ 17 h 142"/>
                  <a:gd name="T58" fmla="*/ 104 w 108"/>
                  <a:gd name="T59" fmla="*/ 17 h 142"/>
                  <a:gd name="T60" fmla="*/ 108 w 108"/>
                  <a:gd name="T61" fmla="*/ 17 h 142"/>
                  <a:gd name="T62" fmla="*/ 107 w 108"/>
                  <a:gd name="T63" fmla="*/ 15 h 142"/>
                  <a:gd name="T64" fmla="*/ 107 w 108"/>
                  <a:gd name="T65" fmla="*/ 14 h 142"/>
                  <a:gd name="T66" fmla="*/ 107 w 108"/>
                  <a:gd name="T67" fmla="*/ 11 h 142"/>
                  <a:gd name="T68" fmla="*/ 107 w 108"/>
                  <a:gd name="T69" fmla="*/ 8 h 142"/>
                  <a:gd name="T70" fmla="*/ 107 w 108"/>
                  <a:gd name="T71" fmla="*/ 6 h 142"/>
                  <a:gd name="T72" fmla="*/ 107 w 108"/>
                  <a:gd name="T73" fmla="*/ 4 h 142"/>
                  <a:gd name="T74" fmla="*/ 107 w 108"/>
                  <a:gd name="T75" fmla="*/ 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142">
                    <a:moveTo>
                      <a:pt x="107" y="2"/>
                    </a:moveTo>
                    <a:lnTo>
                      <a:pt x="108" y="0"/>
                    </a:lnTo>
                    <a:lnTo>
                      <a:pt x="0" y="0"/>
                    </a:lnTo>
                    <a:lnTo>
                      <a:pt x="0" y="4"/>
                    </a:lnTo>
                    <a:lnTo>
                      <a:pt x="1" y="8"/>
                    </a:lnTo>
                    <a:lnTo>
                      <a:pt x="0" y="14"/>
                    </a:lnTo>
                    <a:lnTo>
                      <a:pt x="0" y="17"/>
                    </a:lnTo>
                    <a:lnTo>
                      <a:pt x="3" y="17"/>
                    </a:lnTo>
                    <a:lnTo>
                      <a:pt x="7" y="17"/>
                    </a:lnTo>
                    <a:lnTo>
                      <a:pt x="16" y="16"/>
                    </a:lnTo>
                    <a:lnTo>
                      <a:pt x="25" y="15"/>
                    </a:lnTo>
                    <a:lnTo>
                      <a:pt x="32" y="15"/>
                    </a:lnTo>
                    <a:lnTo>
                      <a:pt x="39" y="14"/>
                    </a:lnTo>
                    <a:lnTo>
                      <a:pt x="39" y="142"/>
                    </a:lnTo>
                    <a:lnTo>
                      <a:pt x="43" y="142"/>
                    </a:lnTo>
                    <a:lnTo>
                      <a:pt x="47" y="142"/>
                    </a:lnTo>
                    <a:lnTo>
                      <a:pt x="51" y="142"/>
                    </a:lnTo>
                    <a:lnTo>
                      <a:pt x="55" y="142"/>
                    </a:lnTo>
                    <a:lnTo>
                      <a:pt x="58" y="142"/>
                    </a:lnTo>
                    <a:lnTo>
                      <a:pt x="62" y="142"/>
                    </a:lnTo>
                    <a:lnTo>
                      <a:pt x="66" y="142"/>
                    </a:lnTo>
                    <a:lnTo>
                      <a:pt x="70" y="142"/>
                    </a:lnTo>
                    <a:lnTo>
                      <a:pt x="70" y="14"/>
                    </a:lnTo>
                    <a:lnTo>
                      <a:pt x="75" y="15"/>
                    </a:lnTo>
                    <a:lnTo>
                      <a:pt x="81" y="15"/>
                    </a:lnTo>
                    <a:lnTo>
                      <a:pt x="88" y="15"/>
                    </a:lnTo>
                    <a:lnTo>
                      <a:pt x="96" y="16"/>
                    </a:lnTo>
                    <a:lnTo>
                      <a:pt x="98" y="17"/>
                    </a:lnTo>
                    <a:lnTo>
                      <a:pt x="101" y="17"/>
                    </a:lnTo>
                    <a:lnTo>
                      <a:pt x="104" y="17"/>
                    </a:lnTo>
                    <a:lnTo>
                      <a:pt x="108" y="17"/>
                    </a:lnTo>
                    <a:lnTo>
                      <a:pt x="107" y="15"/>
                    </a:lnTo>
                    <a:lnTo>
                      <a:pt x="107" y="14"/>
                    </a:lnTo>
                    <a:lnTo>
                      <a:pt x="107" y="11"/>
                    </a:lnTo>
                    <a:lnTo>
                      <a:pt x="107" y="8"/>
                    </a:lnTo>
                    <a:lnTo>
                      <a:pt x="107" y="6"/>
                    </a:lnTo>
                    <a:lnTo>
                      <a:pt x="107" y="4"/>
                    </a:lnTo>
                    <a:lnTo>
                      <a:pt x="107" y="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9" name="iS1îḓê"/>
              <p:cNvSpPr/>
              <p:nvPr userDrawn="1"/>
            </p:nvSpPr>
            <p:spPr bwMode="auto">
              <a:xfrm>
                <a:off x="8653463" y="4102101"/>
                <a:ext cx="142875" cy="163513"/>
              </a:xfrm>
              <a:custGeom>
                <a:avLst/>
                <a:gdLst>
                  <a:gd name="T0" fmla="*/ 89 w 90"/>
                  <a:gd name="T1" fmla="*/ 30 h 103"/>
                  <a:gd name="T2" fmla="*/ 85 w 90"/>
                  <a:gd name="T3" fmla="*/ 21 h 103"/>
                  <a:gd name="T4" fmla="*/ 81 w 90"/>
                  <a:gd name="T5" fmla="*/ 14 h 103"/>
                  <a:gd name="T6" fmla="*/ 75 w 90"/>
                  <a:gd name="T7" fmla="*/ 8 h 103"/>
                  <a:gd name="T8" fmla="*/ 67 w 90"/>
                  <a:gd name="T9" fmla="*/ 4 h 103"/>
                  <a:gd name="T10" fmla="*/ 58 w 90"/>
                  <a:gd name="T11" fmla="*/ 1 h 103"/>
                  <a:gd name="T12" fmla="*/ 48 w 90"/>
                  <a:gd name="T13" fmla="*/ 0 h 103"/>
                  <a:gd name="T14" fmla="*/ 37 w 90"/>
                  <a:gd name="T15" fmla="*/ 1 h 103"/>
                  <a:gd name="T16" fmla="*/ 27 w 90"/>
                  <a:gd name="T17" fmla="*/ 4 h 103"/>
                  <a:gd name="T18" fmla="*/ 19 w 90"/>
                  <a:gd name="T19" fmla="*/ 8 h 103"/>
                  <a:gd name="T20" fmla="*/ 13 w 90"/>
                  <a:gd name="T21" fmla="*/ 14 h 103"/>
                  <a:gd name="T22" fmla="*/ 7 w 90"/>
                  <a:gd name="T23" fmla="*/ 21 h 103"/>
                  <a:gd name="T24" fmla="*/ 3 w 90"/>
                  <a:gd name="T25" fmla="*/ 29 h 103"/>
                  <a:gd name="T26" fmla="*/ 1 w 90"/>
                  <a:gd name="T27" fmla="*/ 38 h 103"/>
                  <a:gd name="T28" fmla="*/ 0 w 90"/>
                  <a:gd name="T29" fmla="*/ 50 h 103"/>
                  <a:gd name="T30" fmla="*/ 1 w 90"/>
                  <a:gd name="T31" fmla="*/ 63 h 103"/>
                  <a:gd name="T32" fmla="*/ 3 w 90"/>
                  <a:gd name="T33" fmla="*/ 73 h 103"/>
                  <a:gd name="T34" fmla="*/ 8 w 90"/>
                  <a:gd name="T35" fmla="*/ 82 h 103"/>
                  <a:gd name="T36" fmla="*/ 13 w 90"/>
                  <a:gd name="T37" fmla="*/ 90 h 103"/>
                  <a:gd name="T38" fmla="*/ 21 w 90"/>
                  <a:gd name="T39" fmla="*/ 95 h 103"/>
                  <a:gd name="T40" fmla="*/ 29 w 90"/>
                  <a:gd name="T41" fmla="*/ 99 h 103"/>
                  <a:gd name="T42" fmla="*/ 40 w 90"/>
                  <a:gd name="T43" fmla="*/ 103 h 103"/>
                  <a:gd name="T44" fmla="*/ 52 w 90"/>
                  <a:gd name="T45" fmla="*/ 103 h 103"/>
                  <a:gd name="T46" fmla="*/ 60 w 90"/>
                  <a:gd name="T47" fmla="*/ 103 h 103"/>
                  <a:gd name="T48" fmla="*/ 68 w 90"/>
                  <a:gd name="T49" fmla="*/ 102 h 103"/>
                  <a:gd name="T50" fmla="*/ 75 w 90"/>
                  <a:gd name="T51" fmla="*/ 99 h 103"/>
                  <a:gd name="T52" fmla="*/ 82 w 90"/>
                  <a:gd name="T53" fmla="*/ 95 h 103"/>
                  <a:gd name="T54" fmla="*/ 84 w 90"/>
                  <a:gd name="T55" fmla="*/ 82 h 103"/>
                  <a:gd name="T56" fmla="*/ 78 w 90"/>
                  <a:gd name="T57" fmla="*/ 86 h 103"/>
                  <a:gd name="T58" fmla="*/ 72 w 90"/>
                  <a:gd name="T59" fmla="*/ 89 h 103"/>
                  <a:gd name="T60" fmla="*/ 65 w 90"/>
                  <a:gd name="T61" fmla="*/ 91 h 103"/>
                  <a:gd name="T62" fmla="*/ 59 w 90"/>
                  <a:gd name="T63" fmla="*/ 91 h 103"/>
                  <a:gd name="T64" fmla="*/ 52 w 90"/>
                  <a:gd name="T65" fmla="*/ 91 h 103"/>
                  <a:gd name="T66" fmla="*/ 46 w 90"/>
                  <a:gd name="T67" fmla="*/ 89 h 103"/>
                  <a:gd name="T68" fmla="*/ 41 w 90"/>
                  <a:gd name="T69" fmla="*/ 86 h 103"/>
                  <a:gd name="T70" fmla="*/ 37 w 90"/>
                  <a:gd name="T71" fmla="*/ 82 h 103"/>
                  <a:gd name="T72" fmla="*/ 33 w 90"/>
                  <a:gd name="T73" fmla="*/ 76 h 103"/>
                  <a:gd name="T74" fmla="*/ 32 w 90"/>
                  <a:gd name="T75" fmla="*/ 70 h 103"/>
                  <a:gd name="T76" fmla="*/ 31 w 90"/>
                  <a:gd name="T77" fmla="*/ 62 h 103"/>
                  <a:gd name="T78" fmla="*/ 30 w 90"/>
                  <a:gd name="T79" fmla="*/ 52 h 103"/>
                  <a:gd name="T80" fmla="*/ 90 w 90"/>
                  <a:gd name="T81" fmla="*/ 46 h 103"/>
                  <a:gd name="T82" fmla="*/ 89 w 90"/>
                  <a:gd name="T83" fmla="*/ 34 h 103"/>
                  <a:gd name="T84" fmla="*/ 31 w 90"/>
                  <a:gd name="T85" fmla="*/ 34 h 103"/>
                  <a:gd name="T86" fmla="*/ 33 w 90"/>
                  <a:gd name="T87" fmla="*/ 26 h 103"/>
                  <a:gd name="T88" fmla="*/ 33 w 90"/>
                  <a:gd name="T89" fmla="*/ 20 h 103"/>
                  <a:gd name="T90" fmla="*/ 36 w 90"/>
                  <a:gd name="T91" fmla="*/ 16 h 103"/>
                  <a:gd name="T92" fmla="*/ 39 w 90"/>
                  <a:gd name="T93" fmla="*/ 12 h 103"/>
                  <a:gd name="T94" fmla="*/ 42 w 90"/>
                  <a:gd name="T95" fmla="*/ 10 h 103"/>
                  <a:gd name="T96" fmla="*/ 45 w 90"/>
                  <a:gd name="T97" fmla="*/ 9 h 103"/>
                  <a:gd name="T98" fmla="*/ 49 w 90"/>
                  <a:gd name="T99" fmla="*/ 9 h 103"/>
                  <a:gd name="T100" fmla="*/ 52 w 90"/>
                  <a:gd name="T101" fmla="*/ 10 h 103"/>
                  <a:gd name="T102" fmla="*/ 55 w 90"/>
                  <a:gd name="T103" fmla="*/ 12 h 103"/>
                  <a:gd name="T104" fmla="*/ 57 w 90"/>
                  <a:gd name="T105" fmla="*/ 16 h 103"/>
                  <a:gd name="T106" fmla="*/ 60 w 90"/>
                  <a:gd name="T107" fmla="*/ 22 h 103"/>
                  <a:gd name="T108" fmla="*/ 61 w 90"/>
                  <a:gd name="T109" fmla="*/ 34 h 103"/>
                  <a:gd name="T110" fmla="*/ 30 w 90"/>
                  <a:gd name="T111" fmla="*/ 4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103">
                    <a:moveTo>
                      <a:pt x="89" y="34"/>
                    </a:moveTo>
                    <a:lnTo>
                      <a:pt x="89" y="30"/>
                    </a:lnTo>
                    <a:lnTo>
                      <a:pt x="87" y="26"/>
                    </a:lnTo>
                    <a:lnTo>
                      <a:pt x="85" y="21"/>
                    </a:lnTo>
                    <a:lnTo>
                      <a:pt x="83" y="18"/>
                    </a:lnTo>
                    <a:lnTo>
                      <a:pt x="81" y="14"/>
                    </a:lnTo>
                    <a:lnTo>
                      <a:pt x="78" y="10"/>
                    </a:lnTo>
                    <a:lnTo>
                      <a:pt x="75" y="8"/>
                    </a:lnTo>
                    <a:lnTo>
                      <a:pt x="71" y="6"/>
                    </a:lnTo>
                    <a:lnTo>
                      <a:pt x="67" y="4"/>
                    </a:lnTo>
                    <a:lnTo>
                      <a:pt x="63" y="2"/>
                    </a:lnTo>
                    <a:lnTo>
                      <a:pt x="58" y="1"/>
                    </a:lnTo>
                    <a:lnTo>
                      <a:pt x="53" y="0"/>
                    </a:lnTo>
                    <a:lnTo>
                      <a:pt x="48" y="0"/>
                    </a:lnTo>
                    <a:lnTo>
                      <a:pt x="42" y="1"/>
                    </a:lnTo>
                    <a:lnTo>
                      <a:pt x="37" y="1"/>
                    </a:lnTo>
                    <a:lnTo>
                      <a:pt x="32" y="2"/>
                    </a:lnTo>
                    <a:lnTo>
                      <a:pt x="27" y="4"/>
                    </a:lnTo>
                    <a:lnTo>
                      <a:pt x="23" y="6"/>
                    </a:lnTo>
                    <a:lnTo>
                      <a:pt x="19" y="8"/>
                    </a:lnTo>
                    <a:lnTo>
                      <a:pt x="16" y="10"/>
                    </a:lnTo>
                    <a:lnTo>
                      <a:pt x="13" y="14"/>
                    </a:lnTo>
                    <a:lnTo>
                      <a:pt x="9" y="17"/>
                    </a:lnTo>
                    <a:lnTo>
                      <a:pt x="7" y="21"/>
                    </a:lnTo>
                    <a:lnTo>
                      <a:pt x="5" y="25"/>
                    </a:lnTo>
                    <a:lnTo>
                      <a:pt x="3" y="29"/>
                    </a:lnTo>
                    <a:lnTo>
                      <a:pt x="2" y="34"/>
                    </a:lnTo>
                    <a:lnTo>
                      <a:pt x="1" y="38"/>
                    </a:lnTo>
                    <a:lnTo>
                      <a:pt x="0" y="44"/>
                    </a:lnTo>
                    <a:lnTo>
                      <a:pt x="0" y="50"/>
                    </a:lnTo>
                    <a:lnTo>
                      <a:pt x="0" y="56"/>
                    </a:lnTo>
                    <a:lnTo>
                      <a:pt x="1" y="63"/>
                    </a:lnTo>
                    <a:lnTo>
                      <a:pt x="2" y="68"/>
                    </a:lnTo>
                    <a:lnTo>
                      <a:pt x="3" y="73"/>
                    </a:lnTo>
                    <a:lnTo>
                      <a:pt x="5" y="78"/>
                    </a:lnTo>
                    <a:lnTo>
                      <a:pt x="8" y="82"/>
                    </a:lnTo>
                    <a:lnTo>
                      <a:pt x="10" y="86"/>
                    </a:lnTo>
                    <a:lnTo>
                      <a:pt x="13" y="90"/>
                    </a:lnTo>
                    <a:lnTo>
                      <a:pt x="17" y="92"/>
                    </a:lnTo>
                    <a:lnTo>
                      <a:pt x="21" y="95"/>
                    </a:lnTo>
                    <a:lnTo>
                      <a:pt x="25" y="98"/>
                    </a:lnTo>
                    <a:lnTo>
                      <a:pt x="29" y="99"/>
                    </a:lnTo>
                    <a:lnTo>
                      <a:pt x="34" y="102"/>
                    </a:lnTo>
                    <a:lnTo>
                      <a:pt x="40" y="103"/>
                    </a:lnTo>
                    <a:lnTo>
                      <a:pt x="45" y="103"/>
                    </a:lnTo>
                    <a:lnTo>
                      <a:pt x="52" y="103"/>
                    </a:lnTo>
                    <a:lnTo>
                      <a:pt x="56" y="103"/>
                    </a:lnTo>
                    <a:lnTo>
                      <a:pt x="60" y="103"/>
                    </a:lnTo>
                    <a:lnTo>
                      <a:pt x="64" y="102"/>
                    </a:lnTo>
                    <a:lnTo>
                      <a:pt x="68" y="102"/>
                    </a:lnTo>
                    <a:lnTo>
                      <a:pt x="72" y="100"/>
                    </a:lnTo>
                    <a:lnTo>
                      <a:pt x="75" y="99"/>
                    </a:lnTo>
                    <a:lnTo>
                      <a:pt x="78" y="97"/>
                    </a:lnTo>
                    <a:lnTo>
                      <a:pt x="82" y="95"/>
                    </a:lnTo>
                    <a:lnTo>
                      <a:pt x="86" y="84"/>
                    </a:lnTo>
                    <a:lnTo>
                      <a:pt x="84" y="82"/>
                    </a:lnTo>
                    <a:lnTo>
                      <a:pt x="81" y="84"/>
                    </a:lnTo>
                    <a:lnTo>
                      <a:pt x="78" y="86"/>
                    </a:lnTo>
                    <a:lnTo>
                      <a:pt x="75" y="87"/>
                    </a:lnTo>
                    <a:lnTo>
                      <a:pt x="72" y="89"/>
                    </a:lnTo>
                    <a:lnTo>
                      <a:pt x="69" y="91"/>
                    </a:lnTo>
                    <a:lnTo>
                      <a:pt x="65" y="91"/>
                    </a:lnTo>
                    <a:lnTo>
                      <a:pt x="62" y="91"/>
                    </a:lnTo>
                    <a:lnTo>
                      <a:pt x="59" y="91"/>
                    </a:lnTo>
                    <a:lnTo>
                      <a:pt x="56" y="91"/>
                    </a:lnTo>
                    <a:lnTo>
                      <a:pt x="52" y="91"/>
                    </a:lnTo>
                    <a:lnTo>
                      <a:pt x="49" y="91"/>
                    </a:lnTo>
                    <a:lnTo>
                      <a:pt x="46" y="89"/>
                    </a:lnTo>
                    <a:lnTo>
                      <a:pt x="43" y="87"/>
                    </a:lnTo>
                    <a:lnTo>
                      <a:pt x="41" y="86"/>
                    </a:lnTo>
                    <a:lnTo>
                      <a:pt x="39" y="84"/>
                    </a:lnTo>
                    <a:lnTo>
                      <a:pt x="37" y="82"/>
                    </a:lnTo>
                    <a:lnTo>
                      <a:pt x="36" y="79"/>
                    </a:lnTo>
                    <a:lnTo>
                      <a:pt x="33" y="76"/>
                    </a:lnTo>
                    <a:lnTo>
                      <a:pt x="33" y="73"/>
                    </a:lnTo>
                    <a:lnTo>
                      <a:pt x="32" y="70"/>
                    </a:lnTo>
                    <a:lnTo>
                      <a:pt x="31" y="66"/>
                    </a:lnTo>
                    <a:lnTo>
                      <a:pt x="31" y="62"/>
                    </a:lnTo>
                    <a:lnTo>
                      <a:pt x="30" y="57"/>
                    </a:lnTo>
                    <a:lnTo>
                      <a:pt x="30" y="52"/>
                    </a:lnTo>
                    <a:lnTo>
                      <a:pt x="90" y="52"/>
                    </a:lnTo>
                    <a:lnTo>
                      <a:pt x="90" y="46"/>
                    </a:lnTo>
                    <a:lnTo>
                      <a:pt x="90" y="40"/>
                    </a:lnTo>
                    <a:lnTo>
                      <a:pt x="89" y="34"/>
                    </a:lnTo>
                    <a:close/>
                    <a:moveTo>
                      <a:pt x="30" y="42"/>
                    </a:moveTo>
                    <a:lnTo>
                      <a:pt x="31" y="34"/>
                    </a:lnTo>
                    <a:lnTo>
                      <a:pt x="32" y="28"/>
                    </a:lnTo>
                    <a:lnTo>
                      <a:pt x="33" y="26"/>
                    </a:lnTo>
                    <a:lnTo>
                      <a:pt x="33" y="22"/>
                    </a:lnTo>
                    <a:lnTo>
                      <a:pt x="33" y="20"/>
                    </a:lnTo>
                    <a:lnTo>
                      <a:pt x="35" y="18"/>
                    </a:lnTo>
                    <a:lnTo>
                      <a:pt x="36" y="16"/>
                    </a:lnTo>
                    <a:lnTo>
                      <a:pt x="37" y="14"/>
                    </a:lnTo>
                    <a:lnTo>
                      <a:pt x="39" y="12"/>
                    </a:lnTo>
                    <a:lnTo>
                      <a:pt x="41" y="11"/>
                    </a:lnTo>
                    <a:lnTo>
                      <a:pt x="42" y="10"/>
                    </a:lnTo>
                    <a:lnTo>
                      <a:pt x="44" y="10"/>
                    </a:lnTo>
                    <a:lnTo>
                      <a:pt x="45" y="9"/>
                    </a:lnTo>
                    <a:lnTo>
                      <a:pt x="48" y="9"/>
                    </a:lnTo>
                    <a:lnTo>
                      <a:pt x="49" y="9"/>
                    </a:lnTo>
                    <a:lnTo>
                      <a:pt x="51" y="10"/>
                    </a:lnTo>
                    <a:lnTo>
                      <a:pt x="52" y="10"/>
                    </a:lnTo>
                    <a:lnTo>
                      <a:pt x="53" y="11"/>
                    </a:lnTo>
                    <a:lnTo>
                      <a:pt x="55" y="12"/>
                    </a:lnTo>
                    <a:lnTo>
                      <a:pt x="56" y="14"/>
                    </a:lnTo>
                    <a:lnTo>
                      <a:pt x="57" y="16"/>
                    </a:lnTo>
                    <a:lnTo>
                      <a:pt x="57" y="18"/>
                    </a:lnTo>
                    <a:lnTo>
                      <a:pt x="60" y="22"/>
                    </a:lnTo>
                    <a:lnTo>
                      <a:pt x="61" y="28"/>
                    </a:lnTo>
                    <a:lnTo>
                      <a:pt x="61" y="34"/>
                    </a:lnTo>
                    <a:lnTo>
                      <a:pt x="61" y="42"/>
                    </a:lnTo>
                    <a:lnTo>
                      <a:pt x="30" y="4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0" name="îsḷîḓè"/>
              <p:cNvSpPr/>
              <p:nvPr userDrawn="1"/>
            </p:nvSpPr>
            <p:spPr bwMode="auto">
              <a:xfrm>
                <a:off x="8840788" y="4102101"/>
                <a:ext cx="144463" cy="163513"/>
              </a:xfrm>
              <a:custGeom>
                <a:avLst/>
                <a:gdLst>
                  <a:gd name="T0" fmla="*/ 32 w 91"/>
                  <a:gd name="T1" fmla="*/ 41 h 103"/>
                  <a:gd name="T2" fmla="*/ 33 w 91"/>
                  <a:gd name="T3" fmla="*/ 33 h 103"/>
                  <a:gd name="T4" fmla="*/ 36 w 91"/>
                  <a:gd name="T5" fmla="*/ 26 h 103"/>
                  <a:gd name="T6" fmla="*/ 38 w 91"/>
                  <a:gd name="T7" fmla="*/ 20 h 103"/>
                  <a:gd name="T8" fmla="*/ 42 w 91"/>
                  <a:gd name="T9" fmla="*/ 16 h 103"/>
                  <a:gd name="T10" fmla="*/ 46 w 91"/>
                  <a:gd name="T11" fmla="*/ 12 h 103"/>
                  <a:gd name="T12" fmla="*/ 51 w 91"/>
                  <a:gd name="T13" fmla="*/ 10 h 103"/>
                  <a:gd name="T14" fmla="*/ 56 w 91"/>
                  <a:gd name="T15" fmla="*/ 9 h 103"/>
                  <a:gd name="T16" fmla="*/ 64 w 91"/>
                  <a:gd name="T17" fmla="*/ 10 h 103"/>
                  <a:gd name="T18" fmla="*/ 68 w 91"/>
                  <a:gd name="T19" fmla="*/ 13 h 103"/>
                  <a:gd name="T20" fmla="*/ 70 w 91"/>
                  <a:gd name="T21" fmla="*/ 15 h 103"/>
                  <a:gd name="T22" fmla="*/ 75 w 91"/>
                  <a:gd name="T23" fmla="*/ 22 h 103"/>
                  <a:gd name="T24" fmla="*/ 78 w 91"/>
                  <a:gd name="T25" fmla="*/ 31 h 103"/>
                  <a:gd name="T26" fmla="*/ 91 w 91"/>
                  <a:gd name="T27" fmla="*/ 9 h 103"/>
                  <a:gd name="T28" fmla="*/ 84 w 91"/>
                  <a:gd name="T29" fmla="*/ 5 h 103"/>
                  <a:gd name="T30" fmla="*/ 75 w 91"/>
                  <a:gd name="T31" fmla="*/ 2 h 103"/>
                  <a:gd name="T32" fmla="*/ 65 w 91"/>
                  <a:gd name="T33" fmla="*/ 1 h 103"/>
                  <a:gd name="T34" fmla="*/ 55 w 91"/>
                  <a:gd name="T35" fmla="*/ 0 h 103"/>
                  <a:gd name="T36" fmla="*/ 43 w 91"/>
                  <a:gd name="T37" fmla="*/ 2 h 103"/>
                  <a:gd name="T38" fmla="*/ 32 w 91"/>
                  <a:gd name="T39" fmla="*/ 5 h 103"/>
                  <a:gd name="T40" fmla="*/ 23 w 91"/>
                  <a:gd name="T41" fmla="*/ 9 h 103"/>
                  <a:gd name="T42" fmla="*/ 15 w 91"/>
                  <a:gd name="T43" fmla="*/ 15 h 103"/>
                  <a:gd name="T44" fmla="*/ 9 w 91"/>
                  <a:gd name="T45" fmla="*/ 22 h 103"/>
                  <a:gd name="T46" fmla="*/ 4 w 91"/>
                  <a:gd name="T47" fmla="*/ 31 h 103"/>
                  <a:gd name="T48" fmla="*/ 1 w 91"/>
                  <a:gd name="T49" fmla="*/ 42 h 103"/>
                  <a:gd name="T50" fmla="*/ 0 w 91"/>
                  <a:gd name="T51" fmla="*/ 54 h 103"/>
                  <a:gd name="T52" fmla="*/ 1 w 91"/>
                  <a:gd name="T53" fmla="*/ 65 h 103"/>
                  <a:gd name="T54" fmla="*/ 4 w 91"/>
                  <a:gd name="T55" fmla="*/ 75 h 103"/>
                  <a:gd name="T56" fmla="*/ 8 w 91"/>
                  <a:gd name="T57" fmla="*/ 83 h 103"/>
                  <a:gd name="T58" fmla="*/ 14 w 91"/>
                  <a:gd name="T59" fmla="*/ 91 h 103"/>
                  <a:gd name="T60" fmla="*/ 22 w 91"/>
                  <a:gd name="T61" fmla="*/ 96 h 103"/>
                  <a:gd name="T62" fmla="*/ 32 w 91"/>
                  <a:gd name="T63" fmla="*/ 100 h 103"/>
                  <a:gd name="T64" fmla="*/ 42 w 91"/>
                  <a:gd name="T65" fmla="*/ 103 h 103"/>
                  <a:gd name="T66" fmla="*/ 55 w 91"/>
                  <a:gd name="T67" fmla="*/ 103 h 103"/>
                  <a:gd name="T68" fmla="*/ 72 w 91"/>
                  <a:gd name="T69" fmla="*/ 102 h 103"/>
                  <a:gd name="T70" fmla="*/ 77 w 91"/>
                  <a:gd name="T71" fmla="*/ 99 h 103"/>
                  <a:gd name="T72" fmla="*/ 83 w 91"/>
                  <a:gd name="T73" fmla="*/ 97 h 103"/>
                  <a:gd name="T74" fmla="*/ 84 w 91"/>
                  <a:gd name="T75" fmla="*/ 82 h 103"/>
                  <a:gd name="T76" fmla="*/ 80 w 91"/>
                  <a:gd name="T77" fmla="*/ 86 h 103"/>
                  <a:gd name="T78" fmla="*/ 74 w 91"/>
                  <a:gd name="T79" fmla="*/ 89 h 103"/>
                  <a:gd name="T80" fmla="*/ 68 w 91"/>
                  <a:gd name="T81" fmla="*/ 91 h 103"/>
                  <a:gd name="T82" fmla="*/ 62 w 91"/>
                  <a:gd name="T83" fmla="*/ 91 h 103"/>
                  <a:gd name="T84" fmla="*/ 55 w 91"/>
                  <a:gd name="T85" fmla="*/ 91 h 103"/>
                  <a:gd name="T86" fmla="*/ 48 w 91"/>
                  <a:gd name="T87" fmla="*/ 89 h 103"/>
                  <a:gd name="T88" fmla="*/ 43 w 91"/>
                  <a:gd name="T89" fmla="*/ 86 h 103"/>
                  <a:gd name="T90" fmla="*/ 38 w 91"/>
                  <a:gd name="T91" fmla="*/ 81 h 103"/>
                  <a:gd name="T92" fmla="*/ 35 w 91"/>
                  <a:gd name="T93" fmla="*/ 75 h 103"/>
                  <a:gd name="T94" fmla="*/ 32 w 91"/>
                  <a:gd name="T95" fmla="*/ 68 h 103"/>
                  <a:gd name="T96" fmla="*/ 31 w 91"/>
                  <a:gd name="T97" fmla="*/ 60 h 103"/>
                  <a:gd name="T98" fmla="*/ 31 w 91"/>
                  <a:gd name="T99" fmla="*/ 5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1" h="103">
                    <a:moveTo>
                      <a:pt x="31" y="46"/>
                    </a:moveTo>
                    <a:lnTo>
                      <a:pt x="32" y="41"/>
                    </a:lnTo>
                    <a:lnTo>
                      <a:pt x="32" y="37"/>
                    </a:lnTo>
                    <a:lnTo>
                      <a:pt x="33" y="33"/>
                    </a:lnTo>
                    <a:lnTo>
                      <a:pt x="34" y="29"/>
                    </a:lnTo>
                    <a:lnTo>
                      <a:pt x="36" y="26"/>
                    </a:lnTo>
                    <a:lnTo>
                      <a:pt x="36" y="23"/>
                    </a:lnTo>
                    <a:lnTo>
                      <a:pt x="38" y="20"/>
                    </a:lnTo>
                    <a:lnTo>
                      <a:pt x="40" y="18"/>
                    </a:lnTo>
                    <a:lnTo>
                      <a:pt x="42" y="16"/>
                    </a:lnTo>
                    <a:lnTo>
                      <a:pt x="44" y="14"/>
                    </a:lnTo>
                    <a:lnTo>
                      <a:pt x="46" y="12"/>
                    </a:lnTo>
                    <a:lnTo>
                      <a:pt x="48" y="10"/>
                    </a:lnTo>
                    <a:lnTo>
                      <a:pt x="51" y="10"/>
                    </a:lnTo>
                    <a:lnTo>
                      <a:pt x="53" y="9"/>
                    </a:lnTo>
                    <a:lnTo>
                      <a:pt x="56" y="9"/>
                    </a:lnTo>
                    <a:lnTo>
                      <a:pt x="60" y="10"/>
                    </a:lnTo>
                    <a:lnTo>
                      <a:pt x="64" y="10"/>
                    </a:lnTo>
                    <a:lnTo>
                      <a:pt x="66" y="12"/>
                    </a:lnTo>
                    <a:lnTo>
                      <a:pt x="68" y="13"/>
                    </a:lnTo>
                    <a:lnTo>
                      <a:pt x="68" y="14"/>
                    </a:lnTo>
                    <a:lnTo>
                      <a:pt x="70" y="15"/>
                    </a:lnTo>
                    <a:lnTo>
                      <a:pt x="72" y="18"/>
                    </a:lnTo>
                    <a:lnTo>
                      <a:pt x="75" y="22"/>
                    </a:lnTo>
                    <a:lnTo>
                      <a:pt x="76" y="26"/>
                    </a:lnTo>
                    <a:lnTo>
                      <a:pt x="78" y="31"/>
                    </a:lnTo>
                    <a:lnTo>
                      <a:pt x="83" y="31"/>
                    </a:lnTo>
                    <a:lnTo>
                      <a:pt x="91" y="9"/>
                    </a:lnTo>
                    <a:lnTo>
                      <a:pt x="88" y="7"/>
                    </a:lnTo>
                    <a:lnTo>
                      <a:pt x="84" y="5"/>
                    </a:lnTo>
                    <a:lnTo>
                      <a:pt x="79" y="4"/>
                    </a:lnTo>
                    <a:lnTo>
                      <a:pt x="75" y="2"/>
                    </a:lnTo>
                    <a:lnTo>
                      <a:pt x="70" y="2"/>
                    </a:lnTo>
                    <a:lnTo>
                      <a:pt x="65" y="1"/>
                    </a:lnTo>
                    <a:lnTo>
                      <a:pt x="60" y="0"/>
                    </a:lnTo>
                    <a:lnTo>
                      <a:pt x="55" y="0"/>
                    </a:lnTo>
                    <a:lnTo>
                      <a:pt x="48" y="1"/>
                    </a:lnTo>
                    <a:lnTo>
                      <a:pt x="43" y="2"/>
                    </a:lnTo>
                    <a:lnTo>
                      <a:pt x="37" y="3"/>
                    </a:lnTo>
                    <a:lnTo>
                      <a:pt x="32" y="5"/>
                    </a:lnTo>
                    <a:lnTo>
                      <a:pt x="27" y="6"/>
                    </a:lnTo>
                    <a:lnTo>
                      <a:pt x="23" y="9"/>
                    </a:lnTo>
                    <a:lnTo>
                      <a:pt x="19" y="12"/>
                    </a:lnTo>
                    <a:lnTo>
                      <a:pt x="15" y="15"/>
                    </a:lnTo>
                    <a:lnTo>
                      <a:pt x="12" y="18"/>
                    </a:lnTo>
                    <a:lnTo>
                      <a:pt x="9" y="22"/>
                    </a:lnTo>
                    <a:lnTo>
                      <a:pt x="7" y="27"/>
                    </a:lnTo>
                    <a:lnTo>
                      <a:pt x="4" y="31"/>
                    </a:lnTo>
                    <a:lnTo>
                      <a:pt x="3" y="36"/>
                    </a:lnTo>
                    <a:lnTo>
                      <a:pt x="1" y="42"/>
                    </a:lnTo>
                    <a:lnTo>
                      <a:pt x="1" y="47"/>
                    </a:lnTo>
                    <a:lnTo>
                      <a:pt x="0" y="54"/>
                    </a:lnTo>
                    <a:lnTo>
                      <a:pt x="0" y="60"/>
                    </a:lnTo>
                    <a:lnTo>
                      <a:pt x="1" y="65"/>
                    </a:lnTo>
                    <a:lnTo>
                      <a:pt x="3" y="71"/>
                    </a:lnTo>
                    <a:lnTo>
                      <a:pt x="4" y="75"/>
                    </a:lnTo>
                    <a:lnTo>
                      <a:pt x="6" y="79"/>
                    </a:lnTo>
                    <a:lnTo>
                      <a:pt x="8" y="83"/>
                    </a:lnTo>
                    <a:lnTo>
                      <a:pt x="11" y="87"/>
                    </a:lnTo>
                    <a:lnTo>
                      <a:pt x="14" y="91"/>
                    </a:lnTo>
                    <a:lnTo>
                      <a:pt x="18" y="94"/>
                    </a:lnTo>
                    <a:lnTo>
                      <a:pt x="22" y="96"/>
                    </a:lnTo>
                    <a:lnTo>
                      <a:pt x="27" y="98"/>
                    </a:lnTo>
                    <a:lnTo>
                      <a:pt x="32" y="100"/>
                    </a:lnTo>
                    <a:lnTo>
                      <a:pt x="36" y="102"/>
                    </a:lnTo>
                    <a:lnTo>
                      <a:pt x="42" y="103"/>
                    </a:lnTo>
                    <a:lnTo>
                      <a:pt x="48" y="103"/>
                    </a:lnTo>
                    <a:lnTo>
                      <a:pt x="55" y="103"/>
                    </a:lnTo>
                    <a:lnTo>
                      <a:pt x="64" y="103"/>
                    </a:lnTo>
                    <a:lnTo>
                      <a:pt x="72" y="102"/>
                    </a:lnTo>
                    <a:lnTo>
                      <a:pt x="75" y="100"/>
                    </a:lnTo>
                    <a:lnTo>
                      <a:pt x="77" y="99"/>
                    </a:lnTo>
                    <a:lnTo>
                      <a:pt x="80" y="99"/>
                    </a:lnTo>
                    <a:lnTo>
                      <a:pt x="83" y="97"/>
                    </a:lnTo>
                    <a:lnTo>
                      <a:pt x="88" y="84"/>
                    </a:lnTo>
                    <a:lnTo>
                      <a:pt x="84" y="82"/>
                    </a:lnTo>
                    <a:lnTo>
                      <a:pt x="82" y="84"/>
                    </a:lnTo>
                    <a:lnTo>
                      <a:pt x="80" y="86"/>
                    </a:lnTo>
                    <a:lnTo>
                      <a:pt x="77" y="87"/>
                    </a:lnTo>
                    <a:lnTo>
                      <a:pt x="74" y="89"/>
                    </a:lnTo>
                    <a:lnTo>
                      <a:pt x="72" y="91"/>
                    </a:lnTo>
                    <a:lnTo>
                      <a:pt x="68" y="91"/>
                    </a:lnTo>
                    <a:lnTo>
                      <a:pt x="65" y="91"/>
                    </a:lnTo>
                    <a:lnTo>
                      <a:pt x="62" y="91"/>
                    </a:lnTo>
                    <a:lnTo>
                      <a:pt x="59" y="91"/>
                    </a:lnTo>
                    <a:lnTo>
                      <a:pt x="55" y="91"/>
                    </a:lnTo>
                    <a:lnTo>
                      <a:pt x="52" y="90"/>
                    </a:lnTo>
                    <a:lnTo>
                      <a:pt x="48" y="89"/>
                    </a:lnTo>
                    <a:lnTo>
                      <a:pt x="46" y="87"/>
                    </a:lnTo>
                    <a:lnTo>
                      <a:pt x="43" y="86"/>
                    </a:lnTo>
                    <a:lnTo>
                      <a:pt x="40" y="83"/>
                    </a:lnTo>
                    <a:lnTo>
                      <a:pt x="38" y="81"/>
                    </a:lnTo>
                    <a:lnTo>
                      <a:pt x="36" y="79"/>
                    </a:lnTo>
                    <a:lnTo>
                      <a:pt x="35" y="75"/>
                    </a:lnTo>
                    <a:lnTo>
                      <a:pt x="33" y="72"/>
                    </a:lnTo>
                    <a:lnTo>
                      <a:pt x="32" y="68"/>
                    </a:lnTo>
                    <a:lnTo>
                      <a:pt x="32" y="64"/>
                    </a:lnTo>
                    <a:lnTo>
                      <a:pt x="31" y="60"/>
                    </a:lnTo>
                    <a:lnTo>
                      <a:pt x="31" y="55"/>
                    </a:lnTo>
                    <a:lnTo>
                      <a:pt x="31" y="51"/>
                    </a:lnTo>
                    <a:lnTo>
                      <a:pt x="31" y="4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1" name="iṩļiḍè"/>
              <p:cNvSpPr/>
              <p:nvPr userDrawn="1"/>
            </p:nvSpPr>
            <p:spPr bwMode="auto">
              <a:xfrm>
                <a:off x="9028113" y="4014788"/>
                <a:ext cx="147638" cy="249238"/>
              </a:xfrm>
              <a:custGeom>
                <a:avLst/>
                <a:gdLst>
                  <a:gd name="T0" fmla="*/ 90 w 93"/>
                  <a:gd name="T1" fmla="*/ 75 h 157"/>
                  <a:gd name="T2" fmla="*/ 88 w 93"/>
                  <a:gd name="T3" fmla="*/ 69 h 157"/>
                  <a:gd name="T4" fmla="*/ 84 w 93"/>
                  <a:gd name="T5" fmla="*/ 65 h 157"/>
                  <a:gd name="T6" fmla="*/ 79 w 93"/>
                  <a:gd name="T7" fmla="*/ 61 h 157"/>
                  <a:gd name="T8" fmla="*/ 74 w 93"/>
                  <a:gd name="T9" fmla="*/ 57 h 157"/>
                  <a:gd name="T10" fmla="*/ 66 w 93"/>
                  <a:gd name="T11" fmla="*/ 56 h 157"/>
                  <a:gd name="T12" fmla="*/ 59 w 93"/>
                  <a:gd name="T13" fmla="*/ 55 h 157"/>
                  <a:gd name="T14" fmla="*/ 51 w 93"/>
                  <a:gd name="T15" fmla="*/ 56 h 157"/>
                  <a:gd name="T16" fmla="*/ 43 w 93"/>
                  <a:gd name="T17" fmla="*/ 60 h 157"/>
                  <a:gd name="T18" fmla="*/ 36 w 93"/>
                  <a:gd name="T19" fmla="*/ 65 h 157"/>
                  <a:gd name="T20" fmla="*/ 29 w 93"/>
                  <a:gd name="T21" fmla="*/ 71 h 157"/>
                  <a:gd name="T22" fmla="*/ 26 w 93"/>
                  <a:gd name="T23" fmla="*/ 0 h 157"/>
                  <a:gd name="T24" fmla="*/ 18 w 93"/>
                  <a:gd name="T25" fmla="*/ 1 h 157"/>
                  <a:gd name="T26" fmla="*/ 13 w 93"/>
                  <a:gd name="T27" fmla="*/ 1 h 157"/>
                  <a:gd name="T28" fmla="*/ 9 w 93"/>
                  <a:gd name="T29" fmla="*/ 1 h 157"/>
                  <a:gd name="T30" fmla="*/ 3 w 93"/>
                  <a:gd name="T31" fmla="*/ 0 h 157"/>
                  <a:gd name="T32" fmla="*/ 0 w 93"/>
                  <a:gd name="T33" fmla="*/ 157 h 157"/>
                  <a:gd name="T34" fmla="*/ 7 w 93"/>
                  <a:gd name="T35" fmla="*/ 157 h 157"/>
                  <a:gd name="T36" fmla="*/ 14 w 93"/>
                  <a:gd name="T37" fmla="*/ 157 h 157"/>
                  <a:gd name="T38" fmla="*/ 22 w 93"/>
                  <a:gd name="T39" fmla="*/ 157 h 157"/>
                  <a:gd name="T40" fmla="*/ 29 w 93"/>
                  <a:gd name="T41" fmla="*/ 157 h 157"/>
                  <a:gd name="T42" fmla="*/ 28 w 93"/>
                  <a:gd name="T43" fmla="*/ 106 h 157"/>
                  <a:gd name="T44" fmla="*/ 28 w 93"/>
                  <a:gd name="T45" fmla="*/ 97 h 157"/>
                  <a:gd name="T46" fmla="*/ 30 w 93"/>
                  <a:gd name="T47" fmla="*/ 89 h 157"/>
                  <a:gd name="T48" fmla="*/ 31 w 93"/>
                  <a:gd name="T49" fmla="*/ 84 h 157"/>
                  <a:gd name="T50" fmla="*/ 34 w 93"/>
                  <a:gd name="T51" fmla="*/ 79 h 157"/>
                  <a:gd name="T52" fmla="*/ 36 w 93"/>
                  <a:gd name="T53" fmla="*/ 76 h 157"/>
                  <a:gd name="T54" fmla="*/ 40 w 93"/>
                  <a:gd name="T55" fmla="*/ 73 h 157"/>
                  <a:gd name="T56" fmla="*/ 45 w 93"/>
                  <a:gd name="T57" fmla="*/ 73 h 157"/>
                  <a:gd name="T58" fmla="*/ 50 w 93"/>
                  <a:gd name="T59" fmla="*/ 72 h 157"/>
                  <a:gd name="T60" fmla="*/ 54 w 93"/>
                  <a:gd name="T61" fmla="*/ 73 h 157"/>
                  <a:gd name="T62" fmla="*/ 57 w 93"/>
                  <a:gd name="T63" fmla="*/ 75 h 157"/>
                  <a:gd name="T64" fmla="*/ 59 w 93"/>
                  <a:gd name="T65" fmla="*/ 78 h 157"/>
                  <a:gd name="T66" fmla="*/ 62 w 93"/>
                  <a:gd name="T67" fmla="*/ 82 h 157"/>
                  <a:gd name="T68" fmla="*/ 63 w 93"/>
                  <a:gd name="T69" fmla="*/ 88 h 157"/>
                  <a:gd name="T70" fmla="*/ 64 w 93"/>
                  <a:gd name="T71" fmla="*/ 98 h 157"/>
                  <a:gd name="T72" fmla="*/ 65 w 93"/>
                  <a:gd name="T73" fmla="*/ 157 h 157"/>
                  <a:gd name="T74" fmla="*/ 71 w 93"/>
                  <a:gd name="T75" fmla="*/ 157 h 157"/>
                  <a:gd name="T76" fmla="*/ 78 w 93"/>
                  <a:gd name="T77" fmla="*/ 157 h 157"/>
                  <a:gd name="T78" fmla="*/ 86 w 93"/>
                  <a:gd name="T79" fmla="*/ 157 h 157"/>
                  <a:gd name="T80" fmla="*/ 93 w 93"/>
                  <a:gd name="T81" fmla="*/ 157 h 157"/>
                  <a:gd name="T82" fmla="*/ 93 w 93"/>
                  <a:gd name="T83" fmla="*/ 86 h 157"/>
                  <a:gd name="T84" fmla="*/ 92 w 93"/>
                  <a:gd name="T8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2" y="79"/>
                    </a:moveTo>
                    <a:lnTo>
                      <a:pt x="90" y="75"/>
                    </a:lnTo>
                    <a:lnTo>
                      <a:pt x="90" y="73"/>
                    </a:lnTo>
                    <a:lnTo>
                      <a:pt x="88" y="69"/>
                    </a:lnTo>
                    <a:lnTo>
                      <a:pt x="86" y="67"/>
                    </a:lnTo>
                    <a:lnTo>
                      <a:pt x="84" y="65"/>
                    </a:lnTo>
                    <a:lnTo>
                      <a:pt x="82" y="62"/>
                    </a:lnTo>
                    <a:lnTo>
                      <a:pt x="79" y="61"/>
                    </a:lnTo>
                    <a:lnTo>
                      <a:pt x="76" y="59"/>
                    </a:lnTo>
                    <a:lnTo>
                      <a:pt x="74" y="57"/>
                    </a:lnTo>
                    <a:lnTo>
                      <a:pt x="70" y="56"/>
                    </a:lnTo>
                    <a:lnTo>
                      <a:pt x="66" y="56"/>
                    </a:lnTo>
                    <a:lnTo>
                      <a:pt x="63" y="55"/>
                    </a:lnTo>
                    <a:lnTo>
                      <a:pt x="59" y="55"/>
                    </a:lnTo>
                    <a:lnTo>
                      <a:pt x="55" y="55"/>
                    </a:lnTo>
                    <a:lnTo>
                      <a:pt x="51" y="56"/>
                    </a:lnTo>
                    <a:lnTo>
                      <a:pt x="47" y="57"/>
                    </a:lnTo>
                    <a:lnTo>
                      <a:pt x="43" y="60"/>
                    </a:lnTo>
                    <a:lnTo>
                      <a:pt x="40" y="61"/>
                    </a:lnTo>
                    <a:lnTo>
                      <a:pt x="36" y="65"/>
                    </a:lnTo>
                    <a:lnTo>
                      <a:pt x="32" y="68"/>
                    </a:lnTo>
                    <a:lnTo>
                      <a:pt x="29" y="71"/>
                    </a:lnTo>
                    <a:lnTo>
                      <a:pt x="29" y="0"/>
                    </a:lnTo>
                    <a:lnTo>
                      <a:pt x="26" y="0"/>
                    </a:lnTo>
                    <a:lnTo>
                      <a:pt x="22" y="1"/>
                    </a:lnTo>
                    <a:lnTo>
                      <a:pt x="18"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8" y="157"/>
                    </a:lnTo>
                    <a:lnTo>
                      <a:pt x="22" y="157"/>
                    </a:lnTo>
                    <a:lnTo>
                      <a:pt x="25" y="157"/>
                    </a:lnTo>
                    <a:lnTo>
                      <a:pt x="29" y="157"/>
                    </a:lnTo>
                    <a:lnTo>
                      <a:pt x="29" y="110"/>
                    </a:lnTo>
                    <a:lnTo>
                      <a:pt x="28" y="106"/>
                    </a:lnTo>
                    <a:lnTo>
                      <a:pt x="28" y="101"/>
                    </a:lnTo>
                    <a:lnTo>
                      <a:pt x="28" y="97"/>
                    </a:lnTo>
                    <a:lnTo>
                      <a:pt x="29" y="93"/>
                    </a:lnTo>
                    <a:lnTo>
                      <a:pt x="30" y="89"/>
                    </a:lnTo>
                    <a:lnTo>
                      <a:pt x="30" y="87"/>
                    </a:lnTo>
                    <a:lnTo>
                      <a:pt x="31" y="84"/>
                    </a:lnTo>
                    <a:lnTo>
                      <a:pt x="32" y="81"/>
                    </a:lnTo>
                    <a:lnTo>
                      <a:pt x="34" y="79"/>
                    </a:lnTo>
                    <a:lnTo>
                      <a:pt x="34" y="77"/>
                    </a:lnTo>
                    <a:lnTo>
                      <a:pt x="36" y="76"/>
                    </a:lnTo>
                    <a:lnTo>
                      <a:pt x="38" y="74"/>
                    </a:lnTo>
                    <a:lnTo>
                      <a:pt x="40" y="73"/>
                    </a:lnTo>
                    <a:lnTo>
                      <a:pt x="42" y="73"/>
                    </a:lnTo>
                    <a:lnTo>
                      <a:pt x="45" y="73"/>
                    </a:lnTo>
                    <a:lnTo>
                      <a:pt x="47" y="72"/>
                    </a:lnTo>
                    <a:lnTo>
                      <a:pt x="50" y="72"/>
                    </a:lnTo>
                    <a:lnTo>
                      <a:pt x="51" y="73"/>
                    </a:lnTo>
                    <a:lnTo>
                      <a:pt x="54" y="73"/>
                    </a:lnTo>
                    <a:lnTo>
                      <a:pt x="55" y="74"/>
                    </a:lnTo>
                    <a:lnTo>
                      <a:pt x="57" y="75"/>
                    </a:lnTo>
                    <a:lnTo>
                      <a:pt x="58" y="77"/>
                    </a:lnTo>
                    <a:lnTo>
                      <a:pt x="59" y="78"/>
                    </a:lnTo>
                    <a:lnTo>
                      <a:pt x="61" y="81"/>
                    </a:lnTo>
                    <a:lnTo>
                      <a:pt x="62" y="82"/>
                    </a:lnTo>
                    <a:lnTo>
                      <a:pt x="62" y="85"/>
                    </a:lnTo>
                    <a:lnTo>
                      <a:pt x="63" y="88"/>
                    </a:lnTo>
                    <a:lnTo>
                      <a:pt x="63" y="91"/>
                    </a:lnTo>
                    <a:lnTo>
                      <a:pt x="64" y="98"/>
                    </a:lnTo>
                    <a:lnTo>
                      <a:pt x="65" y="106"/>
                    </a:lnTo>
                    <a:lnTo>
                      <a:pt x="65" y="157"/>
                    </a:lnTo>
                    <a:lnTo>
                      <a:pt x="68" y="157"/>
                    </a:lnTo>
                    <a:lnTo>
                      <a:pt x="71" y="157"/>
                    </a:lnTo>
                    <a:lnTo>
                      <a:pt x="74" y="157"/>
                    </a:lnTo>
                    <a:lnTo>
                      <a:pt x="78" y="157"/>
                    </a:lnTo>
                    <a:lnTo>
                      <a:pt x="82" y="157"/>
                    </a:lnTo>
                    <a:lnTo>
                      <a:pt x="86" y="157"/>
                    </a:lnTo>
                    <a:lnTo>
                      <a:pt x="89" y="157"/>
                    </a:lnTo>
                    <a:lnTo>
                      <a:pt x="93" y="157"/>
                    </a:lnTo>
                    <a:lnTo>
                      <a:pt x="93" y="91"/>
                    </a:lnTo>
                    <a:lnTo>
                      <a:pt x="93" y="86"/>
                    </a:lnTo>
                    <a:lnTo>
                      <a:pt x="93" y="82"/>
                    </a:lnTo>
                    <a:lnTo>
                      <a:pt x="92" y="7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2" name="íSļiḓê"/>
              <p:cNvSpPr/>
              <p:nvPr userDrawn="1"/>
            </p:nvSpPr>
            <p:spPr bwMode="auto">
              <a:xfrm>
                <a:off x="9229726" y="4102101"/>
                <a:ext cx="147638" cy="161925"/>
              </a:xfrm>
              <a:custGeom>
                <a:avLst/>
                <a:gdLst>
                  <a:gd name="T0" fmla="*/ 91 w 93"/>
                  <a:gd name="T1" fmla="*/ 23 h 102"/>
                  <a:gd name="T2" fmla="*/ 89 w 93"/>
                  <a:gd name="T3" fmla="*/ 16 h 102"/>
                  <a:gd name="T4" fmla="*/ 86 w 93"/>
                  <a:gd name="T5" fmla="*/ 10 h 102"/>
                  <a:gd name="T6" fmla="*/ 81 w 93"/>
                  <a:gd name="T7" fmla="*/ 6 h 102"/>
                  <a:gd name="T8" fmla="*/ 75 w 93"/>
                  <a:gd name="T9" fmla="*/ 2 h 102"/>
                  <a:gd name="T10" fmla="*/ 68 w 93"/>
                  <a:gd name="T11" fmla="*/ 1 h 102"/>
                  <a:gd name="T12" fmla="*/ 61 w 93"/>
                  <a:gd name="T13" fmla="*/ 0 h 102"/>
                  <a:gd name="T14" fmla="*/ 51 w 93"/>
                  <a:gd name="T15" fmla="*/ 1 h 102"/>
                  <a:gd name="T16" fmla="*/ 43 w 93"/>
                  <a:gd name="T17" fmla="*/ 5 h 102"/>
                  <a:gd name="T18" fmla="*/ 35 w 93"/>
                  <a:gd name="T19" fmla="*/ 10 h 102"/>
                  <a:gd name="T20" fmla="*/ 28 w 93"/>
                  <a:gd name="T21" fmla="*/ 17 h 102"/>
                  <a:gd name="T22" fmla="*/ 24 w 93"/>
                  <a:gd name="T23" fmla="*/ 2 h 102"/>
                  <a:gd name="T24" fmla="*/ 17 w 93"/>
                  <a:gd name="T25" fmla="*/ 2 h 102"/>
                  <a:gd name="T26" fmla="*/ 11 w 93"/>
                  <a:gd name="T27" fmla="*/ 2 h 102"/>
                  <a:gd name="T28" fmla="*/ 3 w 93"/>
                  <a:gd name="T29" fmla="*/ 2 h 102"/>
                  <a:gd name="T30" fmla="*/ 0 w 93"/>
                  <a:gd name="T31" fmla="*/ 102 h 102"/>
                  <a:gd name="T32" fmla="*/ 7 w 93"/>
                  <a:gd name="T33" fmla="*/ 102 h 102"/>
                  <a:gd name="T34" fmla="*/ 15 w 93"/>
                  <a:gd name="T35" fmla="*/ 102 h 102"/>
                  <a:gd name="T36" fmla="*/ 22 w 93"/>
                  <a:gd name="T37" fmla="*/ 102 h 102"/>
                  <a:gd name="T38" fmla="*/ 29 w 93"/>
                  <a:gd name="T39" fmla="*/ 102 h 102"/>
                  <a:gd name="T40" fmla="*/ 28 w 93"/>
                  <a:gd name="T41" fmla="*/ 51 h 102"/>
                  <a:gd name="T42" fmla="*/ 29 w 93"/>
                  <a:gd name="T43" fmla="*/ 42 h 102"/>
                  <a:gd name="T44" fmla="*/ 30 w 93"/>
                  <a:gd name="T45" fmla="*/ 34 h 102"/>
                  <a:gd name="T46" fmla="*/ 31 w 93"/>
                  <a:gd name="T47" fmla="*/ 29 h 102"/>
                  <a:gd name="T48" fmla="*/ 34 w 93"/>
                  <a:gd name="T49" fmla="*/ 24 h 102"/>
                  <a:gd name="T50" fmla="*/ 37 w 93"/>
                  <a:gd name="T51" fmla="*/ 21 h 102"/>
                  <a:gd name="T52" fmla="*/ 41 w 93"/>
                  <a:gd name="T53" fmla="*/ 18 h 102"/>
                  <a:gd name="T54" fmla="*/ 45 w 93"/>
                  <a:gd name="T55" fmla="*/ 18 h 102"/>
                  <a:gd name="T56" fmla="*/ 50 w 93"/>
                  <a:gd name="T57" fmla="*/ 17 h 102"/>
                  <a:gd name="T58" fmla="*/ 54 w 93"/>
                  <a:gd name="T59" fmla="*/ 18 h 102"/>
                  <a:gd name="T60" fmla="*/ 57 w 93"/>
                  <a:gd name="T61" fmla="*/ 20 h 102"/>
                  <a:gd name="T62" fmla="*/ 60 w 93"/>
                  <a:gd name="T63" fmla="*/ 23 h 102"/>
                  <a:gd name="T64" fmla="*/ 62 w 93"/>
                  <a:gd name="T65" fmla="*/ 27 h 102"/>
                  <a:gd name="T66" fmla="*/ 63 w 93"/>
                  <a:gd name="T67" fmla="*/ 33 h 102"/>
                  <a:gd name="T68" fmla="*/ 65 w 93"/>
                  <a:gd name="T69" fmla="*/ 43 h 102"/>
                  <a:gd name="T70" fmla="*/ 65 w 93"/>
                  <a:gd name="T71" fmla="*/ 102 h 102"/>
                  <a:gd name="T72" fmla="*/ 71 w 93"/>
                  <a:gd name="T73" fmla="*/ 102 h 102"/>
                  <a:gd name="T74" fmla="*/ 79 w 93"/>
                  <a:gd name="T75" fmla="*/ 102 h 102"/>
                  <a:gd name="T76" fmla="*/ 86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1" y="20"/>
                    </a:lnTo>
                    <a:lnTo>
                      <a:pt x="89" y="16"/>
                    </a:lnTo>
                    <a:lnTo>
                      <a:pt x="87" y="13"/>
                    </a:lnTo>
                    <a:lnTo>
                      <a:pt x="86" y="10"/>
                    </a:lnTo>
                    <a:lnTo>
                      <a:pt x="83" y="8"/>
                    </a:lnTo>
                    <a:lnTo>
                      <a:pt x="81" y="6"/>
                    </a:lnTo>
                    <a:lnTo>
                      <a:pt x="79" y="4"/>
                    </a:lnTo>
                    <a:lnTo>
                      <a:pt x="75" y="2"/>
                    </a:lnTo>
                    <a:lnTo>
                      <a:pt x="72" y="2"/>
                    </a:lnTo>
                    <a:lnTo>
                      <a:pt x="68" y="1"/>
                    </a:lnTo>
                    <a:lnTo>
                      <a:pt x="65" y="0"/>
                    </a:lnTo>
                    <a:lnTo>
                      <a:pt x="61" y="0"/>
                    </a:lnTo>
                    <a:lnTo>
                      <a:pt x="56" y="0"/>
                    </a:lnTo>
                    <a:lnTo>
                      <a:pt x="51" y="1"/>
                    </a:lnTo>
                    <a:lnTo>
                      <a:pt x="47" y="3"/>
                    </a:lnTo>
                    <a:lnTo>
                      <a:pt x="43" y="5"/>
                    </a:lnTo>
                    <a:lnTo>
                      <a:pt x="39" y="7"/>
                    </a:lnTo>
                    <a:lnTo>
                      <a:pt x="35" y="10"/>
                    </a:lnTo>
                    <a:lnTo>
                      <a:pt x="31" y="14"/>
                    </a:lnTo>
                    <a:lnTo>
                      <a:pt x="28" y="17"/>
                    </a:lnTo>
                    <a:lnTo>
                      <a:pt x="28" y="2"/>
                    </a:lnTo>
                    <a:lnTo>
                      <a:pt x="24" y="2"/>
                    </a:lnTo>
                    <a:lnTo>
                      <a:pt x="21" y="2"/>
                    </a:lnTo>
                    <a:lnTo>
                      <a:pt x="17" y="2"/>
                    </a:lnTo>
                    <a:lnTo>
                      <a:pt x="14" y="2"/>
                    </a:lnTo>
                    <a:lnTo>
                      <a:pt x="11" y="2"/>
                    </a:lnTo>
                    <a:lnTo>
                      <a:pt x="7" y="2"/>
                    </a:lnTo>
                    <a:lnTo>
                      <a:pt x="3" y="2"/>
                    </a:lnTo>
                    <a:lnTo>
                      <a:pt x="0" y="2"/>
                    </a:lnTo>
                    <a:lnTo>
                      <a:pt x="0" y="102"/>
                    </a:lnTo>
                    <a:lnTo>
                      <a:pt x="4" y="102"/>
                    </a:lnTo>
                    <a:lnTo>
                      <a:pt x="7" y="102"/>
                    </a:lnTo>
                    <a:lnTo>
                      <a:pt x="11" y="102"/>
                    </a:lnTo>
                    <a:lnTo>
                      <a:pt x="15" y="102"/>
                    </a:lnTo>
                    <a:lnTo>
                      <a:pt x="19" y="102"/>
                    </a:lnTo>
                    <a:lnTo>
                      <a:pt x="22" y="102"/>
                    </a:lnTo>
                    <a:lnTo>
                      <a:pt x="26" y="102"/>
                    </a:lnTo>
                    <a:lnTo>
                      <a:pt x="29" y="102"/>
                    </a:lnTo>
                    <a:lnTo>
                      <a:pt x="29" y="55"/>
                    </a:lnTo>
                    <a:lnTo>
                      <a:pt x="28" y="51"/>
                    </a:lnTo>
                    <a:lnTo>
                      <a:pt x="29" y="46"/>
                    </a:lnTo>
                    <a:lnTo>
                      <a:pt x="29" y="42"/>
                    </a:lnTo>
                    <a:lnTo>
                      <a:pt x="29" y="38"/>
                    </a:lnTo>
                    <a:lnTo>
                      <a:pt x="30" y="34"/>
                    </a:lnTo>
                    <a:lnTo>
                      <a:pt x="31" y="32"/>
                    </a:lnTo>
                    <a:lnTo>
                      <a:pt x="31" y="29"/>
                    </a:lnTo>
                    <a:lnTo>
                      <a:pt x="33" y="26"/>
                    </a:lnTo>
                    <a:lnTo>
                      <a:pt x="34" y="24"/>
                    </a:lnTo>
                    <a:lnTo>
                      <a:pt x="35" y="22"/>
                    </a:lnTo>
                    <a:lnTo>
                      <a:pt x="37" y="21"/>
                    </a:lnTo>
                    <a:lnTo>
                      <a:pt x="39" y="19"/>
                    </a:lnTo>
                    <a:lnTo>
                      <a:pt x="41" y="18"/>
                    </a:lnTo>
                    <a:lnTo>
                      <a:pt x="43" y="18"/>
                    </a:lnTo>
                    <a:lnTo>
                      <a:pt x="45" y="18"/>
                    </a:lnTo>
                    <a:lnTo>
                      <a:pt x="47" y="17"/>
                    </a:lnTo>
                    <a:lnTo>
                      <a:pt x="50" y="17"/>
                    </a:lnTo>
                    <a:lnTo>
                      <a:pt x="52" y="18"/>
                    </a:lnTo>
                    <a:lnTo>
                      <a:pt x="54" y="18"/>
                    </a:lnTo>
                    <a:lnTo>
                      <a:pt x="55" y="19"/>
                    </a:lnTo>
                    <a:lnTo>
                      <a:pt x="57" y="20"/>
                    </a:lnTo>
                    <a:lnTo>
                      <a:pt x="59" y="22"/>
                    </a:lnTo>
                    <a:lnTo>
                      <a:pt x="60" y="23"/>
                    </a:lnTo>
                    <a:lnTo>
                      <a:pt x="61" y="26"/>
                    </a:lnTo>
                    <a:lnTo>
                      <a:pt x="62" y="27"/>
                    </a:lnTo>
                    <a:lnTo>
                      <a:pt x="63" y="30"/>
                    </a:lnTo>
                    <a:lnTo>
                      <a:pt x="63" y="33"/>
                    </a:lnTo>
                    <a:lnTo>
                      <a:pt x="64" y="36"/>
                    </a:lnTo>
                    <a:lnTo>
                      <a:pt x="65" y="43"/>
                    </a:lnTo>
                    <a:lnTo>
                      <a:pt x="65" y="51"/>
                    </a:lnTo>
                    <a:lnTo>
                      <a:pt x="65" y="102"/>
                    </a:lnTo>
                    <a:lnTo>
                      <a:pt x="68" y="102"/>
                    </a:lnTo>
                    <a:lnTo>
                      <a:pt x="71" y="102"/>
                    </a:lnTo>
                    <a:lnTo>
                      <a:pt x="75" y="102"/>
                    </a:lnTo>
                    <a:lnTo>
                      <a:pt x="79" y="102"/>
                    </a:lnTo>
                    <a:lnTo>
                      <a:pt x="83" y="102"/>
                    </a:lnTo>
                    <a:lnTo>
                      <a:pt x="86" y="102"/>
                    </a:lnTo>
                    <a:lnTo>
                      <a:pt x="90" y="102"/>
                    </a:lnTo>
                    <a:lnTo>
                      <a:pt x="93" y="102"/>
                    </a:lnTo>
                    <a:lnTo>
                      <a:pt x="93" y="42"/>
                    </a:lnTo>
                    <a:lnTo>
                      <a:pt x="93" y="36"/>
                    </a:lnTo>
                    <a:lnTo>
                      <a:pt x="93"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3" name="iṧļïḑe"/>
              <p:cNvSpPr/>
              <p:nvPr userDrawn="1"/>
            </p:nvSpPr>
            <p:spPr bwMode="auto">
              <a:xfrm>
                <a:off x="9426576" y="4102101"/>
                <a:ext cx="161925" cy="163513"/>
              </a:xfrm>
              <a:custGeom>
                <a:avLst/>
                <a:gdLst>
                  <a:gd name="T0" fmla="*/ 100 w 102"/>
                  <a:gd name="T1" fmla="*/ 34 h 103"/>
                  <a:gd name="T2" fmla="*/ 96 w 102"/>
                  <a:gd name="T3" fmla="*/ 25 h 103"/>
                  <a:gd name="T4" fmla="*/ 91 w 102"/>
                  <a:gd name="T5" fmla="*/ 17 h 103"/>
                  <a:gd name="T6" fmla="*/ 84 w 102"/>
                  <a:gd name="T7" fmla="*/ 10 h 103"/>
                  <a:gd name="T8" fmla="*/ 76 w 102"/>
                  <a:gd name="T9" fmla="*/ 6 h 103"/>
                  <a:gd name="T10" fmla="*/ 67 w 102"/>
                  <a:gd name="T11" fmla="*/ 2 h 103"/>
                  <a:gd name="T12" fmla="*/ 56 w 102"/>
                  <a:gd name="T13" fmla="*/ 1 h 103"/>
                  <a:gd name="T14" fmla="*/ 44 w 102"/>
                  <a:gd name="T15" fmla="*/ 1 h 103"/>
                  <a:gd name="T16" fmla="*/ 33 w 102"/>
                  <a:gd name="T17" fmla="*/ 2 h 103"/>
                  <a:gd name="T18" fmla="*/ 24 w 102"/>
                  <a:gd name="T19" fmla="*/ 6 h 103"/>
                  <a:gd name="T20" fmla="*/ 16 w 102"/>
                  <a:gd name="T21" fmla="*/ 12 h 103"/>
                  <a:gd name="T22" fmla="*/ 10 w 102"/>
                  <a:gd name="T23" fmla="*/ 18 h 103"/>
                  <a:gd name="T24" fmla="*/ 5 w 102"/>
                  <a:gd name="T25" fmla="*/ 27 h 103"/>
                  <a:gd name="T26" fmla="*/ 1 w 102"/>
                  <a:gd name="T27" fmla="*/ 37 h 103"/>
                  <a:gd name="T28" fmla="*/ 0 w 102"/>
                  <a:gd name="T29" fmla="*/ 48 h 103"/>
                  <a:gd name="T30" fmla="*/ 0 w 102"/>
                  <a:gd name="T31" fmla="*/ 61 h 103"/>
                  <a:gd name="T32" fmla="*/ 1 w 102"/>
                  <a:gd name="T33" fmla="*/ 71 h 103"/>
                  <a:gd name="T34" fmla="*/ 5 w 102"/>
                  <a:gd name="T35" fmla="*/ 80 h 103"/>
                  <a:gd name="T36" fmla="*/ 10 w 102"/>
                  <a:gd name="T37" fmla="*/ 87 h 103"/>
                  <a:gd name="T38" fmla="*/ 16 w 102"/>
                  <a:gd name="T39" fmla="*/ 94 h 103"/>
                  <a:gd name="T40" fmla="*/ 24 w 102"/>
                  <a:gd name="T41" fmla="*/ 98 h 103"/>
                  <a:gd name="T42" fmla="*/ 33 w 102"/>
                  <a:gd name="T43" fmla="*/ 102 h 103"/>
                  <a:gd name="T44" fmla="*/ 44 w 102"/>
                  <a:gd name="T45" fmla="*/ 103 h 103"/>
                  <a:gd name="T46" fmla="*/ 56 w 102"/>
                  <a:gd name="T47" fmla="*/ 103 h 103"/>
                  <a:gd name="T48" fmla="*/ 67 w 102"/>
                  <a:gd name="T49" fmla="*/ 102 h 103"/>
                  <a:gd name="T50" fmla="*/ 76 w 102"/>
                  <a:gd name="T51" fmla="*/ 98 h 103"/>
                  <a:gd name="T52" fmla="*/ 84 w 102"/>
                  <a:gd name="T53" fmla="*/ 92 h 103"/>
                  <a:gd name="T54" fmla="*/ 91 w 102"/>
                  <a:gd name="T55" fmla="*/ 86 h 103"/>
                  <a:gd name="T56" fmla="*/ 96 w 102"/>
                  <a:gd name="T57" fmla="*/ 78 h 103"/>
                  <a:gd name="T58" fmla="*/ 100 w 102"/>
                  <a:gd name="T59" fmla="*/ 68 h 103"/>
                  <a:gd name="T60" fmla="*/ 101 w 102"/>
                  <a:gd name="T61" fmla="*/ 56 h 103"/>
                  <a:gd name="T62" fmla="*/ 101 w 102"/>
                  <a:gd name="T63" fmla="*/ 44 h 103"/>
                  <a:gd name="T64" fmla="*/ 70 w 102"/>
                  <a:gd name="T65" fmla="*/ 58 h 103"/>
                  <a:gd name="T66" fmla="*/ 68 w 102"/>
                  <a:gd name="T67" fmla="*/ 72 h 103"/>
                  <a:gd name="T68" fmla="*/ 66 w 102"/>
                  <a:gd name="T69" fmla="*/ 79 h 103"/>
                  <a:gd name="T70" fmla="*/ 64 w 102"/>
                  <a:gd name="T71" fmla="*/ 86 h 103"/>
                  <a:gd name="T72" fmla="*/ 60 w 102"/>
                  <a:gd name="T73" fmla="*/ 91 h 103"/>
                  <a:gd name="T74" fmla="*/ 56 w 102"/>
                  <a:gd name="T75" fmla="*/ 94 h 103"/>
                  <a:gd name="T76" fmla="*/ 53 w 102"/>
                  <a:gd name="T77" fmla="*/ 95 h 103"/>
                  <a:gd name="T78" fmla="*/ 48 w 102"/>
                  <a:gd name="T79" fmla="*/ 95 h 103"/>
                  <a:gd name="T80" fmla="*/ 44 w 102"/>
                  <a:gd name="T81" fmla="*/ 94 h 103"/>
                  <a:gd name="T82" fmla="*/ 40 w 102"/>
                  <a:gd name="T83" fmla="*/ 91 h 103"/>
                  <a:gd name="T84" fmla="*/ 36 w 102"/>
                  <a:gd name="T85" fmla="*/ 87 h 103"/>
                  <a:gd name="T86" fmla="*/ 34 w 102"/>
                  <a:gd name="T87" fmla="*/ 83 h 103"/>
                  <a:gd name="T88" fmla="*/ 32 w 102"/>
                  <a:gd name="T89" fmla="*/ 75 h 103"/>
                  <a:gd name="T90" fmla="*/ 31 w 102"/>
                  <a:gd name="T91" fmla="*/ 68 h 103"/>
                  <a:gd name="T92" fmla="*/ 30 w 102"/>
                  <a:gd name="T93" fmla="*/ 59 h 103"/>
                  <a:gd name="T94" fmla="*/ 30 w 102"/>
                  <a:gd name="T95" fmla="*/ 49 h 103"/>
                  <a:gd name="T96" fmla="*/ 31 w 102"/>
                  <a:gd name="T97" fmla="*/ 38 h 103"/>
                  <a:gd name="T98" fmla="*/ 32 w 102"/>
                  <a:gd name="T99" fmla="*/ 30 h 103"/>
                  <a:gd name="T100" fmla="*/ 34 w 102"/>
                  <a:gd name="T101" fmla="*/ 23 h 103"/>
                  <a:gd name="T102" fmla="*/ 36 w 102"/>
                  <a:gd name="T103" fmla="*/ 18 h 103"/>
                  <a:gd name="T104" fmla="*/ 40 w 102"/>
                  <a:gd name="T105" fmla="*/ 14 h 103"/>
                  <a:gd name="T106" fmla="*/ 44 w 102"/>
                  <a:gd name="T107" fmla="*/ 10 h 103"/>
                  <a:gd name="T108" fmla="*/ 48 w 102"/>
                  <a:gd name="T109" fmla="*/ 9 h 103"/>
                  <a:gd name="T110" fmla="*/ 53 w 102"/>
                  <a:gd name="T111" fmla="*/ 9 h 103"/>
                  <a:gd name="T112" fmla="*/ 58 w 102"/>
                  <a:gd name="T113" fmla="*/ 10 h 103"/>
                  <a:gd name="T114" fmla="*/ 61 w 102"/>
                  <a:gd name="T115" fmla="*/ 13 h 103"/>
                  <a:gd name="T116" fmla="*/ 64 w 102"/>
                  <a:gd name="T117" fmla="*/ 16 h 103"/>
                  <a:gd name="T118" fmla="*/ 67 w 102"/>
                  <a:gd name="T119" fmla="*/ 22 h 103"/>
                  <a:gd name="T120" fmla="*/ 68 w 102"/>
                  <a:gd name="T121" fmla="*/ 27 h 103"/>
                  <a:gd name="T122" fmla="*/ 70 w 102"/>
                  <a:gd name="T123" fmla="*/ 38 h 103"/>
                  <a:gd name="T124" fmla="*/ 70 w 102"/>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2" h="103">
                    <a:moveTo>
                      <a:pt x="100" y="38"/>
                    </a:moveTo>
                    <a:lnTo>
                      <a:pt x="100" y="34"/>
                    </a:lnTo>
                    <a:lnTo>
                      <a:pt x="97" y="29"/>
                    </a:lnTo>
                    <a:lnTo>
                      <a:pt x="96" y="25"/>
                    </a:lnTo>
                    <a:lnTo>
                      <a:pt x="93" y="21"/>
                    </a:lnTo>
                    <a:lnTo>
                      <a:pt x="91" y="17"/>
                    </a:lnTo>
                    <a:lnTo>
                      <a:pt x="88" y="14"/>
                    </a:lnTo>
                    <a:lnTo>
                      <a:pt x="84" y="10"/>
                    </a:lnTo>
                    <a:lnTo>
                      <a:pt x="80" y="8"/>
                    </a:lnTo>
                    <a:lnTo>
                      <a:pt x="76" y="6"/>
                    </a:lnTo>
                    <a:lnTo>
                      <a:pt x="72" y="4"/>
                    </a:lnTo>
                    <a:lnTo>
                      <a:pt x="67" y="2"/>
                    </a:lnTo>
                    <a:lnTo>
                      <a:pt x="62" y="1"/>
                    </a:lnTo>
                    <a:lnTo>
                      <a:pt x="56" y="1"/>
                    </a:lnTo>
                    <a:lnTo>
                      <a:pt x="51" y="0"/>
                    </a:lnTo>
                    <a:lnTo>
                      <a:pt x="44" y="1"/>
                    </a:lnTo>
                    <a:lnTo>
                      <a:pt x="39" y="1"/>
                    </a:lnTo>
                    <a:lnTo>
                      <a:pt x="33" y="2"/>
                    </a:lnTo>
                    <a:lnTo>
                      <a:pt x="28" y="4"/>
                    </a:lnTo>
                    <a:lnTo>
                      <a:pt x="24" y="6"/>
                    </a:lnTo>
                    <a:lnTo>
                      <a:pt x="20" y="9"/>
                    </a:lnTo>
                    <a:lnTo>
                      <a:pt x="16" y="12"/>
                    </a:lnTo>
                    <a:lnTo>
                      <a:pt x="12" y="14"/>
                    </a:lnTo>
                    <a:lnTo>
                      <a:pt x="10" y="18"/>
                    </a:lnTo>
                    <a:lnTo>
                      <a:pt x="7" y="22"/>
                    </a:lnTo>
                    <a:lnTo>
                      <a:pt x="5" y="27"/>
                    </a:lnTo>
                    <a:lnTo>
                      <a:pt x="3" y="31"/>
                    </a:lnTo>
                    <a:lnTo>
                      <a:pt x="1" y="37"/>
                    </a:lnTo>
                    <a:lnTo>
                      <a:pt x="0" y="42"/>
                    </a:lnTo>
                    <a:lnTo>
                      <a:pt x="0" y="48"/>
                    </a:lnTo>
                    <a:lnTo>
                      <a:pt x="0" y="55"/>
                    </a:lnTo>
                    <a:lnTo>
                      <a:pt x="0" y="61"/>
                    </a:lnTo>
                    <a:lnTo>
                      <a:pt x="0" y="66"/>
                    </a:lnTo>
                    <a:lnTo>
                      <a:pt x="1" y="71"/>
                    </a:lnTo>
                    <a:lnTo>
                      <a:pt x="3" y="75"/>
                    </a:lnTo>
                    <a:lnTo>
                      <a:pt x="5" y="80"/>
                    </a:lnTo>
                    <a:lnTo>
                      <a:pt x="7" y="84"/>
                    </a:lnTo>
                    <a:lnTo>
                      <a:pt x="10" y="87"/>
                    </a:lnTo>
                    <a:lnTo>
                      <a:pt x="12" y="91"/>
                    </a:lnTo>
                    <a:lnTo>
                      <a:pt x="16" y="94"/>
                    </a:lnTo>
                    <a:lnTo>
                      <a:pt x="20" y="96"/>
                    </a:lnTo>
                    <a:lnTo>
                      <a:pt x="24" y="98"/>
                    </a:lnTo>
                    <a:lnTo>
                      <a:pt x="28" y="100"/>
                    </a:lnTo>
                    <a:lnTo>
                      <a:pt x="33" y="102"/>
                    </a:lnTo>
                    <a:lnTo>
                      <a:pt x="39" y="103"/>
                    </a:lnTo>
                    <a:lnTo>
                      <a:pt x="44" y="103"/>
                    </a:lnTo>
                    <a:lnTo>
                      <a:pt x="51" y="103"/>
                    </a:lnTo>
                    <a:lnTo>
                      <a:pt x="56" y="103"/>
                    </a:lnTo>
                    <a:lnTo>
                      <a:pt x="62" y="103"/>
                    </a:lnTo>
                    <a:lnTo>
                      <a:pt x="67" y="102"/>
                    </a:lnTo>
                    <a:lnTo>
                      <a:pt x="72" y="99"/>
                    </a:lnTo>
                    <a:lnTo>
                      <a:pt x="76" y="98"/>
                    </a:lnTo>
                    <a:lnTo>
                      <a:pt x="80" y="95"/>
                    </a:lnTo>
                    <a:lnTo>
                      <a:pt x="84" y="92"/>
                    </a:lnTo>
                    <a:lnTo>
                      <a:pt x="88" y="90"/>
                    </a:lnTo>
                    <a:lnTo>
                      <a:pt x="91" y="86"/>
                    </a:lnTo>
                    <a:lnTo>
                      <a:pt x="93" y="82"/>
                    </a:lnTo>
                    <a:lnTo>
                      <a:pt x="96" y="78"/>
                    </a:lnTo>
                    <a:lnTo>
                      <a:pt x="97" y="73"/>
                    </a:lnTo>
                    <a:lnTo>
                      <a:pt x="100" y="68"/>
                    </a:lnTo>
                    <a:lnTo>
                      <a:pt x="100" y="63"/>
                    </a:lnTo>
                    <a:lnTo>
                      <a:pt x="101" y="56"/>
                    </a:lnTo>
                    <a:lnTo>
                      <a:pt x="102" y="50"/>
                    </a:lnTo>
                    <a:lnTo>
                      <a:pt x="101" y="44"/>
                    </a:lnTo>
                    <a:lnTo>
                      <a:pt x="100" y="38"/>
                    </a:lnTo>
                    <a:close/>
                    <a:moveTo>
                      <a:pt x="70" y="58"/>
                    </a:moveTo>
                    <a:lnTo>
                      <a:pt x="69" y="68"/>
                    </a:lnTo>
                    <a:lnTo>
                      <a:pt x="68" y="72"/>
                    </a:lnTo>
                    <a:lnTo>
                      <a:pt x="68" y="76"/>
                    </a:lnTo>
                    <a:lnTo>
                      <a:pt x="66" y="79"/>
                    </a:lnTo>
                    <a:lnTo>
                      <a:pt x="65" y="83"/>
                    </a:lnTo>
                    <a:lnTo>
                      <a:pt x="64" y="86"/>
                    </a:lnTo>
                    <a:lnTo>
                      <a:pt x="62" y="88"/>
                    </a:lnTo>
                    <a:lnTo>
                      <a:pt x="60" y="91"/>
                    </a:lnTo>
                    <a:lnTo>
                      <a:pt x="59" y="92"/>
                    </a:lnTo>
                    <a:lnTo>
                      <a:pt x="56" y="94"/>
                    </a:lnTo>
                    <a:lnTo>
                      <a:pt x="55" y="95"/>
                    </a:lnTo>
                    <a:lnTo>
                      <a:pt x="53" y="95"/>
                    </a:lnTo>
                    <a:lnTo>
                      <a:pt x="51" y="95"/>
                    </a:lnTo>
                    <a:lnTo>
                      <a:pt x="48" y="95"/>
                    </a:lnTo>
                    <a:lnTo>
                      <a:pt x="45" y="95"/>
                    </a:lnTo>
                    <a:lnTo>
                      <a:pt x="44" y="94"/>
                    </a:lnTo>
                    <a:lnTo>
                      <a:pt x="41" y="93"/>
                    </a:lnTo>
                    <a:lnTo>
                      <a:pt x="40" y="91"/>
                    </a:lnTo>
                    <a:lnTo>
                      <a:pt x="38" y="90"/>
                    </a:lnTo>
                    <a:lnTo>
                      <a:pt x="36" y="87"/>
                    </a:lnTo>
                    <a:lnTo>
                      <a:pt x="35" y="85"/>
                    </a:lnTo>
                    <a:lnTo>
                      <a:pt x="34" y="83"/>
                    </a:lnTo>
                    <a:lnTo>
                      <a:pt x="32" y="79"/>
                    </a:lnTo>
                    <a:lnTo>
                      <a:pt x="32" y="75"/>
                    </a:lnTo>
                    <a:lnTo>
                      <a:pt x="32" y="72"/>
                    </a:lnTo>
                    <a:lnTo>
                      <a:pt x="31" y="68"/>
                    </a:lnTo>
                    <a:lnTo>
                      <a:pt x="31" y="63"/>
                    </a:lnTo>
                    <a:lnTo>
                      <a:pt x="30" y="59"/>
                    </a:lnTo>
                    <a:lnTo>
                      <a:pt x="30" y="54"/>
                    </a:lnTo>
                    <a:lnTo>
                      <a:pt x="30" y="49"/>
                    </a:lnTo>
                    <a:lnTo>
                      <a:pt x="31" y="43"/>
                    </a:lnTo>
                    <a:lnTo>
                      <a:pt x="31" y="38"/>
                    </a:lnTo>
                    <a:lnTo>
                      <a:pt x="32" y="34"/>
                    </a:lnTo>
                    <a:lnTo>
                      <a:pt x="32" y="30"/>
                    </a:lnTo>
                    <a:lnTo>
                      <a:pt x="33" y="27"/>
                    </a:lnTo>
                    <a:lnTo>
                      <a:pt x="34" y="23"/>
                    </a:lnTo>
                    <a:lnTo>
                      <a:pt x="36" y="21"/>
                    </a:lnTo>
                    <a:lnTo>
                      <a:pt x="36" y="18"/>
                    </a:lnTo>
                    <a:lnTo>
                      <a:pt x="38" y="16"/>
                    </a:lnTo>
                    <a:lnTo>
                      <a:pt x="40" y="14"/>
                    </a:lnTo>
                    <a:lnTo>
                      <a:pt x="42" y="12"/>
                    </a:lnTo>
                    <a:lnTo>
                      <a:pt x="44" y="10"/>
                    </a:lnTo>
                    <a:lnTo>
                      <a:pt x="46" y="10"/>
                    </a:lnTo>
                    <a:lnTo>
                      <a:pt x="48" y="9"/>
                    </a:lnTo>
                    <a:lnTo>
                      <a:pt x="51" y="9"/>
                    </a:lnTo>
                    <a:lnTo>
                      <a:pt x="53" y="9"/>
                    </a:lnTo>
                    <a:lnTo>
                      <a:pt x="56" y="10"/>
                    </a:lnTo>
                    <a:lnTo>
                      <a:pt x="58" y="10"/>
                    </a:lnTo>
                    <a:lnTo>
                      <a:pt x="60" y="11"/>
                    </a:lnTo>
                    <a:lnTo>
                      <a:pt x="61" y="13"/>
                    </a:lnTo>
                    <a:lnTo>
                      <a:pt x="63" y="14"/>
                    </a:lnTo>
                    <a:lnTo>
                      <a:pt x="64" y="16"/>
                    </a:lnTo>
                    <a:lnTo>
                      <a:pt x="66" y="18"/>
                    </a:lnTo>
                    <a:lnTo>
                      <a:pt x="67" y="22"/>
                    </a:lnTo>
                    <a:lnTo>
                      <a:pt x="68" y="24"/>
                    </a:lnTo>
                    <a:lnTo>
                      <a:pt x="68" y="27"/>
                    </a:lnTo>
                    <a:lnTo>
                      <a:pt x="69" y="30"/>
                    </a:lnTo>
                    <a:lnTo>
                      <a:pt x="70" y="38"/>
                    </a:lnTo>
                    <a:lnTo>
                      <a:pt x="71" y="47"/>
                    </a:lnTo>
                    <a:lnTo>
                      <a:pt x="70"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4" name="ïṧļïdé"/>
              <p:cNvSpPr/>
              <p:nvPr userDrawn="1"/>
            </p:nvSpPr>
            <p:spPr bwMode="auto">
              <a:xfrm>
                <a:off x="9640888" y="4014788"/>
                <a:ext cx="44450" cy="249238"/>
              </a:xfrm>
              <a:custGeom>
                <a:avLst/>
                <a:gdLst>
                  <a:gd name="T0" fmla="*/ 20 w 28"/>
                  <a:gd name="T1" fmla="*/ 1 h 157"/>
                  <a:gd name="T2" fmla="*/ 17 w 28"/>
                  <a:gd name="T3" fmla="*/ 1 h 157"/>
                  <a:gd name="T4" fmla="*/ 14 w 28"/>
                  <a:gd name="T5" fmla="*/ 1 h 157"/>
                  <a:gd name="T6" fmla="*/ 13 w 28"/>
                  <a:gd name="T7" fmla="*/ 1 h 157"/>
                  <a:gd name="T8" fmla="*/ 11 w 28"/>
                  <a:gd name="T9" fmla="*/ 1 h 157"/>
                  <a:gd name="T10" fmla="*/ 9 w 28"/>
                  <a:gd name="T11" fmla="*/ 1 h 157"/>
                  <a:gd name="T12" fmla="*/ 7 w 28"/>
                  <a:gd name="T13" fmla="*/ 1 h 157"/>
                  <a:gd name="T14" fmla="*/ 3 w 28"/>
                  <a:gd name="T15" fmla="*/ 0 h 157"/>
                  <a:gd name="T16" fmla="*/ 0 w 28"/>
                  <a:gd name="T17" fmla="*/ 0 h 157"/>
                  <a:gd name="T18" fmla="*/ 0 w 28"/>
                  <a:gd name="T19" fmla="*/ 157 h 157"/>
                  <a:gd name="T20" fmla="*/ 3 w 28"/>
                  <a:gd name="T21" fmla="*/ 157 h 157"/>
                  <a:gd name="T22" fmla="*/ 7 w 28"/>
                  <a:gd name="T23" fmla="*/ 157 h 157"/>
                  <a:gd name="T24" fmla="*/ 11 w 28"/>
                  <a:gd name="T25" fmla="*/ 157 h 157"/>
                  <a:gd name="T26" fmla="*/ 14 w 28"/>
                  <a:gd name="T27" fmla="*/ 157 h 157"/>
                  <a:gd name="T28" fmla="*/ 17 w 28"/>
                  <a:gd name="T29" fmla="*/ 157 h 157"/>
                  <a:gd name="T30" fmla="*/ 21 w 28"/>
                  <a:gd name="T31" fmla="*/ 157 h 157"/>
                  <a:gd name="T32" fmla="*/ 24 w 28"/>
                  <a:gd name="T33" fmla="*/ 157 h 157"/>
                  <a:gd name="T34" fmla="*/ 28 w 28"/>
                  <a:gd name="T35" fmla="*/ 157 h 157"/>
                  <a:gd name="T36" fmla="*/ 28 w 28"/>
                  <a:gd name="T37" fmla="*/ 0 h 157"/>
                  <a:gd name="T38" fmla="*/ 25 w 28"/>
                  <a:gd name="T39" fmla="*/ 0 h 157"/>
                  <a:gd name="T40" fmla="*/ 20 w 28"/>
                  <a:gd name="T41" fmla="*/ 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57">
                    <a:moveTo>
                      <a:pt x="20" y="1"/>
                    </a:moveTo>
                    <a:lnTo>
                      <a:pt x="17"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7" y="157"/>
                    </a:lnTo>
                    <a:lnTo>
                      <a:pt x="21" y="157"/>
                    </a:lnTo>
                    <a:lnTo>
                      <a:pt x="24" y="157"/>
                    </a:lnTo>
                    <a:lnTo>
                      <a:pt x="28" y="157"/>
                    </a:lnTo>
                    <a:lnTo>
                      <a:pt x="28" y="0"/>
                    </a:lnTo>
                    <a:lnTo>
                      <a:pt x="25" y="0"/>
                    </a:lnTo>
                    <a:lnTo>
                      <a:pt x="20" y="1"/>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5" name="íṩliďé"/>
              <p:cNvSpPr/>
              <p:nvPr userDrawn="1"/>
            </p:nvSpPr>
            <p:spPr bwMode="auto">
              <a:xfrm>
                <a:off x="9737726" y="4102101"/>
                <a:ext cx="163513" cy="163513"/>
              </a:xfrm>
              <a:custGeom>
                <a:avLst/>
                <a:gdLst>
                  <a:gd name="T0" fmla="*/ 100 w 103"/>
                  <a:gd name="T1" fmla="*/ 34 h 103"/>
                  <a:gd name="T2" fmla="*/ 96 w 103"/>
                  <a:gd name="T3" fmla="*/ 25 h 103"/>
                  <a:gd name="T4" fmla="*/ 92 w 103"/>
                  <a:gd name="T5" fmla="*/ 17 h 103"/>
                  <a:gd name="T6" fmla="*/ 85 w 103"/>
                  <a:gd name="T7" fmla="*/ 10 h 103"/>
                  <a:gd name="T8" fmla="*/ 77 w 103"/>
                  <a:gd name="T9" fmla="*/ 6 h 103"/>
                  <a:gd name="T10" fmla="*/ 68 w 103"/>
                  <a:gd name="T11" fmla="*/ 2 h 103"/>
                  <a:gd name="T12" fmla="*/ 57 w 103"/>
                  <a:gd name="T13" fmla="*/ 1 h 103"/>
                  <a:gd name="T14" fmla="*/ 45 w 103"/>
                  <a:gd name="T15" fmla="*/ 1 h 103"/>
                  <a:gd name="T16" fmla="*/ 35 w 103"/>
                  <a:gd name="T17" fmla="*/ 2 h 103"/>
                  <a:gd name="T18" fmla="*/ 25 w 103"/>
                  <a:gd name="T19" fmla="*/ 6 h 103"/>
                  <a:gd name="T20" fmla="*/ 17 w 103"/>
                  <a:gd name="T21" fmla="*/ 12 h 103"/>
                  <a:gd name="T22" fmla="*/ 11 w 103"/>
                  <a:gd name="T23" fmla="*/ 18 h 103"/>
                  <a:gd name="T24" fmla="*/ 5 w 103"/>
                  <a:gd name="T25" fmla="*/ 27 h 103"/>
                  <a:gd name="T26" fmla="*/ 2 w 103"/>
                  <a:gd name="T27" fmla="*/ 37 h 103"/>
                  <a:gd name="T28" fmla="*/ 0 w 103"/>
                  <a:gd name="T29" fmla="*/ 48 h 103"/>
                  <a:gd name="T30" fmla="*/ 0 w 103"/>
                  <a:gd name="T31" fmla="*/ 61 h 103"/>
                  <a:gd name="T32" fmla="*/ 2 w 103"/>
                  <a:gd name="T33" fmla="*/ 71 h 103"/>
                  <a:gd name="T34" fmla="*/ 5 w 103"/>
                  <a:gd name="T35" fmla="*/ 80 h 103"/>
                  <a:gd name="T36" fmla="*/ 11 w 103"/>
                  <a:gd name="T37" fmla="*/ 87 h 103"/>
                  <a:gd name="T38" fmla="*/ 17 w 103"/>
                  <a:gd name="T39" fmla="*/ 94 h 103"/>
                  <a:gd name="T40" fmla="*/ 25 w 103"/>
                  <a:gd name="T41" fmla="*/ 98 h 103"/>
                  <a:gd name="T42" fmla="*/ 35 w 103"/>
                  <a:gd name="T43" fmla="*/ 102 h 103"/>
                  <a:gd name="T44" fmla="*/ 45 w 103"/>
                  <a:gd name="T45" fmla="*/ 103 h 103"/>
                  <a:gd name="T46" fmla="*/ 57 w 103"/>
                  <a:gd name="T47" fmla="*/ 103 h 103"/>
                  <a:gd name="T48" fmla="*/ 68 w 103"/>
                  <a:gd name="T49" fmla="*/ 102 h 103"/>
                  <a:gd name="T50" fmla="*/ 77 w 103"/>
                  <a:gd name="T51" fmla="*/ 98 h 103"/>
                  <a:gd name="T52" fmla="*/ 85 w 103"/>
                  <a:gd name="T53" fmla="*/ 92 h 103"/>
                  <a:gd name="T54" fmla="*/ 92 w 103"/>
                  <a:gd name="T55" fmla="*/ 86 h 103"/>
                  <a:gd name="T56" fmla="*/ 96 w 103"/>
                  <a:gd name="T57" fmla="*/ 78 h 103"/>
                  <a:gd name="T58" fmla="*/ 100 w 103"/>
                  <a:gd name="T59" fmla="*/ 68 h 103"/>
                  <a:gd name="T60" fmla="*/ 102 w 103"/>
                  <a:gd name="T61" fmla="*/ 56 h 103"/>
                  <a:gd name="T62" fmla="*/ 102 w 103"/>
                  <a:gd name="T63" fmla="*/ 44 h 103"/>
                  <a:gd name="T64" fmla="*/ 71 w 103"/>
                  <a:gd name="T65" fmla="*/ 58 h 103"/>
                  <a:gd name="T66" fmla="*/ 69 w 103"/>
                  <a:gd name="T67" fmla="*/ 72 h 103"/>
                  <a:gd name="T68" fmla="*/ 67 w 103"/>
                  <a:gd name="T69" fmla="*/ 79 h 103"/>
                  <a:gd name="T70" fmla="*/ 64 w 103"/>
                  <a:gd name="T71" fmla="*/ 86 h 103"/>
                  <a:gd name="T72" fmla="*/ 61 w 103"/>
                  <a:gd name="T73" fmla="*/ 91 h 103"/>
                  <a:gd name="T74" fmla="*/ 58 w 103"/>
                  <a:gd name="T75" fmla="*/ 94 h 103"/>
                  <a:gd name="T76" fmla="*/ 53 w 103"/>
                  <a:gd name="T77" fmla="*/ 95 h 103"/>
                  <a:gd name="T78" fmla="*/ 49 w 103"/>
                  <a:gd name="T79" fmla="*/ 95 h 103"/>
                  <a:gd name="T80" fmla="*/ 44 w 103"/>
                  <a:gd name="T81" fmla="*/ 94 h 103"/>
                  <a:gd name="T82" fmla="*/ 40 w 103"/>
                  <a:gd name="T83" fmla="*/ 91 h 103"/>
                  <a:gd name="T84" fmla="*/ 37 w 103"/>
                  <a:gd name="T85" fmla="*/ 87 h 103"/>
                  <a:gd name="T86" fmla="*/ 35 w 103"/>
                  <a:gd name="T87" fmla="*/ 83 h 103"/>
                  <a:gd name="T88" fmla="*/ 33 w 103"/>
                  <a:gd name="T89" fmla="*/ 75 h 103"/>
                  <a:gd name="T90" fmla="*/ 32 w 103"/>
                  <a:gd name="T91" fmla="*/ 68 h 103"/>
                  <a:gd name="T92" fmla="*/ 31 w 103"/>
                  <a:gd name="T93" fmla="*/ 59 h 103"/>
                  <a:gd name="T94" fmla="*/ 31 w 103"/>
                  <a:gd name="T95" fmla="*/ 49 h 103"/>
                  <a:gd name="T96" fmla="*/ 32 w 103"/>
                  <a:gd name="T97" fmla="*/ 38 h 103"/>
                  <a:gd name="T98" fmla="*/ 33 w 103"/>
                  <a:gd name="T99" fmla="*/ 30 h 103"/>
                  <a:gd name="T100" fmla="*/ 35 w 103"/>
                  <a:gd name="T101" fmla="*/ 23 h 103"/>
                  <a:gd name="T102" fmla="*/ 38 w 103"/>
                  <a:gd name="T103" fmla="*/ 18 h 103"/>
                  <a:gd name="T104" fmla="*/ 41 w 103"/>
                  <a:gd name="T105" fmla="*/ 14 h 103"/>
                  <a:gd name="T106" fmla="*/ 45 w 103"/>
                  <a:gd name="T107" fmla="*/ 10 h 103"/>
                  <a:gd name="T108" fmla="*/ 50 w 103"/>
                  <a:gd name="T109" fmla="*/ 9 h 103"/>
                  <a:gd name="T110" fmla="*/ 55 w 103"/>
                  <a:gd name="T111" fmla="*/ 9 h 103"/>
                  <a:gd name="T112" fmla="*/ 59 w 103"/>
                  <a:gd name="T113" fmla="*/ 10 h 103"/>
                  <a:gd name="T114" fmla="*/ 62 w 103"/>
                  <a:gd name="T115" fmla="*/ 13 h 103"/>
                  <a:gd name="T116" fmla="*/ 65 w 103"/>
                  <a:gd name="T117" fmla="*/ 16 h 103"/>
                  <a:gd name="T118" fmla="*/ 68 w 103"/>
                  <a:gd name="T119" fmla="*/ 22 h 103"/>
                  <a:gd name="T120" fmla="*/ 69 w 103"/>
                  <a:gd name="T121" fmla="*/ 27 h 103"/>
                  <a:gd name="T122" fmla="*/ 72 w 103"/>
                  <a:gd name="T123" fmla="*/ 38 h 103"/>
                  <a:gd name="T124" fmla="*/ 71 w 103"/>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3" h="103">
                    <a:moveTo>
                      <a:pt x="101" y="38"/>
                    </a:moveTo>
                    <a:lnTo>
                      <a:pt x="100" y="34"/>
                    </a:lnTo>
                    <a:lnTo>
                      <a:pt x="99" y="29"/>
                    </a:lnTo>
                    <a:lnTo>
                      <a:pt x="96" y="25"/>
                    </a:lnTo>
                    <a:lnTo>
                      <a:pt x="94" y="21"/>
                    </a:lnTo>
                    <a:lnTo>
                      <a:pt x="92" y="17"/>
                    </a:lnTo>
                    <a:lnTo>
                      <a:pt x="88" y="14"/>
                    </a:lnTo>
                    <a:lnTo>
                      <a:pt x="85" y="10"/>
                    </a:lnTo>
                    <a:lnTo>
                      <a:pt x="81" y="8"/>
                    </a:lnTo>
                    <a:lnTo>
                      <a:pt x="77" y="6"/>
                    </a:lnTo>
                    <a:lnTo>
                      <a:pt x="73" y="4"/>
                    </a:lnTo>
                    <a:lnTo>
                      <a:pt x="68" y="2"/>
                    </a:lnTo>
                    <a:lnTo>
                      <a:pt x="63" y="1"/>
                    </a:lnTo>
                    <a:lnTo>
                      <a:pt x="57" y="1"/>
                    </a:lnTo>
                    <a:lnTo>
                      <a:pt x="52" y="0"/>
                    </a:lnTo>
                    <a:lnTo>
                      <a:pt x="45" y="1"/>
                    </a:lnTo>
                    <a:lnTo>
                      <a:pt x="40" y="1"/>
                    </a:lnTo>
                    <a:lnTo>
                      <a:pt x="35" y="2"/>
                    </a:lnTo>
                    <a:lnTo>
                      <a:pt x="29" y="4"/>
                    </a:lnTo>
                    <a:lnTo>
                      <a:pt x="25" y="6"/>
                    </a:lnTo>
                    <a:lnTo>
                      <a:pt x="20" y="9"/>
                    </a:lnTo>
                    <a:lnTo>
                      <a:pt x="17" y="12"/>
                    </a:lnTo>
                    <a:lnTo>
                      <a:pt x="14" y="14"/>
                    </a:lnTo>
                    <a:lnTo>
                      <a:pt x="11" y="18"/>
                    </a:lnTo>
                    <a:lnTo>
                      <a:pt x="8" y="22"/>
                    </a:lnTo>
                    <a:lnTo>
                      <a:pt x="5" y="27"/>
                    </a:lnTo>
                    <a:lnTo>
                      <a:pt x="4" y="31"/>
                    </a:lnTo>
                    <a:lnTo>
                      <a:pt x="2" y="37"/>
                    </a:lnTo>
                    <a:lnTo>
                      <a:pt x="1" y="42"/>
                    </a:lnTo>
                    <a:lnTo>
                      <a:pt x="0" y="48"/>
                    </a:lnTo>
                    <a:lnTo>
                      <a:pt x="0" y="55"/>
                    </a:lnTo>
                    <a:lnTo>
                      <a:pt x="0" y="61"/>
                    </a:lnTo>
                    <a:lnTo>
                      <a:pt x="1" y="66"/>
                    </a:lnTo>
                    <a:lnTo>
                      <a:pt x="2" y="71"/>
                    </a:lnTo>
                    <a:lnTo>
                      <a:pt x="4" y="75"/>
                    </a:lnTo>
                    <a:lnTo>
                      <a:pt x="5" y="80"/>
                    </a:lnTo>
                    <a:lnTo>
                      <a:pt x="8" y="84"/>
                    </a:lnTo>
                    <a:lnTo>
                      <a:pt x="11" y="87"/>
                    </a:lnTo>
                    <a:lnTo>
                      <a:pt x="14" y="91"/>
                    </a:lnTo>
                    <a:lnTo>
                      <a:pt x="17" y="94"/>
                    </a:lnTo>
                    <a:lnTo>
                      <a:pt x="20" y="96"/>
                    </a:lnTo>
                    <a:lnTo>
                      <a:pt x="25" y="98"/>
                    </a:lnTo>
                    <a:lnTo>
                      <a:pt x="29" y="100"/>
                    </a:lnTo>
                    <a:lnTo>
                      <a:pt x="35" y="102"/>
                    </a:lnTo>
                    <a:lnTo>
                      <a:pt x="40" y="103"/>
                    </a:lnTo>
                    <a:lnTo>
                      <a:pt x="45" y="103"/>
                    </a:lnTo>
                    <a:lnTo>
                      <a:pt x="52" y="103"/>
                    </a:lnTo>
                    <a:lnTo>
                      <a:pt x="57" y="103"/>
                    </a:lnTo>
                    <a:lnTo>
                      <a:pt x="63" y="103"/>
                    </a:lnTo>
                    <a:lnTo>
                      <a:pt x="68" y="102"/>
                    </a:lnTo>
                    <a:lnTo>
                      <a:pt x="73" y="99"/>
                    </a:lnTo>
                    <a:lnTo>
                      <a:pt x="77" y="98"/>
                    </a:lnTo>
                    <a:lnTo>
                      <a:pt x="81" y="95"/>
                    </a:lnTo>
                    <a:lnTo>
                      <a:pt x="85" y="92"/>
                    </a:lnTo>
                    <a:lnTo>
                      <a:pt x="88" y="90"/>
                    </a:lnTo>
                    <a:lnTo>
                      <a:pt x="92" y="86"/>
                    </a:lnTo>
                    <a:lnTo>
                      <a:pt x="94" y="82"/>
                    </a:lnTo>
                    <a:lnTo>
                      <a:pt x="96" y="78"/>
                    </a:lnTo>
                    <a:lnTo>
                      <a:pt x="99" y="73"/>
                    </a:lnTo>
                    <a:lnTo>
                      <a:pt x="100" y="68"/>
                    </a:lnTo>
                    <a:lnTo>
                      <a:pt x="101" y="63"/>
                    </a:lnTo>
                    <a:lnTo>
                      <a:pt x="102" y="56"/>
                    </a:lnTo>
                    <a:lnTo>
                      <a:pt x="103" y="50"/>
                    </a:lnTo>
                    <a:lnTo>
                      <a:pt x="102" y="44"/>
                    </a:lnTo>
                    <a:lnTo>
                      <a:pt x="101" y="38"/>
                    </a:lnTo>
                    <a:close/>
                    <a:moveTo>
                      <a:pt x="71" y="58"/>
                    </a:moveTo>
                    <a:lnTo>
                      <a:pt x="70" y="68"/>
                    </a:lnTo>
                    <a:lnTo>
                      <a:pt x="69" y="72"/>
                    </a:lnTo>
                    <a:lnTo>
                      <a:pt x="68" y="76"/>
                    </a:lnTo>
                    <a:lnTo>
                      <a:pt x="67" y="79"/>
                    </a:lnTo>
                    <a:lnTo>
                      <a:pt x="66" y="83"/>
                    </a:lnTo>
                    <a:lnTo>
                      <a:pt x="64" y="86"/>
                    </a:lnTo>
                    <a:lnTo>
                      <a:pt x="63" y="88"/>
                    </a:lnTo>
                    <a:lnTo>
                      <a:pt x="61" y="91"/>
                    </a:lnTo>
                    <a:lnTo>
                      <a:pt x="60" y="92"/>
                    </a:lnTo>
                    <a:lnTo>
                      <a:pt x="58" y="94"/>
                    </a:lnTo>
                    <a:lnTo>
                      <a:pt x="56" y="95"/>
                    </a:lnTo>
                    <a:lnTo>
                      <a:pt x="53" y="95"/>
                    </a:lnTo>
                    <a:lnTo>
                      <a:pt x="52" y="95"/>
                    </a:lnTo>
                    <a:lnTo>
                      <a:pt x="49" y="95"/>
                    </a:lnTo>
                    <a:lnTo>
                      <a:pt x="47" y="95"/>
                    </a:lnTo>
                    <a:lnTo>
                      <a:pt x="44" y="94"/>
                    </a:lnTo>
                    <a:lnTo>
                      <a:pt x="42" y="93"/>
                    </a:lnTo>
                    <a:lnTo>
                      <a:pt x="40" y="91"/>
                    </a:lnTo>
                    <a:lnTo>
                      <a:pt x="39" y="90"/>
                    </a:lnTo>
                    <a:lnTo>
                      <a:pt x="37" y="87"/>
                    </a:lnTo>
                    <a:lnTo>
                      <a:pt x="36" y="85"/>
                    </a:lnTo>
                    <a:lnTo>
                      <a:pt x="35" y="83"/>
                    </a:lnTo>
                    <a:lnTo>
                      <a:pt x="34" y="79"/>
                    </a:lnTo>
                    <a:lnTo>
                      <a:pt x="33" y="75"/>
                    </a:lnTo>
                    <a:lnTo>
                      <a:pt x="32" y="72"/>
                    </a:lnTo>
                    <a:lnTo>
                      <a:pt x="32" y="68"/>
                    </a:lnTo>
                    <a:lnTo>
                      <a:pt x="31" y="63"/>
                    </a:lnTo>
                    <a:lnTo>
                      <a:pt x="31" y="59"/>
                    </a:lnTo>
                    <a:lnTo>
                      <a:pt x="31" y="54"/>
                    </a:lnTo>
                    <a:lnTo>
                      <a:pt x="31" y="49"/>
                    </a:lnTo>
                    <a:lnTo>
                      <a:pt x="31" y="43"/>
                    </a:lnTo>
                    <a:lnTo>
                      <a:pt x="32" y="38"/>
                    </a:lnTo>
                    <a:lnTo>
                      <a:pt x="32" y="34"/>
                    </a:lnTo>
                    <a:lnTo>
                      <a:pt x="33" y="30"/>
                    </a:lnTo>
                    <a:lnTo>
                      <a:pt x="34" y="27"/>
                    </a:lnTo>
                    <a:lnTo>
                      <a:pt x="35" y="23"/>
                    </a:lnTo>
                    <a:lnTo>
                      <a:pt x="36" y="21"/>
                    </a:lnTo>
                    <a:lnTo>
                      <a:pt x="38" y="18"/>
                    </a:lnTo>
                    <a:lnTo>
                      <a:pt x="39" y="16"/>
                    </a:lnTo>
                    <a:lnTo>
                      <a:pt x="41" y="14"/>
                    </a:lnTo>
                    <a:lnTo>
                      <a:pt x="43" y="12"/>
                    </a:lnTo>
                    <a:lnTo>
                      <a:pt x="45" y="10"/>
                    </a:lnTo>
                    <a:lnTo>
                      <a:pt x="48" y="10"/>
                    </a:lnTo>
                    <a:lnTo>
                      <a:pt x="50" y="9"/>
                    </a:lnTo>
                    <a:lnTo>
                      <a:pt x="52" y="9"/>
                    </a:lnTo>
                    <a:lnTo>
                      <a:pt x="55" y="9"/>
                    </a:lnTo>
                    <a:lnTo>
                      <a:pt x="56" y="10"/>
                    </a:lnTo>
                    <a:lnTo>
                      <a:pt x="59" y="10"/>
                    </a:lnTo>
                    <a:lnTo>
                      <a:pt x="60" y="11"/>
                    </a:lnTo>
                    <a:lnTo>
                      <a:pt x="62" y="13"/>
                    </a:lnTo>
                    <a:lnTo>
                      <a:pt x="64" y="14"/>
                    </a:lnTo>
                    <a:lnTo>
                      <a:pt x="65" y="16"/>
                    </a:lnTo>
                    <a:lnTo>
                      <a:pt x="66" y="18"/>
                    </a:lnTo>
                    <a:lnTo>
                      <a:pt x="68" y="22"/>
                    </a:lnTo>
                    <a:lnTo>
                      <a:pt x="68" y="24"/>
                    </a:lnTo>
                    <a:lnTo>
                      <a:pt x="69" y="27"/>
                    </a:lnTo>
                    <a:lnTo>
                      <a:pt x="70" y="30"/>
                    </a:lnTo>
                    <a:lnTo>
                      <a:pt x="72" y="38"/>
                    </a:lnTo>
                    <a:lnTo>
                      <a:pt x="72" y="47"/>
                    </a:lnTo>
                    <a:lnTo>
                      <a:pt x="71"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6" name="iṩ1ïḑé"/>
              <p:cNvSpPr/>
              <p:nvPr userDrawn="1"/>
            </p:nvSpPr>
            <p:spPr bwMode="auto">
              <a:xfrm>
                <a:off x="9939338" y="4102101"/>
                <a:ext cx="152400" cy="247650"/>
              </a:xfrm>
              <a:custGeom>
                <a:avLst/>
                <a:gdLst>
                  <a:gd name="T0" fmla="*/ 90 w 96"/>
                  <a:gd name="T1" fmla="*/ 95 h 156"/>
                  <a:gd name="T2" fmla="*/ 79 w 96"/>
                  <a:gd name="T3" fmla="*/ 88 h 156"/>
                  <a:gd name="T4" fmla="*/ 48 w 96"/>
                  <a:gd name="T5" fmla="*/ 85 h 156"/>
                  <a:gd name="T6" fmla="*/ 34 w 96"/>
                  <a:gd name="T7" fmla="*/ 82 h 156"/>
                  <a:gd name="T8" fmla="*/ 30 w 96"/>
                  <a:gd name="T9" fmla="*/ 75 h 156"/>
                  <a:gd name="T10" fmla="*/ 33 w 96"/>
                  <a:gd name="T11" fmla="*/ 70 h 156"/>
                  <a:gd name="T12" fmla="*/ 41 w 96"/>
                  <a:gd name="T13" fmla="*/ 67 h 156"/>
                  <a:gd name="T14" fmla="*/ 57 w 96"/>
                  <a:gd name="T15" fmla="*/ 66 h 156"/>
                  <a:gd name="T16" fmla="*/ 74 w 96"/>
                  <a:gd name="T17" fmla="*/ 58 h 156"/>
                  <a:gd name="T18" fmla="*/ 84 w 96"/>
                  <a:gd name="T19" fmla="*/ 44 h 156"/>
                  <a:gd name="T20" fmla="*/ 86 w 96"/>
                  <a:gd name="T21" fmla="*/ 26 h 156"/>
                  <a:gd name="T22" fmla="*/ 78 w 96"/>
                  <a:gd name="T23" fmla="*/ 12 h 156"/>
                  <a:gd name="T24" fmla="*/ 64 w 96"/>
                  <a:gd name="T25" fmla="*/ 1 h 156"/>
                  <a:gd name="T26" fmla="*/ 48 w 96"/>
                  <a:gd name="T27" fmla="*/ 0 h 156"/>
                  <a:gd name="T28" fmla="*/ 23 w 96"/>
                  <a:gd name="T29" fmla="*/ 3 h 156"/>
                  <a:gd name="T30" fmla="*/ 7 w 96"/>
                  <a:gd name="T31" fmla="*/ 12 h 156"/>
                  <a:gd name="T32" fmla="*/ 1 w 96"/>
                  <a:gd name="T33" fmla="*/ 28 h 156"/>
                  <a:gd name="T34" fmla="*/ 2 w 96"/>
                  <a:gd name="T35" fmla="*/ 44 h 156"/>
                  <a:gd name="T36" fmla="*/ 9 w 96"/>
                  <a:gd name="T37" fmla="*/ 56 h 156"/>
                  <a:gd name="T38" fmla="*/ 21 w 96"/>
                  <a:gd name="T39" fmla="*/ 63 h 156"/>
                  <a:gd name="T40" fmla="*/ 17 w 96"/>
                  <a:gd name="T41" fmla="*/ 70 h 156"/>
                  <a:gd name="T42" fmla="*/ 8 w 96"/>
                  <a:gd name="T43" fmla="*/ 84 h 156"/>
                  <a:gd name="T44" fmla="*/ 10 w 96"/>
                  <a:gd name="T45" fmla="*/ 97 h 156"/>
                  <a:gd name="T46" fmla="*/ 20 w 96"/>
                  <a:gd name="T47" fmla="*/ 103 h 156"/>
                  <a:gd name="T48" fmla="*/ 4 w 96"/>
                  <a:gd name="T49" fmla="*/ 113 h 156"/>
                  <a:gd name="T50" fmla="*/ 0 w 96"/>
                  <a:gd name="T51" fmla="*/ 131 h 156"/>
                  <a:gd name="T52" fmla="*/ 6 w 96"/>
                  <a:gd name="T53" fmla="*/ 144 h 156"/>
                  <a:gd name="T54" fmla="*/ 20 w 96"/>
                  <a:gd name="T55" fmla="*/ 152 h 156"/>
                  <a:gd name="T56" fmla="*/ 42 w 96"/>
                  <a:gd name="T57" fmla="*/ 156 h 156"/>
                  <a:gd name="T58" fmla="*/ 70 w 96"/>
                  <a:gd name="T59" fmla="*/ 150 h 156"/>
                  <a:gd name="T60" fmla="*/ 87 w 96"/>
                  <a:gd name="T61" fmla="*/ 137 h 156"/>
                  <a:gd name="T62" fmla="*/ 95 w 96"/>
                  <a:gd name="T63" fmla="*/ 116 h 156"/>
                  <a:gd name="T64" fmla="*/ 30 w 96"/>
                  <a:gd name="T65" fmla="*/ 29 h 156"/>
                  <a:gd name="T66" fmla="*/ 34 w 96"/>
                  <a:gd name="T67" fmla="*/ 14 h 156"/>
                  <a:gd name="T68" fmla="*/ 40 w 96"/>
                  <a:gd name="T69" fmla="*/ 9 h 156"/>
                  <a:gd name="T70" fmla="*/ 47 w 96"/>
                  <a:gd name="T71" fmla="*/ 8 h 156"/>
                  <a:gd name="T72" fmla="*/ 53 w 96"/>
                  <a:gd name="T73" fmla="*/ 12 h 156"/>
                  <a:gd name="T74" fmla="*/ 58 w 96"/>
                  <a:gd name="T75" fmla="*/ 31 h 156"/>
                  <a:gd name="T76" fmla="*/ 53 w 96"/>
                  <a:gd name="T77" fmla="*/ 55 h 156"/>
                  <a:gd name="T78" fmla="*/ 47 w 96"/>
                  <a:gd name="T79" fmla="*/ 59 h 156"/>
                  <a:gd name="T80" fmla="*/ 39 w 96"/>
                  <a:gd name="T81" fmla="*/ 59 h 156"/>
                  <a:gd name="T82" fmla="*/ 34 w 96"/>
                  <a:gd name="T83" fmla="*/ 54 h 156"/>
                  <a:gd name="T84" fmla="*/ 30 w 96"/>
                  <a:gd name="T85" fmla="*/ 29 h 156"/>
                  <a:gd name="T86" fmla="*/ 70 w 96"/>
                  <a:gd name="T87" fmla="*/ 131 h 156"/>
                  <a:gd name="T88" fmla="*/ 64 w 96"/>
                  <a:gd name="T89" fmla="*/ 140 h 156"/>
                  <a:gd name="T90" fmla="*/ 54 w 96"/>
                  <a:gd name="T91" fmla="*/ 146 h 156"/>
                  <a:gd name="T92" fmla="*/ 41 w 96"/>
                  <a:gd name="T93" fmla="*/ 146 h 156"/>
                  <a:gd name="T94" fmla="*/ 28 w 96"/>
                  <a:gd name="T95" fmla="*/ 142 h 156"/>
                  <a:gd name="T96" fmla="*/ 21 w 96"/>
                  <a:gd name="T97" fmla="*/ 133 h 156"/>
                  <a:gd name="T98" fmla="*/ 18 w 96"/>
                  <a:gd name="T99" fmla="*/ 121 h 156"/>
                  <a:gd name="T100" fmla="*/ 20 w 96"/>
                  <a:gd name="T101" fmla="*/ 112 h 156"/>
                  <a:gd name="T102" fmla="*/ 25 w 96"/>
                  <a:gd name="T103" fmla="*/ 107 h 156"/>
                  <a:gd name="T104" fmla="*/ 42 w 96"/>
                  <a:gd name="T105" fmla="*/ 103 h 156"/>
                  <a:gd name="T106" fmla="*/ 58 w 96"/>
                  <a:gd name="T107" fmla="*/ 105 h 156"/>
                  <a:gd name="T108" fmla="*/ 68 w 96"/>
                  <a:gd name="T109" fmla="*/ 111 h 156"/>
                  <a:gd name="T110" fmla="*/ 72 w 96"/>
                  <a:gd name="T111" fmla="*/ 12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6" h="156">
                    <a:moveTo>
                      <a:pt x="95" y="103"/>
                    </a:moveTo>
                    <a:lnTo>
                      <a:pt x="94" y="101"/>
                    </a:lnTo>
                    <a:lnTo>
                      <a:pt x="93" y="99"/>
                    </a:lnTo>
                    <a:lnTo>
                      <a:pt x="91" y="96"/>
                    </a:lnTo>
                    <a:lnTo>
                      <a:pt x="90" y="95"/>
                    </a:lnTo>
                    <a:lnTo>
                      <a:pt x="88" y="93"/>
                    </a:lnTo>
                    <a:lnTo>
                      <a:pt x="86" y="91"/>
                    </a:lnTo>
                    <a:lnTo>
                      <a:pt x="84" y="91"/>
                    </a:lnTo>
                    <a:lnTo>
                      <a:pt x="82" y="89"/>
                    </a:lnTo>
                    <a:lnTo>
                      <a:pt x="79" y="88"/>
                    </a:lnTo>
                    <a:lnTo>
                      <a:pt x="76" y="87"/>
                    </a:lnTo>
                    <a:lnTo>
                      <a:pt x="73" y="87"/>
                    </a:lnTo>
                    <a:lnTo>
                      <a:pt x="70" y="86"/>
                    </a:lnTo>
                    <a:lnTo>
                      <a:pt x="66" y="86"/>
                    </a:lnTo>
                    <a:lnTo>
                      <a:pt x="48" y="85"/>
                    </a:lnTo>
                    <a:lnTo>
                      <a:pt x="43" y="85"/>
                    </a:lnTo>
                    <a:lnTo>
                      <a:pt x="40" y="85"/>
                    </a:lnTo>
                    <a:lnTo>
                      <a:pt x="37" y="84"/>
                    </a:lnTo>
                    <a:lnTo>
                      <a:pt x="34" y="83"/>
                    </a:lnTo>
                    <a:lnTo>
                      <a:pt x="34" y="82"/>
                    </a:lnTo>
                    <a:lnTo>
                      <a:pt x="33" y="81"/>
                    </a:lnTo>
                    <a:lnTo>
                      <a:pt x="32" y="80"/>
                    </a:lnTo>
                    <a:lnTo>
                      <a:pt x="31" y="79"/>
                    </a:lnTo>
                    <a:lnTo>
                      <a:pt x="30" y="77"/>
                    </a:lnTo>
                    <a:lnTo>
                      <a:pt x="30" y="75"/>
                    </a:lnTo>
                    <a:lnTo>
                      <a:pt x="30" y="74"/>
                    </a:lnTo>
                    <a:lnTo>
                      <a:pt x="30" y="72"/>
                    </a:lnTo>
                    <a:lnTo>
                      <a:pt x="31" y="71"/>
                    </a:lnTo>
                    <a:lnTo>
                      <a:pt x="32" y="70"/>
                    </a:lnTo>
                    <a:lnTo>
                      <a:pt x="33" y="70"/>
                    </a:lnTo>
                    <a:lnTo>
                      <a:pt x="33" y="68"/>
                    </a:lnTo>
                    <a:lnTo>
                      <a:pt x="34" y="68"/>
                    </a:lnTo>
                    <a:lnTo>
                      <a:pt x="35" y="67"/>
                    </a:lnTo>
                    <a:lnTo>
                      <a:pt x="38" y="67"/>
                    </a:lnTo>
                    <a:lnTo>
                      <a:pt x="41" y="67"/>
                    </a:lnTo>
                    <a:lnTo>
                      <a:pt x="42" y="67"/>
                    </a:lnTo>
                    <a:lnTo>
                      <a:pt x="42" y="67"/>
                    </a:lnTo>
                    <a:lnTo>
                      <a:pt x="47" y="67"/>
                    </a:lnTo>
                    <a:lnTo>
                      <a:pt x="52" y="67"/>
                    </a:lnTo>
                    <a:lnTo>
                      <a:pt x="57" y="66"/>
                    </a:lnTo>
                    <a:lnTo>
                      <a:pt x="61" y="64"/>
                    </a:lnTo>
                    <a:lnTo>
                      <a:pt x="65" y="63"/>
                    </a:lnTo>
                    <a:lnTo>
                      <a:pt x="68" y="62"/>
                    </a:lnTo>
                    <a:lnTo>
                      <a:pt x="71" y="60"/>
                    </a:lnTo>
                    <a:lnTo>
                      <a:pt x="74" y="58"/>
                    </a:lnTo>
                    <a:lnTo>
                      <a:pt x="77" y="55"/>
                    </a:lnTo>
                    <a:lnTo>
                      <a:pt x="79" y="53"/>
                    </a:lnTo>
                    <a:lnTo>
                      <a:pt x="81" y="51"/>
                    </a:lnTo>
                    <a:lnTo>
                      <a:pt x="82" y="47"/>
                    </a:lnTo>
                    <a:lnTo>
                      <a:pt x="84" y="44"/>
                    </a:lnTo>
                    <a:lnTo>
                      <a:pt x="85" y="40"/>
                    </a:lnTo>
                    <a:lnTo>
                      <a:pt x="86" y="37"/>
                    </a:lnTo>
                    <a:lnTo>
                      <a:pt x="86" y="33"/>
                    </a:lnTo>
                    <a:lnTo>
                      <a:pt x="86" y="29"/>
                    </a:lnTo>
                    <a:lnTo>
                      <a:pt x="86" y="26"/>
                    </a:lnTo>
                    <a:lnTo>
                      <a:pt x="85" y="23"/>
                    </a:lnTo>
                    <a:lnTo>
                      <a:pt x="84" y="20"/>
                    </a:lnTo>
                    <a:lnTo>
                      <a:pt x="82" y="17"/>
                    </a:lnTo>
                    <a:lnTo>
                      <a:pt x="80" y="14"/>
                    </a:lnTo>
                    <a:lnTo>
                      <a:pt x="78" y="12"/>
                    </a:lnTo>
                    <a:lnTo>
                      <a:pt x="75" y="10"/>
                    </a:lnTo>
                    <a:lnTo>
                      <a:pt x="94" y="10"/>
                    </a:lnTo>
                    <a:lnTo>
                      <a:pt x="94" y="1"/>
                    </a:lnTo>
                    <a:lnTo>
                      <a:pt x="70" y="1"/>
                    </a:lnTo>
                    <a:lnTo>
                      <a:pt x="64" y="1"/>
                    </a:lnTo>
                    <a:lnTo>
                      <a:pt x="59" y="1"/>
                    </a:lnTo>
                    <a:lnTo>
                      <a:pt x="57" y="1"/>
                    </a:lnTo>
                    <a:lnTo>
                      <a:pt x="54" y="0"/>
                    </a:lnTo>
                    <a:lnTo>
                      <a:pt x="51" y="0"/>
                    </a:lnTo>
                    <a:lnTo>
                      <a:pt x="48" y="0"/>
                    </a:lnTo>
                    <a:lnTo>
                      <a:pt x="42" y="0"/>
                    </a:lnTo>
                    <a:lnTo>
                      <a:pt x="37" y="1"/>
                    </a:lnTo>
                    <a:lnTo>
                      <a:pt x="32" y="1"/>
                    </a:lnTo>
                    <a:lnTo>
                      <a:pt x="27" y="2"/>
                    </a:lnTo>
                    <a:lnTo>
                      <a:pt x="23" y="3"/>
                    </a:lnTo>
                    <a:lnTo>
                      <a:pt x="19" y="5"/>
                    </a:lnTo>
                    <a:lnTo>
                      <a:pt x="15" y="6"/>
                    </a:lnTo>
                    <a:lnTo>
                      <a:pt x="13" y="8"/>
                    </a:lnTo>
                    <a:lnTo>
                      <a:pt x="10" y="10"/>
                    </a:lnTo>
                    <a:lnTo>
                      <a:pt x="7" y="12"/>
                    </a:lnTo>
                    <a:lnTo>
                      <a:pt x="5" y="15"/>
                    </a:lnTo>
                    <a:lnTo>
                      <a:pt x="4" y="18"/>
                    </a:lnTo>
                    <a:lnTo>
                      <a:pt x="2" y="21"/>
                    </a:lnTo>
                    <a:lnTo>
                      <a:pt x="1" y="24"/>
                    </a:lnTo>
                    <a:lnTo>
                      <a:pt x="1" y="28"/>
                    </a:lnTo>
                    <a:lnTo>
                      <a:pt x="1" y="32"/>
                    </a:lnTo>
                    <a:lnTo>
                      <a:pt x="1" y="35"/>
                    </a:lnTo>
                    <a:lnTo>
                      <a:pt x="1" y="38"/>
                    </a:lnTo>
                    <a:lnTo>
                      <a:pt x="2" y="42"/>
                    </a:lnTo>
                    <a:lnTo>
                      <a:pt x="2" y="44"/>
                    </a:lnTo>
                    <a:lnTo>
                      <a:pt x="3" y="47"/>
                    </a:lnTo>
                    <a:lnTo>
                      <a:pt x="5" y="50"/>
                    </a:lnTo>
                    <a:lnTo>
                      <a:pt x="6" y="52"/>
                    </a:lnTo>
                    <a:lnTo>
                      <a:pt x="7" y="54"/>
                    </a:lnTo>
                    <a:lnTo>
                      <a:pt x="9" y="56"/>
                    </a:lnTo>
                    <a:lnTo>
                      <a:pt x="11" y="58"/>
                    </a:lnTo>
                    <a:lnTo>
                      <a:pt x="13" y="59"/>
                    </a:lnTo>
                    <a:lnTo>
                      <a:pt x="15" y="61"/>
                    </a:lnTo>
                    <a:lnTo>
                      <a:pt x="18" y="63"/>
                    </a:lnTo>
                    <a:lnTo>
                      <a:pt x="21" y="63"/>
                    </a:lnTo>
                    <a:lnTo>
                      <a:pt x="24" y="64"/>
                    </a:lnTo>
                    <a:lnTo>
                      <a:pt x="27" y="65"/>
                    </a:lnTo>
                    <a:lnTo>
                      <a:pt x="24" y="67"/>
                    </a:lnTo>
                    <a:lnTo>
                      <a:pt x="21" y="68"/>
                    </a:lnTo>
                    <a:lnTo>
                      <a:pt x="17" y="70"/>
                    </a:lnTo>
                    <a:lnTo>
                      <a:pt x="14" y="72"/>
                    </a:lnTo>
                    <a:lnTo>
                      <a:pt x="12" y="75"/>
                    </a:lnTo>
                    <a:lnTo>
                      <a:pt x="10" y="78"/>
                    </a:lnTo>
                    <a:lnTo>
                      <a:pt x="9" y="81"/>
                    </a:lnTo>
                    <a:lnTo>
                      <a:pt x="8" y="84"/>
                    </a:lnTo>
                    <a:lnTo>
                      <a:pt x="8" y="87"/>
                    </a:lnTo>
                    <a:lnTo>
                      <a:pt x="8" y="91"/>
                    </a:lnTo>
                    <a:lnTo>
                      <a:pt x="9" y="93"/>
                    </a:lnTo>
                    <a:lnTo>
                      <a:pt x="9" y="95"/>
                    </a:lnTo>
                    <a:lnTo>
                      <a:pt x="10" y="97"/>
                    </a:lnTo>
                    <a:lnTo>
                      <a:pt x="12" y="99"/>
                    </a:lnTo>
                    <a:lnTo>
                      <a:pt x="13" y="100"/>
                    </a:lnTo>
                    <a:lnTo>
                      <a:pt x="16" y="102"/>
                    </a:lnTo>
                    <a:lnTo>
                      <a:pt x="18" y="102"/>
                    </a:lnTo>
                    <a:lnTo>
                      <a:pt x="20" y="103"/>
                    </a:lnTo>
                    <a:lnTo>
                      <a:pt x="17" y="104"/>
                    </a:lnTo>
                    <a:lnTo>
                      <a:pt x="13" y="106"/>
                    </a:lnTo>
                    <a:lnTo>
                      <a:pt x="9" y="108"/>
                    </a:lnTo>
                    <a:lnTo>
                      <a:pt x="6" y="111"/>
                    </a:lnTo>
                    <a:lnTo>
                      <a:pt x="4" y="113"/>
                    </a:lnTo>
                    <a:lnTo>
                      <a:pt x="2" y="116"/>
                    </a:lnTo>
                    <a:lnTo>
                      <a:pt x="1" y="120"/>
                    </a:lnTo>
                    <a:lnTo>
                      <a:pt x="0" y="123"/>
                    </a:lnTo>
                    <a:lnTo>
                      <a:pt x="0" y="128"/>
                    </a:lnTo>
                    <a:lnTo>
                      <a:pt x="0" y="131"/>
                    </a:lnTo>
                    <a:lnTo>
                      <a:pt x="1" y="135"/>
                    </a:lnTo>
                    <a:lnTo>
                      <a:pt x="1" y="137"/>
                    </a:lnTo>
                    <a:lnTo>
                      <a:pt x="2" y="139"/>
                    </a:lnTo>
                    <a:lnTo>
                      <a:pt x="4" y="142"/>
                    </a:lnTo>
                    <a:lnTo>
                      <a:pt x="6" y="144"/>
                    </a:lnTo>
                    <a:lnTo>
                      <a:pt x="8" y="146"/>
                    </a:lnTo>
                    <a:lnTo>
                      <a:pt x="10" y="147"/>
                    </a:lnTo>
                    <a:lnTo>
                      <a:pt x="13" y="150"/>
                    </a:lnTo>
                    <a:lnTo>
                      <a:pt x="16" y="151"/>
                    </a:lnTo>
                    <a:lnTo>
                      <a:pt x="20" y="152"/>
                    </a:lnTo>
                    <a:lnTo>
                      <a:pt x="23" y="153"/>
                    </a:lnTo>
                    <a:lnTo>
                      <a:pt x="27" y="155"/>
                    </a:lnTo>
                    <a:lnTo>
                      <a:pt x="32" y="155"/>
                    </a:lnTo>
                    <a:lnTo>
                      <a:pt x="36" y="155"/>
                    </a:lnTo>
                    <a:lnTo>
                      <a:pt x="42" y="156"/>
                    </a:lnTo>
                    <a:lnTo>
                      <a:pt x="47" y="155"/>
                    </a:lnTo>
                    <a:lnTo>
                      <a:pt x="54" y="155"/>
                    </a:lnTo>
                    <a:lnTo>
                      <a:pt x="59" y="153"/>
                    </a:lnTo>
                    <a:lnTo>
                      <a:pt x="64" y="151"/>
                    </a:lnTo>
                    <a:lnTo>
                      <a:pt x="70" y="150"/>
                    </a:lnTo>
                    <a:lnTo>
                      <a:pt x="74" y="148"/>
                    </a:lnTo>
                    <a:lnTo>
                      <a:pt x="78" y="146"/>
                    </a:lnTo>
                    <a:lnTo>
                      <a:pt x="81" y="143"/>
                    </a:lnTo>
                    <a:lnTo>
                      <a:pt x="84" y="140"/>
                    </a:lnTo>
                    <a:lnTo>
                      <a:pt x="87" y="137"/>
                    </a:lnTo>
                    <a:lnTo>
                      <a:pt x="90" y="133"/>
                    </a:lnTo>
                    <a:lnTo>
                      <a:pt x="91" y="129"/>
                    </a:lnTo>
                    <a:lnTo>
                      <a:pt x="94" y="126"/>
                    </a:lnTo>
                    <a:lnTo>
                      <a:pt x="94" y="121"/>
                    </a:lnTo>
                    <a:lnTo>
                      <a:pt x="95" y="116"/>
                    </a:lnTo>
                    <a:lnTo>
                      <a:pt x="96" y="111"/>
                    </a:lnTo>
                    <a:lnTo>
                      <a:pt x="96" y="108"/>
                    </a:lnTo>
                    <a:lnTo>
                      <a:pt x="95" y="105"/>
                    </a:lnTo>
                    <a:lnTo>
                      <a:pt x="95" y="103"/>
                    </a:lnTo>
                    <a:close/>
                    <a:moveTo>
                      <a:pt x="30" y="29"/>
                    </a:moveTo>
                    <a:lnTo>
                      <a:pt x="31" y="23"/>
                    </a:lnTo>
                    <a:lnTo>
                      <a:pt x="32" y="21"/>
                    </a:lnTo>
                    <a:lnTo>
                      <a:pt x="32" y="18"/>
                    </a:lnTo>
                    <a:lnTo>
                      <a:pt x="33" y="16"/>
                    </a:lnTo>
                    <a:lnTo>
                      <a:pt x="34" y="14"/>
                    </a:lnTo>
                    <a:lnTo>
                      <a:pt x="34" y="13"/>
                    </a:lnTo>
                    <a:lnTo>
                      <a:pt x="36" y="11"/>
                    </a:lnTo>
                    <a:lnTo>
                      <a:pt x="37" y="10"/>
                    </a:lnTo>
                    <a:lnTo>
                      <a:pt x="38" y="10"/>
                    </a:lnTo>
                    <a:lnTo>
                      <a:pt x="40" y="9"/>
                    </a:lnTo>
                    <a:lnTo>
                      <a:pt x="42" y="8"/>
                    </a:lnTo>
                    <a:lnTo>
                      <a:pt x="43" y="7"/>
                    </a:lnTo>
                    <a:lnTo>
                      <a:pt x="45" y="7"/>
                    </a:lnTo>
                    <a:lnTo>
                      <a:pt x="46" y="7"/>
                    </a:lnTo>
                    <a:lnTo>
                      <a:pt x="47" y="8"/>
                    </a:lnTo>
                    <a:lnTo>
                      <a:pt x="49" y="9"/>
                    </a:lnTo>
                    <a:lnTo>
                      <a:pt x="50" y="9"/>
                    </a:lnTo>
                    <a:lnTo>
                      <a:pt x="51" y="10"/>
                    </a:lnTo>
                    <a:lnTo>
                      <a:pt x="52" y="11"/>
                    </a:lnTo>
                    <a:lnTo>
                      <a:pt x="53" y="12"/>
                    </a:lnTo>
                    <a:lnTo>
                      <a:pt x="54" y="14"/>
                    </a:lnTo>
                    <a:lnTo>
                      <a:pt x="55" y="17"/>
                    </a:lnTo>
                    <a:lnTo>
                      <a:pt x="56" y="21"/>
                    </a:lnTo>
                    <a:lnTo>
                      <a:pt x="58" y="26"/>
                    </a:lnTo>
                    <a:lnTo>
                      <a:pt x="58" y="31"/>
                    </a:lnTo>
                    <a:lnTo>
                      <a:pt x="58" y="38"/>
                    </a:lnTo>
                    <a:lnTo>
                      <a:pt x="57" y="43"/>
                    </a:lnTo>
                    <a:lnTo>
                      <a:pt x="56" y="48"/>
                    </a:lnTo>
                    <a:lnTo>
                      <a:pt x="54" y="52"/>
                    </a:lnTo>
                    <a:lnTo>
                      <a:pt x="53" y="55"/>
                    </a:lnTo>
                    <a:lnTo>
                      <a:pt x="52" y="55"/>
                    </a:lnTo>
                    <a:lnTo>
                      <a:pt x="51" y="57"/>
                    </a:lnTo>
                    <a:lnTo>
                      <a:pt x="50" y="58"/>
                    </a:lnTo>
                    <a:lnTo>
                      <a:pt x="49" y="59"/>
                    </a:lnTo>
                    <a:lnTo>
                      <a:pt x="47" y="59"/>
                    </a:lnTo>
                    <a:lnTo>
                      <a:pt x="46" y="59"/>
                    </a:lnTo>
                    <a:lnTo>
                      <a:pt x="44" y="59"/>
                    </a:lnTo>
                    <a:lnTo>
                      <a:pt x="42" y="59"/>
                    </a:lnTo>
                    <a:lnTo>
                      <a:pt x="41" y="59"/>
                    </a:lnTo>
                    <a:lnTo>
                      <a:pt x="39" y="59"/>
                    </a:lnTo>
                    <a:lnTo>
                      <a:pt x="38" y="58"/>
                    </a:lnTo>
                    <a:lnTo>
                      <a:pt x="37" y="57"/>
                    </a:lnTo>
                    <a:lnTo>
                      <a:pt x="36" y="56"/>
                    </a:lnTo>
                    <a:lnTo>
                      <a:pt x="35" y="55"/>
                    </a:lnTo>
                    <a:lnTo>
                      <a:pt x="34" y="54"/>
                    </a:lnTo>
                    <a:lnTo>
                      <a:pt x="33" y="50"/>
                    </a:lnTo>
                    <a:lnTo>
                      <a:pt x="32" y="46"/>
                    </a:lnTo>
                    <a:lnTo>
                      <a:pt x="31" y="41"/>
                    </a:lnTo>
                    <a:lnTo>
                      <a:pt x="30" y="35"/>
                    </a:lnTo>
                    <a:lnTo>
                      <a:pt x="30" y="29"/>
                    </a:lnTo>
                    <a:close/>
                    <a:moveTo>
                      <a:pt x="72" y="122"/>
                    </a:moveTo>
                    <a:lnTo>
                      <a:pt x="72" y="124"/>
                    </a:lnTo>
                    <a:lnTo>
                      <a:pt x="72" y="127"/>
                    </a:lnTo>
                    <a:lnTo>
                      <a:pt x="71" y="129"/>
                    </a:lnTo>
                    <a:lnTo>
                      <a:pt x="70" y="131"/>
                    </a:lnTo>
                    <a:lnTo>
                      <a:pt x="70" y="133"/>
                    </a:lnTo>
                    <a:lnTo>
                      <a:pt x="69" y="135"/>
                    </a:lnTo>
                    <a:lnTo>
                      <a:pt x="67" y="137"/>
                    </a:lnTo>
                    <a:lnTo>
                      <a:pt x="66" y="139"/>
                    </a:lnTo>
                    <a:lnTo>
                      <a:pt x="64" y="140"/>
                    </a:lnTo>
                    <a:lnTo>
                      <a:pt x="62" y="142"/>
                    </a:lnTo>
                    <a:lnTo>
                      <a:pt x="61" y="143"/>
                    </a:lnTo>
                    <a:lnTo>
                      <a:pt x="59" y="143"/>
                    </a:lnTo>
                    <a:lnTo>
                      <a:pt x="57" y="144"/>
                    </a:lnTo>
                    <a:lnTo>
                      <a:pt x="54" y="146"/>
                    </a:lnTo>
                    <a:lnTo>
                      <a:pt x="52" y="146"/>
                    </a:lnTo>
                    <a:lnTo>
                      <a:pt x="50" y="147"/>
                    </a:lnTo>
                    <a:lnTo>
                      <a:pt x="47" y="147"/>
                    </a:lnTo>
                    <a:lnTo>
                      <a:pt x="43" y="147"/>
                    </a:lnTo>
                    <a:lnTo>
                      <a:pt x="41" y="146"/>
                    </a:lnTo>
                    <a:lnTo>
                      <a:pt x="38" y="146"/>
                    </a:lnTo>
                    <a:lnTo>
                      <a:pt x="35" y="145"/>
                    </a:lnTo>
                    <a:lnTo>
                      <a:pt x="32" y="144"/>
                    </a:lnTo>
                    <a:lnTo>
                      <a:pt x="30" y="143"/>
                    </a:lnTo>
                    <a:lnTo>
                      <a:pt x="28" y="142"/>
                    </a:lnTo>
                    <a:lnTo>
                      <a:pt x="26" y="140"/>
                    </a:lnTo>
                    <a:lnTo>
                      <a:pt x="25" y="139"/>
                    </a:lnTo>
                    <a:lnTo>
                      <a:pt x="23" y="137"/>
                    </a:lnTo>
                    <a:lnTo>
                      <a:pt x="21" y="135"/>
                    </a:lnTo>
                    <a:lnTo>
                      <a:pt x="21" y="133"/>
                    </a:lnTo>
                    <a:lnTo>
                      <a:pt x="20" y="131"/>
                    </a:lnTo>
                    <a:lnTo>
                      <a:pt x="19" y="128"/>
                    </a:lnTo>
                    <a:lnTo>
                      <a:pt x="18" y="126"/>
                    </a:lnTo>
                    <a:lnTo>
                      <a:pt x="18" y="123"/>
                    </a:lnTo>
                    <a:lnTo>
                      <a:pt x="18" y="121"/>
                    </a:lnTo>
                    <a:lnTo>
                      <a:pt x="18" y="119"/>
                    </a:lnTo>
                    <a:lnTo>
                      <a:pt x="18" y="118"/>
                    </a:lnTo>
                    <a:lnTo>
                      <a:pt x="19" y="116"/>
                    </a:lnTo>
                    <a:lnTo>
                      <a:pt x="19" y="115"/>
                    </a:lnTo>
                    <a:lnTo>
                      <a:pt x="20" y="112"/>
                    </a:lnTo>
                    <a:lnTo>
                      <a:pt x="21" y="111"/>
                    </a:lnTo>
                    <a:lnTo>
                      <a:pt x="21" y="110"/>
                    </a:lnTo>
                    <a:lnTo>
                      <a:pt x="22" y="109"/>
                    </a:lnTo>
                    <a:lnTo>
                      <a:pt x="23" y="107"/>
                    </a:lnTo>
                    <a:lnTo>
                      <a:pt x="25" y="107"/>
                    </a:lnTo>
                    <a:lnTo>
                      <a:pt x="26" y="106"/>
                    </a:lnTo>
                    <a:lnTo>
                      <a:pt x="29" y="105"/>
                    </a:lnTo>
                    <a:lnTo>
                      <a:pt x="33" y="104"/>
                    </a:lnTo>
                    <a:lnTo>
                      <a:pt x="37" y="103"/>
                    </a:lnTo>
                    <a:lnTo>
                      <a:pt x="42" y="103"/>
                    </a:lnTo>
                    <a:lnTo>
                      <a:pt x="46" y="103"/>
                    </a:lnTo>
                    <a:lnTo>
                      <a:pt x="49" y="103"/>
                    </a:lnTo>
                    <a:lnTo>
                      <a:pt x="52" y="104"/>
                    </a:lnTo>
                    <a:lnTo>
                      <a:pt x="55" y="104"/>
                    </a:lnTo>
                    <a:lnTo>
                      <a:pt x="58" y="105"/>
                    </a:lnTo>
                    <a:lnTo>
                      <a:pt x="61" y="106"/>
                    </a:lnTo>
                    <a:lnTo>
                      <a:pt x="63" y="107"/>
                    </a:lnTo>
                    <a:lnTo>
                      <a:pt x="65" y="108"/>
                    </a:lnTo>
                    <a:lnTo>
                      <a:pt x="67" y="109"/>
                    </a:lnTo>
                    <a:lnTo>
                      <a:pt x="68" y="111"/>
                    </a:lnTo>
                    <a:lnTo>
                      <a:pt x="70" y="112"/>
                    </a:lnTo>
                    <a:lnTo>
                      <a:pt x="71" y="115"/>
                    </a:lnTo>
                    <a:lnTo>
                      <a:pt x="71" y="117"/>
                    </a:lnTo>
                    <a:lnTo>
                      <a:pt x="72" y="119"/>
                    </a:lnTo>
                    <a:lnTo>
                      <a:pt x="72" y="12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7" name="iṧḷïḍe"/>
              <p:cNvSpPr/>
              <p:nvPr userDrawn="1"/>
            </p:nvSpPr>
            <p:spPr bwMode="auto">
              <a:xfrm>
                <a:off x="10120313" y="4105276"/>
                <a:ext cx="155575" cy="242888"/>
              </a:xfrm>
              <a:custGeom>
                <a:avLst/>
                <a:gdLst>
                  <a:gd name="T0" fmla="*/ 96 w 98"/>
                  <a:gd name="T1" fmla="*/ 0 h 153"/>
                  <a:gd name="T2" fmla="*/ 93 w 98"/>
                  <a:gd name="T3" fmla="*/ 0 h 153"/>
                  <a:gd name="T4" fmla="*/ 91 w 98"/>
                  <a:gd name="T5" fmla="*/ 0 h 153"/>
                  <a:gd name="T6" fmla="*/ 89 w 98"/>
                  <a:gd name="T7" fmla="*/ 0 h 153"/>
                  <a:gd name="T8" fmla="*/ 87 w 98"/>
                  <a:gd name="T9" fmla="*/ 0 h 153"/>
                  <a:gd name="T10" fmla="*/ 85 w 98"/>
                  <a:gd name="T11" fmla="*/ 0 h 153"/>
                  <a:gd name="T12" fmla="*/ 83 w 98"/>
                  <a:gd name="T13" fmla="*/ 0 h 153"/>
                  <a:gd name="T14" fmla="*/ 81 w 98"/>
                  <a:gd name="T15" fmla="*/ 0 h 153"/>
                  <a:gd name="T16" fmla="*/ 76 w 98"/>
                  <a:gd name="T17" fmla="*/ 11 h 153"/>
                  <a:gd name="T18" fmla="*/ 72 w 98"/>
                  <a:gd name="T19" fmla="*/ 21 h 153"/>
                  <a:gd name="T20" fmla="*/ 68 w 98"/>
                  <a:gd name="T21" fmla="*/ 32 h 153"/>
                  <a:gd name="T22" fmla="*/ 64 w 98"/>
                  <a:gd name="T23" fmla="*/ 44 h 153"/>
                  <a:gd name="T24" fmla="*/ 56 w 98"/>
                  <a:gd name="T25" fmla="*/ 65 h 153"/>
                  <a:gd name="T26" fmla="*/ 55 w 98"/>
                  <a:gd name="T27" fmla="*/ 62 h 153"/>
                  <a:gd name="T28" fmla="*/ 53 w 98"/>
                  <a:gd name="T29" fmla="*/ 59 h 153"/>
                  <a:gd name="T30" fmla="*/ 52 w 98"/>
                  <a:gd name="T31" fmla="*/ 55 h 153"/>
                  <a:gd name="T32" fmla="*/ 50 w 98"/>
                  <a:gd name="T33" fmla="*/ 50 h 153"/>
                  <a:gd name="T34" fmla="*/ 47 w 98"/>
                  <a:gd name="T35" fmla="*/ 42 h 153"/>
                  <a:gd name="T36" fmla="*/ 44 w 98"/>
                  <a:gd name="T37" fmla="*/ 35 h 153"/>
                  <a:gd name="T38" fmla="*/ 42 w 98"/>
                  <a:gd name="T39" fmla="*/ 28 h 153"/>
                  <a:gd name="T40" fmla="*/ 39 w 98"/>
                  <a:gd name="T41" fmla="*/ 21 h 153"/>
                  <a:gd name="T42" fmla="*/ 37 w 98"/>
                  <a:gd name="T43" fmla="*/ 15 h 153"/>
                  <a:gd name="T44" fmla="*/ 35 w 98"/>
                  <a:gd name="T45" fmla="*/ 9 h 153"/>
                  <a:gd name="T46" fmla="*/ 33 w 98"/>
                  <a:gd name="T47" fmla="*/ 4 h 153"/>
                  <a:gd name="T48" fmla="*/ 32 w 98"/>
                  <a:gd name="T49" fmla="*/ 0 h 153"/>
                  <a:gd name="T50" fmla="*/ 28 w 98"/>
                  <a:gd name="T51" fmla="*/ 0 h 153"/>
                  <a:gd name="T52" fmla="*/ 24 w 98"/>
                  <a:gd name="T53" fmla="*/ 0 h 153"/>
                  <a:gd name="T54" fmla="*/ 20 w 98"/>
                  <a:gd name="T55" fmla="*/ 0 h 153"/>
                  <a:gd name="T56" fmla="*/ 16 w 98"/>
                  <a:gd name="T57" fmla="*/ 0 h 153"/>
                  <a:gd name="T58" fmla="*/ 12 w 98"/>
                  <a:gd name="T59" fmla="*/ 0 h 153"/>
                  <a:gd name="T60" fmla="*/ 8 w 98"/>
                  <a:gd name="T61" fmla="*/ 0 h 153"/>
                  <a:gd name="T62" fmla="*/ 4 w 98"/>
                  <a:gd name="T63" fmla="*/ 0 h 153"/>
                  <a:gd name="T64" fmla="*/ 0 w 98"/>
                  <a:gd name="T65" fmla="*/ 0 h 153"/>
                  <a:gd name="T66" fmla="*/ 43 w 98"/>
                  <a:gd name="T67" fmla="*/ 100 h 153"/>
                  <a:gd name="T68" fmla="*/ 16 w 98"/>
                  <a:gd name="T69" fmla="*/ 153 h 153"/>
                  <a:gd name="T70" fmla="*/ 20 w 98"/>
                  <a:gd name="T71" fmla="*/ 153 h 153"/>
                  <a:gd name="T72" fmla="*/ 24 w 98"/>
                  <a:gd name="T73" fmla="*/ 153 h 153"/>
                  <a:gd name="T74" fmla="*/ 28 w 98"/>
                  <a:gd name="T75" fmla="*/ 153 h 153"/>
                  <a:gd name="T76" fmla="*/ 33 w 98"/>
                  <a:gd name="T77" fmla="*/ 153 h 153"/>
                  <a:gd name="T78" fmla="*/ 37 w 98"/>
                  <a:gd name="T79" fmla="*/ 141 h 153"/>
                  <a:gd name="T80" fmla="*/ 42 w 98"/>
                  <a:gd name="T81" fmla="*/ 130 h 153"/>
                  <a:gd name="T82" fmla="*/ 46 w 98"/>
                  <a:gd name="T83" fmla="*/ 118 h 153"/>
                  <a:gd name="T84" fmla="*/ 52 w 98"/>
                  <a:gd name="T85" fmla="*/ 105 h 153"/>
                  <a:gd name="T86" fmla="*/ 57 w 98"/>
                  <a:gd name="T87" fmla="*/ 92 h 153"/>
                  <a:gd name="T88" fmla="*/ 64 w 98"/>
                  <a:gd name="T89" fmla="*/ 77 h 153"/>
                  <a:gd name="T90" fmla="*/ 70 w 98"/>
                  <a:gd name="T91" fmla="*/ 63 h 153"/>
                  <a:gd name="T92" fmla="*/ 76 w 98"/>
                  <a:gd name="T93" fmla="*/ 48 h 153"/>
                  <a:gd name="T94" fmla="*/ 98 w 98"/>
                  <a:gd name="T95" fmla="*/ 0 h 153"/>
                  <a:gd name="T96" fmla="*/ 96 w 98"/>
                  <a:gd name="T97"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53">
                    <a:moveTo>
                      <a:pt x="96" y="0"/>
                    </a:moveTo>
                    <a:lnTo>
                      <a:pt x="93" y="0"/>
                    </a:lnTo>
                    <a:lnTo>
                      <a:pt x="91" y="0"/>
                    </a:lnTo>
                    <a:lnTo>
                      <a:pt x="89" y="0"/>
                    </a:lnTo>
                    <a:lnTo>
                      <a:pt x="87" y="0"/>
                    </a:lnTo>
                    <a:lnTo>
                      <a:pt x="85" y="0"/>
                    </a:lnTo>
                    <a:lnTo>
                      <a:pt x="83" y="0"/>
                    </a:lnTo>
                    <a:lnTo>
                      <a:pt x="81" y="0"/>
                    </a:lnTo>
                    <a:lnTo>
                      <a:pt x="76" y="11"/>
                    </a:lnTo>
                    <a:lnTo>
                      <a:pt x="72" y="21"/>
                    </a:lnTo>
                    <a:lnTo>
                      <a:pt x="68" y="32"/>
                    </a:lnTo>
                    <a:lnTo>
                      <a:pt x="64" y="44"/>
                    </a:lnTo>
                    <a:lnTo>
                      <a:pt x="56" y="65"/>
                    </a:lnTo>
                    <a:lnTo>
                      <a:pt x="55" y="62"/>
                    </a:lnTo>
                    <a:lnTo>
                      <a:pt x="53" y="59"/>
                    </a:lnTo>
                    <a:lnTo>
                      <a:pt x="52" y="55"/>
                    </a:lnTo>
                    <a:lnTo>
                      <a:pt x="50" y="50"/>
                    </a:lnTo>
                    <a:lnTo>
                      <a:pt x="47" y="42"/>
                    </a:lnTo>
                    <a:lnTo>
                      <a:pt x="44" y="35"/>
                    </a:lnTo>
                    <a:lnTo>
                      <a:pt x="42" y="28"/>
                    </a:lnTo>
                    <a:lnTo>
                      <a:pt x="39" y="21"/>
                    </a:lnTo>
                    <a:lnTo>
                      <a:pt x="37" y="15"/>
                    </a:lnTo>
                    <a:lnTo>
                      <a:pt x="35" y="9"/>
                    </a:lnTo>
                    <a:lnTo>
                      <a:pt x="33" y="4"/>
                    </a:lnTo>
                    <a:lnTo>
                      <a:pt x="32" y="0"/>
                    </a:lnTo>
                    <a:lnTo>
                      <a:pt x="28" y="0"/>
                    </a:lnTo>
                    <a:lnTo>
                      <a:pt x="24" y="0"/>
                    </a:lnTo>
                    <a:lnTo>
                      <a:pt x="20" y="0"/>
                    </a:lnTo>
                    <a:lnTo>
                      <a:pt x="16" y="0"/>
                    </a:lnTo>
                    <a:lnTo>
                      <a:pt x="12" y="0"/>
                    </a:lnTo>
                    <a:lnTo>
                      <a:pt x="8" y="0"/>
                    </a:lnTo>
                    <a:lnTo>
                      <a:pt x="4" y="0"/>
                    </a:lnTo>
                    <a:lnTo>
                      <a:pt x="0" y="0"/>
                    </a:lnTo>
                    <a:lnTo>
                      <a:pt x="43" y="100"/>
                    </a:lnTo>
                    <a:lnTo>
                      <a:pt x="16" y="153"/>
                    </a:lnTo>
                    <a:lnTo>
                      <a:pt x="20" y="153"/>
                    </a:lnTo>
                    <a:lnTo>
                      <a:pt x="24" y="153"/>
                    </a:lnTo>
                    <a:lnTo>
                      <a:pt x="28" y="153"/>
                    </a:lnTo>
                    <a:lnTo>
                      <a:pt x="33" y="153"/>
                    </a:lnTo>
                    <a:lnTo>
                      <a:pt x="37" y="141"/>
                    </a:lnTo>
                    <a:lnTo>
                      <a:pt x="42" y="130"/>
                    </a:lnTo>
                    <a:lnTo>
                      <a:pt x="46" y="118"/>
                    </a:lnTo>
                    <a:lnTo>
                      <a:pt x="52" y="105"/>
                    </a:lnTo>
                    <a:lnTo>
                      <a:pt x="57" y="92"/>
                    </a:lnTo>
                    <a:lnTo>
                      <a:pt x="64" y="77"/>
                    </a:lnTo>
                    <a:lnTo>
                      <a:pt x="70" y="63"/>
                    </a:lnTo>
                    <a:lnTo>
                      <a:pt x="76" y="48"/>
                    </a:lnTo>
                    <a:lnTo>
                      <a:pt x="98" y="0"/>
                    </a:lnTo>
                    <a:lnTo>
                      <a:pt x="9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sp>
        <p:nvSpPr>
          <p:cNvPr id="87" name="文本占位符 86"/>
          <p:cNvSpPr>
            <a:spLocks noGrp="1"/>
          </p:cNvSpPr>
          <p:nvPr>
            <p:ph type="body" sz="quarter" idx="14" hasCustomPrompt="1"/>
          </p:nvPr>
        </p:nvSpPr>
        <p:spPr>
          <a:xfrm>
            <a:off x="660400" y="1929576"/>
            <a:ext cx="1656265" cy="1590675"/>
          </a:xfrm>
          <a:prstGeom prst="rect">
            <a:avLst/>
          </a:prstGeom>
        </p:spPr>
        <p:txBody>
          <a:bodyPr lIns="0" tIns="0" rIns="0" bIns="0" anchor="ctr" anchorCtr="0">
            <a:noAutofit/>
          </a:bodyPr>
          <a:lstStyle>
            <a:lvl1pPr marL="0" indent="0" algn="l">
              <a:buFontTx/>
              <a:buNone/>
              <a:defRPr sz="11500">
                <a:latin typeface="+mn-lt"/>
              </a:defRPr>
            </a:lvl1pPr>
          </a:lstStyle>
          <a:p>
            <a:pPr lvl="0"/>
            <a:r>
              <a:rPr lang="en-US" altLang="zh-CN"/>
              <a:t>01</a:t>
            </a:r>
            <a:endParaRPr lang="zh-CN" altLang="en-US"/>
          </a:p>
        </p:txBody>
      </p:sp>
      <p:sp>
        <p:nvSpPr>
          <p:cNvPr id="89" name="文本占位符 88"/>
          <p:cNvSpPr>
            <a:spLocks noGrp="1"/>
          </p:cNvSpPr>
          <p:nvPr>
            <p:ph type="body" sz="quarter" idx="15" hasCustomPrompt="1"/>
          </p:nvPr>
        </p:nvSpPr>
        <p:spPr>
          <a:xfrm>
            <a:off x="660399" y="3462714"/>
            <a:ext cx="6887029" cy="561151"/>
          </a:xfrm>
          <a:prstGeom prst="rect">
            <a:avLst/>
          </a:prstGeom>
        </p:spPr>
        <p:txBody>
          <a:bodyPr lIns="0" tIns="0" rIns="0" bIns="0" anchor="ctr" anchorCtr="0">
            <a:normAutofit/>
          </a:bodyPr>
          <a:lstStyle>
            <a:lvl1pPr marL="0" indent="0">
              <a:buFontTx/>
              <a:buNone/>
              <a:defRPr sz="2800" b="1">
                <a:solidFill>
                  <a:schemeClr val="accent1"/>
                </a:solidFill>
              </a:defRPr>
            </a:lvl1pPr>
          </a:lstStyle>
          <a:p>
            <a:pPr lvl="0"/>
            <a:r>
              <a:rPr lang="zh-CN" altLang="en-US" dirty="0"/>
              <a:t>编辑母版文本样式</a:t>
            </a:r>
            <a:endParaRPr lang="zh-CN" altLang="en-US" dirty="0"/>
          </a:p>
        </p:txBody>
      </p:sp>
      <p:sp>
        <p:nvSpPr>
          <p:cNvPr id="91" name="文本占位符 88"/>
          <p:cNvSpPr>
            <a:spLocks noGrp="1"/>
          </p:cNvSpPr>
          <p:nvPr>
            <p:ph type="body" sz="quarter" idx="16" hasCustomPrompt="1"/>
          </p:nvPr>
        </p:nvSpPr>
        <p:spPr>
          <a:xfrm>
            <a:off x="660399" y="4082899"/>
            <a:ext cx="6887029" cy="393852"/>
          </a:xfrm>
          <a:prstGeom prst="rect">
            <a:avLst/>
          </a:prstGeom>
        </p:spPr>
        <p:txBody>
          <a:bodyPr lIns="0" tIns="0" rIns="0" bIns="0" anchor="ctr" anchorCtr="0">
            <a:normAutofit/>
          </a:bodyPr>
          <a:lstStyle>
            <a:lvl1pPr marL="0" indent="0">
              <a:buFontTx/>
              <a:buNone/>
              <a:defRPr sz="1600">
                <a:solidFill>
                  <a:schemeClr val="tx1">
                    <a:lumMod val="50000"/>
                    <a:lumOff val="50000"/>
                  </a:schemeClr>
                </a:solidFill>
                <a:latin typeface="+mn-lt"/>
              </a:defRPr>
            </a:lvl1pPr>
          </a:lstStyle>
          <a:p>
            <a:pPr lvl="0"/>
            <a:r>
              <a:rPr lang="en-US" altLang="zh-CN" dirty="0"/>
              <a:t>Lorem ipsum dolor </a:t>
            </a:r>
            <a:r>
              <a:rPr lang="en-US" altLang="zh-CN"/>
              <a:t>sit amet</a:t>
            </a:r>
            <a:endParaRPr lang="zh-CN" altLang="en-US"/>
          </a:p>
        </p:txBody>
      </p:sp>
      <p:sp>
        <p:nvSpPr>
          <p:cNvPr id="83"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2" name="矩形 1"/>
          <p:cNvSpPr/>
          <p:nvPr userDrawn="1"/>
        </p:nvSpPr>
        <p:spPr>
          <a:xfrm>
            <a:off x="572349" y="780466"/>
            <a:ext cx="11047307" cy="5297075"/>
          </a:xfrm>
          <a:prstGeom prst="rect">
            <a:avLst/>
          </a:prstGeom>
          <a:solidFill>
            <a:srgbClr val="FFFFFF"/>
          </a:solidFill>
          <a:ln w="28575">
            <a:solidFill>
              <a:schemeClr val="tx1">
                <a:lumMod val="75000"/>
                <a:lumOff val="25000"/>
              </a:schemeClr>
            </a:solidFill>
          </a:ln>
          <a:effectLst>
            <a:outerShdw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599" tIns="24800" rIns="49599" bIns="24800" numCol="1" spcCol="0" rtlCol="0" fromWordArt="0" anchor="ctr" anchorCtr="0" forceAA="0" compatLnSpc="1">
            <a:noAutofit/>
          </a:bodyPr>
          <a:lstStyle/>
          <a:p>
            <a:pPr algn="ctr" defTabSz="661035">
              <a:lnSpc>
                <a:spcPct val="120000"/>
              </a:lnSpc>
            </a:pPr>
            <a:endParaRPr lang="zh-CN" altLang="en-US" sz="975">
              <a:solidFill>
                <a:prstClr val="white"/>
              </a:solidFill>
              <a:latin typeface="Arial" panose="020B0604020202020204"/>
              <a:ea typeface="微软雅黑" panose="020B0503020204020204" charset="-122"/>
            </a:endParaRPr>
          </a:p>
        </p:txBody>
      </p:sp>
      <p:grpSp>
        <p:nvGrpSpPr>
          <p:cNvPr id="3" name="组合 2"/>
          <p:cNvGrpSpPr/>
          <p:nvPr userDrawn="1"/>
        </p:nvGrpSpPr>
        <p:grpSpPr>
          <a:xfrm>
            <a:off x="1168907" y="547410"/>
            <a:ext cx="2529333" cy="811255"/>
            <a:chOff x="876679" y="527088"/>
            <a:chExt cx="1897001" cy="811254"/>
          </a:xfrm>
        </p:grpSpPr>
        <p:sp>
          <p:nvSpPr>
            <p:cNvPr id="4" name="直角三角形 3"/>
            <p:cNvSpPr/>
            <p:nvPr/>
          </p:nvSpPr>
          <p:spPr>
            <a:xfrm flipH="1">
              <a:off x="876679" y="555909"/>
              <a:ext cx="106136" cy="190654"/>
            </a:xfrm>
            <a:prstGeom prst="rtTriangle">
              <a:avLst/>
            </a:prstGeom>
            <a:solidFill>
              <a:srgbClr val="656B6E"/>
            </a:solidFill>
            <a:ln w="28575">
              <a:solidFill>
                <a:schemeClr val="tx1">
                  <a:lumMod val="75000"/>
                  <a:lumOff val="25000"/>
                </a:schemeClr>
              </a:solidFill>
            </a:ln>
            <a:effectLst>
              <a:outerShdw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599" tIns="24800" rIns="49599" bIns="24800" numCol="1" spcCol="0" rtlCol="0" fromWordArt="0" anchor="ctr" anchorCtr="0" forceAA="0" compatLnSpc="1">
              <a:noAutofit/>
            </a:bodyPr>
            <a:lstStyle/>
            <a:p>
              <a:pPr algn="ctr" defTabSz="661035">
                <a:lnSpc>
                  <a:spcPct val="120000"/>
                </a:lnSpc>
              </a:pPr>
              <a:endParaRPr lang="zh-CN" altLang="en-US" sz="975" dirty="0">
                <a:solidFill>
                  <a:prstClr val="white"/>
                </a:solidFill>
                <a:latin typeface="Arial" panose="020B0604020202020204"/>
                <a:ea typeface="微软雅黑" panose="020B0503020204020204" charset="-122"/>
              </a:endParaRPr>
            </a:p>
          </p:txBody>
        </p:sp>
        <p:sp>
          <p:nvSpPr>
            <p:cNvPr id="5" name="矩形 4"/>
            <p:cNvSpPr/>
            <p:nvPr/>
          </p:nvSpPr>
          <p:spPr>
            <a:xfrm>
              <a:off x="990053" y="527088"/>
              <a:ext cx="1783627" cy="811254"/>
            </a:xfrm>
            <a:prstGeom prst="rect">
              <a:avLst/>
            </a:prstGeom>
            <a:solidFill>
              <a:srgbClr val="808C94"/>
            </a:solidFill>
            <a:ln w="28575">
              <a:solidFill>
                <a:schemeClr val="tx1">
                  <a:lumMod val="75000"/>
                  <a:lumOff val="25000"/>
                </a:schemeClr>
              </a:solidFill>
            </a:ln>
            <a:effectLst>
              <a:outerShdw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599" tIns="24800" rIns="49599" bIns="24800" numCol="1" spcCol="0" rtlCol="0" fromWordArt="0" anchor="ctr" anchorCtr="0" forceAA="0" compatLnSpc="1">
              <a:noAutofit/>
            </a:bodyPr>
            <a:lstStyle/>
            <a:p>
              <a:pPr algn="ctr" defTabSz="661035">
                <a:lnSpc>
                  <a:spcPct val="120000"/>
                </a:lnSpc>
              </a:pPr>
              <a:endParaRPr lang="zh-CN" altLang="en-US" sz="975">
                <a:solidFill>
                  <a:prstClr val="white"/>
                </a:solidFill>
                <a:latin typeface="Arial" panose="020B0604020202020204"/>
                <a:ea typeface="微软雅黑" panose="020B0503020204020204" charset="-122"/>
              </a:endParaRPr>
            </a:p>
          </p:txBody>
        </p:sp>
      </p:grpSp>
      <p:grpSp>
        <p:nvGrpSpPr>
          <p:cNvPr id="6" name="组合 5"/>
          <p:cNvGrpSpPr/>
          <p:nvPr userDrawn="1"/>
        </p:nvGrpSpPr>
        <p:grpSpPr>
          <a:xfrm>
            <a:off x="4718231" y="6323884"/>
            <a:ext cx="3019698" cy="361855"/>
            <a:chOff x="3336324" y="6323884"/>
            <a:chExt cx="3019698" cy="361855"/>
          </a:xfrm>
        </p:grpSpPr>
        <p:grpSp>
          <p:nvGrpSpPr>
            <p:cNvPr id="21" name="PA_组合 2"/>
            <p:cNvGrpSpPr/>
            <p:nvPr userDrawn="1">
              <p:custDataLst>
                <p:tags r:id="rId2"/>
              </p:custDataLst>
            </p:nvPr>
          </p:nvGrpSpPr>
          <p:grpSpPr>
            <a:xfrm>
              <a:off x="3336324" y="6388864"/>
              <a:ext cx="736171" cy="263181"/>
              <a:chOff x="9668623" y="5462875"/>
              <a:chExt cx="2145277" cy="766937"/>
            </a:xfrm>
            <a:solidFill>
              <a:srgbClr val="BB1C22"/>
            </a:solidFill>
          </p:grpSpPr>
          <p:sp>
            <p:nvSpPr>
              <p:cNvPr id="22" name="Freeform 51"/>
              <p:cNvSpPr/>
              <p:nvPr/>
            </p:nvSpPr>
            <p:spPr bwMode="auto">
              <a:xfrm>
                <a:off x="10891431" y="5484328"/>
                <a:ext cx="445145" cy="745484"/>
              </a:xfrm>
              <a:custGeom>
                <a:avLst/>
                <a:gdLst>
                  <a:gd name="T0" fmla="*/ 83 w 83"/>
                  <a:gd name="T1" fmla="*/ 46 h 139"/>
                  <a:gd name="T2" fmla="*/ 50 w 83"/>
                  <a:gd name="T3" fmla="*/ 46 h 139"/>
                  <a:gd name="T4" fmla="*/ 50 w 83"/>
                  <a:gd name="T5" fmla="*/ 0 h 139"/>
                  <a:gd name="T6" fmla="*/ 33 w 83"/>
                  <a:gd name="T7" fmla="*/ 0 h 139"/>
                  <a:gd name="T8" fmla="*/ 33 w 83"/>
                  <a:gd name="T9" fmla="*/ 46 h 139"/>
                  <a:gd name="T10" fmla="*/ 0 w 83"/>
                  <a:gd name="T11" fmla="*/ 46 h 139"/>
                  <a:gd name="T12" fmla="*/ 0 w 83"/>
                  <a:gd name="T13" fmla="*/ 62 h 139"/>
                  <a:gd name="T14" fmla="*/ 33 w 83"/>
                  <a:gd name="T15" fmla="*/ 62 h 139"/>
                  <a:gd name="T16" fmla="*/ 33 w 83"/>
                  <a:gd name="T17" fmla="*/ 139 h 139"/>
                  <a:gd name="T18" fmla="*/ 50 w 83"/>
                  <a:gd name="T19" fmla="*/ 139 h 139"/>
                  <a:gd name="T20" fmla="*/ 50 w 83"/>
                  <a:gd name="T21" fmla="*/ 62 h 139"/>
                  <a:gd name="T22" fmla="*/ 83 w 83"/>
                  <a:gd name="T23" fmla="*/ 62 h 139"/>
                  <a:gd name="T24" fmla="*/ 83 w 83"/>
                  <a:gd name="T25" fmla="*/ 4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139">
                    <a:moveTo>
                      <a:pt x="83" y="46"/>
                    </a:moveTo>
                    <a:lnTo>
                      <a:pt x="50" y="46"/>
                    </a:lnTo>
                    <a:lnTo>
                      <a:pt x="50" y="0"/>
                    </a:lnTo>
                    <a:lnTo>
                      <a:pt x="33" y="0"/>
                    </a:lnTo>
                    <a:lnTo>
                      <a:pt x="33" y="46"/>
                    </a:lnTo>
                    <a:lnTo>
                      <a:pt x="0" y="46"/>
                    </a:lnTo>
                    <a:lnTo>
                      <a:pt x="0" y="62"/>
                    </a:lnTo>
                    <a:lnTo>
                      <a:pt x="33" y="62"/>
                    </a:lnTo>
                    <a:lnTo>
                      <a:pt x="33" y="139"/>
                    </a:lnTo>
                    <a:lnTo>
                      <a:pt x="50" y="139"/>
                    </a:lnTo>
                    <a:lnTo>
                      <a:pt x="50" y="62"/>
                    </a:lnTo>
                    <a:lnTo>
                      <a:pt x="83" y="62"/>
                    </a:lnTo>
                    <a:lnTo>
                      <a:pt x="83" y="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3" name="Freeform 52"/>
              <p:cNvSpPr>
                <a:spLocks noEditPoints="1"/>
              </p:cNvSpPr>
              <p:nvPr/>
            </p:nvSpPr>
            <p:spPr bwMode="auto">
              <a:xfrm>
                <a:off x="10580366" y="5489691"/>
                <a:ext cx="268160" cy="740120"/>
              </a:xfrm>
              <a:custGeom>
                <a:avLst/>
                <a:gdLst>
                  <a:gd name="T0" fmla="*/ 0 w 50"/>
                  <a:gd name="T1" fmla="*/ 0 h 138"/>
                  <a:gd name="T2" fmla="*/ 0 w 50"/>
                  <a:gd name="T3" fmla="*/ 13 h 138"/>
                  <a:gd name="T4" fmla="*/ 0 w 50"/>
                  <a:gd name="T5" fmla="*/ 124 h 138"/>
                  <a:gd name="T6" fmla="*/ 0 w 50"/>
                  <a:gd name="T7" fmla="*/ 138 h 138"/>
                  <a:gd name="T8" fmla="*/ 14 w 50"/>
                  <a:gd name="T9" fmla="*/ 138 h 138"/>
                  <a:gd name="T10" fmla="*/ 35 w 50"/>
                  <a:gd name="T11" fmla="*/ 138 h 138"/>
                  <a:gd name="T12" fmla="*/ 50 w 50"/>
                  <a:gd name="T13" fmla="*/ 138 h 138"/>
                  <a:gd name="T14" fmla="*/ 50 w 50"/>
                  <a:gd name="T15" fmla="*/ 124 h 138"/>
                  <a:gd name="T16" fmla="*/ 50 w 50"/>
                  <a:gd name="T17" fmla="*/ 13 h 138"/>
                  <a:gd name="T18" fmla="*/ 50 w 50"/>
                  <a:gd name="T19" fmla="*/ 0 h 138"/>
                  <a:gd name="T20" fmla="*/ 50 w 50"/>
                  <a:gd name="T21" fmla="*/ 0 h 138"/>
                  <a:gd name="T22" fmla="*/ 0 w 50"/>
                  <a:gd name="T23" fmla="*/ 0 h 138"/>
                  <a:gd name="T24" fmla="*/ 0 w 50"/>
                  <a:gd name="T25" fmla="*/ 0 h 138"/>
                  <a:gd name="T26" fmla="*/ 35 w 50"/>
                  <a:gd name="T27" fmla="*/ 124 h 138"/>
                  <a:gd name="T28" fmla="*/ 14 w 50"/>
                  <a:gd name="T29" fmla="*/ 124 h 138"/>
                  <a:gd name="T30" fmla="*/ 14 w 50"/>
                  <a:gd name="T31" fmla="*/ 13 h 138"/>
                  <a:gd name="T32" fmla="*/ 35 w 50"/>
                  <a:gd name="T33" fmla="*/ 13 h 138"/>
                  <a:gd name="T34" fmla="*/ 35 w 50"/>
                  <a:gd name="T35" fmla="*/ 12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138">
                    <a:moveTo>
                      <a:pt x="0" y="0"/>
                    </a:moveTo>
                    <a:lnTo>
                      <a:pt x="0" y="13"/>
                    </a:lnTo>
                    <a:lnTo>
                      <a:pt x="0" y="124"/>
                    </a:lnTo>
                    <a:lnTo>
                      <a:pt x="0" y="138"/>
                    </a:lnTo>
                    <a:lnTo>
                      <a:pt x="14" y="138"/>
                    </a:lnTo>
                    <a:lnTo>
                      <a:pt x="35" y="138"/>
                    </a:lnTo>
                    <a:lnTo>
                      <a:pt x="50" y="138"/>
                    </a:lnTo>
                    <a:lnTo>
                      <a:pt x="50" y="124"/>
                    </a:lnTo>
                    <a:lnTo>
                      <a:pt x="50" y="13"/>
                    </a:lnTo>
                    <a:lnTo>
                      <a:pt x="50" y="0"/>
                    </a:lnTo>
                    <a:lnTo>
                      <a:pt x="50" y="0"/>
                    </a:lnTo>
                    <a:lnTo>
                      <a:pt x="0" y="0"/>
                    </a:lnTo>
                    <a:lnTo>
                      <a:pt x="0" y="0"/>
                    </a:lnTo>
                    <a:close/>
                    <a:moveTo>
                      <a:pt x="35" y="124"/>
                    </a:moveTo>
                    <a:lnTo>
                      <a:pt x="14" y="124"/>
                    </a:lnTo>
                    <a:lnTo>
                      <a:pt x="14" y="13"/>
                    </a:lnTo>
                    <a:lnTo>
                      <a:pt x="35" y="13"/>
                    </a:lnTo>
                    <a:lnTo>
                      <a:pt x="35" y="1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6" name="Freeform 53"/>
              <p:cNvSpPr/>
              <p:nvPr/>
            </p:nvSpPr>
            <p:spPr bwMode="auto">
              <a:xfrm>
                <a:off x="10891431" y="5484328"/>
                <a:ext cx="445145" cy="745484"/>
              </a:xfrm>
              <a:custGeom>
                <a:avLst/>
                <a:gdLst>
                  <a:gd name="T0" fmla="*/ 83 w 83"/>
                  <a:gd name="T1" fmla="*/ 46 h 139"/>
                  <a:gd name="T2" fmla="*/ 50 w 83"/>
                  <a:gd name="T3" fmla="*/ 46 h 139"/>
                  <a:gd name="T4" fmla="*/ 50 w 83"/>
                  <a:gd name="T5" fmla="*/ 0 h 139"/>
                  <a:gd name="T6" fmla="*/ 33 w 83"/>
                  <a:gd name="T7" fmla="*/ 0 h 139"/>
                  <a:gd name="T8" fmla="*/ 33 w 83"/>
                  <a:gd name="T9" fmla="*/ 46 h 139"/>
                  <a:gd name="T10" fmla="*/ 0 w 83"/>
                  <a:gd name="T11" fmla="*/ 46 h 139"/>
                  <a:gd name="T12" fmla="*/ 0 w 83"/>
                  <a:gd name="T13" fmla="*/ 62 h 139"/>
                  <a:gd name="T14" fmla="*/ 33 w 83"/>
                  <a:gd name="T15" fmla="*/ 62 h 139"/>
                  <a:gd name="T16" fmla="*/ 33 w 83"/>
                  <a:gd name="T17" fmla="*/ 139 h 139"/>
                  <a:gd name="T18" fmla="*/ 50 w 83"/>
                  <a:gd name="T19" fmla="*/ 139 h 139"/>
                  <a:gd name="T20" fmla="*/ 50 w 83"/>
                  <a:gd name="T21" fmla="*/ 62 h 139"/>
                  <a:gd name="T22" fmla="*/ 83 w 83"/>
                  <a:gd name="T23" fmla="*/ 62 h 139"/>
                  <a:gd name="T24" fmla="*/ 83 w 83"/>
                  <a:gd name="T25" fmla="*/ 4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139">
                    <a:moveTo>
                      <a:pt x="83" y="46"/>
                    </a:moveTo>
                    <a:lnTo>
                      <a:pt x="50" y="46"/>
                    </a:lnTo>
                    <a:lnTo>
                      <a:pt x="50" y="0"/>
                    </a:lnTo>
                    <a:lnTo>
                      <a:pt x="33" y="0"/>
                    </a:lnTo>
                    <a:lnTo>
                      <a:pt x="33" y="46"/>
                    </a:lnTo>
                    <a:lnTo>
                      <a:pt x="0" y="46"/>
                    </a:lnTo>
                    <a:lnTo>
                      <a:pt x="0" y="62"/>
                    </a:lnTo>
                    <a:lnTo>
                      <a:pt x="33" y="62"/>
                    </a:lnTo>
                    <a:lnTo>
                      <a:pt x="33" y="139"/>
                    </a:lnTo>
                    <a:lnTo>
                      <a:pt x="50" y="139"/>
                    </a:lnTo>
                    <a:lnTo>
                      <a:pt x="50" y="62"/>
                    </a:lnTo>
                    <a:lnTo>
                      <a:pt x="83" y="62"/>
                    </a:lnTo>
                    <a:lnTo>
                      <a:pt x="83" y="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7" name="Freeform 54"/>
              <p:cNvSpPr>
                <a:spLocks noEditPoints="1"/>
              </p:cNvSpPr>
              <p:nvPr/>
            </p:nvSpPr>
            <p:spPr bwMode="auto">
              <a:xfrm>
                <a:off x="10580366" y="5489691"/>
                <a:ext cx="268160" cy="740120"/>
              </a:xfrm>
              <a:custGeom>
                <a:avLst/>
                <a:gdLst>
                  <a:gd name="T0" fmla="*/ 0 w 50"/>
                  <a:gd name="T1" fmla="*/ 0 h 138"/>
                  <a:gd name="T2" fmla="*/ 0 w 50"/>
                  <a:gd name="T3" fmla="*/ 13 h 138"/>
                  <a:gd name="T4" fmla="*/ 0 w 50"/>
                  <a:gd name="T5" fmla="*/ 124 h 138"/>
                  <a:gd name="T6" fmla="*/ 0 w 50"/>
                  <a:gd name="T7" fmla="*/ 138 h 138"/>
                  <a:gd name="T8" fmla="*/ 14 w 50"/>
                  <a:gd name="T9" fmla="*/ 138 h 138"/>
                  <a:gd name="T10" fmla="*/ 35 w 50"/>
                  <a:gd name="T11" fmla="*/ 138 h 138"/>
                  <a:gd name="T12" fmla="*/ 50 w 50"/>
                  <a:gd name="T13" fmla="*/ 138 h 138"/>
                  <a:gd name="T14" fmla="*/ 50 w 50"/>
                  <a:gd name="T15" fmla="*/ 124 h 138"/>
                  <a:gd name="T16" fmla="*/ 50 w 50"/>
                  <a:gd name="T17" fmla="*/ 13 h 138"/>
                  <a:gd name="T18" fmla="*/ 50 w 50"/>
                  <a:gd name="T19" fmla="*/ 0 h 138"/>
                  <a:gd name="T20" fmla="*/ 50 w 50"/>
                  <a:gd name="T21" fmla="*/ 0 h 138"/>
                  <a:gd name="T22" fmla="*/ 0 w 50"/>
                  <a:gd name="T23" fmla="*/ 0 h 138"/>
                  <a:gd name="T24" fmla="*/ 0 w 50"/>
                  <a:gd name="T25" fmla="*/ 0 h 138"/>
                  <a:gd name="T26" fmla="*/ 35 w 50"/>
                  <a:gd name="T27" fmla="*/ 124 h 138"/>
                  <a:gd name="T28" fmla="*/ 14 w 50"/>
                  <a:gd name="T29" fmla="*/ 124 h 138"/>
                  <a:gd name="T30" fmla="*/ 14 w 50"/>
                  <a:gd name="T31" fmla="*/ 13 h 138"/>
                  <a:gd name="T32" fmla="*/ 35 w 50"/>
                  <a:gd name="T33" fmla="*/ 13 h 138"/>
                  <a:gd name="T34" fmla="*/ 35 w 50"/>
                  <a:gd name="T35" fmla="*/ 12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138">
                    <a:moveTo>
                      <a:pt x="0" y="0"/>
                    </a:moveTo>
                    <a:lnTo>
                      <a:pt x="0" y="13"/>
                    </a:lnTo>
                    <a:lnTo>
                      <a:pt x="0" y="124"/>
                    </a:lnTo>
                    <a:lnTo>
                      <a:pt x="0" y="138"/>
                    </a:lnTo>
                    <a:lnTo>
                      <a:pt x="14" y="138"/>
                    </a:lnTo>
                    <a:lnTo>
                      <a:pt x="35" y="138"/>
                    </a:lnTo>
                    <a:lnTo>
                      <a:pt x="50" y="138"/>
                    </a:lnTo>
                    <a:lnTo>
                      <a:pt x="50" y="124"/>
                    </a:lnTo>
                    <a:lnTo>
                      <a:pt x="50" y="13"/>
                    </a:lnTo>
                    <a:lnTo>
                      <a:pt x="50" y="0"/>
                    </a:lnTo>
                    <a:lnTo>
                      <a:pt x="50" y="0"/>
                    </a:lnTo>
                    <a:lnTo>
                      <a:pt x="0" y="0"/>
                    </a:lnTo>
                    <a:lnTo>
                      <a:pt x="0" y="0"/>
                    </a:lnTo>
                    <a:close/>
                    <a:moveTo>
                      <a:pt x="35" y="124"/>
                    </a:moveTo>
                    <a:lnTo>
                      <a:pt x="14" y="124"/>
                    </a:lnTo>
                    <a:lnTo>
                      <a:pt x="14" y="13"/>
                    </a:lnTo>
                    <a:lnTo>
                      <a:pt x="35" y="13"/>
                    </a:lnTo>
                    <a:lnTo>
                      <a:pt x="35" y="1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8" name="Freeform 55"/>
              <p:cNvSpPr/>
              <p:nvPr/>
            </p:nvSpPr>
            <p:spPr bwMode="auto">
              <a:xfrm>
                <a:off x="9947509" y="5489691"/>
                <a:ext cx="316428" cy="740120"/>
              </a:xfrm>
              <a:custGeom>
                <a:avLst/>
                <a:gdLst>
                  <a:gd name="T0" fmla="*/ 59 w 59"/>
                  <a:gd name="T1" fmla="*/ 93 h 138"/>
                  <a:gd name="T2" fmla="*/ 59 w 59"/>
                  <a:gd name="T3" fmla="*/ 93 h 138"/>
                  <a:gd name="T4" fmla="*/ 59 w 59"/>
                  <a:gd name="T5" fmla="*/ 0 h 138"/>
                  <a:gd name="T6" fmla="*/ 43 w 59"/>
                  <a:gd name="T7" fmla="*/ 0 h 138"/>
                  <a:gd name="T8" fmla="*/ 43 w 59"/>
                  <a:gd name="T9" fmla="*/ 88 h 138"/>
                  <a:gd name="T10" fmla="*/ 0 w 59"/>
                  <a:gd name="T11" fmla="*/ 138 h 138"/>
                  <a:gd name="T12" fmla="*/ 22 w 59"/>
                  <a:gd name="T13" fmla="*/ 138 h 138"/>
                  <a:gd name="T14" fmla="*/ 59 w 59"/>
                  <a:gd name="T15" fmla="*/ 93 h 138"/>
                  <a:gd name="T16" fmla="*/ 59 w 59"/>
                  <a:gd name="T17" fmla="*/ 93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38">
                    <a:moveTo>
                      <a:pt x="59" y="93"/>
                    </a:moveTo>
                    <a:lnTo>
                      <a:pt x="59" y="93"/>
                    </a:lnTo>
                    <a:lnTo>
                      <a:pt x="59" y="0"/>
                    </a:lnTo>
                    <a:lnTo>
                      <a:pt x="43" y="0"/>
                    </a:lnTo>
                    <a:lnTo>
                      <a:pt x="43" y="88"/>
                    </a:lnTo>
                    <a:lnTo>
                      <a:pt x="0" y="138"/>
                    </a:lnTo>
                    <a:lnTo>
                      <a:pt x="22" y="138"/>
                    </a:lnTo>
                    <a:lnTo>
                      <a:pt x="59" y="93"/>
                    </a:lnTo>
                    <a:lnTo>
                      <a:pt x="59"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9" name="Freeform 56"/>
              <p:cNvSpPr/>
              <p:nvPr/>
            </p:nvSpPr>
            <p:spPr bwMode="auto">
              <a:xfrm>
                <a:off x="10237121" y="5999195"/>
                <a:ext cx="252070" cy="230617"/>
              </a:xfrm>
              <a:custGeom>
                <a:avLst/>
                <a:gdLst>
                  <a:gd name="T0" fmla="*/ 9 w 47"/>
                  <a:gd name="T1" fmla="*/ 0 h 43"/>
                  <a:gd name="T2" fmla="*/ 0 w 47"/>
                  <a:gd name="T3" fmla="*/ 11 h 43"/>
                  <a:gd name="T4" fmla="*/ 27 w 47"/>
                  <a:gd name="T5" fmla="*/ 43 h 43"/>
                  <a:gd name="T6" fmla="*/ 47 w 47"/>
                  <a:gd name="T7" fmla="*/ 43 h 43"/>
                  <a:gd name="T8" fmla="*/ 9 w 47"/>
                  <a:gd name="T9" fmla="*/ 0 h 43"/>
                </a:gdLst>
                <a:ahLst/>
                <a:cxnLst>
                  <a:cxn ang="0">
                    <a:pos x="T0" y="T1"/>
                  </a:cxn>
                  <a:cxn ang="0">
                    <a:pos x="T2" y="T3"/>
                  </a:cxn>
                  <a:cxn ang="0">
                    <a:pos x="T4" y="T5"/>
                  </a:cxn>
                  <a:cxn ang="0">
                    <a:pos x="T6" y="T7"/>
                  </a:cxn>
                  <a:cxn ang="0">
                    <a:pos x="T8" y="T9"/>
                  </a:cxn>
                </a:cxnLst>
                <a:rect l="0" t="0" r="r" b="b"/>
                <a:pathLst>
                  <a:path w="47" h="43">
                    <a:moveTo>
                      <a:pt x="9" y="0"/>
                    </a:moveTo>
                    <a:lnTo>
                      <a:pt x="0" y="11"/>
                    </a:lnTo>
                    <a:lnTo>
                      <a:pt x="27" y="43"/>
                    </a:lnTo>
                    <a:lnTo>
                      <a:pt x="47" y="43"/>
                    </a:lnTo>
                    <a:lnTo>
                      <a:pt x="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0" name="Rectangle 57"/>
              <p:cNvSpPr>
                <a:spLocks noChangeArrowheads="1"/>
              </p:cNvSpPr>
              <p:nvPr/>
            </p:nvSpPr>
            <p:spPr bwMode="auto">
              <a:xfrm>
                <a:off x="9668623" y="5800756"/>
                <a:ext cx="91174" cy="4290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1" name="Rectangle 58"/>
              <p:cNvSpPr>
                <a:spLocks noChangeArrowheads="1"/>
              </p:cNvSpPr>
              <p:nvPr/>
            </p:nvSpPr>
            <p:spPr bwMode="auto">
              <a:xfrm>
                <a:off x="10017231" y="5489691"/>
                <a:ext cx="80448" cy="4183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2" name="Rectangle 59"/>
              <p:cNvSpPr>
                <a:spLocks noChangeArrowheads="1"/>
              </p:cNvSpPr>
              <p:nvPr/>
            </p:nvSpPr>
            <p:spPr bwMode="auto">
              <a:xfrm>
                <a:off x="10333659" y="5489691"/>
                <a:ext cx="85811" cy="4183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3" name="Freeform 60"/>
              <p:cNvSpPr/>
              <p:nvPr/>
            </p:nvSpPr>
            <p:spPr bwMode="auto">
              <a:xfrm>
                <a:off x="9668623" y="5489691"/>
                <a:ext cx="278886" cy="740120"/>
              </a:xfrm>
              <a:custGeom>
                <a:avLst/>
                <a:gdLst>
                  <a:gd name="T0" fmla="*/ 52 w 52"/>
                  <a:gd name="T1" fmla="*/ 92 h 138"/>
                  <a:gd name="T2" fmla="*/ 52 w 52"/>
                  <a:gd name="T3" fmla="*/ 78 h 138"/>
                  <a:gd name="T4" fmla="*/ 45 w 52"/>
                  <a:gd name="T5" fmla="*/ 78 h 138"/>
                  <a:gd name="T6" fmla="*/ 45 w 52"/>
                  <a:gd name="T7" fmla="*/ 49 h 138"/>
                  <a:gd name="T8" fmla="*/ 52 w 52"/>
                  <a:gd name="T9" fmla="*/ 49 h 138"/>
                  <a:gd name="T10" fmla="*/ 52 w 52"/>
                  <a:gd name="T11" fmla="*/ 35 h 138"/>
                  <a:gd name="T12" fmla="*/ 45 w 52"/>
                  <a:gd name="T13" fmla="*/ 35 h 138"/>
                  <a:gd name="T14" fmla="*/ 45 w 52"/>
                  <a:gd name="T15" fmla="*/ 13 h 138"/>
                  <a:gd name="T16" fmla="*/ 52 w 52"/>
                  <a:gd name="T17" fmla="*/ 13 h 138"/>
                  <a:gd name="T18" fmla="*/ 52 w 52"/>
                  <a:gd name="T19" fmla="*/ 0 h 138"/>
                  <a:gd name="T20" fmla="*/ 45 w 52"/>
                  <a:gd name="T21" fmla="*/ 0 h 138"/>
                  <a:gd name="T22" fmla="*/ 29 w 52"/>
                  <a:gd name="T23" fmla="*/ 0 h 138"/>
                  <a:gd name="T24" fmla="*/ 0 w 52"/>
                  <a:gd name="T25" fmla="*/ 0 h 138"/>
                  <a:gd name="T26" fmla="*/ 0 w 52"/>
                  <a:gd name="T27" fmla="*/ 13 h 138"/>
                  <a:gd name="T28" fmla="*/ 29 w 52"/>
                  <a:gd name="T29" fmla="*/ 13 h 138"/>
                  <a:gd name="T30" fmla="*/ 29 w 52"/>
                  <a:gd name="T31" fmla="*/ 35 h 138"/>
                  <a:gd name="T32" fmla="*/ 0 w 52"/>
                  <a:gd name="T33" fmla="*/ 35 h 138"/>
                  <a:gd name="T34" fmla="*/ 0 w 52"/>
                  <a:gd name="T35" fmla="*/ 49 h 138"/>
                  <a:gd name="T36" fmla="*/ 29 w 52"/>
                  <a:gd name="T37" fmla="*/ 49 h 138"/>
                  <a:gd name="T38" fmla="*/ 29 w 52"/>
                  <a:gd name="T39" fmla="*/ 78 h 138"/>
                  <a:gd name="T40" fmla="*/ 29 w 52"/>
                  <a:gd name="T41" fmla="*/ 92 h 138"/>
                  <a:gd name="T42" fmla="*/ 29 w 52"/>
                  <a:gd name="T43" fmla="*/ 138 h 138"/>
                  <a:gd name="T44" fmla="*/ 45 w 52"/>
                  <a:gd name="T45" fmla="*/ 138 h 138"/>
                  <a:gd name="T46" fmla="*/ 45 w 52"/>
                  <a:gd name="T47" fmla="*/ 92 h 138"/>
                  <a:gd name="T48" fmla="*/ 52 w 52"/>
                  <a:gd name="T49" fmla="*/ 9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2" h="138">
                    <a:moveTo>
                      <a:pt x="52" y="92"/>
                    </a:moveTo>
                    <a:lnTo>
                      <a:pt x="52" y="78"/>
                    </a:lnTo>
                    <a:lnTo>
                      <a:pt x="45" y="78"/>
                    </a:lnTo>
                    <a:lnTo>
                      <a:pt x="45" y="49"/>
                    </a:lnTo>
                    <a:lnTo>
                      <a:pt x="52" y="49"/>
                    </a:lnTo>
                    <a:lnTo>
                      <a:pt x="52" y="35"/>
                    </a:lnTo>
                    <a:lnTo>
                      <a:pt x="45" y="35"/>
                    </a:lnTo>
                    <a:lnTo>
                      <a:pt x="45" y="13"/>
                    </a:lnTo>
                    <a:lnTo>
                      <a:pt x="52" y="13"/>
                    </a:lnTo>
                    <a:lnTo>
                      <a:pt x="52" y="0"/>
                    </a:lnTo>
                    <a:lnTo>
                      <a:pt x="45" y="0"/>
                    </a:lnTo>
                    <a:lnTo>
                      <a:pt x="29" y="0"/>
                    </a:lnTo>
                    <a:lnTo>
                      <a:pt x="0" y="0"/>
                    </a:lnTo>
                    <a:lnTo>
                      <a:pt x="0" y="13"/>
                    </a:lnTo>
                    <a:lnTo>
                      <a:pt x="29" y="13"/>
                    </a:lnTo>
                    <a:lnTo>
                      <a:pt x="29" y="35"/>
                    </a:lnTo>
                    <a:lnTo>
                      <a:pt x="0" y="35"/>
                    </a:lnTo>
                    <a:lnTo>
                      <a:pt x="0" y="49"/>
                    </a:lnTo>
                    <a:lnTo>
                      <a:pt x="29" y="49"/>
                    </a:lnTo>
                    <a:lnTo>
                      <a:pt x="29" y="78"/>
                    </a:lnTo>
                    <a:lnTo>
                      <a:pt x="29" y="92"/>
                    </a:lnTo>
                    <a:lnTo>
                      <a:pt x="29" y="138"/>
                    </a:lnTo>
                    <a:lnTo>
                      <a:pt x="45" y="138"/>
                    </a:lnTo>
                    <a:lnTo>
                      <a:pt x="45" y="92"/>
                    </a:lnTo>
                    <a:lnTo>
                      <a:pt x="52"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4" name="Freeform 61"/>
              <p:cNvSpPr>
                <a:spLocks noEditPoints="1"/>
              </p:cNvSpPr>
              <p:nvPr/>
            </p:nvSpPr>
            <p:spPr bwMode="auto">
              <a:xfrm>
                <a:off x="11438477" y="5462875"/>
                <a:ext cx="375423" cy="386150"/>
              </a:xfrm>
              <a:custGeom>
                <a:avLst/>
                <a:gdLst>
                  <a:gd name="T0" fmla="*/ 26 w 51"/>
                  <a:gd name="T1" fmla="*/ 52 h 52"/>
                  <a:gd name="T2" fmla="*/ 7 w 51"/>
                  <a:gd name="T3" fmla="*/ 44 h 52"/>
                  <a:gd name="T4" fmla="*/ 0 w 51"/>
                  <a:gd name="T5" fmla="*/ 26 h 52"/>
                  <a:gd name="T6" fmla="*/ 7 w 51"/>
                  <a:gd name="T7" fmla="*/ 8 h 52"/>
                  <a:gd name="T8" fmla="*/ 26 w 51"/>
                  <a:gd name="T9" fmla="*/ 0 h 52"/>
                  <a:gd name="T10" fmla="*/ 44 w 51"/>
                  <a:gd name="T11" fmla="*/ 8 h 52"/>
                  <a:gd name="T12" fmla="*/ 51 w 51"/>
                  <a:gd name="T13" fmla="*/ 26 h 52"/>
                  <a:gd name="T14" fmla="*/ 44 w 51"/>
                  <a:gd name="T15" fmla="*/ 44 h 52"/>
                  <a:gd name="T16" fmla="*/ 26 w 51"/>
                  <a:gd name="T17" fmla="*/ 52 h 52"/>
                  <a:gd name="T18" fmla="*/ 26 w 51"/>
                  <a:gd name="T19" fmla="*/ 4 h 52"/>
                  <a:gd name="T20" fmla="*/ 10 w 51"/>
                  <a:gd name="T21" fmla="*/ 11 h 52"/>
                  <a:gd name="T22" fmla="*/ 4 w 51"/>
                  <a:gd name="T23" fmla="*/ 26 h 52"/>
                  <a:gd name="T24" fmla="*/ 10 w 51"/>
                  <a:gd name="T25" fmla="*/ 41 h 52"/>
                  <a:gd name="T26" fmla="*/ 26 w 51"/>
                  <a:gd name="T27" fmla="*/ 48 h 52"/>
                  <a:gd name="T28" fmla="*/ 41 w 51"/>
                  <a:gd name="T29" fmla="*/ 41 h 52"/>
                  <a:gd name="T30" fmla="*/ 47 w 51"/>
                  <a:gd name="T31" fmla="*/ 26 h 52"/>
                  <a:gd name="T32" fmla="*/ 41 w 51"/>
                  <a:gd name="T33" fmla="*/ 11 h 52"/>
                  <a:gd name="T34" fmla="*/ 26 w 51"/>
                  <a:gd name="T35" fmla="*/ 4 h 52"/>
                  <a:gd name="T36" fmla="*/ 38 w 51"/>
                  <a:gd name="T37" fmla="*/ 42 h 52"/>
                  <a:gd name="T38" fmla="*/ 32 w 51"/>
                  <a:gd name="T39" fmla="*/ 42 h 52"/>
                  <a:gd name="T40" fmla="*/ 29 w 51"/>
                  <a:gd name="T41" fmla="*/ 34 h 52"/>
                  <a:gd name="T42" fmla="*/ 23 w 51"/>
                  <a:gd name="T43" fmla="*/ 28 h 52"/>
                  <a:gd name="T44" fmla="*/ 21 w 51"/>
                  <a:gd name="T45" fmla="*/ 28 h 52"/>
                  <a:gd name="T46" fmla="*/ 21 w 51"/>
                  <a:gd name="T47" fmla="*/ 42 h 52"/>
                  <a:gd name="T48" fmla="*/ 15 w 51"/>
                  <a:gd name="T49" fmla="*/ 42 h 52"/>
                  <a:gd name="T50" fmla="*/ 15 w 51"/>
                  <a:gd name="T51" fmla="*/ 9 h 52"/>
                  <a:gd name="T52" fmla="*/ 25 w 51"/>
                  <a:gd name="T53" fmla="*/ 9 h 52"/>
                  <a:gd name="T54" fmla="*/ 34 w 51"/>
                  <a:gd name="T55" fmla="*/ 12 h 52"/>
                  <a:gd name="T56" fmla="*/ 37 w 51"/>
                  <a:gd name="T57" fmla="*/ 18 h 52"/>
                  <a:gd name="T58" fmla="*/ 35 w 51"/>
                  <a:gd name="T59" fmla="*/ 24 h 52"/>
                  <a:gd name="T60" fmla="*/ 28 w 51"/>
                  <a:gd name="T61" fmla="*/ 27 h 52"/>
                  <a:gd name="T62" fmla="*/ 28 w 51"/>
                  <a:gd name="T63" fmla="*/ 27 h 52"/>
                  <a:gd name="T64" fmla="*/ 34 w 51"/>
                  <a:gd name="T65" fmla="*/ 33 h 52"/>
                  <a:gd name="T66" fmla="*/ 38 w 51"/>
                  <a:gd name="T67" fmla="*/ 42 h 52"/>
                  <a:gd name="T68" fmla="*/ 21 w 51"/>
                  <a:gd name="T69" fmla="*/ 14 h 52"/>
                  <a:gd name="T70" fmla="*/ 21 w 51"/>
                  <a:gd name="T71" fmla="*/ 24 h 52"/>
                  <a:gd name="T72" fmla="*/ 25 w 51"/>
                  <a:gd name="T73" fmla="*/ 24 h 52"/>
                  <a:gd name="T74" fmla="*/ 31 w 51"/>
                  <a:gd name="T75" fmla="*/ 19 h 52"/>
                  <a:gd name="T76" fmla="*/ 30 w 51"/>
                  <a:gd name="T77" fmla="*/ 15 h 52"/>
                  <a:gd name="T78" fmla="*/ 24 w 51"/>
                  <a:gd name="T79" fmla="*/ 14 h 52"/>
                  <a:gd name="T80" fmla="*/ 21 w 51"/>
                  <a:gd name="T81"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 h="52">
                    <a:moveTo>
                      <a:pt x="26" y="52"/>
                    </a:moveTo>
                    <a:cubicBezTo>
                      <a:pt x="18" y="52"/>
                      <a:pt x="12" y="49"/>
                      <a:pt x="7" y="44"/>
                    </a:cubicBezTo>
                    <a:cubicBezTo>
                      <a:pt x="2" y="39"/>
                      <a:pt x="0" y="33"/>
                      <a:pt x="0" y="26"/>
                    </a:cubicBezTo>
                    <a:cubicBezTo>
                      <a:pt x="0" y="19"/>
                      <a:pt x="2" y="13"/>
                      <a:pt x="7" y="8"/>
                    </a:cubicBezTo>
                    <a:cubicBezTo>
                      <a:pt x="12" y="3"/>
                      <a:pt x="18" y="0"/>
                      <a:pt x="26" y="0"/>
                    </a:cubicBezTo>
                    <a:cubicBezTo>
                      <a:pt x="33" y="0"/>
                      <a:pt x="39" y="3"/>
                      <a:pt x="44" y="8"/>
                    </a:cubicBezTo>
                    <a:cubicBezTo>
                      <a:pt x="49" y="13"/>
                      <a:pt x="51" y="19"/>
                      <a:pt x="51" y="26"/>
                    </a:cubicBezTo>
                    <a:cubicBezTo>
                      <a:pt x="51" y="33"/>
                      <a:pt x="49" y="39"/>
                      <a:pt x="44" y="44"/>
                    </a:cubicBezTo>
                    <a:cubicBezTo>
                      <a:pt x="39" y="49"/>
                      <a:pt x="33" y="52"/>
                      <a:pt x="26" y="52"/>
                    </a:cubicBezTo>
                    <a:close/>
                    <a:moveTo>
                      <a:pt x="26" y="4"/>
                    </a:moveTo>
                    <a:cubicBezTo>
                      <a:pt x="20" y="4"/>
                      <a:pt x="14" y="6"/>
                      <a:pt x="10" y="11"/>
                    </a:cubicBezTo>
                    <a:cubicBezTo>
                      <a:pt x="6" y="15"/>
                      <a:pt x="4" y="20"/>
                      <a:pt x="4" y="26"/>
                    </a:cubicBezTo>
                    <a:cubicBezTo>
                      <a:pt x="4" y="32"/>
                      <a:pt x="6" y="37"/>
                      <a:pt x="10" y="41"/>
                    </a:cubicBezTo>
                    <a:cubicBezTo>
                      <a:pt x="14" y="46"/>
                      <a:pt x="20" y="48"/>
                      <a:pt x="26" y="48"/>
                    </a:cubicBezTo>
                    <a:cubicBezTo>
                      <a:pt x="32" y="48"/>
                      <a:pt x="37" y="46"/>
                      <a:pt x="41" y="41"/>
                    </a:cubicBezTo>
                    <a:cubicBezTo>
                      <a:pt x="45" y="37"/>
                      <a:pt x="47" y="32"/>
                      <a:pt x="47" y="26"/>
                    </a:cubicBezTo>
                    <a:cubicBezTo>
                      <a:pt x="47" y="20"/>
                      <a:pt x="45" y="15"/>
                      <a:pt x="41" y="11"/>
                    </a:cubicBezTo>
                    <a:cubicBezTo>
                      <a:pt x="37" y="6"/>
                      <a:pt x="32" y="4"/>
                      <a:pt x="26" y="4"/>
                    </a:cubicBezTo>
                    <a:close/>
                    <a:moveTo>
                      <a:pt x="38" y="42"/>
                    </a:moveTo>
                    <a:cubicBezTo>
                      <a:pt x="32" y="42"/>
                      <a:pt x="32" y="42"/>
                      <a:pt x="32" y="42"/>
                    </a:cubicBezTo>
                    <a:cubicBezTo>
                      <a:pt x="29" y="34"/>
                      <a:pt x="29" y="34"/>
                      <a:pt x="29" y="34"/>
                    </a:cubicBezTo>
                    <a:cubicBezTo>
                      <a:pt x="27" y="30"/>
                      <a:pt x="25" y="28"/>
                      <a:pt x="23" y="28"/>
                    </a:cubicBezTo>
                    <a:cubicBezTo>
                      <a:pt x="21" y="28"/>
                      <a:pt x="21" y="28"/>
                      <a:pt x="21" y="28"/>
                    </a:cubicBezTo>
                    <a:cubicBezTo>
                      <a:pt x="21" y="42"/>
                      <a:pt x="21" y="42"/>
                      <a:pt x="21" y="42"/>
                    </a:cubicBezTo>
                    <a:cubicBezTo>
                      <a:pt x="15" y="42"/>
                      <a:pt x="15" y="42"/>
                      <a:pt x="15" y="42"/>
                    </a:cubicBezTo>
                    <a:cubicBezTo>
                      <a:pt x="15" y="9"/>
                      <a:pt x="15" y="9"/>
                      <a:pt x="15" y="9"/>
                    </a:cubicBezTo>
                    <a:cubicBezTo>
                      <a:pt x="25" y="9"/>
                      <a:pt x="25" y="9"/>
                      <a:pt x="25" y="9"/>
                    </a:cubicBezTo>
                    <a:cubicBezTo>
                      <a:pt x="29" y="9"/>
                      <a:pt x="32" y="10"/>
                      <a:pt x="34" y="12"/>
                    </a:cubicBezTo>
                    <a:cubicBezTo>
                      <a:pt x="36" y="13"/>
                      <a:pt x="37" y="15"/>
                      <a:pt x="37" y="18"/>
                    </a:cubicBezTo>
                    <a:cubicBezTo>
                      <a:pt x="37" y="20"/>
                      <a:pt x="36" y="22"/>
                      <a:pt x="35" y="24"/>
                    </a:cubicBezTo>
                    <a:cubicBezTo>
                      <a:pt x="33" y="26"/>
                      <a:pt x="31" y="27"/>
                      <a:pt x="28" y="27"/>
                    </a:cubicBezTo>
                    <a:cubicBezTo>
                      <a:pt x="28" y="27"/>
                      <a:pt x="28" y="27"/>
                      <a:pt x="28" y="27"/>
                    </a:cubicBezTo>
                    <a:cubicBezTo>
                      <a:pt x="30" y="28"/>
                      <a:pt x="32" y="30"/>
                      <a:pt x="34" y="33"/>
                    </a:cubicBezTo>
                    <a:lnTo>
                      <a:pt x="38" y="42"/>
                    </a:lnTo>
                    <a:close/>
                    <a:moveTo>
                      <a:pt x="21" y="14"/>
                    </a:moveTo>
                    <a:cubicBezTo>
                      <a:pt x="21" y="24"/>
                      <a:pt x="21" y="24"/>
                      <a:pt x="21" y="24"/>
                    </a:cubicBezTo>
                    <a:cubicBezTo>
                      <a:pt x="25" y="24"/>
                      <a:pt x="25" y="24"/>
                      <a:pt x="25" y="24"/>
                    </a:cubicBezTo>
                    <a:cubicBezTo>
                      <a:pt x="29" y="24"/>
                      <a:pt x="31" y="22"/>
                      <a:pt x="31" y="19"/>
                    </a:cubicBezTo>
                    <a:cubicBezTo>
                      <a:pt x="31" y="17"/>
                      <a:pt x="31" y="15"/>
                      <a:pt x="30" y="15"/>
                    </a:cubicBezTo>
                    <a:cubicBezTo>
                      <a:pt x="28" y="14"/>
                      <a:pt x="26" y="14"/>
                      <a:pt x="24" y="14"/>
                    </a:cubicBezTo>
                    <a:lnTo>
                      <a:pt x="21"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grpSp>
        <p:sp>
          <p:nvSpPr>
            <p:cNvPr id="35" name="十字形 34"/>
            <p:cNvSpPr/>
            <p:nvPr userDrawn="1"/>
          </p:nvSpPr>
          <p:spPr>
            <a:xfrm rot="2700000">
              <a:off x="4250784" y="6372326"/>
              <a:ext cx="298087" cy="298086"/>
            </a:xfrm>
            <a:prstGeom prst="plus">
              <a:avLst>
                <a:gd name="adj" fmla="val 47463"/>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6" name="Picture 7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57842" y="6323884"/>
              <a:ext cx="361855" cy="361855"/>
            </a:xfrm>
            <a:prstGeom prst="rect">
              <a:avLst/>
            </a:prstGeom>
          </p:spPr>
        </p:pic>
        <p:sp>
          <p:nvSpPr>
            <p:cNvPr id="37" name="TextBox 73"/>
            <p:cNvSpPr txBox="1"/>
            <p:nvPr userDrawn="1"/>
          </p:nvSpPr>
          <p:spPr>
            <a:xfrm>
              <a:off x="5094138" y="6367486"/>
              <a:ext cx="1261884" cy="307777"/>
            </a:xfrm>
            <a:prstGeom prst="rect">
              <a:avLst/>
            </a:prstGeom>
            <a:noFill/>
          </p:spPr>
          <p:txBody>
            <a:bodyPr wrap="none" rtlCol="0">
              <a:spAutoFit/>
            </a:bodyPr>
            <a:lstStyle/>
            <a:p>
              <a:pPr algn="ctr"/>
              <a:r>
                <a:rPr lang="zh-CN" altLang="en-US" sz="1400" dirty="0">
                  <a:solidFill>
                    <a:srgbClr val="D83B01"/>
                  </a:solidFill>
                  <a:latin typeface="微软雅黑 Light" panose="020B0502040204020203" charset="-122"/>
                  <a:ea typeface="微软雅黑 Light" panose="020B0502040204020203" charset="-122"/>
                </a:rPr>
                <a:t>微软听听文档</a:t>
              </a:r>
              <a:endParaRPr lang="en-US" altLang="zh-CN" sz="1400" dirty="0">
                <a:solidFill>
                  <a:srgbClr val="D83B01"/>
                </a:solidFill>
                <a:latin typeface="微软雅黑 Light" panose="020B0502040204020203" charset="-122"/>
                <a:ea typeface="微软雅黑 Light" panose="020B0502040204020203" charset="-122"/>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3" name="组合 2"/>
          <p:cNvGrpSpPr/>
          <p:nvPr userDrawn="1"/>
        </p:nvGrpSpPr>
        <p:grpSpPr>
          <a:xfrm>
            <a:off x="-1533921" y="1625850"/>
            <a:ext cx="663064" cy="3942559"/>
            <a:chOff x="-1890670" y="575006"/>
            <a:chExt cx="765866" cy="6071755"/>
          </a:xfrm>
        </p:grpSpPr>
        <p:sp>
          <p:nvSpPr>
            <p:cNvPr id="4" name="椭圆 3"/>
            <p:cNvSpPr/>
            <p:nvPr/>
          </p:nvSpPr>
          <p:spPr>
            <a:xfrm>
              <a:off x="-1890670" y="1636183"/>
              <a:ext cx="765866" cy="765866"/>
            </a:xfrm>
            <a:prstGeom prst="ellipse">
              <a:avLst/>
            </a:prstGeom>
            <a:solidFill>
              <a:srgbClr val="B7DA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5" name="椭圆 4"/>
            <p:cNvSpPr/>
            <p:nvPr/>
          </p:nvSpPr>
          <p:spPr>
            <a:xfrm>
              <a:off x="-1890670" y="4819716"/>
              <a:ext cx="765866" cy="765866"/>
            </a:xfrm>
            <a:prstGeom prst="ellipse">
              <a:avLst/>
            </a:prstGeom>
            <a:solidFill>
              <a:srgbClr val="E237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6" name="椭圆 5"/>
            <p:cNvSpPr/>
            <p:nvPr/>
          </p:nvSpPr>
          <p:spPr>
            <a:xfrm>
              <a:off x="-1890670" y="2697360"/>
              <a:ext cx="765866" cy="765866"/>
            </a:xfrm>
            <a:prstGeom prst="ellipse">
              <a:avLst/>
            </a:prstGeom>
            <a:solidFill>
              <a:srgbClr val="2E3D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7" name="椭圆 6"/>
            <p:cNvSpPr/>
            <p:nvPr/>
          </p:nvSpPr>
          <p:spPr>
            <a:xfrm>
              <a:off x="-1890670" y="3758537"/>
              <a:ext cx="765866" cy="765866"/>
            </a:xfrm>
            <a:prstGeom prst="ellipse">
              <a:avLst/>
            </a:prstGeom>
            <a:solidFill>
              <a:srgbClr val="00A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8" name="椭圆 7"/>
            <p:cNvSpPr/>
            <p:nvPr/>
          </p:nvSpPr>
          <p:spPr>
            <a:xfrm>
              <a:off x="-1890670" y="575006"/>
              <a:ext cx="765866" cy="765866"/>
            </a:xfrm>
            <a:prstGeom prst="ellipse">
              <a:avLst/>
            </a:prstGeom>
            <a:solidFill>
              <a:srgbClr val="808C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9" name="椭圆 8"/>
            <p:cNvSpPr/>
            <p:nvPr userDrawn="1"/>
          </p:nvSpPr>
          <p:spPr>
            <a:xfrm>
              <a:off x="-1890670" y="5880895"/>
              <a:ext cx="765866" cy="765866"/>
            </a:xfrm>
            <a:prstGeom prst="ellipse">
              <a:avLst/>
            </a:prstGeom>
            <a:solidFill>
              <a:srgbClr val="FFD4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8F394D5-772B-428A-A56F-E8D77A38318D}" type="datetime1">
              <a:rPr lang="zh-CN" altLang="en-US" smtClean="0"/>
            </a:fld>
            <a:endParaRPr lang="zh-CN" altLang="en-US" dirty="0"/>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E0374D5E-809C-4B52-9B1B-43F9E1113751}"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DE23D54-57BC-4326-B03C-2C74BCA1EE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61ADD4-AA10-41CC-AB89-84E80816F817}"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C9B21C60-4F77-43E7-8D5B-6BA49B8CDF28}"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FE37A0-30F3-4D35-94AB-C6DFBD3E279F}"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主题幻灯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4189" y="1970143"/>
            <a:ext cx="6538686" cy="1497857"/>
          </a:xfrm>
          <a:prstGeom prst="rect">
            <a:avLst/>
          </a:prstGeom>
        </p:spPr>
        <p:txBody>
          <a:bodyPr lIns="0" tIns="0" rIns="0" bIns="0" anchor="ctr" anchorCtr="0">
            <a:normAutofit/>
          </a:bodyPr>
          <a:lstStyle>
            <a:lvl1pPr algn="just">
              <a:lnSpc>
                <a:spcPct val="120000"/>
              </a:lnSpc>
              <a:defRPr sz="4400">
                <a:solidFill>
                  <a:srgbClr val="AD5192"/>
                </a:solidFill>
              </a:defRPr>
            </a:lvl1pPr>
          </a:lstStyle>
          <a:p>
            <a:r>
              <a:rPr lang="zh-CN" altLang="en-US" dirty="0"/>
              <a:t>单击此处编辑母版</a:t>
            </a:r>
            <a:br>
              <a:rPr lang="en-US" altLang="zh-CN" dirty="0"/>
            </a:br>
            <a:r>
              <a:rPr lang="zh-CN" altLang="en-US" dirty="0"/>
              <a:t>标题样式</a:t>
            </a:r>
            <a:endParaRPr lang="zh-CN" altLang="en-US" dirty="0"/>
          </a:p>
        </p:txBody>
      </p:sp>
      <p:sp>
        <p:nvSpPr>
          <p:cNvPr id="3" name="文本占位符 2"/>
          <p:cNvSpPr>
            <a:spLocks noGrp="1"/>
          </p:cNvSpPr>
          <p:nvPr>
            <p:ph type="body" idx="1" hasCustomPrompt="1"/>
          </p:nvPr>
        </p:nvSpPr>
        <p:spPr>
          <a:xfrm>
            <a:off x="746073" y="4735748"/>
            <a:ext cx="3339965" cy="333375"/>
          </a:xfrm>
          <a:prstGeom prst="rect">
            <a:avLst/>
          </a:prstGeom>
          <a:solidFill>
            <a:srgbClr val="992677"/>
          </a:solidFill>
        </p:spPr>
        <p:txBody>
          <a:bodyPr lIns="90000" tIns="0" rIns="90000" bIns="0" anchor="ctr" anchorCtr="0">
            <a:normAutofit/>
          </a:bodyPr>
          <a:lstStyle>
            <a:lvl1pPr marL="0" indent="0" algn="just">
              <a:buNone/>
              <a:defRPr sz="1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13"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8" name="文本占位符 7"/>
          <p:cNvSpPr>
            <a:spLocks noGrp="1"/>
          </p:cNvSpPr>
          <p:nvPr>
            <p:ph type="body" sz="quarter" idx="14" hasCustomPrompt="1"/>
          </p:nvPr>
        </p:nvSpPr>
        <p:spPr>
          <a:xfrm>
            <a:off x="714189" y="3671102"/>
            <a:ext cx="6538686" cy="209408"/>
          </a:xfrm>
          <a:prstGeom prst="rect">
            <a:avLst/>
          </a:prstGeom>
        </p:spPr>
        <p:txBody>
          <a:bodyPr lIns="0" tIns="0" rIns="0" bIns="0" anchor="ctr" anchorCtr="0">
            <a:normAutofit/>
          </a:bodyPr>
          <a:lstStyle>
            <a:lvl1pPr marL="0" indent="0" algn="dist">
              <a:buFontTx/>
              <a:buNone/>
              <a:defRPr sz="1600">
                <a:solidFill>
                  <a:schemeClr val="tx1">
                    <a:lumMod val="50000"/>
                    <a:lumOff val="50000"/>
                  </a:schemeClr>
                </a:solidFill>
              </a:defRPr>
            </a:lvl1pPr>
          </a:lstStyle>
          <a:p>
            <a:pPr lvl="0"/>
            <a:r>
              <a:rPr lang="en-US" altLang="zh-CN" dirty="0"/>
              <a:t>Lorem ipsum dolor sit amet, consectetuer </a:t>
            </a:r>
            <a:r>
              <a:rPr lang="en-US" altLang="zh-CN" dirty="0" err="1"/>
              <a:t>adipiscing</a:t>
            </a:r>
            <a:r>
              <a:rPr lang="en-US" altLang="zh-CN" dirty="0"/>
              <a:t> </a:t>
            </a:r>
            <a:r>
              <a:rPr lang="en-US" altLang="zh-CN" dirty="0" err="1"/>
              <a:t>elit</a:t>
            </a:r>
            <a:endParaRPr lang="zh-CN" altLang="en-US" dirty="0"/>
          </a:p>
        </p:txBody>
      </p:sp>
      <p:sp>
        <p:nvSpPr>
          <p:cNvPr id="7" name="日期占位符 6"/>
          <p:cNvSpPr>
            <a:spLocks noGrp="1"/>
          </p:cNvSpPr>
          <p:nvPr>
            <p:ph type="dt" sz="half" idx="15"/>
          </p:nvPr>
        </p:nvSpPr>
        <p:spPr>
          <a:xfrm>
            <a:off x="660400" y="6243805"/>
            <a:ext cx="2743200" cy="365125"/>
          </a:xfrm>
          <a:prstGeom prst="rect">
            <a:avLst/>
          </a:prstGeom>
        </p:spPr>
        <p:txBody>
          <a:bodyPr/>
          <a:lstStyle/>
          <a:p>
            <a:fld id="{86E89D27-164C-4E17-8B88-FA5E8DD75F4A}" type="datetime1">
              <a:rPr lang="zh-CN" altLang="en-US" smtClean="0"/>
            </a:fld>
            <a:endParaRPr lang="zh-CN" altLang="en-US"/>
          </a:p>
        </p:txBody>
      </p:sp>
      <p:sp>
        <p:nvSpPr>
          <p:cNvPr id="9" name="灯片编号占位符 8"/>
          <p:cNvSpPr>
            <a:spLocks noGrp="1"/>
          </p:cNvSpPr>
          <p:nvPr>
            <p:ph type="sldNum" sz="quarter" idx="16"/>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87" name="矩形 86"/>
          <p:cNvSpPr/>
          <p:nvPr userDrawn="1"/>
        </p:nvSpPr>
        <p:spPr>
          <a:xfrm>
            <a:off x="4922117" y="6308325"/>
            <a:ext cx="2247309"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grpSp>
        <p:nvGrpSpPr>
          <p:cNvPr id="4"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2"/>
            </p:custDataLst>
          </p:nvPr>
        </p:nvGrpSpPr>
        <p:grpSpPr>
          <a:xfrm>
            <a:off x="642871" y="478971"/>
            <a:ext cx="2977335" cy="686722"/>
            <a:chOff x="2035175" y="2493963"/>
            <a:chExt cx="8121650" cy="1873250"/>
          </a:xfrm>
        </p:grpSpPr>
        <p:sp>
          <p:nvSpPr>
            <p:cNvPr id="5" name="iṡľïḑê"/>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 name="íṩ1iḓê"/>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 name="î$ľîḑè"/>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 name="isḷiďè"/>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 name="iśľíḋè"/>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8" name="iṩḻiḋé"/>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9" name="îṥļïḓè"/>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0" name="ïṥliḍè"/>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1" name="iśḷíḓê"/>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2" name="isļiḓe"/>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3" name="îs1ïdè"/>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4" name="iṡḻïďe"/>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5" name="ï$ľídè"/>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6" name="isḻïḋê"/>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7" name="îṧḷïde"/>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8" name="iṣḷíḍé"/>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9" name="isľïde"/>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0" name="îślîḍé"/>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1" name="îŝḻiďé"/>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2" name="íṣḻiḋè"/>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3" name="îSlîḓè"/>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4" name="iṩḷïdê"/>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5" name="ïś1ïḍê"/>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6" name="îşliḍè"/>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7" name="išḷidê"/>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8" name="îSḻiḍe"/>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9" name="ïṧļïḍe"/>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0" name="îŝļïḋé"/>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1" name="îṡlïḍe"/>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2" name="ïśļïḑê"/>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3" name="îSľïde"/>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4" name="iṧḻïdé"/>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5" name="íŝļíḑé"/>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6" name="ï$ļiḑé"/>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7" name="îṧļïde"/>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8" name="íşlîḍè"/>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9" name="îŝļîďé"/>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0" name="îŝlîḑê"/>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1" name="îṣḷïdè"/>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2" name="íśļîḍè"/>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3" name="íśļïḍe"/>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4" name="íŝliḓê"/>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5" name="iślïḓê"/>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6" name="íSlïdè"/>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7" name="iṣḻïḍe"/>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8" name="ïşľidé"/>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9" name="ïṣliḋê"/>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0" name="îṩḻiḓê"/>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1" name="iśļîḋè"/>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2" name="iṣliḓê"/>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3" name="íṡľiḍê"/>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4" name="íšlîde"/>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5" name="îṡḷíḋé"/>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6" name="îsḻiḓe"/>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7" name="î$ļïdè"/>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8" name="îṧḷíḓê"/>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9" name="íṩ1iḑê"/>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0" name="îṥlîdê"/>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1" name="îṧľîḑé"/>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2" name="ï$ļíḑe"/>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3" name="iṩḷïde"/>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4" name="í$ḷïďê"/>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5" name="îśľïḑe"/>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6" name="ïSlîḍè"/>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7" name="işliḍé"/>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8" name="ísḻïde"/>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9" name="iŝļiḋê"/>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0" name="iṧḷîdè"/>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1" name="isļíḍè"/>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2" name="ïṡ1íḓe"/>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3" name="isḷiḑê"/>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4" name="ïṥlíḓê"/>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5" name="îṧḷíḍé"/>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6" name="îṩḻïďè"/>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7" name="ïşļídé"/>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8" name="iṧḻíďe"/>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9" name="ïSlïḓé"/>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0" name="išľîḑé"/>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1" name="îṥḻîďè"/>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2" name="i$líḋé"/>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3" name="iṡľîḋê"/>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4" name="ïśḷîḍè"/>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5" name="íṣļíḓe"/>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6" name="ïslïḓé"/>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7" name="ïṣḻîḋé"/>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8" name="ïṥḷîḓè"/>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69" name="iṥḷíďè"/>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0" name="ïş1ídè"/>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1" name="îŝļiḑe"/>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2" name="í$ļïḓé"/>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3" name="i$1iďê"/>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4" name="îšḷiḍe"/>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5" name="íṥlïdê"/>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6" name="íśľîďé"/>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7" name="iŝḻîdé"/>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8" name="ïsḷiḍé"/>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9" name="íṧ1iďè"/>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0" name="îṩľíḓe"/>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1" name="ïṡ1ïḑé"/>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2" name="iṡlíďe"/>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3" name="ïšḷiḍè"/>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4" name="í$1îḓè"/>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5" name="î$ľidé"/>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6" name="išḻïďê"/>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7" name="îSļíďê"/>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8" name="íṧḻiḋe"/>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89" name="îṡ1iďé"/>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0" name="ï$ḷïdè"/>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1" name="işlîḋê"/>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2" name="işḻïḑè"/>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3" name="ïslidê"/>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4" name="íṣḻíḑê"/>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5" name="ísḻídé"/>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6" name="iṧḻide"/>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7" name="îṧļïďe"/>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8" name="iṣḷîḋê"/>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9" name="íŝ1ïḍè"/>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0" name="íŝlîḋe"/>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1" name="iŝḻiďê"/>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2" name="îṥḻiḍè"/>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3" name="íṩḷîḋe"/>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4" name="iṧḻiḋè"/>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5" name="î$ľíḓè"/>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6" name="ïsľíďe"/>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7" name="íšḷïdé"/>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8" name="ïslîḍê"/>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9" name="îŝľíḍè"/>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0" name="íşľîḑé"/>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1" name="íSḷîḍè"/>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2" name="ïşļîḍè"/>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3" name="ísḷiḋe"/>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4" name="išḷîḓe"/>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5" name="ïṩļidê"/>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6" name="îṧliḑe"/>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7" name="ïśḷïḓè"/>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8" name="ísliďè"/>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9" name="ïsḷíḍé"/>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0" name="ïšlîḑê"/>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1" name="îṧḻîḓé"/>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2" name="iśļîḋê"/>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FB01F7F0-1B86-4548-AA68-EE0E1A2790A4}"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2" name="矩形 1"/>
          <p:cNvSpPr/>
          <p:nvPr userDrawn="1"/>
        </p:nvSpPr>
        <p:spPr>
          <a:xfrm>
            <a:off x="0" y="371061"/>
            <a:ext cx="3403600" cy="657639"/>
          </a:xfrm>
          <a:prstGeom prst="rect">
            <a:avLst/>
          </a:prstGeom>
          <a:solidFill>
            <a:srgbClr val="9926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9888" y="386834"/>
            <a:ext cx="1364476" cy="646331"/>
          </a:xfrm>
          <a:prstGeom prst="rect">
            <a:avLst/>
          </a:prstGeom>
        </p:spPr>
        <p:txBody>
          <a:bodyPr wrap="none">
            <a:spAutoFit/>
          </a:bodyPr>
          <a:lstStyle/>
          <a:p>
            <a:r>
              <a:rPr lang="zh-CN" altLang="en-US" sz="3600" b="1" dirty="0">
                <a:solidFill>
                  <a:schemeClr val="bg1"/>
                </a:solidFill>
                <a:latin typeface="+mn-lt"/>
                <a:ea typeface="+mn-ea"/>
                <a:cs typeface="+mn-ea"/>
                <a:sym typeface="+mn-lt"/>
              </a:rPr>
              <a:t>目 录 </a:t>
            </a:r>
            <a:endParaRPr lang="zh-CN" altLang="en-US" sz="3600" b="1" dirty="0"/>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15" name="文本占位符 14"/>
          <p:cNvSpPr>
            <a:spLocks noGrp="1"/>
          </p:cNvSpPr>
          <p:nvPr>
            <p:ph type="body" sz="quarter" idx="14" hasCustomPrompt="1"/>
          </p:nvPr>
        </p:nvSpPr>
        <p:spPr>
          <a:xfrm>
            <a:off x="546100" y="2296001"/>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1</a:t>
            </a:r>
            <a:endParaRPr lang="zh-CN" altLang="en-US" dirty="0"/>
          </a:p>
        </p:txBody>
      </p:sp>
      <p:sp>
        <p:nvSpPr>
          <p:cNvPr id="20" name="文本占位符 19"/>
          <p:cNvSpPr>
            <a:spLocks noGrp="1"/>
          </p:cNvSpPr>
          <p:nvPr>
            <p:ph type="body" sz="quarter" idx="17" hasCustomPrompt="1"/>
          </p:nvPr>
        </p:nvSpPr>
        <p:spPr>
          <a:xfrm>
            <a:off x="1517755" y="2375691"/>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研究背景</a:t>
            </a:r>
            <a:endParaRPr lang="zh-CN" altLang="en-US" dirty="0"/>
          </a:p>
        </p:txBody>
      </p:sp>
      <p:sp>
        <p:nvSpPr>
          <p:cNvPr id="21" name="文本占位符 19"/>
          <p:cNvSpPr>
            <a:spLocks noGrp="1"/>
          </p:cNvSpPr>
          <p:nvPr>
            <p:ph type="body" sz="quarter" idx="18" hasCustomPrompt="1"/>
          </p:nvPr>
        </p:nvSpPr>
        <p:spPr>
          <a:xfrm>
            <a:off x="1517756" y="2666112"/>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a:t>Background</a:t>
            </a:r>
            <a:endParaRPr lang="zh-CN" altLang="en-US"/>
          </a:p>
        </p:txBody>
      </p:sp>
      <p:sp>
        <p:nvSpPr>
          <p:cNvPr id="22" name="文本占位符 14"/>
          <p:cNvSpPr>
            <a:spLocks noGrp="1"/>
          </p:cNvSpPr>
          <p:nvPr>
            <p:ph type="body" sz="quarter" idx="19" hasCustomPrompt="1"/>
          </p:nvPr>
        </p:nvSpPr>
        <p:spPr>
          <a:xfrm>
            <a:off x="3247176" y="2296001"/>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2</a:t>
            </a:r>
            <a:endParaRPr lang="zh-CN" altLang="en-US" dirty="0"/>
          </a:p>
        </p:txBody>
      </p:sp>
      <p:sp>
        <p:nvSpPr>
          <p:cNvPr id="23" name="文本占位符 19"/>
          <p:cNvSpPr>
            <a:spLocks noGrp="1"/>
          </p:cNvSpPr>
          <p:nvPr>
            <p:ph type="body" sz="quarter" idx="20" hasCustomPrompt="1"/>
          </p:nvPr>
        </p:nvSpPr>
        <p:spPr>
          <a:xfrm>
            <a:off x="4218831" y="2375691"/>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研究内容</a:t>
            </a:r>
            <a:endParaRPr lang="zh-CN" altLang="en-US" dirty="0"/>
          </a:p>
        </p:txBody>
      </p:sp>
      <p:sp>
        <p:nvSpPr>
          <p:cNvPr id="24" name="文本占位符 19"/>
          <p:cNvSpPr>
            <a:spLocks noGrp="1"/>
          </p:cNvSpPr>
          <p:nvPr>
            <p:ph type="body" sz="quarter" idx="21" hasCustomPrompt="1"/>
          </p:nvPr>
        </p:nvSpPr>
        <p:spPr>
          <a:xfrm>
            <a:off x="4218832" y="2666112"/>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r>
              <a:rPr lang="en-US" altLang="zh-CN">
                <a:latin typeface="Arial" panose="020B0604020202020204" pitchFamily="34" charset="0"/>
                <a:ea typeface="微软雅黑" panose="020B0503020204020204" charset="-122"/>
                <a:sym typeface="Arial" panose="020B0604020202020204" pitchFamily="34" charset="0"/>
              </a:rPr>
              <a:t>Detachment</a:t>
            </a: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25" name="文本占位符 14"/>
          <p:cNvSpPr>
            <a:spLocks noGrp="1"/>
          </p:cNvSpPr>
          <p:nvPr>
            <p:ph type="body" sz="quarter" idx="22" hasCustomPrompt="1"/>
          </p:nvPr>
        </p:nvSpPr>
        <p:spPr>
          <a:xfrm>
            <a:off x="6012086" y="2296001"/>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3</a:t>
            </a:r>
            <a:endParaRPr lang="zh-CN" altLang="en-US" dirty="0"/>
          </a:p>
        </p:txBody>
      </p:sp>
      <p:sp>
        <p:nvSpPr>
          <p:cNvPr id="26" name="文本占位符 19"/>
          <p:cNvSpPr>
            <a:spLocks noGrp="1"/>
          </p:cNvSpPr>
          <p:nvPr>
            <p:ph type="body" sz="quarter" idx="23" hasCustomPrompt="1"/>
          </p:nvPr>
        </p:nvSpPr>
        <p:spPr>
          <a:xfrm>
            <a:off x="6983741" y="2375691"/>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研究方法</a:t>
            </a:r>
            <a:endParaRPr lang="zh-CN" altLang="en-US" dirty="0"/>
          </a:p>
        </p:txBody>
      </p:sp>
      <p:sp>
        <p:nvSpPr>
          <p:cNvPr id="27" name="文本占位符 19"/>
          <p:cNvSpPr>
            <a:spLocks noGrp="1"/>
          </p:cNvSpPr>
          <p:nvPr>
            <p:ph type="body" sz="quarter" idx="24" hasCustomPrompt="1"/>
          </p:nvPr>
        </p:nvSpPr>
        <p:spPr>
          <a:xfrm>
            <a:off x="6983742" y="2666112"/>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Method</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8" name="文本占位符 14"/>
          <p:cNvSpPr>
            <a:spLocks noGrp="1"/>
          </p:cNvSpPr>
          <p:nvPr>
            <p:ph type="body" sz="quarter" idx="25" hasCustomPrompt="1"/>
          </p:nvPr>
        </p:nvSpPr>
        <p:spPr>
          <a:xfrm>
            <a:off x="546100" y="3915433"/>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4</a:t>
            </a:r>
            <a:endParaRPr lang="zh-CN" altLang="en-US" dirty="0"/>
          </a:p>
        </p:txBody>
      </p:sp>
      <p:sp>
        <p:nvSpPr>
          <p:cNvPr id="29" name="文本占位符 19"/>
          <p:cNvSpPr>
            <a:spLocks noGrp="1"/>
          </p:cNvSpPr>
          <p:nvPr>
            <p:ph type="body" sz="quarter" idx="26" hasCustomPrompt="1"/>
          </p:nvPr>
        </p:nvSpPr>
        <p:spPr>
          <a:xfrm>
            <a:off x="1517755" y="3995123"/>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研究结论</a:t>
            </a:r>
            <a:endParaRPr lang="zh-CN" altLang="en-US" dirty="0"/>
          </a:p>
        </p:txBody>
      </p:sp>
      <p:sp>
        <p:nvSpPr>
          <p:cNvPr id="30" name="文本占位符 19"/>
          <p:cNvSpPr>
            <a:spLocks noGrp="1"/>
          </p:cNvSpPr>
          <p:nvPr>
            <p:ph type="body" sz="quarter" idx="27" hasCustomPrompt="1"/>
          </p:nvPr>
        </p:nvSpPr>
        <p:spPr>
          <a:xfrm>
            <a:off x="1517756" y="4285544"/>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Conclusion</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31" name="文本占位符 14"/>
          <p:cNvSpPr>
            <a:spLocks noGrp="1"/>
          </p:cNvSpPr>
          <p:nvPr>
            <p:ph type="body" sz="quarter" idx="28" hasCustomPrompt="1"/>
          </p:nvPr>
        </p:nvSpPr>
        <p:spPr>
          <a:xfrm>
            <a:off x="3247176" y="3915433"/>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5</a:t>
            </a:r>
            <a:endParaRPr lang="zh-CN" altLang="en-US" dirty="0"/>
          </a:p>
        </p:txBody>
      </p:sp>
      <p:sp>
        <p:nvSpPr>
          <p:cNvPr id="32" name="文本占位符 19"/>
          <p:cNvSpPr>
            <a:spLocks noGrp="1"/>
          </p:cNvSpPr>
          <p:nvPr>
            <p:ph type="body" sz="quarter" idx="29" hasCustomPrompt="1"/>
          </p:nvPr>
        </p:nvSpPr>
        <p:spPr>
          <a:xfrm>
            <a:off x="4218831" y="3995123"/>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创新成果</a:t>
            </a:r>
            <a:endParaRPr lang="zh-CN" altLang="en-US" dirty="0"/>
          </a:p>
        </p:txBody>
      </p:sp>
      <p:sp>
        <p:nvSpPr>
          <p:cNvPr id="33" name="文本占位符 19"/>
          <p:cNvSpPr>
            <a:spLocks noGrp="1"/>
          </p:cNvSpPr>
          <p:nvPr>
            <p:ph type="body" sz="quarter" idx="30" hasCustomPrompt="1"/>
          </p:nvPr>
        </p:nvSpPr>
        <p:spPr>
          <a:xfrm>
            <a:off x="4218832" y="4285544"/>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Innovation</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34" name="文本占位符 14"/>
          <p:cNvSpPr>
            <a:spLocks noGrp="1"/>
          </p:cNvSpPr>
          <p:nvPr>
            <p:ph type="body" sz="quarter" idx="31" hasCustomPrompt="1"/>
          </p:nvPr>
        </p:nvSpPr>
        <p:spPr>
          <a:xfrm>
            <a:off x="6012086" y="3915433"/>
            <a:ext cx="996950" cy="848316"/>
          </a:xfrm>
          <a:prstGeom prst="rect">
            <a:avLst/>
          </a:prstGeom>
        </p:spPr>
        <p:txBody>
          <a:bodyPr/>
          <a:lstStyle>
            <a:lvl1pPr marL="0" indent="0" algn="r">
              <a:buFontTx/>
              <a:buNone/>
              <a:defRPr sz="5400">
                <a:solidFill>
                  <a:schemeClr val="tx1">
                    <a:lumMod val="50000"/>
                    <a:lumOff val="50000"/>
                  </a:schemeClr>
                </a:solidFill>
              </a:defRPr>
            </a:lvl1pPr>
          </a:lstStyle>
          <a:p>
            <a:pPr lvl="0"/>
            <a:r>
              <a:rPr lang="en-US" altLang="zh-CN" dirty="0"/>
              <a:t>6</a:t>
            </a:r>
            <a:endParaRPr lang="zh-CN" altLang="en-US" dirty="0"/>
          </a:p>
        </p:txBody>
      </p:sp>
      <p:sp>
        <p:nvSpPr>
          <p:cNvPr id="35" name="文本占位符 19"/>
          <p:cNvSpPr>
            <a:spLocks noGrp="1"/>
          </p:cNvSpPr>
          <p:nvPr>
            <p:ph type="body" sz="quarter" idx="32" hasCustomPrompt="1"/>
          </p:nvPr>
        </p:nvSpPr>
        <p:spPr>
          <a:xfrm>
            <a:off x="6983741" y="3995123"/>
            <a:ext cx="1639511" cy="285956"/>
          </a:xfrm>
          <a:prstGeom prst="rect">
            <a:avLst/>
          </a:prstGeom>
        </p:spPr>
        <p:txBody>
          <a:bodyPr/>
          <a:lstStyle>
            <a:lvl1pPr marL="0" indent="0">
              <a:buFontTx/>
              <a:buNone/>
              <a:defRPr sz="2000" b="1">
                <a:solidFill>
                  <a:srgbClr val="992677"/>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未来展望</a:t>
            </a:r>
            <a:endParaRPr lang="zh-CN" altLang="en-US" dirty="0"/>
          </a:p>
        </p:txBody>
      </p:sp>
      <p:sp>
        <p:nvSpPr>
          <p:cNvPr id="36" name="文本占位符 19"/>
          <p:cNvSpPr>
            <a:spLocks noGrp="1"/>
          </p:cNvSpPr>
          <p:nvPr>
            <p:ph type="body" sz="quarter" idx="33" hasCustomPrompt="1"/>
          </p:nvPr>
        </p:nvSpPr>
        <p:spPr>
          <a:xfrm>
            <a:off x="6983742" y="4285544"/>
            <a:ext cx="1639511" cy="321687"/>
          </a:xfrm>
          <a:prstGeom prst="rect">
            <a:avLst/>
          </a:prstGeom>
        </p:spPr>
        <p:txBody>
          <a:bodyPr/>
          <a:lstStyle>
            <a:lvl1pPr marL="0" indent="0">
              <a:buFontTx/>
              <a:buNone/>
              <a:defRPr sz="1600">
                <a:solidFill>
                  <a:schemeClr val="tx1">
                    <a:lumMod val="50000"/>
                    <a:lumOff val="50000"/>
                  </a:schemeClr>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nSpc>
                <a:spcPct val="120000"/>
              </a:lnSpc>
              <a:spcBef>
                <a:spcPts val="0"/>
              </a:spcBef>
            </a:pPr>
            <a:r>
              <a:rPr lang="en-US" altLang="zh-CN" sz="1600">
                <a:latin typeface="Arial" panose="020B0604020202020204" pitchFamily="34" charset="0"/>
                <a:ea typeface="微软雅黑" panose="020B0503020204020204" charset="-122"/>
                <a:cs typeface="+mn-ea"/>
                <a:sym typeface="Arial" panose="020B0604020202020204" pitchFamily="34" charset="0"/>
              </a:rPr>
              <a:t>Prospect</a:t>
            </a:r>
            <a:endParaRPr lang="zh-CN" altLang="en-US" sz="1600" dirty="0">
              <a:latin typeface="Arial" panose="020B0604020202020204" pitchFamily="34" charset="0"/>
              <a:ea typeface="微软雅黑" panose="020B0503020204020204" charset="-122"/>
              <a:cs typeface="+mn-ea"/>
              <a:sym typeface="Arial" panose="020B0604020202020204" pitchFamily="34" charset="0"/>
            </a:endParaRPr>
          </a:p>
        </p:txBody>
      </p:sp>
      <p:sp>
        <p:nvSpPr>
          <p:cNvPr id="5" name="矩形 4"/>
          <p:cNvSpPr/>
          <p:nvPr userDrawn="1"/>
        </p:nvSpPr>
        <p:spPr>
          <a:xfrm>
            <a:off x="4972345" y="6287867"/>
            <a:ext cx="2247309"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A21959CB-4501-4F72-BABE-36C776413D67}"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7" name="矩形 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
        <p:nvSpPr>
          <p:cNvPr id="40" name="等腰三角形 39"/>
          <p:cNvSpPr/>
          <p:nvPr userDrawn="1"/>
        </p:nvSpPr>
        <p:spPr>
          <a:xfrm rot="16200000" flipV="1">
            <a:off x="-2357058" y="-329229"/>
            <a:ext cx="5227440" cy="1156932"/>
          </a:xfrm>
          <a:prstGeom prst="triangle">
            <a:avLst>
              <a:gd name="adj" fmla="val 31111"/>
            </a:avLst>
          </a:prstGeom>
          <a:noFill/>
          <a:ln>
            <a:solidFill>
              <a:srgbClr val="7070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cxnSp>
        <p:nvCxnSpPr>
          <p:cNvPr id="41" name="直接连接符 40"/>
          <p:cNvCxnSpPr/>
          <p:nvPr userDrawn="1"/>
        </p:nvCxnSpPr>
        <p:spPr>
          <a:xfrm>
            <a:off x="3792668" y="3898613"/>
            <a:ext cx="2962487" cy="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 name="等腰三角形 41"/>
          <p:cNvSpPr/>
          <p:nvPr userDrawn="1"/>
        </p:nvSpPr>
        <p:spPr>
          <a:xfrm rot="18555005" flipV="1">
            <a:off x="4553525" y="-1413687"/>
            <a:ext cx="5227440" cy="1156932"/>
          </a:xfrm>
          <a:prstGeom prst="triangle">
            <a:avLst>
              <a:gd name="adj" fmla="val 31111"/>
            </a:avLst>
          </a:prstGeom>
          <a:noFill/>
          <a:ln>
            <a:solidFill>
              <a:srgbClr val="7070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11" name="文本占位符 10"/>
          <p:cNvSpPr>
            <a:spLocks noGrp="1"/>
          </p:cNvSpPr>
          <p:nvPr>
            <p:ph type="body" sz="quarter" idx="14" hasCustomPrompt="1"/>
          </p:nvPr>
        </p:nvSpPr>
        <p:spPr>
          <a:xfrm>
            <a:off x="1391631" y="1384300"/>
            <a:ext cx="2308120" cy="4089400"/>
          </a:xfrm>
          <a:prstGeom prst="rect">
            <a:avLst/>
          </a:prstGeom>
        </p:spPr>
        <p:txBody>
          <a:bodyPr vert="horz" lIns="91440" tIns="45720" rIns="91440" bIns="45720" rtlCol="0" anchor="b" anchorCtr="0">
            <a:noAutofit/>
          </a:bodyPr>
          <a:lstStyle>
            <a:lvl1pPr marL="228600" indent="-228600">
              <a:buFontTx/>
              <a:buNone/>
              <a:defRPr lang="zh-CN" altLang="en-US" sz="28700" dirty="0">
                <a:solidFill>
                  <a:schemeClr val="accent1"/>
                </a:solidFill>
                <a:latin typeface="Arial" panose="020B0604020202020204" pitchFamily="34" charset="0"/>
                <a:ea typeface="微软雅黑" panose="020B0503020204020204" charset="-122"/>
                <a:cs typeface="+mn-ea"/>
              </a:defRPr>
            </a:lvl1pPr>
          </a:lstStyle>
          <a:p>
            <a:pPr marL="0" lvl="0" indent="0">
              <a:lnSpc>
                <a:spcPct val="120000"/>
              </a:lnSpc>
              <a:spcBef>
                <a:spcPts val="0"/>
              </a:spcBef>
              <a:buFontTx/>
              <a:buNone/>
            </a:pPr>
            <a:r>
              <a:rPr lang="en-US" altLang="zh-CN" dirty="0"/>
              <a:t>1</a:t>
            </a:r>
            <a:endParaRPr lang="zh-CN" altLang="en-US" dirty="0"/>
          </a:p>
        </p:txBody>
      </p:sp>
      <p:sp>
        <p:nvSpPr>
          <p:cNvPr id="43" name="文本占位符 10"/>
          <p:cNvSpPr>
            <a:spLocks noGrp="1"/>
          </p:cNvSpPr>
          <p:nvPr>
            <p:ph type="body" sz="quarter" idx="15" hasCustomPrompt="1"/>
          </p:nvPr>
        </p:nvSpPr>
        <p:spPr>
          <a:xfrm>
            <a:off x="3789897" y="2831116"/>
            <a:ext cx="3055404" cy="1001144"/>
          </a:xfrm>
          <a:prstGeom prst="rect">
            <a:avLst/>
          </a:prstGeom>
        </p:spPr>
        <p:txBody>
          <a:bodyPr vert="horz" lIns="0" tIns="0" rIns="0" bIns="0" rtlCol="0" anchor="ctr" anchorCtr="0">
            <a:noAutofit/>
          </a:bodyPr>
          <a:lstStyle>
            <a:lvl1pPr marL="228600" indent="-228600" algn="dist">
              <a:buFontTx/>
              <a:buNone/>
              <a:defRPr lang="zh-CN" altLang="en-US" sz="6000" b="1" dirty="0">
                <a:solidFill>
                  <a:schemeClr val="accent1"/>
                </a:solidFill>
                <a:latin typeface="Arial" panose="020B0604020202020204" pitchFamily="34" charset="0"/>
                <a:ea typeface="微软雅黑" panose="020B0503020204020204" charset="-122"/>
                <a:cs typeface="+mn-ea"/>
              </a:defRPr>
            </a:lvl1pPr>
          </a:lstStyle>
          <a:p>
            <a:pPr marL="0" lvl="0" indent="0">
              <a:lnSpc>
                <a:spcPct val="120000"/>
              </a:lnSpc>
              <a:spcBef>
                <a:spcPts val="0"/>
              </a:spcBef>
              <a:buFontTx/>
              <a:buNone/>
            </a:pPr>
            <a:r>
              <a:rPr lang="zh-CN" altLang="en-US" dirty="0"/>
              <a:t>研究背景</a:t>
            </a:r>
            <a:endParaRPr lang="zh-CN" altLang="en-US" dirty="0"/>
          </a:p>
        </p:txBody>
      </p:sp>
      <p:sp>
        <p:nvSpPr>
          <p:cNvPr id="44" name="文本占位符 10"/>
          <p:cNvSpPr>
            <a:spLocks noGrp="1"/>
          </p:cNvSpPr>
          <p:nvPr>
            <p:ph type="body" sz="quarter" idx="16" hasCustomPrompt="1"/>
          </p:nvPr>
        </p:nvSpPr>
        <p:spPr>
          <a:xfrm>
            <a:off x="3789897" y="3810207"/>
            <a:ext cx="3055404" cy="1001144"/>
          </a:xfrm>
          <a:prstGeom prst="rect">
            <a:avLst/>
          </a:prstGeom>
        </p:spPr>
        <p:txBody>
          <a:bodyPr vert="horz" lIns="0" tIns="0" rIns="0" bIns="0" rtlCol="0" anchor="ctr" anchorCtr="0">
            <a:noAutofit/>
          </a:bodyPr>
          <a:lstStyle>
            <a:lvl1pPr marL="228600" indent="-228600" algn="dist">
              <a:buFontTx/>
              <a:buNone/>
              <a:defRPr lang="zh-CN" altLang="en-US" sz="4000" dirty="0">
                <a:solidFill>
                  <a:schemeClr val="tx1">
                    <a:lumMod val="50000"/>
                    <a:lumOff val="50000"/>
                  </a:schemeClr>
                </a:solidFill>
                <a:latin typeface="Arial" panose="020B0604020202020204" pitchFamily="34" charset="0"/>
                <a:ea typeface="微软雅黑" panose="020B0503020204020204" charset="-122"/>
                <a:cs typeface="+mn-ea"/>
              </a:defRPr>
            </a:lvl1pPr>
          </a:lstStyle>
          <a:p>
            <a:pPr marL="0" lvl="0" indent="0" algn="dist">
              <a:lnSpc>
                <a:spcPct val="120000"/>
              </a:lnSpc>
              <a:spcBef>
                <a:spcPts val="0"/>
              </a:spcBef>
              <a:buFontTx/>
              <a:buNone/>
            </a:pPr>
            <a:r>
              <a:rPr lang="en-US" altLang="zh-CN" dirty="0"/>
              <a:t>Background</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0926A2FB-F4DA-4B75-8F17-5BCCDC79EB3C}"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7" name="矩形 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
        <p:nvSpPr>
          <p:cNvPr id="40" name="等腰三角形 39"/>
          <p:cNvSpPr/>
          <p:nvPr userDrawn="1"/>
        </p:nvSpPr>
        <p:spPr>
          <a:xfrm rot="16200000" flipV="1">
            <a:off x="-2357058" y="-329229"/>
            <a:ext cx="5227440" cy="1156932"/>
          </a:xfrm>
          <a:prstGeom prst="triangle">
            <a:avLst>
              <a:gd name="adj" fmla="val 31111"/>
            </a:avLst>
          </a:prstGeom>
          <a:noFill/>
          <a:ln>
            <a:solidFill>
              <a:srgbClr val="7070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835B4249-C0C2-43D6-BA5B-9255C9F44DD7}" type="datetime1">
              <a:rPr lang="zh-CN" altLang="en-US" smtClean="0"/>
            </a:fld>
            <a:endParaRPr lang="zh-CN" altLang="en-US" dirty="0"/>
          </a:p>
        </p:txBody>
      </p:sp>
      <p:sp>
        <p:nvSpPr>
          <p:cNvPr id="4" name="灯片编号占位符 3"/>
          <p:cNvSpPr>
            <a:spLocks noGrp="1"/>
          </p:cNvSpPr>
          <p:nvPr>
            <p:ph type="sldNum" sz="quarter" idx="11"/>
          </p:nvPr>
        </p:nvSpPr>
        <p:spPr/>
        <p:txBody>
          <a:bodyPr/>
          <a:lstStyle/>
          <a:p>
            <a:fld id="{E0374D5E-809C-4B52-9B1B-43F9E1113751}"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DE62844D-0FCD-4B99-9490-95357B7A6152}"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2" name="矩形 1"/>
          <p:cNvSpPr/>
          <p:nvPr userDrawn="1"/>
        </p:nvSpPr>
        <p:spPr>
          <a:xfrm>
            <a:off x="0" y="371061"/>
            <a:ext cx="3403600" cy="657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9888" y="386834"/>
            <a:ext cx="1364476" cy="646331"/>
          </a:xfrm>
          <a:prstGeom prst="rect">
            <a:avLst/>
          </a:prstGeom>
        </p:spPr>
        <p:txBody>
          <a:bodyPr wrap="none">
            <a:spAutoFit/>
          </a:bodyPr>
          <a:lstStyle/>
          <a:p>
            <a:r>
              <a:rPr lang="zh-CN" altLang="en-US" sz="3600" b="1" dirty="0">
                <a:solidFill>
                  <a:schemeClr val="bg1"/>
                </a:solidFill>
                <a:latin typeface="+mn-lt"/>
                <a:ea typeface="+mn-ea"/>
                <a:cs typeface="+mn-ea"/>
                <a:sym typeface="+mn-lt"/>
              </a:rPr>
              <a:t>目 录 </a:t>
            </a:r>
            <a:endParaRPr lang="zh-CN" altLang="en-US" sz="3600" b="1" dirty="0"/>
          </a:p>
        </p:txBody>
      </p:sp>
      <p:sp>
        <p:nvSpPr>
          <p:cNvPr id="9"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7" name="矩形 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60400" y="6243805"/>
            <a:ext cx="2743200" cy="365125"/>
          </a:xfrm>
          <a:prstGeom prst="rect">
            <a:avLst/>
          </a:prstGeom>
        </p:spPr>
        <p:txBody>
          <a:bodyPr/>
          <a:lstStyle/>
          <a:p>
            <a:fld id="{09AC889C-E3C7-4681-9ED3-889094BE591F}" type="datetime1">
              <a:rPr lang="zh-CN" altLang="en-US" smtClean="0"/>
            </a:fld>
            <a:endParaRPr lang="zh-CN" altLang="en-US"/>
          </a:p>
        </p:txBody>
      </p:sp>
      <p:sp>
        <p:nvSpPr>
          <p:cNvPr id="4" name="灯片编号占位符 3"/>
          <p:cNvSpPr>
            <a:spLocks noGrp="1"/>
          </p:cNvSpPr>
          <p:nvPr>
            <p:ph type="sldNum" sz="quarter" idx="11"/>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3FA4F6F9-E816-4374-BB8C-BBF85F245EA3}"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25E3D7CB-6B27-4DCA-8AA2-020CA04153C6}"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团结 献身 求是 创新</a:t>
            </a:r>
            <a:endParaRPr lang="zh-CN" altLang="en-US" sz="1200" dirty="0">
              <a:solidFill>
                <a:schemeClr val="bg1">
                  <a:lumMod val="50000"/>
                </a:schemeClr>
              </a:solidFill>
            </a:endParaRPr>
          </a:p>
        </p:txBody>
      </p:sp>
      <p:sp>
        <p:nvSpPr>
          <p:cNvPr id="12" name="图片占位符 11"/>
          <p:cNvSpPr>
            <a:spLocks noGrp="1"/>
          </p:cNvSpPr>
          <p:nvPr>
            <p:ph type="pic" sz="quarter" idx="13"/>
          </p:nvPr>
        </p:nvSpPr>
        <p:spPr>
          <a:xfrm>
            <a:off x="1515179" y="1704975"/>
            <a:ext cx="3987800" cy="3571875"/>
          </a:xfrm>
          <a:prstGeom prst="rect">
            <a:avLst/>
          </a:prstGeom>
        </p:spPr>
        <p:txBody>
          <a:bodyPr/>
          <a:lstStyle/>
          <a:p>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17D89FED-B96A-4A22-A2F4-5D223BC7322D}"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
        <p:nvSpPr>
          <p:cNvPr id="12" name="图片占位符 11"/>
          <p:cNvSpPr>
            <a:spLocks noGrp="1"/>
          </p:cNvSpPr>
          <p:nvPr>
            <p:ph type="pic" sz="quarter" idx="13"/>
          </p:nvPr>
        </p:nvSpPr>
        <p:spPr>
          <a:xfrm>
            <a:off x="6440218" y="1497922"/>
            <a:ext cx="3987800" cy="3571875"/>
          </a:xfrm>
          <a:prstGeom prst="rect">
            <a:avLst/>
          </a:prstGeom>
        </p:spPr>
        <p:txBody>
          <a:bodyPr/>
          <a:lstStyle/>
          <a:p>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990D6B0B-FA86-4F62-83F2-4BA7E091150F}"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
        <p:nvSpPr>
          <p:cNvPr id="9" name="图片占位符 8"/>
          <p:cNvSpPr>
            <a:spLocks noGrp="1"/>
          </p:cNvSpPr>
          <p:nvPr>
            <p:ph type="pic" sz="quarter" idx="13"/>
          </p:nvPr>
        </p:nvSpPr>
        <p:spPr>
          <a:xfrm>
            <a:off x="4964299" y="1755033"/>
            <a:ext cx="2250701" cy="3892698"/>
          </a:xfrm>
          <a:custGeom>
            <a:avLst/>
            <a:gdLst>
              <a:gd name="connsiteX0" fmla="*/ 1125350 w 2250701"/>
              <a:gd name="connsiteY0" fmla="*/ 0 h 3892698"/>
              <a:gd name="connsiteX1" fmla="*/ 1125352 w 2250701"/>
              <a:gd name="connsiteY1" fmla="*/ 0 h 3892698"/>
              <a:gd name="connsiteX2" fmla="*/ 2250701 w 2250701"/>
              <a:gd name="connsiteY2" fmla="*/ 1946349 h 3892698"/>
              <a:gd name="connsiteX3" fmla="*/ 1125351 w 2250701"/>
              <a:gd name="connsiteY3" fmla="*/ 3892698 h 3892698"/>
              <a:gd name="connsiteX4" fmla="*/ 0 w 2250701"/>
              <a:gd name="connsiteY4" fmla="*/ 1946349 h 389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0701" h="3892698">
                <a:moveTo>
                  <a:pt x="1125350" y="0"/>
                </a:moveTo>
                <a:lnTo>
                  <a:pt x="1125352" y="0"/>
                </a:lnTo>
                <a:lnTo>
                  <a:pt x="2250701" y="1946349"/>
                </a:lnTo>
                <a:lnTo>
                  <a:pt x="1125351" y="3892698"/>
                </a:lnTo>
                <a:lnTo>
                  <a:pt x="0" y="1946349"/>
                </a:lnTo>
                <a:close/>
              </a:path>
            </a:pathLst>
          </a:custGeom>
        </p:spPr>
        <p:txBody>
          <a:bodyPr wrap="square">
            <a:noAutofit/>
          </a:bodyPr>
          <a:lstStyle/>
          <a:p>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371061"/>
            <a:ext cx="10858500" cy="657639"/>
          </a:xfrm>
          <a:prstGeom prst="rect">
            <a:avLst/>
          </a:prstGeom>
          <a:solidFill>
            <a:schemeClr val="bg1">
              <a:lumMod val="95000"/>
            </a:schemeClr>
          </a:solidFill>
        </p:spPr>
        <p:txBody>
          <a:bodyPr lIns="0" anchor="ctr" anchorCtr="0">
            <a:normAutofit/>
          </a:bodyPr>
          <a:lstStyle>
            <a:lvl1pPr>
              <a:defRPr sz="3200"/>
            </a:lvl1pPr>
          </a:lstStyle>
          <a:p>
            <a:r>
              <a:rPr lang="zh-CN" altLang="en-US" dirty="0"/>
              <a:t> 单击此处编辑母版标题样式</a:t>
            </a:r>
            <a:endParaRPr lang="zh-CN" altLang="en-US" dirty="0"/>
          </a:p>
        </p:txBody>
      </p:sp>
      <p:sp>
        <p:nvSpPr>
          <p:cNvPr id="4" name="日期占位符 3"/>
          <p:cNvSpPr>
            <a:spLocks noGrp="1"/>
          </p:cNvSpPr>
          <p:nvPr>
            <p:ph type="dt" sz="half" idx="10"/>
          </p:nvPr>
        </p:nvSpPr>
        <p:spPr>
          <a:xfrm>
            <a:off x="660400" y="6243805"/>
            <a:ext cx="2743200" cy="365125"/>
          </a:xfrm>
          <a:prstGeom prst="rect">
            <a:avLst/>
          </a:prstGeom>
        </p:spPr>
        <p:txBody>
          <a:bodyPr/>
          <a:lstStyle/>
          <a:p>
            <a:fld id="{11FE63BC-0C5C-40EC-8CBD-E4A930174439}" type="datetime1">
              <a:rPr lang="zh-CN" altLang="en-US" smtClean="0"/>
            </a:fld>
            <a:endParaRPr lang="zh-CN" altLang="en-US"/>
          </a:p>
        </p:txBody>
      </p:sp>
      <p:sp>
        <p:nvSpPr>
          <p:cNvPr id="6" name="灯片编号占位符 5"/>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sp>
        <p:nvSpPr>
          <p:cNvPr id="5" name="矩形 4"/>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
        <p:nvSpPr>
          <p:cNvPr id="11" name="图片占位符 10"/>
          <p:cNvSpPr>
            <a:spLocks noGrp="1"/>
          </p:cNvSpPr>
          <p:nvPr>
            <p:ph type="pic" sz="quarter" idx="14"/>
          </p:nvPr>
        </p:nvSpPr>
        <p:spPr>
          <a:xfrm>
            <a:off x="5267325" y="2730951"/>
            <a:ext cx="1657350" cy="1657350"/>
          </a:xfrm>
          <a:custGeom>
            <a:avLst/>
            <a:gdLst>
              <a:gd name="connsiteX0" fmla="*/ 828675 w 1657350"/>
              <a:gd name="connsiteY0" fmla="*/ 0 h 1657350"/>
              <a:gd name="connsiteX1" fmla="*/ 1657350 w 1657350"/>
              <a:gd name="connsiteY1" fmla="*/ 828675 h 1657350"/>
              <a:gd name="connsiteX2" fmla="*/ 828675 w 1657350"/>
              <a:gd name="connsiteY2" fmla="*/ 1657350 h 1657350"/>
              <a:gd name="connsiteX3" fmla="*/ 0 w 1657350"/>
              <a:gd name="connsiteY3" fmla="*/ 828675 h 1657350"/>
              <a:gd name="connsiteX4" fmla="*/ 828675 w 1657350"/>
              <a:gd name="connsiteY4" fmla="*/ 0 h 1657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0" h="1657350">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oAutofit/>
          </a:bodyPr>
          <a:lstStyle/>
          <a:p>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空白幻灯片">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60400" y="6235700"/>
            <a:ext cx="2743200" cy="365125"/>
          </a:xfrm>
          <a:prstGeom prst="rect">
            <a:avLst/>
          </a:prstGeom>
        </p:spPr>
        <p:txBody>
          <a:bodyPr lIns="90000" tIns="0" rIns="0" bIns="0">
            <a:normAutofit/>
          </a:bodyPr>
          <a:lstStyle/>
          <a:p>
            <a:fld id="{055F2C82-1F48-4782-BCD0-23BFA1D82DDE}" type="datetime1">
              <a:rPr lang="zh-CN" altLang="en-US" smtClean="0"/>
            </a:fld>
            <a:endParaRPr lang="zh-CN" altLang="en-US"/>
          </a:p>
        </p:txBody>
      </p:sp>
      <p:sp>
        <p:nvSpPr>
          <p:cNvPr id="6" name="灯片编号占位符 5"/>
          <p:cNvSpPr>
            <a:spLocks noGrp="1"/>
          </p:cNvSpPr>
          <p:nvPr>
            <p:ph type="sldNum" sz="quarter" idx="12"/>
          </p:nvPr>
        </p:nvSpPr>
        <p:spPr>
          <a:xfrm>
            <a:off x="8759124" y="6235700"/>
            <a:ext cx="2743200" cy="365125"/>
          </a:xfrm>
          <a:prstGeom prst="rect">
            <a:avLst/>
          </a:prstGeom>
        </p:spPr>
        <p:txBody>
          <a:bodyPr/>
          <a:lstStyle/>
          <a:p>
            <a:fld id="{E0374D5E-809C-4B52-9B1B-43F9E1113751}" type="slidenum">
              <a:rPr lang="zh-CN" altLang="en-US" smtClean="0"/>
            </a:fld>
            <a:endParaRPr lang="zh-CN" altLang="en-US"/>
          </a:p>
        </p:txBody>
      </p:sp>
      <p:grpSp>
        <p:nvGrpSpPr>
          <p:cNvPr id="14" name="327a1eb5-e715-4fe4-ac4b-30338b59c7cf"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2"/>
            </p:custDataLst>
          </p:nvPr>
        </p:nvGrpSpPr>
        <p:grpSpPr>
          <a:xfrm>
            <a:off x="748325" y="510681"/>
            <a:ext cx="2300514" cy="518019"/>
            <a:chOff x="1914526" y="2486026"/>
            <a:chExt cx="8361362" cy="1882775"/>
          </a:xfrm>
        </p:grpSpPr>
        <p:grpSp>
          <p:nvGrpSpPr>
            <p:cNvPr id="15" name="îşliḑê"/>
            <p:cNvGrpSpPr/>
            <p:nvPr userDrawn="1"/>
          </p:nvGrpSpPr>
          <p:grpSpPr>
            <a:xfrm>
              <a:off x="1914526" y="2486026"/>
              <a:ext cx="1882775" cy="1882775"/>
              <a:chOff x="1914526" y="2486026"/>
              <a:chExt cx="1882775" cy="1882775"/>
            </a:xfrm>
          </p:grpSpPr>
          <p:sp>
            <p:nvSpPr>
              <p:cNvPr id="64" name="ïṥ1íďe"/>
              <p:cNvSpPr/>
              <p:nvPr userDrawn="1"/>
            </p:nvSpPr>
            <p:spPr>
              <a:xfrm>
                <a:off x="2273301" y="2858294"/>
                <a:ext cx="1165224" cy="1165224"/>
              </a:xfrm>
              <a:prstGeom prst="ellipse">
                <a:avLst/>
              </a:prstGeom>
              <a:gradFill flip="none" rotWithShape="1">
                <a:gsLst>
                  <a:gs pos="14000">
                    <a:srgbClr val="1584C9"/>
                  </a:gs>
                  <a:gs pos="100000">
                    <a:schemeClr val="bg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65" name="iṣḷîḍé"/>
              <p:cNvSpPr/>
              <p:nvPr userDrawn="1"/>
            </p:nvSpPr>
            <p:spPr bwMode="auto">
              <a:xfrm>
                <a:off x="2633663" y="3963988"/>
                <a:ext cx="454025" cy="46038"/>
              </a:xfrm>
              <a:custGeom>
                <a:avLst/>
                <a:gdLst>
                  <a:gd name="T0" fmla="*/ 0 w 286"/>
                  <a:gd name="T1" fmla="*/ 0 h 29"/>
                  <a:gd name="T2" fmla="*/ 286 w 286"/>
                  <a:gd name="T3" fmla="*/ 0 h 29"/>
                  <a:gd name="T4" fmla="*/ 278 w 286"/>
                  <a:gd name="T5" fmla="*/ 4 h 29"/>
                  <a:gd name="T6" fmla="*/ 269 w 286"/>
                  <a:gd name="T7" fmla="*/ 7 h 29"/>
                  <a:gd name="T8" fmla="*/ 261 w 286"/>
                  <a:gd name="T9" fmla="*/ 10 h 29"/>
                  <a:gd name="T10" fmla="*/ 253 w 286"/>
                  <a:gd name="T11" fmla="*/ 13 h 29"/>
                  <a:gd name="T12" fmla="*/ 244 w 286"/>
                  <a:gd name="T13" fmla="*/ 15 h 29"/>
                  <a:gd name="T14" fmla="*/ 236 w 286"/>
                  <a:gd name="T15" fmla="*/ 17 h 29"/>
                  <a:gd name="T16" fmla="*/ 227 w 286"/>
                  <a:gd name="T17" fmla="*/ 20 h 29"/>
                  <a:gd name="T18" fmla="*/ 218 w 286"/>
                  <a:gd name="T19" fmla="*/ 21 h 29"/>
                  <a:gd name="T20" fmla="*/ 208 w 286"/>
                  <a:gd name="T21" fmla="*/ 23 h 29"/>
                  <a:gd name="T22" fmla="*/ 200 w 286"/>
                  <a:gd name="T23" fmla="*/ 25 h 29"/>
                  <a:gd name="T24" fmla="*/ 190 w 286"/>
                  <a:gd name="T25" fmla="*/ 26 h 29"/>
                  <a:gd name="T26" fmla="*/ 181 w 286"/>
                  <a:gd name="T27" fmla="*/ 27 h 29"/>
                  <a:gd name="T28" fmla="*/ 172 w 286"/>
                  <a:gd name="T29" fmla="*/ 29 h 29"/>
                  <a:gd name="T30" fmla="*/ 162 w 286"/>
                  <a:gd name="T31" fmla="*/ 29 h 29"/>
                  <a:gd name="T32" fmla="*/ 153 w 286"/>
                  <a:gd name="T33" fmla="*/ 29 h 29"/>
                  <a:gd name="T34" fmla="*/ 143 w 286"/>
                  <a:gd name="T35" fmla="*/ 29 h 29"/>
                  <a:gd name="T36" fmla="*/ 134 w 286"/>
                  <a:gd name="T37" fmla="*/ 29 h 29"/>
                  <a:gd name="T38" fmla="*/ 125 w 286"/>
                  <a:gd name="T39" fmla="*/ 29 h 29"/>
                  <a:gd name="T40" fmla="*/ 115 w 286"/>
                  <a:gd name="T41" fmla="*/ 29 h 29"/>
                  <a:gd name="T42" fmla="*/ 106 w 286"/>
                  <a:gd name="T43" fmla="*/ 27 h 29"/>
                  <a:gd name="T44" fmla="*/ 97 w 286"/>
                  <a:gd name="T45" fmla="*/ 26 h 29"/>
                  <a:gd name="T46" fmla="*/ 87 w 286"/>
                  <a:gd name="T47" fmla="*/ 25 h 29"/>
                  <a:gd name="T48" fmla="*/ 79 w 286"/>
                  <a:gd name="T49" fmla="*/ 23 h 29"/>
                  <a:gd name="T50" fmla="*/ 69 w 286"/>
                  <a:gd name="T51" fmla="*/ 21 h 29"/>
                  <a:gd name="T52" fmla="*/ 60 w 286"/>
                  <a:gd name="T53" fmla="*/ 20 h 29"/>
                  <a:gd name="T54" fmla="*/ 51 w 286"/>
                  <a:gd name="T55" fmla="*/ 17 h 29"/>
                  <a:gd name="T56" fmla="*/ 43 w 286"/>
                  <a:gd name="T57" fmla="*/ 15 h 29"/>
                  <a:gd name="T58" fmla="*/ 34 w 286"/>
                  <a:gd name="T59" fmla="*/ 13 h 29"/>
                  <a:gd name="T60" fmla="*/ 26 w 286"/>
                  <a:gd name="T61" fmla="*/ 10 h 29"/>
                  <a:gd name="T62" fmla="*/ 17 w 286"/>
                  <a:gd name="T63" fmla="*/ 7 h 29"/>
                  <a:gd name="T64" fmla="*/ 9 w 286"/>
                  <a:gd name="T65" fmla="*/ 4 h 29"/>
                  <a:gd name="T66" fmla="*/ 0 w 286"/>
                  <a:gd name="T6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6" h="29">
                    <a:moveTo>
                      <a:pt x="0" y="0"/>
                    </a:moveTo>
                    <a:lnTo>
                      <a:pt x="286" y="0"/>
                    </a:lnTo>
                    <a:lnTo>
                      <a:pt x="278" y="4"/>
                    </a:lnTo>
                    <a:lnTo>
                      <a:pt x="269" y="7"/>
                    </a:lnTo>
                    <a:lnTo>
                      <a:pt x="261" y="10"/>
                    </a:lnTo>
                    <a:lnTo>
                      <a:pt x="253" y="13"/>
                    </a:lnTo>
                    <a:lnTo>
                      <a:pt x="244" y="15"/>
                    </a:lnTo>
                    <a:lnTo>
                      <a:pt x="236" y="17"/>
                    </a:lnTo>
                    <a:lnTo>
                      <a:pt x="227" y="20"/>
                    </a:lnTo>
                    <a:lnTo>
                      <a:pt x="218" y="21"/>
                    </a:lnTo>
                    <a:lnTo>
                      <a:pt x="208" y="23"/>
                    </a:lnTo>
                    <a:lnTo>
                      <a:pt x="200" y="25"/>
                    </a:lnTo>
                    <a:lnTo>
                      <a:pt x="190" y="26"/>
                    </a:lnTo>
                    <a:lnTo>
                      <a:pt x="181" y="27"/>
                    </a:lnTo>
                    <a:lnTo>
                      <a:pt x="172" y="29"/>
                    </a:lnTo>
                    <a:lnTo>
                      <a:pt x="162" y="29"/>
                    </a:lnTo>
                    <a:lnTo>
                      <a:pt x="153" y="29"/>
                    </a:lnTo>
                    <a:lnTo>
                      <a:pt x="143" y="29"/>
                    </a:lnTo>
                    <a:lnTo>
                      <a:pt x="134" y="29"/>
                    </a:lnTo>
                    <a:lnTo>
                      <a:pt x="125" y="29"/>
                    </a:lnTo>
                    <a:lnTo>
                      <a:pt x="115" y="29"/>
                    </a:lnTo>
                    <a:lnTo>
                      <a:pt x="106" y="27"/>
                    </a:lnTo>
                    <a:lnTo>
                      <a:pt x="97" y="26"/>
                    </a:lnTo>
                    <a:lnTo>
                      <a:pt x="87" y="25"/>
                    </a:lnTo>
                    <a:lnTo>
                      <a:pt x="79" y="23"/>
                    </a:lnTo>
                    <a:lnTo>
                      <a:pt x="69" y="21"/>
                    </a:lnTo>
                    <a:lnTo>
                      <a:pt x="60" y="20"/>
                    </a:lnTo>
                    <a:lnTo>
                      <a:pt x="51" y="17"/>
                    </a:lnTo>
                    <a:lnTo>
                      <a:pt x="43" y="15"/>
                    </a:lnTo>
                    <a:lnTo>
                      <a:pt x="34" y="13"/>
                    </a:lnTo>
                    <a:lnTo>
                      <a:pt x="26" y="10"/>
                    </a:lnTo>
                    <a:lnTo>
                      <a:pt x="17" y="7"/>
                    </a:lnTo>
                    <a:lnTo>
                      <a:pt x="9" y="4"/>
                    </a:lnTo>
                    <a:lnTo>
                      <a:pt x="0" y="0"/>
                    </a:lnTo>
                    <a:close/>
                  </a:path>
                </a:pathLst>
              </a:custGeom>
              <a:solidFill>
                <a:srgbClr val="F0F4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6" name="îSlïḋê"/>
              <p:cNvSpPr/>
              <p:nvPr userDrawn="1"/>
            </p:nvSpPr>
            <p:spPr bwMode="auto">
              <a:xfrm>
                <a:off x="2698751" y="3987801"/>
                <a:ext cx="323850" cy="22225"/>
              </a:xfrm>
              <a:custGeom>
                <a:avLst/>
                <a:gdLst>
                  <a:gd name="T0" fmla="*/ 0 w 204"/>
                  <a:gd name="T1" fmla="*/ 0 h 14"/>
                  <a:gd name="T2" fmla="*/ 204 w 204"/>
                  <a:gd name="T3" fmla="*/ 0 h 14"/>
                  <a:gd name="T4" fmla="*/ 192 w 204"/>
                  <a:gd name="T5" fmla="*/ 3 h 14"/>
                  <a:gd name="T6" fmla="*/ 180 w 204"/>
                  <a:gd name="T7" fmla="*/ 6 h 14"/>
                  <a:gd name="T8" fmla="*/ 167 w 204"/>
                  <a:gd name="T9" fmla="*/ 8 h 14"/>
                  <a:gd name="T10" fmla="*/ 155 w 204"/>
                  <a:gd name="T11" fmla="*/ 10 h 14"/>
                  <a:gd name="T12" fmla="*/ 142 w 204"/>
                  <a:gd name="T13" fmla="*/ 12 h 14"/>
                  <a:gd name="T14" fmla="*/ 129 w 204"/>
                  <a:gd name="T15" fmla="*/ 14 h 14"/>
                  <a:gd name="T16" fmla="*/ 115 w 204"/>
                  <a:gd name="T17" fmla="*/ 14 h 14"/>
                  <a:gd name="T18" fmla="*/ 102 w 204"/>
                  <a:gd name="T19" fmla="*/ 14 h 14"/>
                  <a:gd name="T20" fmla="*/ 90 w 204"/>
                  <a:gd name="T21" fmla="*/ 14 h 14"/>
                  <a:gd name="T22" fmla="*/ 76 w 204"/>
                  <a:gd name="T23" fmla="*/ 14 h 14"/>
                  <a:gd name="T24" fmla="*/ 63 w 204"/>
                  <a:gd name="T25" fmla="*/ 12 h 14"/>
                  <a:gd name="T26" fmla="*/ 50 w 204"/>
                  <a:gd name="T27" fmla="*/ 10 h 14"/>
                  <a:gd name="T28" fmla="*/ 38 w 204"/>
                  <a:gd name="T29" fmla="*/ 8 h 14"/>
                  <a:gd name="T30" fmla="*/ 25 w 204"/>
                  <a:gd name="T31" fmla="*/ 6 h 14"/>
                  <a:gd name="T32" fmla="*/ 13 w 204"/>
                  <a:gd name="T33" fmla="*/ 3 h 14"/>
                  <a:gd name="T34" fmla="*/ 0 w 204"/>
                  <a:gd name="T3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 h="14">
                    <a:moveTo>
                      <a:pt x="0" y="0"/>
                    </a:moveTo>
                    <a:lnTo>
                      <a:pt x="204" y="0"/>
                    </a:lnTo>
                    <a:lnTo>
                      <a:pt x="192" y="3"/>
                    </a:lnTo>
                    <a:lnTo>
                      <a:pt x="180" y="6"/>
                    </a:lnTo>
                    <a:lnTo>
                      <a:pt x="167" y="8"/>
                    </a:lnTo>
                    <a:lnTo>
                      <a:pt x="155" y="10"/>
                    </a:lnTo>
                    <a:lnTo>
                      <a:pt x="142" y="12"/>
                    </a:lnTo>
                    <a:lnTo>
                      <a:pt x="129" y="14"/>
                    </a:lnTo>
                    <a:lnTo>
                      <a:pt x="115" y="14"/>
                    </a:lnTo>
                    <a:lnTo>
                      <a:pt x="102" y="14"/>
                    </a:lnTo>
                    <a:lnTo>
                      <a:pt x="90" y="14"/>
                    </a:lnTo>
                    <a:lnTo>
                      <a:pt x="76" y="14"/>
                    </a:lnTo>
                    <a:lnTo>
                      <a:pt x="63" y="12"/>
                    </a:lnTo>
                    <a:lnTo>
                      <a:pt x="50" y="10"/>
                    </a:lnTo>
                    <a:lnTo>
                      <a:pt x="38" y="8"/>
                    </a:lnTo>
                    <a:lnTo>
                      <a:pt x="25" y="6"/>
                    </a:lnTo>
                    <a:lnTo>
                      <a:pt x="1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7" name="ïṡḷîḑè"/>
              <p:cNvSpPr/>
              <p:nvPr userDrawn="1"/>
            </p:nvSpPr>
            <p:spPr bwMode="auto">
              <a:xfrm>
                <a:off x="2457451" y="3409951"/>
                <a:ext cx="795338" cy="371475"/>
              </a:xfrm>
              <a:custGeom>
                <a:avLst/>
                <a:gdLst>
                  <a:gd name="T0" fmla="*/ 294 w 501"/>
                  <a:gd name="T1" fmla="*/ 65 h 234"/>
                  <a:gd name="T2" fmla="*/ 213 w 501"/>
                  <a:gd name="T3" fmla="*/ 129 h 234"/>
                  <a:gd name="T4" fmla="*/ 224 w 501"/>
                  <a:gd name="T5" fmla="*/ 52 h 234"/>
                  <a:gd name="T6" fmla="*/ 203 w 501"/>
                  <a:gd name="T7" fmla="*/ 53 h 234"/>
                  <a:gd name="T8" fmla="*/ 177 w 501"/>
                  <a:gd name="T9" fmla="*/ 30 h 234"/>
                  <a:gd name="T10" fmla="*/ 204 w 501"/>
                  <a:gd name="T11" fmla="*/ 20 h 234"/>
                  <a:gd name="T12" fmla="*/ 180 w 501"/>
                  <a:gd name="T13" fmla="*/ 16 h 234"/>
                  <a:gd name="T14" fmla="*/ 162 w 501"/>
                  <a:gd name="T15" fmla="*/ 54 h 234"/>
                  <a:gd name="T16" fmla="*/ 162 w 501"/>
                  <a:gd name="T17" fmla="*/ 45 h 234"/>
                  <a:gd name="T18" fmla="*/ 175 w 501"/>
                  <a:gd name="T19" fmla="*/ 76 h 234"/>
                  <a:gd name="T20" fmla="*/ 134 w 501"/>
                  <a:gd name="T21" fmla="*/ 128 h 234"/>
                  <a:gd name="T22" fmla="*/ 97 w 501"/>
                  <a:gd name="T23" fmla="*/ 50 h 234"/>
                  <a:gd name="T24" fmla="*/ 30 w 501"/>
                  <a:gd name="T25" fmla="*/ 79 h 234"/>
                  <a:gd name="T26" fmla="*/ 42 w 501"/>
                  <a:gd name="T27" fmla="*/ 39 h 234"/>
                  <a:gd name="T28" fmla="*/ 50 w 501"/>
                  <a:gd name="T29" fmla="*/ 59 h 234"/>
                  <a:gd name="T30" fmla="*/ 34 w 501"/>
                  <a:gd name="T31" fmla="*/ 50 h 234"/>
                  <a:gd name="T32" fmla="*/ 86 w 501"/>
                  <a:gd name="T33" fmla="*/ 69 h 234"/>
                  <a:gd name="T34" fmla="*/ 96 w 501"/>
                  <a:gd name="T35" fmla="*/ 71 h 234"/>
                  <a:gd name="T36" fmla="*/ 166 w 501"/>
                  <a:gd name="T37" fmla="*/ 126 h 234"/>
                  <a:gd name="T38" fmla="*/ 112 w 501"/>
                  <a:gd name="T39" fmla="*/ 25 h 234"/>
                  <a:gd name="T40" fmla="*/ 118 w 501"/>
                  <a:gd name="T41" fmla="*/ 48 h 234"/>
                  <a:gd name="T42" fmla="*/ 106 w 501"/>
                  <a:gd name="T43" fmla="*/ 30 h 234"/>
                  <a:gd name="T44" fmla="*/ 138 w 501"/>
                  <a:gd name="T45" fmla="*/ 57 h 234"/>
                  <a:gd name="T46" fmla="*/ 96 w 501"/>
                  <a:gd name="T47" fmla="*/ 94 h 234"/>
                  <a:gd name="T48" fmla="*/ 96 w 501"/>
                  <a:gd name="T49" fmla="*/ 122 h 234"/>
                  <a:gd name="T50" fmla="*/ 59 w 501"/>
                  <a:gd name="T51" fmla="*/ 69 h 234"/>
                  <a:gd name="T52" fmla="*/ 59 w 501"/>
                  <a:gd name="T53" fmla="*/ 82 h 234"/>
                  <a:gd name="T54" fmla="*/ 13 w 501"/>
                  <a:gd name="T55" fmla="*/ 66 h 234"/>
                  <a:gd name="T56" fmla="*/ 28 w 501"/>
                  <a:gd name="T57" fmla="*/ 83 h 234"/>
                  <a:gd name="T58" fmla="*/ 19 w 501"/>
                  <a:gd name="T59" fmla="*/ 176 h 234"/>
                  <a:gd name="T60" fmla="*/ 5 w 501"/>
                  <a:gd name="T61" fmla="*/ 221 h 234"/>
                  <a:gd name="T62" fmla="*/ 288 w 501"/>
                  <a:gd name="T63" fmla="*/ 127 h 234"/>
                  <a:gd name="T64" fmla="*/ 277 w 501"/>
                  <a:gd name="T65" fmla="*/ 54 h 234"/>
                  <a:gd name="T66" fmla="*/ 322 w 501"/>
                  <a:gd name="T67" fmla="*/ 233 h 234"/>
                  <a:gd name="T68" fmla="*/ 326 w 501"/>
                  <a:gd name="T69" fmla="*/ 30 h 234"/>
                  <a:gd name="T70" fmla="*/ 298 w 501"/>
                  <a:gd name="T71" fmla="*/ 17 h 234"/>
                  <a:gd name="T72" fmla="*/ 323 w 501"/>
                  <a:gd name="T73" fmla="*/ 18 h 234"/>
                  <a:gd name="T74" fmla="*/ 338 w 501"/>
                  <a:gd name="T75" fmla="*/ 58 h 234"/>
                  <a:gd name="T76" fmla="*/ 339 w 501"/>
                  <a:gd name="T77" fmla="*/ 43 h 234"/>
                  <a:gd name="T78" fmla="*/ 375 w 501"/>
                  <a:gd name="T79" fmla="*/ 83 h 234"/>
                  <a:gd name="T80" fmla="*/ 364 w 501"/>
                  <a:gd name="T81" fmla="*/ 126 h 234"/>
                  <a:gd name="T82" fmla="*/ 377 w 501"/>
                  <a:gd name="T83" fmla="*/ 50 h 234"/>
                  <a:gd name="T84" fmla="*/ 377 w 501"/>
                  <a:gd name="T85" fmla="*/ 50 h 234"/>
                  <a:gd name="T86" fmla="*/ 447 w 501"/>
                  <a:gd name="T87" fmla="*/ 63 h 234"/>
                  <a:gd name="T88" fmla="*/ 452 w 501"/>
                  <a:gd name="T89" fmla="*/ 58 h 234"/>
                  <a:gd name="T90" fmla="*/ 469 w 501"/>
                  <a:gd name="T91" fmla="*/ 52 h 234"/>
                  <a:gd name="T92" fmla="*/ 414 w 501"/>
                  <a:gd name="T93" fmla="*/ 73 h 234"/>
                  <a:gd name="T94" fmla="*/ 407 w 501"/>
                  <a:gd name="T95" fmla="*/ 71 h 234"/>
                  <a:gd name="T96" fmla="*/ 338 w 501"/>
                  <a:gd name="T97" fmla="*/ 124 h 234"/>
                  <a:gd name="T98" fmla="*/ 390 w 501"/>
                  <a:gd name="T99" fmla="*/ 24 h 234"/>
                  <a:gd name="T100" fmla="*/ 382 w 501"/>
                  <a:gd name="T101" fmla="*/ 48 h 234"/>
                  <a:gd name="T102" fmla="*/ 397 w 501"/>
                  <a:gd name="T103" fmla="*/ 34 h 234"/>
                  <a:gd name="T104" fmla="*/ 362 w 501"/>
                  <a:gd name="T105" fmla="*/ 58 h 234"/>
                  <a:gd name="T106" fmla="*/ 447 w 501"/>
                  <a:gd name="T107" fmla="*/ 110 h 234"/>
                  <a:gd name="T108" fmla="*/ 405 w 501"/>
                  <a:gd name="T109" fmla="*/ 122 h 234"/>
                  <a:gd name="T110" fmla="*/ 443 w 501"/>
                  <a:gd name="T111" fmla="*/ 69 h 234"/>
                  <a:gd name="T112" fmla="*/ 442 w 501"/>
                  <a:gd name="T113" fmla="*/ 82 h 234"/>
                  <a:gd name="T114" fmla="*/ 488 w 501"/>
                  <a:gd name="T115" fmla="*/ 66 h 234"/>
                  <a:gd name="T116" fmla="*/ 473 w 501"/>
                  <a:gd name="T117" fmla="*/ 83 h 234"/>
                  <a:gd name="T118" fmla="*/ 483 w 501"/>
                  <a:gd name="T119" fmla="*/ 176 h 234"/>
                  <a:gd name="T120" fmla="*/ 496 w 501"/>
                  <a:gd name="T121" fmla="*/ 22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1" h="234">
                    <a:moveTo>
                      <a:pt x="250" y="76"/>
                    </a:moveTo>
                    <a:lnTo>
                      <a:pt x="294" y="76"/>
                    </a:lnTo>
                    <a:lnTo>
                      <a:pt x="294" y="103"/>
                    </a:lnTo>
                    <a:lnTo>
                      <a:pt x="250" y="103"/>
                    </a:lnTo>
                    <a:lnTo>
                      <a:pt x="207" y="103"/>
                    </a:lnTo>
                    <a:lnTo>
                      <a:pt x="207" y="76"/>
                    </a:lnTo>
                    <a:lnTo>
                      <a:pt x="250" y="76"/>
                    </a:lnTo>
                    <a:lnTo>
                      <a:pt x="250" y="76"/>
                    </a:lnTo>
                    <a:close/>
                    <a:moveTo>
                      <a:pt x="250" y="107"/>
                    </a:moveTo>
                    <a:lnTo>
                      <a:pt x="250" y="107"/>
                    </a:lnTo>
                    <a:lnTo>
                      <a:pt x="294" y="107"/>
                    </a:lnTo>
                    <a:lnTo>
                      <a:pt x="294" y="116"/>
                    </a:lnTo>
                    <a:lnTo>
                      <a:pt x="252" y="116"/>
                    </a:lnTo>
                    <a:lnTo>
                      <a:pt x="249" y="116"/>
                    </a:lnTo>
                    <a:lnTo>
                      <a:pt x="207" y="116"/>
                    </a:lnTo>
                    <a:lnTo>
                      <a:pt x="207" y="107"/>
                    </a:lnTo>
                    <a:lnTo>
                      <a:pt x="250" y="107"/>
                    </a:lnTo>
                    <a:lnTo>
                      <a:pt x="250" y="107"/>
                    </a:lnTo>
                    <a:close/>
                    <a:moveTo>
                      <a:pt x="247" y="65"/>
                    </a:moveTo>
                    <a:lnTo>
                      <a:pt x="254" y="65"/>
                    </a:lnTo>
                    <a:lnTo>
                      <a:pt x="294" y="65"/>
                    </a:lnTo>
                    <a:lnTo>
                      <a:pt x="294" y="74"/>
                    </a:lnTo>
                    <a:lnTo>
                      <a:pt x="250" y="74"/>
                    </a:lnTo>
                    <a:lnTo>
                      <a:pt x="250" y="74"/>
                    </a:lnTo>
                    <a:lnTo>
                      <a:pt x="250" y="74"/>
                    </a:lnTo>
                    <a:lnTo>
                      <a:pt x="250" y="74"/>
                    </a:lnTo>
                    <a:lnTo>
                      <a:pt x="207" y="74"/>
                    </a:lnTo>
                    <a:lnTo>
                      <a:pt x="207" y="65"/>
                    </a:lnTo>
                    <a:lnTo>
                      <a:pt x="247" y="65"/>
                    </a:lnTo>
                    <a:lnTo>
                      <a:pt x="247" y="65"/>
                    </a:lnTo>
                    <a:close/>
                    <a:moveTo>
                      <a:pt x="225" y="118"/>
                    </a:moveTo>
                    <a:lnTo>
                      <a:pt x="224" y="118"/>
                    </a:lnTo>
                    <a:lnTo>
                      <a:pt x="222" y="121"/>
                    </a:lnTo>
                    <a:lnTo>
                      <a:pt x="221" y="122"/>
                    </a:lnTo>
                    <a:lnTo>
                      <a:pt x="220" y="124"/>
                    </a:lnTo>
                    <a:lnTo>
                      <a:pt x="218" y="125"/>
                    </a:lnTo>
                    <a:lnTo>
                      <a:pt x="217" y="126"/>
                    </a:lnTo>
                    <a:lnTo>
                      <a:pt x="214" y="126"/>
                    </a:lnTo>
                    <a:lnTo>
                      <a:pt x="214" y="126"/>
                    </a:lnTo>
                    <a:lnTo>
                      <a:pt x="214" y="127"/>
                    </a:lnTo>
                    <a:lnTo>
                      <a:pt x="214" y="128"/>
                    </a:lnTo>
                    <a:lnTo>
                      <a:pt x="213" y="129"/>
                    </a:lnTo>
                    <a:lnTo>
                      <a:pt x="213" y="130"/>
                    </a:lnTo>
                    <a:lnTo>
                      <a:pt x="212" y="131"/>
                    </a:lnTo>
                    <a:lnTo>
                      <a:pt x="211" y="132"/>
                    </a:lnTo>
                    <a:lnTo>
                      <a:pt x="209" y="133"/>
                    </a:lnTo>
                    <a:lnTo>
                      <a:pt x="208" y="133"/>
                    </a:lnTo>
                    <a:lnTo>
                      <a:pt x="208" y="118"/>
                    </a:lnTo>
                    <a:lnTo>
                      <a:pt x="225" y="118"/>
                    </a:lnTo>
                    <a:lnTo>
                      <a:pt x="225" y="118"/>
                    </a:lnTo>
                    <a:close/>
                    <a:moveTo>
                      <a:pt x="207" y="62"/>
                    </a:moveTo>
                    <a:lnTo>
                      <a:pt x="209" y="62"/>
                    </a:lnTo>
                    <a:lnTo>
                      <a:pt x="212" y="62"/>
                    </a:lnTo>
                    <a:lnTo>
                      <a:pt x="216" y="62"/>
                    </a:lnTo>
                    <a:lnTo>
                      <a:pt x="219" y="61"/>
                    </a:lnTo>
                    <a:lnTo>
                      <a:pt x="221" y="59"/>
                    </a:lnTo>
                    <a:lnTo>
                      <a:pt x="222" y="58"/>
                    </a:lnTo>
                    <a:lnTo>
                      <a:pt x="222" y="58"/>
                    </a:lnTo>
                    <a:lnTo>
                      <a:pt x="223" y="56"/>
                    </a:lnTo>
                    <a:lnTo>
                      <a:pt x="224" y="54"/>
                    </a:lnTo>
                    <a:lnTo>
                      <a:pt x="224" y="54"/>
                    </a:lnTo>
                    <a:lnTo>
                      <a:pt x="224" y="53"/>
                    </a:lnTo>
                    <a:lnTo>
                      <a:pt x="224" y="52"/>
                    </a:lnTo>
                    <a:lnTo>
                      <a:pt x="222" y="49"/>
                    </a:lnTo>
                    <a:lnTo>
                      <a:pt x="220" y="46"/>
                    </a:lnTo>
                    <a:lnTo>
                      <a:pt x="218" y="45"/>
                    </a:lnTo>
                    <a:lnTo>
                      <a:pt x="217" y="45"/>
                    </a:lnTo>
                    <a:lnTo>
                      <a:pt x="215" y="45"/>
                    </a:lnTo>
                    <a:lnTo>
                      <a:pt x="214" y="46"/>
                    </a:lnTo>
                    <a:lnTo>
                      <a:pt x="211" y="49"/>
                    </a:lnTo>
                    <a:lnTo>
                      <a:pt x="209" y="52"/>
                    </a:lnTo>
                    <a:lnTo>
                      <a:pt x="208" y="53"/>
                    </a:lnTo>
                    <a:lnTo>
                      <a:pt x="207" y="54"/>
                    </a:lnTo>
                    <a:lnTo>
                      <a:pt x="207" y="54"/>
                    </a:lnTo>
                    <a:lnTo>
                      <a:pt x="207" y="54"/>
                    </a:lnTo>
                    <a:lnTo>
                      <a:pt x="207" y="54"/>
                    </a:lnTo>
                    <a:lnTo>
                      <a:pt x="207" y="54"/>
                    </a:lnTo>
                    <a:lnTo>
                      <a:pt x="207" y="62"/>
                    </a:lnTo>
                    <a:lnTo>
                      <a:pt x="207" y="62"/>
                    </a:lnTo>
                    <a:close/>
                    <a:moveTo>
                      <a:pt x="203" y="53"/>
                    </a:moveTo>
                    <a:lnTo>
                      <a:pt x="179" y="53"/>
                    </a:lnTo>
                    <a:lnTo>
                      <a:pt x="179" y="233"/>
                    </a:lnTo>
                    <a:lnTo>
                      <a:pt x="203" y="233"/>
                    </a:lnTo>
                    <a:lnTo>
                      <a:pt x="203" y="53"/>
                    </a:lnTo>
                    <a:lnTo>
                      <a:pt x="203" y="53"/>
                    </a:lnTo>
                    <a:close/>
                    <a:moveTo>
                      <a:pt x="206" y="30"/>
                    </a:moveTo>
                    <a:lnTo>
                      <a:pt x="206" y="30"/>
                    </a:lnTo>
                    <a:lnTo>
                      <a:pt x="207" y="30"/>
                    </a:lnTo>
                    <a:lnTo>
                      <a:pt x="207" y="30"/>
                    </a:lnTo>
                    <a:lnTo>
                      <a:pt x="207" y="30"/>
                    </a:lnTo>
                    <a:lnTo>
                      <a:pt x="207" y="48"/>
                    </a:lnTo>
                    <a:lnTo>
                      <a:pt x="207" y="49"/>
                    </a:lnTo>
                    <a:lnTo>
                      <a:pt x="207" y="50"/>
                    </a:lnTo>
                    <a:lnTo>
                      <a:pt x="206" y="50"/>
                    </a:lnTo>
                    <a:lnTo>
                      <a:pt x="206" y="50"/>
                    </a:lnTo>
                    <a:lnTo>
                      <a:pt x="177" y="50"/>
                    </a:lnTo>
                    <a:lnTo>
                      <a:pt x="176" y="50"/>
                    </a:lnTo>
                    <a:lnTo>
                      <a:pt x="175" y="50"/>
                    </a:lnTo>
                    <a:lnTo>
                      <a:pt x="175" y="49"/>
                    </a:lnTo>
                    <a:lnTo>
                      <a:pt x="175" y="48"/>
                    </a:lnTo>
                    <a:lnTo>
                      <a:pt x="175" y="30"/>
                    </a:lnTo>
                    <a:lnTo>
                      <a:pt x="175" y="30"/>
                    </a:lnTo>
                    <a:lnTo>
                      <a:pt x="175" y="30"/>
                    </a:lnTo>
                    <a:lnTo>
                      <a:pt x="176" y="30"/>
                    </a:lnTo>
                    <a:lnTo>
                      <a:pt x="177" y="30"/>
                    </a:lnTo>
                    <a:lnTo>
                      <a:pt x="206" y="30"/>
                    </a:lnTo>
                    <a:lnTo>
                      <a:pt x="206" y="30"/>
                    </a:lnTo>
                    <a:close/>
                    <a:moveTo>
                      <a:pt x="190" y="0"/>
                    </a:moveTo>
                    <a:lnTo>
                      <a:pt x="191" y="0"/>
                    </a:lnTo>
                    <a:lnTo>
                      <a:pt x="191" y="0"/>
                    </a:lnTo>
                    <a:lnTo>
                      <a:pt x="192" y="0"/>
                    </a:lnTo>
                    <a:lnTo>
                      <a:pt x="192" y="0"/>
                    </a:lnTo>
                    <a:lnTo>
                      <a:pt x="193" y="1"/>
                    </a:lnTo>
                    <a:lnTo>
                      <a:pt x="194" y="1"/>
                    </a:lnTo>
                    <a:lnTo>
                      <a:pt x="195" y="2"/>
                    </a:lnTo>
                    <a:lnTo>
                      <a:pt x="196" y="3"/>
                    </a:lnTo>
                    <a:lnTo>
                      <a:pt x="198" y="5"/>
                    </a:lnTo>
                    <a:lnTo>
                      <a:pt x="198" y="7"/>
                    </a:lnTo>
                    <a:lnTo>
                      <a:pt x="199" y="11"/>
                    </a:lnTo>
                    <a:lnTo>
                      <a:pt x="199" y="13"/>
                    </a:lnTo>
                    <a:lnTo>
                      <a:pt x="201" y="14"/>
                    </a:lnTo>
                    <a:lnTo>
                      <a:pt x="202" y="14"/>
                    </a:lnTo>
                    <a:lnTo>
                      <a:pt x="202" y="16"/>
                    </a:lnTo>
                    <a:lnTo>
                      <a:pt x="203" y="17"/>
                    </a:lnTo>
                    <a:lnTo>
                      <a:pt x="204" y="18"/>
                    </a:lnTo>
                    <a:lnTo>
                      <a:pt x="204" y="20"/>
                    </a:lnTo>
                    <a:lnTo>
                      <a:pt x="203" y="22"/>
                    </a:lnTo>
                    <a:lnTo>
                      <a:pt x="202" y="22"/>
                    </a:lnTo>
                    <a:lnTo>
                      <a:pt x="202" y="25"/>
                    </a:lnTo>
                    <a:lnTo>
                      <a:pt x="202" y="26"/>
                    </a:lnTo>
                    <a:lnTo>
                      <a:pt x="202" y="26"/>
                    </a:lnTo>
                    <a:lnTo>
                      <a:pt x="202" y="26"/>
                    </a:lnTo>
                    <a:lnTo>
                      <a:pt x="202" y="27"/>
                    </a:lnTo>
                    <a:lnTo>
                      <a:pt x="201" y="27"/>
                    </a:lnTo>
                    <a:lnTo>
                      <a:pt x="191" y="27"/>
                    </a:lnTo>
                    <a:lnTo>
                      <a:pt x="182" y="27"/>
                    </a:lnTo>
                    <a:lnTo>
                      <a:pt x="181" y="27"/>
                    </a:lnTo>
                    <a:lnTo>
                      <a:pt x="181" y="26"/>
                    </a:lnTo>
                    <a:lnTo>
                      <a:pt x="181" y="26"/>
                    </a:lnTo>
                    <a:lnTo>
                      <a:pt x="181" y="26"/>
                    </a:lnTo>
                    <a:lnTo>
                      <a:pt x="181" y="25"/>
                    </a:lnTo>
                    <a:lnTo>
                      <a:pt x="180" y="22"/>
                    </a:lnTo>
                    <a:lnTo>
                      <a:pt x="179" y="22"/>
                    </a:lnTo>
                    <a:lnTo>
                      <a:pt x="178" y="20"/>
                    </a:lnTo>
                    <a:lnTo>
                      <a:pt x="178" y="18"/>
                    </a:lnTo>
                    <a:lnTo>
                      <a:pt x="179" y="17"/>
                    </a:lnTo>
                    <a:lnTo>
                      <a:pt x="180" y="16"/>
                    </a:lnTo>
                    <a:lnTo>
                      <a:pt x="181" y="14"/>
                    </a:lnTo>
                    <a:lnTo>
                      <a:pt x="182" y="14"/>
                    </a:lnTo>
                    <a:lnTo>
                      <a:pt x="183" y="13"/>
                    </a:lnTo>
                    <a:lnTo>
                      <a:pt x="183" y="11"/>
                    </a:lnTo>
                    <a:lnTo>
                      <a:pt x="184" y="7"/>
                    </a:lnTo>
                    <a:lnTo>
                      <a:pt x="186" y="5"/>
                    </a:lnTo>
                    <a:lnTo>
                      <a:pt x="186" y="3"/>
                    </a:lnTo>
                    <a:lnTo>
                      <a:pt x="187" y="2"/>
                    </a:lnTo>
                    <a:lnTo>
                      <a:pt x="188" y="1"/>
                    </a:lnTo>
                    <a:lnTo>
                      <a:pt x="190" y="1"/>
                    </a:lnTo>
                    <a:lnTo>
                      <a:pt x="190" y="0"/>
                    </a:lnTo>
                    <a:lnTo>
                      <a:pt x="190" y="0"/>
                    </a:lnTo>
                    <a:close/>
                    <a:moveTo>
                      <a:pt x="174" y="52"/>
                    </a:moveTo>
                    <a:lnTo>
                      <a:pt x="174" y="62"/>
                    </a:lnTo>
                    <a:lnTo>
                      <a:pt x="168" y="62"/>
                    </a:lnTo>
                    <a:lnTo>
                      <a:pt x="166" y="62"/>
                    </a:lnTo>
                    <a:lnTo>
                      <a:pt x="166" y="61"/>
                    </a:lnTo>
                    <a:lnTo>
                      <a:pt x="164" y="59"/>
                    </a:lnTo>
                    <a:lnTo>
                      <a:pt x="163" y="58"/>
                    </a:lnTo>
                    <a:lnTo>
                      <a:pt x="162" y="55"/>
                    </a:lnTo>
                    <a:lnTo>
                      <a:pt x="162" y="54"/>
                    </a:lnTo>
                    <a:lnTo>
                      <a:pt x="161" y="53"/>
                    </a:lnTo>
                    <a:lnTo>
                      <a:pt x="159" y="51"/>
                    </a:lnTo>
                    <a:lnTo>
                      <a:pt x="158" y="50"/>
                    </a:lnTo>
                    <a:lnTo>
                      <a:pt x="156" y="47"/>
                    </a:lnTo>
                    <a:lnTo>
                      <a:pt x="156" y="46"/>
                    </a:lnTo>
                    <a:lnTo>
                      <a:pt x="156" y="46"/>
                    </a:lnTo>
                    <a:lnTo>
                      <a:pt x="156" y="45"/>
                    </a:lnTo>
                    <a:lnTo>
                      <a:pt x="157" y="44"/>
                    </a:lnTo>
                    <a:lnTo>
                      <a:pt x="158" y="42"/>
                    </a:lnTo>
                    <a:lnTo>
                      <a:pt x="159" y="42"/>
                    </a:lnTo>
                    <a:lnTo>
                      <a:pt x="160" y="42"/>
                    </a:lnTo>
                    <a:lnTo>
                      <a:pt x="161" y="42"/>
                    </a:lnTo>
                    <a:lnTo>
                      <a:pt x="162" y="42"/>
                    </a:lnTo>
                    <a:lnTo>
                      <a:pt x="162" y="42"/>
                    </a:lnTo>
                    <a:lnTo>
                      <a:pt x="162" y="42"/>
                    </a:lnTo>
                    <a:lnTo>
                      <a:pt x="162" y="42"/>
                    </a:lnTo>
                    <a:lnTo>
                      <a:pt x="162" y="42"/>
                    </a:lnTo>
                    <a:lnTo>
                      <a:pt x="162" y="42"/>
                    </a:lnTo>
                    <a:lnTo>
                      <a:pt x="162" y="43"/>
                    </a:lnTo>
                    <a:lnTo>
                      <a:pt x="161" y="44"/>
                    </a:lnTo>
                    <a:lnTo>
                      <a:pt x="162" y="45"/>
                    </a:lnTo>
                    <a:lnTo>
                      <a:pt x="162" y="46"/>
                    </a:lnTo>
                    <a:lnTo>
                      <a:pt x="163" y="46"/>
                    </a:lnTo>
                    <a:lnTo>
                      <a:pt x="164" y="46"/>
                    </a:lnTo>
                    <a:lnTo>
                      <a:pt x="166" y="47"/>
                    </a:lnTo>
                    <a:lnTo>
                      <a:pt x="169" y="48"/>
                    </a:lnTo>
                    <a:lnTo>
                      <a:pt x="170" y="50"/>
                    </a:lnTo>
                    <a:lnTo>
                      <a:pt x="171" y="51"/>
                    </a:lnTo>
                    <a:lnTo>
                      <a:pt x="173" y="52"/>
                    </a:lnTo>
                    <a:lnTo>
                      <a:pt x="174" y="52"/>
                    </a:lnTo>
                    <a:lnTo>
                      <a:pt x="174" y="52"/>
                    </a:lnTo>
                    <a:close/>
                    <a:moveTo>
                      <a:pt x="175" y="65"/>
                    </a:moveTo>
                    <a:lnTo>
                      <a:pt x="168" y="65"/>
                    </a:lnTo>
                    <a:lnTo>
                      <a:pt x="168" y="74"/>
                    </a:lnTo>
                    <a:lnTo>
                      <a:pt x="175" y="74"/>
                    </a:lnTo>
                    <a:lnTo>
                      <a:pt x="175" y="65"/>
                    </a:lnTo>
                    <a:lnTo>
                      <a:pt x="175" y="65"/>
                    </a:lnTo>
                    <a:close/>
                    <a:moveTo>
                      <a:pt x="175" y="76"/>
                    </a:moveTo>
                    <a:lnTo>
                      <a:pt x="126" y="76"/>
                    </a:lnTo>
                    <a:lnTo>
                      <a:pt x="126" y="83"/>
                    </a:lnTo>
                    <a:lnTo>
                      <a:pt x="175" y="83"/>
                    </a:lnTo>
                    <a:lnTo>
                      <a:pt x="175" y="76"/>
                    </a:lnTo>
                    <a:lnTo>
                      <a:pt x="175" y="76"/>
                    </a:lnTo>
                    <a:close/>
                    <a:moveTo>
                      <a:pt x="175" y="86"/>
                    </a:moveTo>
                    <a:lnTo>
                      <a:pt x="126" y="86"/>
                    </a:lnTo>
                    <a:lnTo>
                      <a:pt x="126" y="107"/>
                    </a:lnTo>
                    <a:lnTo>
                      <a:pt x="175" y="107"/>
                    </a:lnTo>
                    <a:lnTo>
                      <a:pt x="175" y="86"/>
                    </a:lnTo>
                    <a:lnTo>
                      <a:pt x="175" y="86"/>
                    </a:lnTo>
                    <a:close/>
                    <a:moveTo>
                      <a:pt x="175" y="110"/>
                    </a:moveTo>
                    <a:lnTo>
                      <a:pt x="126" y="110"/>
                    </a:lnTo>
                    <a:lnTo>
                      <a:pt x="126" y="117"/>
                    </a:lnTo>
                    <a:lnTo>
                      <a:pt x="175" y="117"/>
                    </a:lnTo>
                    <a:lnTo>
                      <a:pt x="175" y="110"/>
                    </a:lnTo>
                    <a:lnTo>
                      <a:pt x="175" y="110"/>
                    </a:lnTo>
                    <a:close/>
                    <a:moveTo>
                      <a:pt x="140" y="121"/>
                    </a:moveTo>
                    <a:lnTo>
                      <a:pt x="141" y="121"/>
                    </a:lnTo>
                    <a:lnTo>
                      <a:pt x="140" y="122"/>
                    </a:lnTo>
                    <a:lnTo>
                      <a:pt x="139" y="122"/>
                    </a:lnTo>
                    <a:lnTo>
                      <a:pt x="138" y="124"/>
                    </a:lnTo>
                    <a:lnTo>
                      <a:pt x="137" y="126"/>
                    </a:lnTo>
                    <a:lnTo>
                      <a:pt x="135" y="126"/>
                    </a:lnTo>
                    <a:lnTo>
                      <a:pt x="134" y="128"/>
                    </a:lnTo>
                    <a:lnTo>
                      <a:pt x="132" y="128"/>
                    </a:lnTo>
                    <a:lnTo>
                      <a:pt x="130" y="129"/>
                    </a:lnTo>
                    <a:lnTo>
                      <a:pt x="130" y="130"/>
                    </a:lnTo>
                    <a:lnTo>
                      <a:pt x="129" y="132"/>
                    </a:lnTo>
                    <a:lnTo>
                      <a:pt x="128" y="134"/>
                    </a:lnTo>
                    <a:lnTo>
                      <a:pt x="127" y="134"/>
                    </a:lnTo>
                    <a:lnTo>
                      <a:pt x="126" y="134"/>
                    </a:lnTo>
                    <a:lnTo>
                      <a:pt x="126" y="134"/>
                    </a:lnTo>
                    <a:lnTo>
                      <a:pt x="126" y="134"/>
                    </a:lnTo>
                    <a:lnTo>
                      <a:pt x="126" y="121"/>
                    </a:lnTo>
                    <a:lnTo>
                      <a:pt x="140" y="121"/>
                    </a:lnTo>
                    <a:lnTo>
                      <a:pt x="140" y="121"/>
                    </a:lnTo>
                    <a:close/>
                    <a:moveTo>
                      <a:pt x="122" y="73"/>
                    </a:moveTo>
                    <a:lnTo>
                      <a:pt x="100" y="73"/>
                    </a:lnTo>
                    <a:lnTo>
                      <a:pt x="100" y="233"/>
                    </a:lnTo>
                    <a:lnTo>
                      <a:pt x="122" y="233"/>
                    </a:lnTo>
                    <a:lnTo>
                      <a:pt x="122" y="73"/>
                    </a:lnTo>
                    <a:lnTo>
                      <a:pt x="122" y="73"/>
                    </a:lnTo>
                    <a:close/>
                    <a:moveTo>
                      <a:pt x="124" y="50"/>
                    </a:moveTo>
                    <a:lnTo>
                      <a:pt x="98" y="50"/>
                    </a:lnTo>
                    <a:lnTo>
                      <a:pt x="97" y="50"/>
                    </a:lnTo>
                    <a:lnTo>
                      <a:pt x="97" y="50"/>
                    </a:lnTo>
                    <a:lnTo>
                      <a:pt x="96" y="51"/>
                    </a:lnTo>
                    <a:lnTo>
                      <a:pt x="96" y="51"/>
                    </a:lnTo>
                    <a:lnTo>
                      <a:pt x="96" y="67"/>
                    </a:lnTo>
                    <a:lnTo>
                      <a:pt x="96" y="68"/>
                    </a:lnTo>
                    <a:lnTo>
                      <a:pt x="97" y="68"/>
                    </a:lnTo>
                    <a:lnTo>
                      <a:pt x="97" y="68"/>
                    </a:lnTo>
                    <a:lnTo>
                      <a:pt x="98" y="69"/>
                    </a:lnTo>
                    <a:lnTo>
                      <a:pt x="124" y="69"/>
                    </a:lnTo>
                    <a:lnTo>
                      <a:pt x="125" y="68"/>
                    </a:lnTo>
                    <a:lnTo>
                      <a:pt x="125" y="68"/>
                    </a:lnTo>
                    <a:lnTo>
                      <a:pt x="125" y="68"/>
                    </a:lnTo>
                    <a:lnTo>
                      <a:pt x="125" y="67"/>
                    </a:lnTo>
                    <a:lnTo>
                      <a:pt x="125" y="51"/>
                    </a:lnTo>
                    <a:lnTo>
                      <a:pt x="125" y="51"/>
                    </a:lnTo>
                    <a:lnTo>
                      <a:pt x="125" y="50"/>
                    </a:lnTo>
                    <a:lnTo>
                      <a:pt x="125" y="50"/>
                    </a:lnTo>
                    <a:lnTo>
                      <a:pt x="124" y="50"/>
                    </a:lnTo>
                    <a:lnTo>
                      <a:pt x="124" y="50"/>
                    </a:lnTo>
                    <a:close/>
                    <a:moveTo>
                      <a:pt x="52" y="79"/>
                    </a:moveTo>
                    <a:lnTo>
                      <a:pt x="30" y="79"/>
                    </a:lnTo>
                    <a:lnTo>
                      <a:pt x="30" y="232"/>
                    </a:lnTo>
                    <a:lnTo>
                      <a:pt x="51" y="232"/>
                    </a:lnTo>
                    <a:lnTo>
                      <a:pt x="51" y="88"/>
                    </a:lnTo>
                    <a:lnTo>
                      <a:pt x="52" y="88"/>
                    </a:lnTo>
                    <a:lnTo>
                      <a:pt x="52" y="79"/>
                    </a:lnTo>
                    <a:lnTo>
                      <a:pt x="52" y="79"/>
                    </a:lnTo>
                    <a:close/>
                    <a:moveTo>
                      <a:pt x="54" y="63"/>
                    </a:moveTo>
                    <a:lnTo>
                      <a:pt x="30" y="63"/>
                    </a:lnTo>
                    <a:lnTo>
                      <a:pt x="29" y="63"/>
                    </a:lnTo>
                    <a:lnTo>
                      <a:pt x="29" y="64"/>
                    </a:lnTo>
                    <a:lnTo>
                      <a:pt x="29" y="76"/>
                    </a:lnTo>
                    <a:lnTo>
                      <a:pt x="29" y="77"/>
                    </a:lnTo>
                    <a:lnTo>
                      <a:pt x="30" y="78"/>
                    </a:lnTo>
                    <a:lnTo>
                      <a:pt x="54" y="78"/>
                    </a:lnTo>
                    <a:lnTo>
                      <a:pt x="54" y="77"/>
                    </a:lnTo>
                    <a:lnTo>
                      <a:pt x="54" y="76"/>
                    </a:lnTo>
                    <a:lnTo>
                      <a:pt x="54" y="64"/>
                    </a:lnTo>
                    <a:lnTo>
                      <a:pt x="54" y="63"/>
                    </a:lnTo>
                    <a:lnTo>
                      <a:pt x="54" y="63"/>
                    </a:lnTo>
                    <a:lnTo>
                      <a:pt x="54" y="63"/>
                    </a:lnTo>
                    <a:close/>
                    <a:moveTo>
                      <a:pt x="42" y="39"/>
                    </a:moveTo>
                    <a:lnTo>
                      <a:pt x="42" y="39"/>
                    </a:lnTo>
                    <a:lnTo>
                      <a:pt x="43" y="39"/>
                    </a:lnTo>
                    <a:lnTo>
                      <a:pt x="45" y="40"/>
                    </a:lnTo>
                    <a:lnTo>
                      <a:pt x="46" y="42"/>
                    </a:lnTo>
                    <a:lnTo>
                      <a:pt x="46" y="42"/>
                    </a:lnTo>
                    <a:lnTo>
                      <a:pt x="47" y="45"/>
                    </a:lnTo>
                    <a:lnTo>
                      <a:pt x="48" y="47"/>
                    </a:lnTo>
                    <a:lnTo>
                      <a:pt x="49" y="49"/>
                    </a:lnTo>
                    <a:lnTo>
                      <a:pt x="50" y="50"/>
                    </a:lnTo>
                    <a:lnTo>
                      <a:pt x="50" y="50"/>
                    </a:lnTo>
                    <a:lnTo>
                      <a:pt x="50" y="51"/>
                    </a:lnTo>
                    <a:lnTo>
                      <a:pt x="51" y="52"/>
                    </a:lnTo>
                    <a:lnTo>
                      <a:pt x="51" y="53"/>
                    </a:lnTo>
                    <a:lnTo>
                      <a:pt x="51" y="54"/>
                    </a:lnTo>
                    <a:lnTo>
                      <a:pt x="51" y="55"/>
                    </a:lnTo>
                    <a:lnTo>
                      <a:pt x="50" y="56"/>
                    </a:lnTo>
                    <a:lnTo>
                      <a:pt x="50" y="57"/>
                    </a:lnTo>
                    <a:lnTo>
                      <a:pt x="50" y="58"/>
                    </a:lnTo>
                    <a:lnTo>
                      <a:pt x="50" y="58"/>
                    </a:lnTo>
                    <a:lnTo>
                      <a:pt x="50" y="58"/>
                    </a:lnTo>
                    <a:lnTo>
                      <a:pt x="50" y="59"/>
                    </a:lnTo>
                    <a:lnTo>
                      <a:pt x="50" y="59"/>
                    </a:lnTo>
                    <a:lnTo>
                      <a:pt x="50" y="61"/>
                    </a:lnTo>
                    <a:lnTo>
                      <a:pt x="50" y="61"/>
                    </a:lnTo>
                    <a:lnTo>
                      <a:pt x="42" y="61"/>
                    </a:lnTo>
                    <a:lnTo>
                      <a:pt x="42" y="61"/>
                    </a:lnTo>
                    <a:lnTo>
                      <a:pt x="42" y="61"/>
                    </a:lnTo>
                    <a:lnTo>
                      <a:pt x="34" y="61"/>
                    </a:lnTo>
                    <a:lnTo>
                      <a:pt x="34" y="61"/>
                    </a:lnTo>
                    <a:lnTo>
                      <a:pt x="34" y="59"/>
                    </a:lnTo>
                    <a:lnTo>
                      <a:pt x="34" y="59"/>
                    </a:lnTo>
                    <a:lnTo>
                      <a:pt x="34" y="58"/>
                    </a:lnTo>
                    <a:lnTo>
                      <a:pt x="34" y="58"/>
                    </a:lnTo>
                    <a:lnTo>
                      <a:pt x="34" y="58"/>
                    </a:lnTo>
                    <a:lnTo>
                      <a:pt x="34" y="57"/>
                    </a:lnTo>
                    <a:lnTo>
                      <a:pt x="34" y="56"/>
                    </a:lnTo>
                    <a:lnTo>
                      <a:pt x="33" y="55"/>
                    </a:lnTo>
                    <a:lnTo>
                      <a:pt x="32" y="54"/>
                    </a:lnTo>
                    <a:lnTo>
                      <a:pt x="32" y="53"/>
                    </a:lnTo>
                    <a:lnTo>
                      <a:pt x="32" y="52"/>
                    </a:lnTo>
                    <a:lnTo>
                      <a:pt x="33" y="51"/>
                    </a:lnTo>
                    <a:lnTo>
                      <a:pt x="34" y="50"/>
                    </a:lnTo>
                    <a:lnTo>
                      <a:pt x="34" y="50"/>
                    </a:lnTo>
                    <a:lnTo>
                      <a:pt x="35" y="49"/>
                    </a:lnTo>
                    <a:lnTo>
                      <a:pt x="35" y="47"/>
                    </a:lnTo>
                    <a:lnTo>
                      <a:pt x="36" y="45"/>
                    </a:lnTo>
                    <a:lnTo>
                      <a:pt x="38" y="42"/>
                    </a:lnTo>
                    <a:lnTo>
                      <a:pt x="38" y="42"/>
                    </a:lnTo>
                    <a:lnTo>
                      <a:pt x="39" y="40"/>
                    </a:lnTo>
                    <a:lnTo>
                      <a:pt x="40" y="39"/>
                    </a:lnTo>
                    <a:lnTo>
                      <a:pt x="41" y="39"/>
                    </a:lnTo>
                    <a:lnTo>
                      <a:pt x="42" y="39"/>
                    </a:lnTo>
                    <a:lnTo>
                      <a:pt x="42" y="39"/>
                    </a:lnTo>
                    <a:lnTo>
                      <a:pt x="42" y="39"/>
                    </a:lnTo>
                    <a:lnTo>
                      <a:pt x="42" y="39"/>
                    </a:lnTo>
                    <a:close/>
                    <a:moveTo>
                      <a:pt x="96" y="74"/>
                    </a:moveTo>
                    <a:lnTo>
                      <a:pt x="92" y="74"/>
                    </a:lnTo>
                    <a:lnTo>
                      <a:pt x="90" y="74"/>
                    </a:lnTo>
                    <a:lnTo>
                      <a:pt x="90" y="74"/>
                    </a:lnTo>
                    <a:lnTo>
                      <a:pt x="89" y="74"/>
                    </a:lnTo>
                    <a:lnTo>
                      <a:pt x="88" y="73"/>
                    </a:lnTo>
                    <a:lnTo>
                      <a:pt x="86" y="71"/>
                    </a:lnTo>
                    <a:lnTo>
                      <a:pt x="86" y="69"/>
                    </a:lnTo>
                    <a:lnTo>
                      <a:pt x="83" y="65"/>
                    </a:lnTo>
                    <a:lnTo>
                      <a:pt x="81" y="61"/>
                    </a:lnTo>
                    <a:lnTo>
                      <a:pt x="81" y="59"/>
                    </a:lnTo>
                    <a:lnTo>
                      <a:pt x="82" y="59"/>
                    </a:lnTo>
                    <a:lnTo>
                      <a:pt x="82" y="58"/>
                    </a:lnTo>
                    <a:lnTo>
                      <a:pt x="82" y="58"/>
                    </a:lnTo>
                    <a:lnTo>
                      <a:pt x="84" y="57"/>
                    </a:lnTo>
                    <a:lnTo>
                      <a:pt x="84" y="57"/>
                    </a:lnTo>
                    <a:lnTo>
                      <a:pt x="86" y="56"/>
                    </a:lnTo>
                    <a:lnTo>
                      <a:pt x="86" y="56"/>
                    </a:lnTo>
                    <a:lnTo>
                      <a:pt x="86" y="57"/>
                    </a:lnTo>
                    <a:lnTo>
                      <a:pt x="87" y="57"/>
                    </a:lnTo>
                    <a:lnTo>
                      <a:pt x="86" y="58"/>
                    </a:lnTo>
                    <a:lnTo>
                      <a:pt x="86" y="59"/>
                    </a:lnTo>
                    <a:lnTo>
                      <a:pt x="90" y="62"/>
                    </a:lnTo>
                    <a:lnTo>
                      <a:pt x="94" y="65"/>
                    </a:lnTo>
                    <a:lnTo>
                      <a:pt x="94" y="67"/>
                    </a:lnTo>
                    <a:lnTo>
                      <a:pt x="95" y="70"/>
                    </a:lnTo>
                    <a:lnTo>
                      <a:pt x="95" y="71"/>
                    </a:lnTo>
                    <a:lnTo>
                      <a:pt x="95" y="71"/>
                    </a:lnTo>
                    <a:lnTo>
                      <a:pt x="96" y="71"/>
                    </a:lnTo>
                    <a:lnTo>
                      <a:pt x="96" y="74"/>
                    </a:lnTo>
                    <a:lnTo>
                      <a:pt x="96" y="74"/>
                    </a:lnTo>
                    <a:close/>
                    <a:moveTo>
                      <a:pt x="96" y="76"/>
                    </a:moveTo>
                    <a:lnTo>
                      <a:pt x="91" y="76"/>
                    </a:lnTo>
                    <a:lnTo>
                      <a:pt x="91" y="83"/>
                    </a:lnTo>
                    <a:lnTo>
                      <a:pt x="96" y="83"/>
                    </a:lnTo>
                    <a:lnTo>
                      <a:pt x="96" y="76"/>
                    </a:lnTo>
                    <a:lnTo>
                      <a:pt x="96" y="76"/>
                    </a:lnTo>
                    <a:close/>
                    <a:moveTo>
                      <a:pt x="96" y="84"/>
                    </a:moveTo>
                    <a:lnTo>
                      <a:pt x="54" y="84"/>
                    </a:lnTo>
                    <a:lnTo>
                      <a:pt x="54" y="92"/>
                    </a:lnTo>
                    <a:lnTo>
                      <a:pt x="96" y="92"/>
                    </a:lnTo>
                    <a:lnTo>
                      <a:pt x="96" y="84"/>
                    </a:lnTo>
                    <a:lnTo>
                      <a:pt x="96" y="84"/>
                    </a:lnTo>
                    <a:close/>
                    <a:moveTo>
                      <a:pt x="162" y="121"/>
                    </a:moveTo>
                    <a:lnTo>
                      <a:pt x="161" y="121"/>
                    </a:lnTo>
                    <a:lnTo>
                      <a:pt x="162" y="122"/>
                    </a:lnTo>
                    <a:lnTo>
                      <a:pt x="162" y="122"/>
                    </a:lnTo>
                    <a:lnTo>
                      <a:pt x="163" y="124"/>
                    </a:lnTo>
                    <a:lnTo>
                      <a:pt x="164" y="126"/>
                    </a:lnTo>
                    <a:lnTo>
                      <a:pt x="166" y="126"/>
                    </a:lnTo>
                    <a:lnTo>
                      <a:pt x="167" y="128"/>
                    </a:lnTo>
                    <a:lnTo>
                      <a:pt x="169" y="128"/>
                    </a:lnTo>
                    <a:lnTo>
                      <a:pt x="170" y="129"/>
                    </a:lnTo>
                    <a:lnTo>
                      <a:pt x="171" y="130"/>
                    </a:lnTo>
                    <a:lnTo>
                      <a:pt x="172" y="132"/>
                    </a:lnTo>
                    <a:lnTo>
                      <a:pt x="173" y="134"/>
                    </a:lnTo>
                    <a:lnTo>
                      <a:pt x="174" y="134"/>
                    </a:lnTo>
                    <a:lnTo>
                      <a:pt x="174" y="134"/>
                    </a:lnTo>
                    <a:lnTo>
                      <a:pt x="175" y="134"/>
                    </a:lnTo>
                    <a:lnTo>
                      <a:pt x="175" y="134"/>
                    </a:lnTo>
                    <a:lnTo>
                      <a:pt x="175" y="121"/>
                    </a:lnTo>
                    <a:lnTo>
                      <a:pt x="162" y="121"/>
                    </a:lnTo>
                    <a:lnTo>
                      <a:pt x="162" y="121"/>
                    </a:lnTo>
                    <a:close/>
                    <a:moveTo>
                      <a:pt x="110" y="25"/>
                    </a:moveTo>
                    <a:lnTo>
                      <a:pt x="110" y="25"/>
                    </a:lnTo>
                    <a:lnTo>
                      <a:pt x="110" y="25"/>
                    </a:lnTo>
                    <a:lnTo>
                      <a:pt x="110" y="24"/>
                    </a:lnTo>
                    <a:lnTo>
                      <a:pt x="110" y="24"/>
                    </a:lnTo>
                    <a:lnTo>
                      <a:pt x="111" y="24"/>
                    </a:lnTo>
                    <a:lnTo>
                      <a:pt x="111" y="24"/>
                    </a:lnTo>
                    <a:lnTo>
                      <a:pt x="112" y="25"/>
                    </a:lnTo>
                    <a:lnTo>
                      <a:pt x="114" y="25"/>
                    </a:lnTo>
                    <a:lnTo>
                      <a:pt x="114" y="26"/>
                    </a:lnTo>
                    <a:lnTo>
                      <a:pt x="115" y="27"/>
                    </a:lnTo>
                    <a:lnTo>
                      <a:pt x="116" y="29"/>
                    </a:lnTo>
                    <a:lnTo>
                      <a:pt x="117" y="31"/>
                    </a:lnTo>
                    <a:lnTo>
                      <a:pt x="117" y="34"/>
                    </a:lnTo>
                    <a:lnTo>
                      <a:pt x="118" y="35"/>
                    </a:lnTo>
                    <a:lnTo>
                      <a:pt x="118" y="36"/>
                    </a:lnTo>
                    <a:lnTo>
                      <a:pt x="119" y="37"/>
                    </a:lnTo>
                    <a:lnTo>
                      <a:pt x="121" y="38"/>
                    </a:lnTo>
                    <a:lnTo>
                      <a:pt x="121" y="40"/>
                    </a:lnTo>
                    <a:lnTo>
                      <a:pt x="122" y="42"/>
                    </a:lnTo>
                    <a:lnTo>
                      <a:pt x="122" y="42"/>
                    </a:lnTo>
                    <a:lnTo>
                      <a:pt x="122" y="44"/>
                    </a:lnTo>
                    <a:lnTo>
                      <a:pt x="121" y="45"/>
                    </a:lnTo>
                    <a:lnTo>
                      <a:pt x="120" y="46"/>
                    </a:lnTo>
                    <a:lnTo>
                      <a:pt x="120" y="47"/>
                    </a:lnTo>
                    <a:lnTo>
                      <a:pt x="120" y="47"/>
                    </a:lnTo>
                    <a:lnTo>
                      <a:pt x="119" y="48"/>
                    </a:lnTo>
                    <a:lnTo>
                      <a:pt x="119" y="48"/>
                    </a:lnTo>
                    <a:lnTo>
                      <a:pt x="118" y="48"/>
                    </a:lnTo>
                    <a:lnTo>
                      <a:pt x="111" y="48"/>
                    </a:lnTo>
                    <a:lnTo>
                      <a:pt x="111" y="48"/>
                    </a:lnTo>
                    <a:lnTo>
                      <a:pt x="110" y="48"/>
                    </a:lnTo>
                    <a:lnTo>
                      <a:pt x="103" y="48"/>
                    </a:lnTo>
                    <a:lnTo>
                      <a:pt x="102" y="48"/>
                    </a:lnTo>
                    <a:lnTo>
                      <a:pt x="102" y="48"/>
                    </a:lnTo>
                    <a:lnTo>
                      <a:pt x="102" y="48"/>
                    </a:lnTo>
                    <a:lnTo>
                      <a:pt x="102" y="47"/>
                    </a:lnTo>
                    <a:lnTo>
                      <a:pt x="102" y="46"/>
                    </a:lnTo>
                    <a:lnTo>
                      <a:pt x="101" y="46"/>
                    </a:lnTo>
                    <a:lnTo>
                      <a:pt x="100" y="44"/>
                    </a:lnTo>
                    <a:lnTo>
                      <a:pt x="99" y="43"/>
                    </a:lnTo>
                    <a:lnTo>
                      <a:pt x="100" y="42"/>
                    </a:lnTo>
                    <a:lnTo>
                      <a:pt x="100" y="40"/>
                    </a:lnTo>
                    <a:lnTo>
                      <a:pt x="101" y="38"/>
                    </a:lnTo>
                    <a:lnTo>
                      <a:pt x="102" y="38"/>
                    </a:lnTo>
                    <a:lnTo>
                      <a:pt x="103" y="37"/>
                    </a:lnTo>
                    <a:lnTo>
                      <a:pt x="104" y="35"/>
                    </a:lnTo>
                    <a:lnTo>
                      <a:pt x="104" y="34"/>
                    </a:lnTo>
                    <a:lnTo>
                      <a:pt x="105" y="31"/>
                    </a:lnTo>
                    <a:lnTo>
                      <a:pt x="106" y="30"/>
                    </a:lnTo>
                    <a:lnTo>
                      <a:pt x="106" y="27"/>
                    </a:lnTo>
                    <a:lnTo>
                      <a:pt x="107" y="26"/>
                    </a:lnTo>
                    <a:lnTo>
                      <a:pt x="108" y="26"/>
                    </a:lnTo>
                    <a:lnTo>
                      <a:pt x="110" y="25"/>
                    </a:lnTo>
                    <a:lnTo>
                      <a:pt x="110" y="25"/>
                    </a:lnTo>
                    <a:lnTo>
                      <a:pt x="110" y="25"/>
                    </a:lnTo>
                    <a:close/>
                    <a:moveTo>
                      <a:pt x="126" y="74"/>
                    </a:moveTo>
                    <a:lnTo>
                      <a:pt x="130" y="74"/>
                    </a:lnTo>
                    <a:lnTo>
                      <a:pt x="131" y="74"/>
                    </a:lnTo>
                    <a:lnTo>
                      <a:pt x="132" y="74"/>
                    </a:lnTo>
                    <a:lnTo>
                      <a:pt x="134" y="74"/>
                    </a:lnTo>
                    <a:lnTo>
                      <a:pt x="134" y="73"/>
                    </a:lnTo>
                    <a:lnTo>
                      <a:pt x="135" y="71"/>
                    </a:lnTo>
                    <a:lnTo>
                      <a:pt x="136" y="69"/>
                    </a:lnTo>
                    <a:lnTo>
                      <a:pt x="138" y="65"/>
                    </a:lnTo>
                    <a:lnTo>
                      <a:pt x="141" y="61"/>
                    </a:lnTo>
                    <a:lnTo>
                      <a:pt x="141" y="59"/>
                    </a:lnTo>
                    <a:lnTo>
                      <a:pt x="140" y="59"/>
                    </a:lnTo>
                    <a:lnTo>
                      <a:pt x="139" y="58"/>
                    </a:lnTo>
                    <a:lnTo>
                      <a:pt x="139" y="58"/>
                    </a:lnTo>
                    <a:lnTo>
                      <a:pt x="138" y="57"/>
                    </a:lnTo>
                    <a:lnTo>
                      <a:pt x="138" y="57"/>
                    </a:lnTo>
                    <a:lnTo>
                      <a:pt x="136" y="56"/>
                    </a:lnTo>
                    <a:lnTo>
                      <a:pt x="136" y="56"/>
                    </a:lnTo>
                    <a:lnTo>
                      <a:pt x="135" y="57"/>
                    </a:lnTo>
                    <a:lnTo>
                      <a:pt x="135" y="57"/>
                    </a:lnTo>
                    <a:lnTo>
                      <a:pt x="135" y="58"/>
                    </a:lnTo>
                    <a:lnTo>
                      <a:pt x="136" y="59"/>
                    </a:lnTo>
                    <a:lnTo>
                      <a:pt x="132" y="62"/>
                    </a:lnTo>
                    <a:lnTo>
                      <a:pt x="128" y="65"/>
                    </a:lnTo>
                    <a:lnTo>
                      <a:pt x="127" y="67"/>
                    </a:lnTo>
                    <a:lnTo>
                      <a:pt x="127" y="70"/>
                    </a:lnTo>
                    <a:lnTo>
                      <a:pt x="126" y="71"/>
                    </a:lnTo>
                    <a:lnTo>
                      <a:pt x="126" y="71"/>
                    </a:lnTo>
                    <a:lnTo>
                      <a:pt x="126" y="71"/>
                    </a:lnTo>
                    <a:lnTo>
                      <a:pt x="126" y="74"/>
                    </a:lnTo>
                    <a:lnTo>
                      <a:pt x="126" y="74"/>
                    </a:lnTo>
                    <a:close/>
                    <a:moveTo>
                      <a:pt x="96" y="94"/>
                    </a:moveTo>
                    <a:lnTo>
                      <a:pt x="54" y="94"/>
                    </a:lnTo>
                    <a:lnTo>
                      <a:pt x="54" y="110"/>
                    </a:lnTo>
                    <a:lnTo>
                      <a:pt x="96" y="110"/>
                    </a:lnTo>
                    <a:lnTo>
                      <a:pt x="96" y="94"/>
                    </a:lnTo>
                    <a:lnTo>
                      <a:pt x="96" y="94"/>
                    </a:lnTo>
                    <a:close/>
                    <a:moveTo>
                      <a:pt x="96" y="113"/>
                    </a:moveTo>
                    <a:lnTo>
                      <a:pt x="54" y="113"/>
                    </a:lnTo>
                    <a:lnTo>
                      <a:pt x="54" y="120"/>
                    </a:lnTo>
                    <a:lnTo>
                      <a:pt x="96" y="120"/>
                    </a:lnTo>
                    <a:lnTo>
                      <a:pt x="96" y="113"/>
                    </a:lnTo>
                    <a:lnTo>
                      <a:pt x="96" y="113"/>
                    </a:lnTo>
                    <a:close/>
                    <a:moveTo>
                      <a:pt x="96" y="134"/>
                    </a:moveTo>
                    <a:lnTo>
                      <a:pt x="94" y="133"/>
                    </a:lnTo>
                    <a:lnTo>
                      <a:pt x="93" y="131"/>
                    </a:lnTo>
                    <a:lnTo>
                      <a:pt x="90" y="130"/>
                    </a:lnTo>
                    <a:lnTo>
                      <a:pt x="87" y="128"/>
                    </a:lnTo>
                    <a:lnTo>
                      <a:pt x="86" y="126"/>
                    </a:lnTo>
                    <a:lnTo>
                      <a:pt x="85" y="126"/>
                    </a:lnTo>
                    <a:lnTo>
                      <a:pt x="84" y="124"/>
                    </a:lnTo>
                    <a:lnTo>
                      <a:pt x="83" y="123"/>
                    </a:lnTo>
                    <a:lnTo>
                      <a:pt x="82" y="122"/>
                    </a:lnTo>
                    <a:lnTo>
                      <a:pt x="82" y="122"/>
                    </a:lnTo>
                    <a:lnTo>
                      <a:pt x="82" y="122"/>
                    </a:lnTo>
                    <a:lnTo>
                      <a:pt x="82" y="122"/>
                    </a:lnTo>
                    <a:lnTo>
                      <a:pt x="96" y="122"/>
                    </a:lnTo>
                    <a:lnTo>
                      <a:pt x="96" y="134"/>
                    </a:lnTo>
                    <a:lnTo>
                      <a:pt x="96" y="134"/>
                    </a:lnTo>
                    <a:close/>
                    <a:moveTo>
                      <a:pt x="55" y="134"/>
                    </a:moveTo>
                    <a:lnTo>
                      <a:pt x="56" y="134"/>
                    </a:lnTo>
                    <a:lnTo>
                      <a:pt x="58" y="131"/>
                    </a:lnTo>
                    <a:lnTo>
                      <a:pt x="61" y="130"/>
                    </a:lnTo>
                    <a:lnTo>
                      <a:pt x="63" y="128"/>
                    </a:lnTo>
                    <a:lnTo>
                      <a:pt x="65" y="126"/>
                    </a:lnTo>
                    <a:lnTo>
                      <a:pt x="66" y="126"/>
                    </a:lnTo>
                    <a:lnTo>
                      <a:pt x="67" y="124"/>
                    </a:lnTo>
                    <a:lnTo>
                      <a:pt x="67" y="123"/>
                    </a:lnTo>
                    <a:lnTo>
                      <a:pt x="68" y="122"/>
                    </a:lnTo>
                    <a:lnTo>
                      <a:pt x="68" y="122"/>
                    </a:lnTo>
                    <a:lnTo>
                      <a:pt x="55" y="122"/>
                    </a:lnTo>
                    <a:lnTo>
                      <a:pt x="55" y="134"/>
                    </a:lnTo>
                    <a:lnTo>
                      <a:pt x="55" y="134"/>
                    </a:lnTo>
                    <a:close/>
                    <a:moveTo>
                      <a:pt x="54" y="79"/>
                    </a:moveTo>
                    <a:lnTo>
                      <a:pt x="57" y="79"/>
                    </a:lnTo>
                    <a:lnTo>
                      <a:pt x="57" y="70"/>
                    </a:lnTo>
                    <a:lnTo>
                      <a:pt x="58" y="69"/>
                    </a:lnTo>
                    <a:lnTo>
                      <a:pt x="59" y="69"/>
                    </a:lnTo>
                    <a:lnTo>
                      <a:pt x="60" y="69"/>
                    </a:lnTo>
                    <a:lnTo>
                      <a:pt x="61" y="69"/>
                    </a:lnTo>
                    <a:lnTo>
                      <a:pt x="62" y="70"/>
                    </a:lnTo>
                    <a:lnTo>
                      <a:pt x="63" y="70"/>
                    </a:lnTo>
                    <a:lnTo>
                      <a:pt x="63" y="71"/>
                    </a:lnTo>
                    <a:lnTo>
                      <a:pt x="63" y="72"/>
                    </a:lnTo>
                    <a:lnTo>
                      <a:pt x="63" y="73"/>
                    </a:lnTo>
                    <a:lnTo>
                      <a:pt x="63" y="73"/>
                    </a:lnTo>
                    <a:lnTo>
                      <a:pt x="65" y="74"/>
                    </a:lnTo>
                    <a:lnTo>
                      <a:pt x="66" y="74"/>
                    </a:lnTo>
                    <a:lnTo>
                      <a:pt x="66" y="75"/>
                    </a:lnTo>
                    <a:lnTo>
                      <a:pt x="66" y="76"/>
                    </a:lnTo>
                    <a:lnTo>
                      <a:pt x="66" y="77"/>
                    </a:lnTo>
                    <a:lnTo>
                      <a:pt x="66" y="78"/>
                    </a:lnTo>
                    <a:lnTo>
                      <a:pt x="66" y="78"/>
                    </a:lnTo>
                    <a:lnTo>
                      <a:pt x="66" y="78"/>
                    </a:lnTo>
                    <a:lnTo>
                      <a:pt x="65" y="79"/>
                    </a:lnTo>
                    <a:lnTo>
                      <a:pt x="63" y="81"/>
                    </a:lnTo>
                    <a:lnTo>
                      <a:pt x="62" y="82"/>
                    </a:lnTo>
                    <a:lnTo>
                      <a:pt x="60" y="82"/>
                    </a:lnTo>
                    <a:lnTo>
                      <a:pt x="59" y="82"/>
                    </a:lnTo>
                    <a:lnTo>
                      <a:pt x="56" y="82"/>
                    </a:lnTo>
                    <a:lnTo>
                      <a:pt x="54" y="82"/>
                    </a:lnTo>
                    <a:lnTo>
                      <a:pt x="54" y="79"/>
                    </a:lnTo>
                    <a:lnTo>
                      <a:pt x="54" y="79"/>
                    </a:lnTo>
                    <a:close/>
                    <a:moveTo>
                      <a:pt x="28" y="83"/>
                    </a:moveTo>
                    <a:lnTo>
                      <a:pt x="24" y="83"/>
                    </a:lnTo>
                    <a:lnTo>
                      <a:pt x="22" y="83"/>
                    </a:lnTo>
                    <a:lnTo>
                      <a:pt x="21" y="82"/>
                    </a:lnTo>
                    <a:lnTo>
                      <a:pt x="21" y="82"/>
                    </a:lnTo>
                    <a:lnTo>
                      <a:pt x="19" y="82"/>
                    </a:lnTo>
                    <a:lnTo>
                      <a:pt x="18" y="79"/>
                    </a:lnTo>
                    <a:lnTo>
                      <a:pt x="18" y="77"/>
                    </a:lnTo>
                    <a:lnTo>
                      <a:pt x="17" y="75"/>
                    </a:lnTo>
                    <a:lnTo>
                      <a:pt x="16" y="74"/>
                    </a:lnTo>
                    <a:lnTo>
                      <a:pt x="15" y="73"/>
                    </a:lnTo>
                    <a:lnTo>
                      <a:pt x="15" y="72"/>
                    </a:lnTo>
                    <a:lnTo>
                      <a:pt x="14" y="71"/>
                    </a:lnTo>
                    <a:lnTo>
                      <a:pt x="14" y="70"/>
                    </a:lnTo>
                    <a:lnTo>
                      <a:pt x="13" y="70"/>
                    </a:lnTo>
                    <a:lnTo>
                      <a:pt x="13" y="68"/>
                    </a:lnTo>
                    <a:lnTo>
                      <a:pt x="13" y="66"/>
                    </a:lnTo>
                    <a:lnTo>
                      <a:pt x="14" y="65"/>
                    </a:lnTo>
                    <a:lnTo>
                      <a:pt x="14" y="65"/>
                    </a:lnTo>
                    <a:lnTo>
                      <a:pt x="15" y="65"/>
                    </a:lnTo>
                    <a:lnTo>
                      <a:pt x="15" y="64"/>
                    </a:lnTo>
                    <a:lnTo>
                      <a:pt x="16" y="64"/>
                    </a:lnTo>
                    <a:lnTo>
                      <a:pt x="17" y="65"/>
                    </a:lnTo>
                    <a:lnTo>
                      <a:pt x="17" y="65"/>
                    </a:lnTo>
                    <a:lnTo>
                      <a:pt x="17" y="66"/>
                    </a:lnTo>
                    <a:lnTo>
                      <a:pt x="17" y="67"/>
                    </a:lnTo>
                    <a:lnTo>
                      <a:pt x="19" y="68"/>
                    </a:lnTo>
                    <a:lnTo>
                      <a:pt x="22" y="70"/>
                    </a:lnTo>
                    <a:lnTo>
                      <a:pt x="22" y="70"/>
                    </a:lnTo>
                    <a:lnTo>
                      <a:pt x="24" y="71"/>
                    </a:lnTo>
                    <a:lnTo>
                      <a:pt x="25" y="72"/>
                    </a:lnTo>
                    <a:lnTo>
                      <a:pt x="26" y="74"/>
                    </a:lnTo>
                    <a:lnTo>
                      <a:pt x="26" y="76"/>
                    </a:lnTo>
                    <a:lnTo>
                      <a:pt x="26" y="78"/>
                    </a:lnTo>
                    <a:lnTo>
                      <a:pt x="26" y="79"/>
                    </a:lnTo>
                    <a:lnTo>
                      <a:pt x="26" y="79"/>
                    </a:lnTo>
                    <a:lnTo>
                      <a:pt x="28" y="79"/>
                    </a:lnTo>
                    <a:lnTo>
                      <a:pt x="28" y="83"/>
                    </a:lnTo>
                    <a:lnTo>
                      <a:pt x="28" y="83"/>
                    </a:lnTo>
                    <a:close/>
                    <a:moveTo>
                      <a:pt x="27" y="113"/>
                    </a:moveTo>
                    <a:lnTo>
                      <a:pt x="22" y="113"/>
                    </a:lnTo>
                    <a:lnTo>
                      <a:pt x="22" y="120"/>
                    </a:lnTo>
                    <a:lnTo>
                      <a:pt x="27" y="120"/>
                    </a:lnTo>
                    <a:lnTo>
                      <a:pt x="27" y="113"/>
                    </a:lnTo>
                    <a:lnTo>
                      <a:pt x="27" y="113"/>
                    </a:lnTo>
                    <a:close/>
                    <a:moveTo>
                      <a:pt x="28" y="84"/>
                    </a:moveTo>
                    <a:lnTo>
                      <a:pt x="22" y="84"/>
                    </a:lnTo>
                    <a:lnTo>
                      <a:pt x="22" y="92"/>
                    </a:lnTo>
                    <a:lnTo>
                      <a:pt x="28" y="92"/>
                    </a:lnTo>
                    <a:lnTo>
                      <a:pt x="28" y="84"/>
                    </a:lnTo>
                    <a:lnTo>
                      <a:pt x="28" y="84"/>
                    </a:lnTo>
                    <a:close/>
                    <a:moveTo>
                      <a:pt x="26" y="166"/>
                    </a:moveTo>
                    <a:lnTo>
                      <a:pt x="26" y="166"/>
                    </a:lnTo>
                    <a:lnTo>
                      <a:pt x="24" y="167"/>
                    </a:lnTo>
                    <a:lnTo>
                      <a:pt x="22" y="169"/>
                    </a:lnTo>
                    <a:lnTo>
                      <a:pt x="22" y="170"/>
                    </a:lnTo>
                    <a:lnTo>
                      <a:pt x="21" y="171"/>
                    </a:lnTo>
                    <a:lnTo>
                      <a:pt x="20" y="172"/>
                    </a:lnTo>
                    <a:lnTo>
                      <a:pt x="19" y="176"/>
                    </a:lnTo>
                    <a:lnTo>
                      <a:pt x="19" y="178"/>
                    </a:lnTo>
                    <a:lnTo>
                      <a:pt x="17" y="179"/>
                    </a:lnTo>
                    <a:lnTo>
                      <a:pt x="15" y="180"/>
                    </a:lnTo>
                    <a:lnTo>
                      <a:pt x="14" y="182"/>
                    </a:lnTo>
                    <a:lnTo>
                      <a:pt x="12" y="183"/>
                    </a:lnTo>
                    <a:lnTo>
                      <a:pt x="11" y="186"/>
                    </a:lnTo>
                    <a:lnTo>
                      <a:pt x="10" y="188"/>
                    </a:lnTo>
                    <a:lnTo>
                      <a:pt x="10" y="190"/>
                    </a:lnTo>
                    <a:lnTo>
                      <a:pt x="10" y="193"/>
                    </a:lnTo>
                    <a:lnTo>
                      <a:pt x="10" y="198"/>
                    </a:lnTo>
                    <a:lnTo>
                      <a:pt x="11" y="200"/>
                    </a:lnTo>
                    <a:lnTo>
                      <a:pt x="10" y="202"/>
                    </a:lnTo>
                    <a:lnTo>
                      <a:pt x="8" y="203"/>
                    </a:lnTo>
                    <a:lnTo>
                      <a:pt x="6" y="206"/>
                    </a:lnTo>
                    <a:lnTo>
                      <a:pt x="5" y="209"/>
                    </a:lnTo>
                    <a:lnTo>
                      <a:pt x="4" y="210"/>
                    </a:lnTo>
                    <a:lnTo>
                      <a:pt x="4" y="212"/>
                    </a:lnTo>
                    <a:lnTo>
                      <a:pt x="4" y="214"/>
                    </a:lnTo>
                    <a:lnTo>
                      <a:pt x="4" y="217"/>
                    </a:lnTo>
                    <a:lnTo>
                      <a:pt x="4" y="219"/>
                    </a:lnTo>
                    <a:lnTo>
                      <a:pt x="5" y="221"/>
                    </a:lnTo>
                    <a:lnTo>
                      <a:pt x="6" y="222"/>
                    </a:lnTo>
                    <a:lnTo>
                      <a:pt x="6" y="222"/>
                    </a:lnTo>
                    <a:lnTo>
                      <a:pt x="26" y="222"/>
                    </a:lnTo>
                    <a:lnTo>
                      <a:pt x="26" y="166"/>
                    </a:lnTo>
                    <a:lnTo>
                      <a:pt x="26" y="166"/>
                    </a:lnTo>
                    <a:close/>
                    <a:moveTo>
                      <a:pt x="27" y="226"/>
                    </a:moveTo>
                    <a:lnTo>
                      <a:pt x="0" y="226"/>
                    </a:lnTo>
                    <a:lnTo>
                      <a:pt x="0" y="234"/>
                    </a:lnTo>
                    <a:lnTo>
                      <a:pt x="27" y="234"/>
                    </a:lnTo>
                    <a:lnTo>
                      <a:pt x="27" y="226"/>
                    </a:lnTo>
                    <a:lnTo>
                      <a:pt x="27" y="226"/>
                    </a:lnTo>
                    <a:close/>
                    <a:moveTo>
                      <a:pt x="277" y="118"/>
                    </a:moveTo>
                    <a:lnTo>
                      <a:pt x="277" y="118"/>
                    </a:lnTo>
                    <a:lnTo>
                      <a:pt x="279" y="121"/>
                    </a:lnTo>
                    <a:lnTo>
                      <a:pt x="280" y="122"/>
                    </a:lnTo>
                    <a:lnTo>
                      <a:pt x="281" y="124"/>
                    </a:lnTo>
                    <a:lnTo>
                      <a:pt x="283" y="125"/>
                    </a:lnTo>
                    <a:lnTo>
                      <a:pt x="284" y="126"/>
                    </a:lnTo>
                    <a:lnTo>
                      <a:pt x="287" y="126"/>
                    </a:lnTo>
                    <a:lnTo>
                      <a:pt x="287" y="126"/>
                    </a:lnTo>
                    <a:lnTo>
                      <a:pt x="288" y="127"/>
                    </a:lnTo>
                    <a:lnTo>
                      <a:pt x="288" y="128"/>
                    </a:lnTo>
                    <a:lnTo>
                      <a:pt x="288" y="129"/>
                    </a:lnTo>
                    <a:lnTo>
                      <a:pt x="288" y="130"/>
                    </a:lnTo>
                    <a:lnTo>
                      <a:pt x="289" y="131"/>
                    </a:lnTo>
                    <a:lnTo>
                      <a:pt x="290" y="132"/>
                    </a:lnTo>
                    <a:lnTo>
                      <a:pt x="292" y="133"/>
                    </a:lnTo>
                    <a:lnTo>
                      <a:pt x="293" y="133"/>
                    </a:lnTo>
                    <a:lnTo>
                      <a:pt x="293" y="118"/>
                    </a:lnTo>
                    <a:lnTo>
                      <a:pt x="277" y="118"/>
                    </a:lnTo>
                    <a:lnTo>
                      <a:pt x="277" y="118"/>
                    </a:lnTo>
                    <a:close/>
                    <a:moveTo>
                      <a:pt x="294" y="62"/>
                    </a:moveTo>
                    <a:lnTo>
                      <a:pt x="292" y="62"/>
                    </a:lnTo>
                    <a:lnTo>
                      <a:pt x="289" y="62"/>
                    </a:lnTo>
                    <a:lnTo>
                      <a:pt x="285" y="62"/>
                    </a:lnTo>
                    <a:lnTo>
                      <a:pt x="282" y="61"/>
                    </a:lnTo>
                    <a:lnTo>
                      <a:pt x="280" y="59"/>
                    </a:lnTo>
                    <a:lnTo>
                      <a:pt x="279" y="58"/>
                    </a:lnTo>
                    <a:lnTo>
                      <a:pt x="279" y="58"/>
                    </a:lnTo>
                    <a:lnTo>
                      <a:pt x="278" y="56"/>
                    </a:lnTo>
                    <a:lnTo>
                      <a:pt x="277" y="54"/>
                    </a:lnTo>
                    <a:lnTo>
                      <a:pt x="277" y="54"/>
                    </a:lnTo>
                    <a:lnTo>
                      <a:pt x="277" y="53"/>
                    </a:lnTo>
                    <a:lnTo>
                      <a:pt x="277" y="52"/>
                    </a:lnTo>
                    <a:lnTo>
                      <a:pt x="279" y="49"/>
                    </a:lnTo>
                    <a:lnTo>
                      <a:pt x="281" y="46"/>
                    </a:lnTo>
                    <a:lnTo>
                      <a:pt x="283" y="45"/>
                    </a:lnTo>
                    <a:lnTo>
                      <a:pt x="284" y="45"/>
                    </a:lnTo>
                    <a:lnTo>
                      <a:pt x="286" y="45"/>
                    </a:lnTo>
                    <a:lnTo>
                      <a:pt x="287" y="46"/>
                    </a:lnTo>
                    <a:lnTo>
                      <a:pt x="290" y="49"/>
                    </a:lnTo>
                    <a:lnTo>
                      <a:pt x="292" y="52"/>
                    </a:lnTo>
                    <a:lnTo>
                      <a:pt x="294" y="53"/>
                    </a:lnTo>
                    <a:lnTo>
                      <a:pt x="294" y="54"/>
                    </a:lnTo>
                    <a:lnTo>
                      <a:pt x="294" y="54"/>
                    </a:lnTo>
                    <a:lnTo>
                      <a:pt x="294" y="54"/>
                    </a:lnTo>
                    <a:lnTo>
                      <a:pt x="294" y="54"/>
                    </a:lnTo>
                    <a:lnTo>
                      <a:pt x="294" y="54"/>
                    </a:lnTo>
                    <a:lnTo>
                      <a:pt x="294" y="62"/>
                    </a:lnTo>
                    <a:lnTo>
                      <a:pt x="294" y="62"/>
                    </a:lnTo>
                    <a:close/>
                    <a:moveTo>
                      <a:pt x="298" y="53"/>
                    </a:moveTo>
                    <a:lnTo>
                      <a:pt x="322" y="53"/>
                    </a:lnTo>
                    <a:lnTo>
                      <a:pt x="322" y="233"/>
                    </a:lnTo>
                    <a:lnTo>
                      <a:pt x="298" y="233"/>
                    </a:lnTo>
                    <a:lnTo>
                      <a:pt x="298" y="53"/>
                    </a:lnTo>
                    <a:lnTo>
                      <a:pt x="298" y="53"/>
                    </a:lnTo>
                    <a:close/>
                    <a:moveTo>
                      <a:pt x="295" y="30"/>
                    </a:moveTo>
                    <a:lnTo>
                      <a:pt x="295" y="30"/>
                    </a:lnTo>
                    <a:lnTo>
                      <a:pt x="294" y="30"/>
                    </a:lnTo>
                    <a:lnTo>
                      <a:pt x="294" y="30"/>
                    </a:lnTo>
                    <a:lnTo>
                      <a:pt x="294" y="30"/>
                    </a:lnTo>
                    <a:lnTo>
                      <a:pt x="294" y="48"/>
                    </a:lnTo>
                    <a:lnTo>
                      <a:pt x="294" y="49"/>
                    </a:lnTo>
                    <a:lnTo>
                      <a:pt x="294" y="50"/>
                    </a:lnTo>
                    <a:lnTo>
                      <a:pt x="295" y="50"/>
                    </a:lnTo>
                    <a:lnTo>
                      <a:pt x="295" y="50"/>
                    </a:lnTo>
                    <a:lnTo>
                      <a:pt x="325" y="50"/>
                    </a:lnTo>
                    <a:lnTo>
                      <a:pt x="325" y="50"/>
                    </a:lnTo>
                    <a:lnTo>
                      <a:pt x="326" y="50"/>
                    </a:lnTo>
                    <a:lnTo>
                      <a:pt x="326" y="49"/>
                    </a:lnTo>
                    <a:lnTo>
                      <a:pt x="326" y="48"/>
                    </a:lnTo>
                    <a:lnTo>
                      <a:pt x="326" y="30"/>
                    </a:lnTo>
                    <a:lnTo>
                      <a:pt x="326" y="30"/>
                    </a:lnTo>
                    <a:lnTo>
                      <a:pt x="326" y="30"/>
                    </a:lnTo>
                    <a:lnTo>
                      <a:pt x="325" y="30"/>
                    </a:lnTo>
                    <a:lnTo>
                      <a:pt x="325" y="30"/>
                    </a:lnTo>
                    <a:lnTo>
                      <a:pt x="295" y="30"/>
                    </a:lnTo>
                    <a:lnTo>
                      <a:pt x="295" y="30"/>
                    </a:lnTo>
                    <a:close/>
                    <a:moveTo>
                      <a:pt x="311" y="0"/>
                    </a:moveTo>
                    <a:lnTo>
                      <a:pt x="310" y="0"/>
                    </a:lnTo>
                    <a:lnTo>
                      <a:pt x="310" y="0"/>
                    </a:lnTo>
                    <a:lnTo>
                      <a:pt x="310" y="0"/>
                    </a:lnTo>
                    <a:lnTo>
                      <a:pt x="309" y="0"/>
                    </a:lnTo>
                    <a:lnTo>
                      <a:pt x="308" y="1"/>
                    </a:lnTo>
                    <a:lnTo>
                      <a:pt x="307" y="1"/>
                    </a:lnTo>
                    <a:lnTo>
                      <a:pt x="306" y="2"/>
                    </a:lnTo>
                    <a:lnTo>
                      <a:pt x="305" y="3"/>
                    </a:lnTo>
                    <a:lnTo>
                      <a:pt x="303" y="5"/>
                    </a:lnTo>
                    <a:lnTo>
                      <a:pt x="303" y="7"/>
                    </a:lnTo>
                    <a:lnTo>
                      <a:pt x="302" y="11"/>
                    </a:lnTo>
                    <a:lnTo>
                      <a:pt x="302" y="13"/>
                    </a:lnTo>
                    <a:lnTo>
                      <a:pt x="300" y="14"/>
                    </a:lnTo>
                    <a:lnTo>
                      <a:pt x="299" y="14"/>
                    </a:lnTo>
                    <a:lnTo>
                      <a:pt x="299" y="16"/>
                    </a:lnTo>
                    <a:lnTo>
                      <a:pt x="298" y="17"/>
                    </a:lnTo>
                    <a:lnTo>
                      <a:pt x="297" y="18"/>
                    </a:lnTo>
                    <a:lnTo>
                      <a:pt x="297" y="20"/>
                    </a:lnTo>
                    <a:lnTo>
                      <a:pt x="298" y="22"/>
                    </a:lnTo>
                    <a:lnTo>
                      <a:pt x="299" y="22"/>
                    </a:lnTo>
                    <a:lnTo>
                      <a:pt x="299" y="25"/>
                    </a:lnTo>
                    <a:lnTo>
                      <a:pt x="299" y="26"/>
                    </a:lnTo>
                    <a:lnTo>
                      <a:pt x="299" y="26"/>
                    </a:lnTo>
                    <a:lnTo>
                      <a:pt x="299" y="26"/>
                    </a:lnTo>
                    <a:lnTo>
                      <a:pt x="299" y="27"/>
                    </a:lnTo>
                    <a:lnTo>
                      <a:pt x="300" y="27"/>
                    </a:lnTo>
                    <a:lnTo>
                      <a:pt x="310" y="27"/>
                    </a:lnTo>
                    <a:lnTo>
                      <a:pt x="319" y="27"/>
                    </a:lnTo>
                    <a:lnTo>
                      <a:pt x="320" y="27"/>
                    </a:lnTo>
                    <a:lnTo>
                      <a:pt x="320" y="26"/>
                    </a:lnTo>
                    <a:lnTo>
                      <a:pt x="321" y="26"/>
                    </a:lnTo>
                    <a:lnTo>
                      <a:pt x="321" y="26"/>
                    </a:lnTo>
                    <a:lnTo>
                      <a:pt x="321" y="25"/>
                    </a:lnTo>
                    <a:lnTo>
                      <a:pt x="321" y="22"/>
                    </a:lnTo>
                    <a:lnTo>
                      <a:pt x="322" y="22"/>
                    </a:lnTo>
                    <a:lnTo>
                      <a:pt x="323" y="20"/>
                    </a:lnTo>
                    <a:lnTo>
                      <a:pt x="323" y="18"/>
                    </a:lnTo>
                    <a:lnTo>
                      <a:pt x="322" y="17"/>
                    </a:lnTo>
                    <a:lnTo>
                      <a:pt x="321" y="16"/>
                    </a:lnTo>
                    <a:lnTo>
                      <a:pt x="320" y="14"/>
                    </a:lnTo>
                    <a:lnTo>
                      <a:pt x="319" y="14"/>
                    </a:lnTo>
                    <a:lnTo>
                      <a:pt x="318" y="13"/>
                    </a:lnTo>
                    <a:lnTo>
                      <a:pt x="318" y="11"/>
                    </a:lnTo>
                    <a:lnTo>
                      <a:pt x="317" y="7"/>
                    </a:lnTo>
                    <a:lnTo>
                      <a:pt x="316" y="5"/>
                    </a:lnTo>
                    <a:lnTo>
                      <a:pt x="315" y="3"/>
                    </a:lnTo>
                    <a:lnTo>
                      <a:pt x="314" y="2"/>
                    </a:lnTo>
                    <a:lnTo>
                      <a:pt x="313" y="1"/>
                    </a:lnTo>
                    <a:lnTo>
                      <a:pt x="312" y="1"/>
                    </a:lnTo>
                    <a:lnTo>
                      <a:pt x="311" y="0"/>
                    </a:lnTo>
                    <a:lnTo>
                      <a:pt x="311" y="0"/>
                    </a:lnTo>
                    <a:close/>
                    <a:moveTo>
                      <a:pt x="327" y="52"/>
                    </a:moveTo>
                    <a:lnTo>
                      <a:pt x="327" y="62"/>
                    </a:lnTo>
                    <a:lnTo>
                      <a:pt x="333" y="62"/>
                    </a:lnTo>
                    <a:lnTo>
                      <a:pt x="335" y="62"/>
                    </a:lnTo>
                    <a:lnTo>
                      <a:pt x="336" y="61"/>
                    </a:lnTo>
                    <a:lnTo>
                      <a:pt x="337" y="59"/>
                    </a:lnTo>
                    <a:lnTo>
                      <a:pt x="338" y="58"/>
                    </a:lnTo>
                    <a:lnTo>
                      <a:pt x="339" y="55"/>
                    </a:lnTo>
                    <a:lnTo>
                      <a:pt x="339" y="54"/>
                    </a:lnTo>
                    <a:lnTo>
                      <a:pt x="340" y="53"/>
                    </a:lnTo>
                    <a:lnTo>
                      <a:pt x="342" y="51"/>
                    </a:lnTo>
                    <a:lnTo>
                      <a:pt x="343" y="50"/>
                    </a:lnTo>
                    <a:lnTo>
                      <a:pt x="345" y="47"/>
                    </a:lnTo>
                    <a:lnTo>
                      <a:pt x="345" y="46"/>
                    </a:lnTo>
                    <a:lnTo>
                      <a:pt x="345" y="46"/>
                    </a:lnTo>
                    <a:lnTo>
                      <a:pt x="345" y="45"/>
                    </a:lnTo>
                    <a:lnTo>
                      <a:pt x="344" y="44"/>
                    </a:lnTo>
                    <a:lnTo>
                      <a:pt x="343" y="42"/>
                    </a:lnTo>
                    <a:lnTo>
                      <a:pt x="342" y="42"/>
                    </a:lnTo>
                    <a:lnTo>
                      <a:pt x="341" y="42"/>
                    </a:lnTo>
                    <a:lnTo>
                      <a:pt x="340" y="42"/>
                    </a:lnTo>
                    <a:lnTo>
                      <a:pt x="339" y="42"/>
                    </a:lnTo>
                    <a:lnTo>
                      <a:pt x="339" y="42"/>
                    </a:lnTo>
                    <a:lnTo>
                      <a:pt x="339" y="42"/>
                    </a:lnTo>
                    <a:lnTo>
                      <a:pt x="339" y="42"/>
                    </a:lnTo>
                    <a:lnTo>
                      <a:pt x="339" y="42"/>
                    </a:lnTo>
                    <a:lnTo>
                      <a:pt x="339" y="42"/>
                    </a:lnTo>
                    <a:lnTo>
                      <a:pt x="339" y="43"/>
                    </a:lnTo>
                    <a:lnTo>
                      <a:pt x="340" y="44"/>
                    </a:lnTo>
                    <a:lnTo>
                      <a:pt x="339" y="45"/>
                    </a:lnTo>
                    <a:lnTo>
                      <a:pt x="339" y="46"/>
                    </a:lnTo>
                    <a:lnTo>
                      <a:pt x="338" y="46"/>
                    </a:lnTo>
                    <a:lnTo>
                      <a:pt x="337" y="46"/>
                    </a:lnTo>
                    <a:lnTo>
                      <a:pt x="335" y="47"/>
                    </a:lnTo>
                    <a:lnTo>
                      <a:pt x="332" y="48"/>
                    </a:lnTo>
                    <a:lnTo>
                      <a:pt x="331" y="50"/>
                    </a:lnTo>
                    <a:lnTo>
                      <a:pt x="330" y="51"/>
                    </a:lnTo>
                    <a:lnTo>
                      <a:pt x="328" y="52"/>
                    </a:lnTo>
                    <a:lnTo>
                      <a:pt x="327" y="52"/>
                    </a:lnTo>
                    <a:lnTo>
                      <a:pt x="327" y="52"/>
                    </a:lnTo>
                    <a:close/>
                    <a:moveTo>
                      <a:pt x="326" y="65"/>
                    </a:moveTo>
                    <a:lnTo>
                      <a:pt x="333" y="65"/>
                    </a:lnTo>
                    <a:lnTo>
                      <a:pt x="333" y="74"/>
                    </a:lnTo>
                    <a:lnTo>
                      <a:pt x="326" y="74"/>
                    </a:lnTo>
                    <a:lnTo>
                      <a:pt x="326" y="65"/>
                    </a:lnTo>
                    <a:lnTo>
                      <a:pt x="326" y="65"/>
                    </a:lnTo>
                    <a:close/>
                    <a:moveTo>
                      <a:pt x="326" y="76"/>
                    </a:moveTo>
                    <a:lnTo>
                      <a:pt x="375" y="76"/>
                    </a:lnTo>
                    <a:lnTo>
                      <a:pt x="375" y="83"/>
                    </a:lnTo>
                    <a:lnTo>
                      <a:pt x="326" y="83"/>
                    </a:lnTo>
                    <a:lnTo>
                      <a:pt x="326" y="76"/>
                    </a:lnTo>
                    <a:lnTo>
                      <a:pt x="326" y="76"/>
                    </a:lnTo>
                    <a:close/>
                    <a:moveTo>
                      <a:pt x="326" y="86"/>
                    </a:moveTo>
                    <a:lnTo>
                      <a:pt x="375" y="86"/>
                    </a:lnTo>
                    <a:lnTo>
                      <a:pt x="375" y="107"/>
                    </a:lnTo>
                    <a:lnTo>
                      <a:pt x="326" y="107"/>
                    </a:lnTo>
                    <a:lnTo>
                      <a:pt x="326" y="86"/>
                    </a:lnTo>
                    <a:lnTo>
                      <a:pt x="326" y="86"/>
                    </a:lnTo>
                    <a:close/>
                    <a:moveTo>
                      <a:pt x="326" y="110"/>
                    </a:moveTo>
                    <a:lnTo>
                      <a:pt x="375" y="110"/>
                    </a:lnTo>
                    <a:lnTo>
                      <a:pt x="375" y="117"/>
                    </a:lnTo>
                    <a:lnTo>
                      <a:pt x="326" y="117"/>
                    </a:lnTo>
                    <a:lnTo>
                      <a:pt x="326" y="110"/>
                    </a:lnTo>
                    <a:lnTo>
                      <a:pt x="326" y="110"/>
                    </a:lnTo>
                    <a:close/>
                    <a:moveTo>
                      <a:pt x="361" y="121"/>
                    </a:moveTo>
                    <a:lnTo>
                      <a:pt x="361" y="121"/>
                    </a:lnTo>
                    <a:lnTo>
                      <a:pt x="361" y="122"/>
                    </a:lnTo>
                    <a:lnTo>
                      <a:pt x="362" y="122"/>
                    </a:lnTo>
                    <a:lnTo>
                      <a:pt x="363" y="124"/>
                    </a:lnTo>
                    <a:lnTo>
                      <a:pt x="364" y="126"/>
                    </a:lnTo>
                    <a:lnTo>
                      <a:pt x="366" y="126"/>
                    </a:lnTo>
                    <a:lnTo>
                      <a:pt x="367" y="128"/>
                    </a:lnTo>
                    <a:lnTo>
                      <a:pt x="369" y="128"/>
                    </a:lnTo>
                    <a:lnTo>
                      <a:pt x="371" y="129"/>
                    </a:lnTo>
                    <a:lnTo>
                      <a:pt x="371" y="130"/>
                    </a:lnTo>
                    <a:lnTo>
                      <a:pt x="372" y="132"/>
                    </a:lnTo>
                    <a:lnTo>
                      <a:pt x="373" y="134"/>
                    </a:lnTo>
                    <a:lnTo>
                      <a:pt x="374" y="134"/>
                    </a:lnTo>
                    <a:lnTo>
                      <a:pt x="375" y="134"/>
                    </a:lnTo>
                    <a:lnTo>
                      <a:pt x="375" y="134"/>
                    </a:lnTo>
                    <a:lnTo>
                      <a:pt x="375" y="134"/>
                    </a:lnTo>
                    <a:lnTo>
                      <a:pt x="375" y="121"/>
                    </a:lnTo>
                    <a:lnTo>
                      <a:pt x="361" y="121"/>
                    </a:lnTo>
                    <a:lnTo>
                      <a:pt x="361" y="121"/>
                    </a:lnTo>
                    <a:close/>
                    <a:moveTo>
                      <a:pt x="379" y="73"/>
                    </a:moveTo>
                    <a:lnTo>
                      <a:pt x="401" y="73"/>
                    </a:lnTo>
                    <a:lnTo>
                      <a:pt x="401" y="233"/>
                    </a:lnTo>
                    <a:lnTo>
                      <a:pt x="379" y="233"/>
                    </a:lnTo>
                    <a:lnTo>
                      <a:pt x="379" y="73"/>
                    </a:lnTo>
                    <a:lnTo>
                      <a:pt x="379" y="73"/>
                    </a:lnTo>
                    <a:close/>
                    <a:moveTo>
                      <a:pt x="377" y="50"/>
                    </a:moveTo>
                    <a:lnTo>
                      <a:pt x="404" y="50"/>
                    </a:lnTo>
                    <a:lnTo>
                      <a:pt x="404" y="50"/>
                    </a:lnTo>
                    <a:lnTo>
                      <a:pt x="404" y="50"/>
                    </a:lnTo>
                    <a:lnTo>
                      <a:pt x="405" y="51"/>
                    </a:lnTo>
                    <a:lnTo>
                      <a:pt x="405" y="51"/>
                    </a:lnTo>
                    <a:lnTo>
                      <a:pt x="405" y="67"/>
                    </a:lnTo>
                    <a:lnTo>
                      <a:pt x="405" y="68"/>
                    </a:lnTo>
                    <a:lnTo>
                      <a:pt x="404" y="68"/>
                    </a:lnTo>
                    <a:lnTo>
                      <a:pt x="404" y="68"/>
                    </a:lnTo>
                    <a:lnTo>
                      <a:pt x="404" y="69"/>
                    </a:lnTo>
                    <a:lnTo>
                      <a:pt x="377" y="69"/>
                    </a:lnTo>
                    <a:lnTo>
                      <a:pt x="377" y="68"/>
                    </a:lnTo>
                    <a:lnTo>
                      <a:pt x="376" y="68"/>
                    </a:lnTo>
                    <a:lnTo>
                      <a:pt x="376" y="68"/>
                    </a:lnTo>
                    <a:lnTo>
                      <a:pt x="376" y="67"/>
                    </a:lnTo>
                    <a:lnTo>
                      <a:pt x="376" y="51"/>
                    </a:lnTo>
                    <a:lnTo>
                      <a:pt x="376" y="51"/>
                    </a:lnTo>
                    <a:lnTo>
                      <a:pt x="376" y="50"/>
                    </a:lnTo>
                    <a:lnTo>
                      <a:pt x="377" y="50"/>
                    </a:lnTo>
                    <a:lnTo>
                      <a:pt x="377" y="50"/>
                    </a:lnTo>
                    <a:lnTo>
                      <a:pt x="377" y="50"/>
                    </a:lnTo>
                    <a:close/>
                    <a:moveTo>
                      <a:pt x="449" y="79"/>
                    </a:moveTo>
                    <a:lnTo>
                      <a:pt x="471" y="79"/>
                    </a:lnTo>
                    <a:lnTo>
                      <a:pt x="471" y="232"/>
                    </a:lnTo>
                    <a:lnTo>
                      <a:pt x="450" y="232"/>
                    </a:lnTo>
                    <a:lnTo>
                      <a:pt x="450" y="88"/>
                    </a:lnTo>
                    <a:lnTo>
                      <a:pt x="449" y="88"/>
                    </a:lnTo>
                    <a:lnTo>
                      <a:pt x="449" y="79"/>
                    </a:lnTo>
                    <a:lnTo>
                      <a:pt x="449" y="79"/>
                    </a:lnTo>
                    <a:close/>
                    <a:moveTo>
                      <a:pt x="447" y="63"/>
                    </a:moveTo>
                    <a:lnTo>
                      <a:pt x="471" y="63"/>
                    </a:lnTo>
                    <a:lnTo>
                      <a:pt x="472" y="63"/>
                    </a:lnTo>
                    <a:lnTo>
                      <a:pt x="473" y="64"/>
                    </a:lnTo>
                    <a:lnTo>
                      <a:pt x="473" y="76"/>
                    </a:lnTo>
                    <a:lnTo>
                      <a:pt x="472" y="77"/>
                    </a:lnTo>
                    <a:lnTo>
                      <a:pt x="471" y="78"/>
                    </a:lnTo>
                    <a:lnTo>
                      <a:pt x="447" y="78"/>
                    </a:lnTo>
                    <a:lnTo>
                      <a:pt x="447" y="77"/>
                    </a:lnTo>
                    <a:lnTo>
                      <a:pt x="447" y="76"/>
                    </a:lnTo>
                    <a:lnTo>
                      <a:pt x="447" y="64"/>
                    </a:lnTo>
                    <a:lnTo>
                      <a:pt x="447" y="63"/>
                    </a:lnTo>
                    <a:lnTo>
                      <a:pt x="447" y="63"/>
                    </a:lnTo>
                    <a:lnTo>
                      <a:pt x="447" y="63"/>
                    </a:lnTo>
                    <a:close/>
                    <a:moveTo>
                      <a:pt x="459" y="39"/>
                    </a:moveTo>
                    <a:lnTo>
                      <a:pt x="459" y="39"/>
                    </a:lnTo>
                    <a:lnTo>
                      <a:pt x="458" y="39"/>
                    </a:lnTo>
                    <a:lnTo>
                      <a:pt x="456" y="40"/>
                    </a:lnTo>
                    <a:lnTo>
                      <a:pt x="455" y="42"/>
                    </a:lnTo>
                    <a:lnTo>
                      <a:pt x="455" y="42"/>
                    </a:lnTo>
                    <a:lnTo>
                      <a:pt x="454" y="45"/>
                    </a:lnTo>
                    <a:lnTo>
                      <a:pt x="453" y="47"/>
                    </a:lnTo>
                    <a:lnTo>
                      <a:pt x="453" y="49"/>
                    </a:lnTo>
                    <a:lnTo>
                      <a:pt x="451" y="50"/>
                    </a:lnTo>
                    <a:lnTo>
                      <a:pt x="451" y="50"/>
                    </a:lnTo>
                    <a:lnTo>
                      <a:pt x="451" y="51"/>
                    </a:lnTo>
                    <a:lnTo>
                      <a:pt x="450" y="52"/>
                    </a:lnTo>
                    <a:lnTo>
                      <a:pt x="450" y="53"/>
                    </a:lnTo>
                    <a:lnTo>
                      <a:pt x="450" y="54"/>
                    </a:lnTo>
                    <a:lnTo>
                      <a:pt x="450" y="55"/>
                    </a:lnTo>
                    <a:lnTo>
                      <a:pt x="451" y="56"/>
                    </a:lnTo>
                    <a:lnTo>
                      <a:pt x="451" y="57"/>
                    </a:lnTo>
                    <a:lnTo>
                      <a:pt x="451" y="58"/>
                    </a:lnTo>
                    <a:lnTo>
                      <a:pt x="452" y="58"/>
                    </a:lnTo>
                    <a:lnTo>
                      <a:pt x="451" y="58"/>
                    </a:lnTo>
                    <a:lnTo>
                      <a:pt x="451" y="59"/>
                    </a:lnTo>
                    <a:lnTo>
                      <a:pt x="451" y="59"/>
                    </a:lnTo>
                    <a:lnTo>
                      <a:pt x="451" y="61"/>
                    </a:lnTo>
                    <a:lnTo>
                      <a:pt x="451" y="61"/>
                    </a:lnTo>
                    <a:lnTo>
                      <a:pt x="459" y="61"/>
                    </a:lnTo>
                    <a:lnTo>
                      <a:pt x="459" y="61"/>
                    </a:lnTo>
                    <a:lnTo>
                      <a:pt x="459" y="61"/>
                    </a:lnTo>
                    <a:lnTo>
                      <a:pt x="467" y="61"/>
                    </a:lnTo>
                    <a:lnTo>
                      <a:pt x="467" y="61"/>
                    </a:lnTo>
                    <a:lnTo>
                      <a:pt x="467" y="59"/>
                    </a:lnTo>
                    <a:lnTo>
                      <a:pt x="467" y="59"/>
                    </a:lnTo>
                    <a:lnTo>
                      <a:pt x="467" y="58"/>
                    </a:lnTo>
                    <a:lnTo>
                      <a:pt x="467" y="58"/>
                    </a:lnTo>
                    <a:lnTo>
                      <a:pt x="467" y="58"/>
                    </a:lnTo>
                    <a:lnTo>
                      <a:pt x="467" y="57"/>
                    </a:lnTo>
                    <a:lnTo>
                      <a:pt x="467" y="56"/>
                    </a:lnTo>
                    <a:lnTo>
                      <a:pt x="469" y="55"/>
                    </a:lnTo>
                    <a:lnTo>
                      <a:pt x="469" y="54"/>
                    </a:lnTo>
                    <a:lnTo>
                      <a:pt x="469" y="53"/>
                    </a:lnTo>
                    <a:lnTo>
                      <a:pt x="469" y="52"/>
                    </a:lnTo>
                    <a:lnTo>
                      <a:pt x="468" y="51"/>
                    </a:lnTo>
                    <a:lnTo>
                      <a:pt x="467" y="50"/>
                    </a:lnTo>
                    <a:lnTo>
                      <a:pt x="467" y="50"/>
                    </a:lnTo>
                    <a:lnTo>
                      <a:pt x="466" y="49"/>
                    </a:lnTo>
                    <a:lnTo>
                      <a:pt x="466" y="47"/>
                    </a:lnTo>
                    <a:lnTo>
                      <a:pt x="465" y="45"/>
                    </a:lnTo>
                    <a:lnTo>
                      <a:pt x="464" y="42"/>
                    </a:lnTo>
                    <a:lnTo>
                      <a:pt x="463" y="42"/>
                    </a:lnTo>
                    <a:lnTo>
                      <a:pt x="463" y="40"/>
                    </a:lnTo>
                    <a:lnTo>
                      <a:pt x="461" y="39"/>
                    </a:lnTo>
                    <a:lnTo>
                      <a:pt x="460" y="39"/>
                    </a:lnTo>
                    <a:lnTo>
                      <a:pt x="459" y="39"/>
                    </a:lnTo>
                    <a:lnTo>
                      <a:pt x="459" y="39"/>
                    </a:lnTo>
                    <a:lnTo>
                      <a:pt x="459" y="39"/>
                    </a:lnTo>
                    <a:lnTo>
                      <a:pt x="459" y="39"/>
                    </a:lnTo>
                    <a:close/>
                    <a:moveTo>
                      <a:pt x="405" y="74"/>
                    </a:moveTo>
                    <a:lnTo>
                      <a:pt x="409" y="74"/>
                    </a:lnTo>
                    <a:lnTo>
                      <a:pt x="411" y="74"/>
                    </a:lnTo>
                    <a:lnTo>
                      <a:pt x="411" y="74"/>
                    </a:lnTo>
                    <a:lnTo>
                      <a:pt x="412" y="74"/>
                    </a:lnTo>
                    <a:lnTo>
                      <a:pt x="414" y="73"/>
                    </a:lnTo>
                    <a:lnTo>
                      <a:pt x="415" y="71"/>
                    </a:lnTo>
                    <a:lnTo>
                      <a:pt x="415" y="69"/>
                    </a:lnTo>
                    <a:lnTo>
                      <a:pt x="418" y="65"/>
                    </a:lnTo>
                    <a:lnTo>
                      <a:pt x="420" y="61"/>
                    </a:lnTo>
                    <a:lnTo>
                      <a:pt x="420" y="59"/>
                    </a:lnTo>
                    <a:lnTo>
                      <a:pt x="419" y="59"/>
                    </a:lnTo>
                    <a:lnTo>
                      <a:pt x="419" y="58"/>
                    </a:lnTo>
                    <a:lnTo>
                      <a:pt x="419" y="58"/>
                    </a:lnTo>
                    <a:lnTo>
                      <a:pt x="418" y="57"/>
                    </a:lnTo>
                    <a:lnTo>
                      <a:pt x="417" y="57"/>
                    </a:lnTo>
                    <a:lnTo>
                      <a:pt x="415" y="56"/>
                    </a:lnTo>
                    <a:lnTo>
                      <a:pt x="415" y="56"/>
                    </a:lnTo>
                    <a:lnTo>
                      <a:pt x="415" y="57"/>
                    </a:lnTo>
                    <a:lnTo>
                      <a:pt x="414" y="57"/>
                    </a:lnTo>
                    <a:lnTo>
                      <a:pt x="415" y="58"/>
                    </a:lnTo>
                    <a:lnTo>
                      <a:pt x="415" y="59"/>
                    </a:lnTo>
                    <a:lnTo>
                      <a:pt x="411" y="62"/>
                    </a:lnTo>
                    <a:lnTo>
                      <a:pt x="407" y="65"/>
                    </a:lnTo>
                    <a:lnTo>
                      <a:pt x="407" y="67"/>
                    </a:lnTo>
                    <a:lnTo>
                      <a:pt x="407" y="70"/>
                    </a:lnTo>
                    <a:lnTo>
                      <a:pt x="407" y="71"/>
                    </a:lnTo>
                    <a:lnTo>
                      <a:pt x="407" y="71"/>
                    </a:lnTo>
                    <a:lnTo>
                      <a:pt x="405" y="71"/>
                    </a:lnTo>
                    <a:lnTo>
                      <a:pt x="405" y="74"/>
                    </a:lnTo>
                    <a:lnTo>
                      <a:pt x="405" y="74"/>
                    </a:lnTo>
                    <a:close/>
                    <a:moveTo>
                      <a:pt x="405" y="76"/>
                    </a:moveTo>
                    <a:lnTo>
                      <a:pt x="410" y="76"/>
                    </a:lnTo>
                    <a:lnTo>
                      <a:pt x="410" y="83"/>
                    </a:lnTo>
                    <a:lnTo>
                      <a:pt x="405" y="83"/>
                    </a:lnTo>
                    <a:lnTo>
                      <a:pt x="405" y="76"/>
                    </a:lnTo>
                    <a:lnTo>
                      <a:pt x="405" y="76"/>
                    </a:lnTo>
                    <a:close/>
                    <a:moveTo>
                      <a:pt x="405" y="84"/>
                    </a:moveTo>
                    <a:lnTo>
                      <a:pt x="447" y="84"/>
                    </a:lnTo>
                    <a:lnTo>
                      <a:pt x="447" y="92"/>
                    </a:lnTo>
                    <a:lnTo>
                      <a:pt x="405" y="92"/>
                    </a:lnTo>
                    <a:lnTo>
                      <a:pt x="405" y="84"/>
                    </a:lnTo>
                    <a:lnTo>
                      <a:pt x="405" y="84"/>
                    </a:lnTo>
                    <a:close/>
                    <a:moveTo>
                      <a:pt x="339" y="121"/>
                    </a:moveTo>
                    <a:lnTo>
                      <a:pt x="340" y="121"/>
                    </a:lnTo>
                    <a:lnTo>
                      <a:pt x="340" y="122"/>
                    </a:lnTo>
                    <a:lnTo>
                      <a:pt x="339" y="122"/>
                    </a:lnTo>
                    <a:lnTo>
                      <a:pt x="338" y="124"/>
                    </a:lnTo>
                    <a:lnTo>
                      <a:pt x="337" y="126"/>
                    </a:lnTo>
                    <a:lnTo>
                      <a:pt x="335" y="126"/>
                    </a:lnTo>
                    <a:lnTo>
                      <a:pt x="334" y="128"/>
                    </a:lnTo>
                    <a:lnTo>
                      <a:pt x="332" y="128"/>
                    </a:lnTo>
                    <a:lnTo>
                      <a:pt x="331" y="129"/>
                    </a:lnTo>
                    <a:lnTo>
                      <a:pt x="330" y="130"/>
                    </a:lnTo>
                    <a:lnTo>
                      <a:pt x="329" y="132"/>
                    </a:lnTo>
                    <a:lnTo>
                      <a:pt x="328" y="134"/>
                    </a:lnTo>
                    <a:lnTo>
                      <a:pt x="327" y="134"/>
                    </a:lnTo>
                    <a:lnTo>
                      <a:pt x="327" y="134"/>
                    </a:lnTo>
                    <a:lnTo>
                      <a:pt x="326" y="134"/>
                    </a:lnTo>
                    <a:lnTo>
                      <a:pt x="326" y="134"/>
                    </a:lnTo>
                    <a:lnTo>
                      <a:pt x="326" y="121"/>
                    </a:lnTo>
                    <a:lnTo>
                      <a:pt x="339" y="121"/>
                    </a:lnTo>
                    <a:lnTo>
                      <a:pt x="339" y="121"/>
                    </a:lnTo>
                    <a:close/>
                    <a:moveTo>
                      <a:pt x="391" y="25"/>
                    </a:moveTo>
                    <a:lnTo>
                      <a:pt x="391" y="25"/>
                    </a:lnTo>
                    <a:lnTo>
                      <a:pt x="391" y="25"/>
                    </a:lnTo>
                    <a:lnTo>
                      <a:pt x="391" y="24"/>
                    </a:lnTo>
                    <a:lnTo>
                      <a:pt x="391" y="24"/>
                    </a:lnTo>
                    <a:lnTo>
                      <a:pt x="390" y="24"/>
                    </a:lnTo>
                    <a:lnTo>
                      <a:pt x="390" y="24"/>
                    </a:lnTo>
                    <a:lnTo>
                      <a:pt x="389" y="25"/>
                    </a:lnTo>
                    <a:lnTo>
                      <a:pt x="388" y="25"/>
                    </a:lnTo>
                    <a:lnTo>
                      <a:pt x="387" y="26"/>
                    </a:lnTo>
                    <a:lnTo>
                      <a:pt x="387" y="27"/>
                    </a:lnTo>
                    <a:lnTo>
                      <a:pt x="385" y="29"/>
                    </a:lnTo>
                    <a:lnTo>
                      <a:pt x="384" y="31"/>
                    </a:lnTo>
                    <a:lnTo>
                      <a:pt x="384" y="34"/>
                    </a:lnTo>
                    <a:lnTo>
                      <a:pt x="384" y="35"/>
                    </a:lnTo>
                    <a:lnTo>
                      <a:pt x="383" y="36"/>
                    </a:lnTo>
                    <a:lnTo>
                      <a:pt x="382" y="37"/>
                    </a:lnTo>
                    <a:lnTo>
                      <a:pt x="380" y="38"/>
                    </a:lnTo>
                    <a:lnTo>
                      <a:pt x="380" y="40"/>
                    </a:lnTo>
                    <a:lnTo>
                      <a:pt x="379" y="42"/>
                    </a:lnTo>
                    <a:lnTo>
                      <a:pt x="379" y="42"/>
                    </a:lnTo>
                    <a:lnTo>
                      <a:pt x="379" y="44"/>
                    </a:lnTo>
                    <a:lnTo>
                      <a:pt x="380" y="45"/>
                    </a:lnTo>
                    <a:lnTo>
                      <a:pt x="381" y="46"/>
                    </a:lnTo>
                    <a:lnTo>
                      <a:pt x="381" y="47"/>
                    </a:lnTo>
                    <a:lnTo>
                      <a:pt x="382" y="47"/>
                    </a:lnTo>
                    <a:lnTo>
                      <a:pt x="382" y="48"/>
                    </a:lnTo>
                    <a:lnTo>
                      <a:pt x="382" y="48"/>
                    </a:lnTo>
                    <a:lnTo>
                      <a:pt x="383" y="48"/>
                    </a:lnTo>
                    <a:lnTo>
                      <a:pt x="390" y="48"/>
                    </a:lnTo>
                    <a:lnTo>
                      <a:pt x="390" y="48"/>
                    </a:lnTo>
                    <a:lnTo>
                      <a:pt x="391" y="48"/>
                    </a:lnTo>
                    <a:lnTo>
                      <a:pt x="398" y="48"/>
                    </a:lnTo>
                    <a:lnTo>
                      <a:pt x="399" y="48"/>
                    </a:lnTo>
                    <a:lnTo>
                      <a:pt x="399" y="48"/>
                    </a:lnTo>
                    <a:lnTo>
                      <a:pt x="399" y="48"/>
                    </a:lnTo>
                    <a:lnTo>
                      <a:pt x="399" y="47"/>
                    </a:lnTo>
                    <a:lnTo>
                      <a:pt x="399" y="46"/>
                    </a:lnTo>
                    <a:lnTo>
                      <a:pt x="401" y="46"/>
                    </a:lnTo>
                    <a:lnTo>
                      <a:pt x="401" y="44"/>
                    </a:lnTo>
                    <a:lnTo>
                      <a:pt x="402" y="43"/>
                    </a:lnTo>
                    <a:lnTo>
                      <a:pt x="401" y="42"/>
                    </a:lnTo>
                    <a:lnTo>
                      <a:pt x="401" y="40"/>
                    </a:lnTo>
                    <a:lnTo>
                      <a:pt x="400" y="38"/>
                    </a:lnTo>
                    <a:lnTo>
                      <a:pt x="399" y="38"/>
                    </a:lnTo>
                    <a:lnTo>
                      <a:pt x="398" y="37"/>
                    </a:lnTo>
                    <a:lnTo>
                      <a:pt x="397" y="35"/>
                    </a:lnTo>
                    <a:lnTo>
                      <a:pt x="397" y="34"/>
                    </a:lnTo>
                    <a:lnTo>
                      <a:pt x="396" y="31"/>
                    </a:lnTo>
                    <a:lnTo>
                      <a:pt x="395" y="30"/>
                    </a:lnTo>
                    <a:lnTo>
                      <a:pt x="395" y="27"/>
                    </a:lnTo>
                    <a:lnTo>
                      <a:pt x="394" y="26"/>
                    </a:lnTo>
                    <a:lnTo>
                      <a:pt x="393" y="26"/>
                    </a:lnTo>
                    <a:lnTo>
                      <a:pt x="392" y="25"/>
                    </a:lnTo>
                    <a:lnTo>
                      <a:pt x="391" y="25"/>
                    </a:lnTo>
                    <a:lnTo>
                      <a:pt x="391" y="25"/>
                    </a:lnTo>
                    <a:close/>
                    <a:moveTo>
                      <a:pt x="375" y="74"/>
                    </a:moveTo>
                    <a:lnTo>
                      <a:pt x="371" y="74"/>
                    </a:lnTo>
                    <a:lnTo>
                      <a:pt x="370" y="74"/>
                    </a:lnTo>
                    <a:lnTo>
                      <a:pt x="369" y="74"/>
                    </a:lnTo>
                    <a:lnTo>
                      <a:pt x="368" y="74"/>
                    </a:lnTo>
                    <a:lnTo>
                      <a:pt x="367" y="73"/>
                    </a:lnTo>
                    <a:lnTo>
                      <a:pt x="366" y="71"/>
                    </a:lnTo>
                    <a:lnTo>
                      <a:pt x="366" y="69"/>
                    </a:lnTo>
                    <a:lnTo>
                      <a:pt x="363" y="65"/>
                    </a:lnTo>
                    <a:lnTo>
                      <a:pt x="360" y="61"/>
                    </a:lnTo>
                    <a:lnTo>
                      <a:pt x="360" y="59"/>
                    </a:lnTo>
                    <a:lnTo>
                      <a:pt x="361" y="59"/>
                    </a:lnTo>
                    <a:lnTo>
                      <a:pt x="362" y="58"/>
                    </a:lnTo>
                    <a:lnTo>
                      <a:pt x="362" y="58"/>
                    </a:lnTo>
                    <a:lnTo>
                      <a:pt x="363" y="57"/>
                    </a:lnTo>
                    <a:lnTo>
                      <a:pt x="364" y="57"/>
                    </a:lnTo>
                    <a:lnTo>
                      <a:pt x="365" y="56"/>
                    </a:lnTo>
                    <a:lnTo>
                      <a:pt x="366" y="56"/>
                    </a:lnTo>
                    <a:lnTo>
                      <a:pt x="366" y="57"/>
                    </a:lnTo>
                    <a:lnTo>
                      <a:pt x="366" y="57"/>
                    </a:lnTo>
                    <a:lnTo>
                      <a:pt x="366" y="58"/>
                    </a:lnTo>
                    <a:lnTo>
                      <a:pt x="366" y="59"/>
                    </a:lnTo>
                    <a:lnTo>
                      <a:pt x="369" y="62"/>
                    </a:lnTo>
                    <a:lnTo>
                      <a:pt x="373" y="65"/>
                    </a:lnTo>
                    <a:lnTo>
                      <a:pt x="374" y="67"/>
                    </a:lnTo>
                    <a:lnTo>
                      <a:pt x="374" y="70"/>
                    </a:lnTo>
                    <a:lnTo>
                      <a:pt x="375" y="71"/>
                    </a:lnTo>
                    <a:lnTo>
                      <a:pt x="375" y="71"/>
                    </a:lnTo>
                    <a:lnTo>
                      <a:pt x="375" y="71"/>
                    </a:lnTo>
                    <a:lnTo>
                      <a:pt x="375" y="74"/>
                    </a:lnTo>
                    <a:lnTo>
                      <a:pt x="375" y="74"/>
                    </a:lnTo>
                    <a:close/>
                    <a:moveTo>
                      <a:pt x="405" y="94"/>
                    </a:moveTo>
                    <a:lnTo>
                      <a:pt x="447" y="94"/>
                    </a:lnTo>
                    <a:lnTo>
                      <a:pt x="447" y="110"/>
                    </a:lnTo>
                    <a:lnTo>
                      <a:pt x="405" y="110"/>
                    </a:lnTo>
                    <a:lnTo>
                      <a:pt x="405" y="94"/>
                    </a:lnTo>
                    <a:lnTo>
                      <a:pt x="405" y="94"/>
                    </a:lnTo>
                    <a:close/>
                    <a:moveTo>
                      <a:pt x="405" y="113"/>
                    </a:moveTo>
                    <a:lnTo>
                      <a:pt x="447" y="113"/>
                    </a:lnTo>
                    <a:lnTo>
                      <a:pt x="447" y="120"/>
                    </a:lnTo>
                    <a:lnTo>
                      <a:pt x="405" y="120"/>
                    </a:lnTo>
                    <a:lnTo>
                      <a:pt x="405" y="113"/>
                    </a:lnTo>
                    <a:lnTo>
                      <a:pt x="405" y="113"/>
                    </a:lnTo>
                    <a:close/>
                    <a:moveTo>
                      <a:pt x="405" y="134"/>
                    </a:moveTo>
                    <a:lnTo>
                      <a:pt x="407" y="133"/>
                    </a:lnTo>
                    <a:lnTo>
                      <a:pt x="409" y="131"/>
                    </a:lnTo>
                    <a:lnTo>
                      <a:pt x="411" y="130"/>
                    </a:lnTo>
                    <a:lnTo>
                      <a:pt x="414" y="128"/>
                    </a:lnTo>
                    <a:lnTo>
                      <a:pt x="415" y="126"/>
                    </a:lnTo>
                    <a:lnTo>
                      <a:pt x="416" y="126"/>
                    </a:lnTo>
                    <a:lnTo>
                      <a:pt x="418" y="124"/>
                    </a:lnTo>
                    <a:lnTo>
                      <a:pt x="418" y="123"/>
                    </a:lnTo>
                    <a:lnTo>
                      <a:pt x="419" y="122"/>
                    </a:lnTo>
                    <a:lnTo>
                      <a:pt x="419" y="122"/>
                    </a:lnTo>
                    <a:lnTo>
                      <a:pt x="405" y="122"/>
                    </a:lnTo>
                    <a:lnTo>
                      <a:pt x="405" y="134"/>
                    </a:lnTo>
                    <a:lnTo>
                      <a:pt x="405" y="134"/>
                    </a:lnTo>
                    <a:close/>
                    <a:moveTo>
                      <a:pt x="446" y="134"/>
                    </a:moveTo>
                    <a:lnTo>
                      <a:pt x="445" y="134"/>
                    </a:lnTo>
                    <a:lnTo>
                      <a:pt x="443" y="131"/>
                    </a:lnTo>
                    <a:lnTo>
                      <a:pt x="440" y="130"/>
                    </a:lnTo>
                    <a:lnTo>
                      <a:pt x="438" y="128"/>
                    </a:lnTo>
                    <a:lnTo>
                      <a:pt x="436" y="126"/>
                    </a:lnTo>
                    <a:lnTo>
                      <a:pt x="435" y="126"/>
                    </a:lnTo>
                    <a:lnTo>
                      <a:pt x="435" y="124"/>
                    </a:lnTo>
                    <a:lnTo>
                      <a:pt x="434" y="123"/>
                    </a:lnTo>
                    <a:lnTo>
                      <a:pt x="433" y="122"/>
                    </a:lnTo>
                    <a:lnTo>
                      <a:pt x="433" y="122"/>
                    </a:lnTo>
                    <a:lnTo>
                      <a:pt x="447" y="122"/>
                    </a:lnTo>
                    <a:lnTo>
                      <a:pt x="446" y="134"/>
                    </a:lnTo>
                    <a:lnTo>
                      <a:pt x="446" y="134"/>
                    </a:lnTo>
                    <a:close/>
                    <a:moveTo>
                      <a:pt x="447" y="79"/>
                    </a:moveTo>
                    <a:lnTo>
                      <a:pt x="444" y="79"/>
                    </a:lnTo>
                    <a:lnTo>
                      <a:pt x="444" y="70"/>
                    </a:lnTo>
                    <a:lnTo>
                      <a:pt x="443" y="69"/>
                    </a:lnTo>
                    <a:lnTo>
                      <a:pt x="443" y="69"/>
                    </a:lnTo>
                    <a:lnTo>
                      <a:pt x="441" y="69"/>
                    </a:lnTo>
                    <a:lnTo>
                      <a:pt x="440" y="69"/>
                    </a:lnTo>
                    <a:lnTo>
                      <a:pt x="439" y="70"/>
                    </a:lnTo>
                    <a:lnTo>
                      <a:pt x="438" y="70"/>
                    </a:lnTo>
                    <a:lnTo>
                      <a:pt x="438" y="71"/>
                    </a:lnTo>
                    <a:lnTo>
                      <a:pt x="438" y="72"/>
                    </a:lnTo>
                    <a:lnTo>
                      <a:pt x="438" y="73"/>
                    </a:lnTo>
                    <a:lnTo>
                      <a:pt x="438" y="73"/>
                    </a:lnTo>
                    <a:lnTo>
                      <a:pt x="436" y="74"/>
                    </a:lnTo>
                    <a:lnTo>
                      <a:pt x="435" y="74"/>
                    </a:lnTo>
                    <a:lnTo>
                      <a:pt x="435" y="75"/>
                    </a:lnTo>
                    <a:lnTo>
                      <a:pt x="435" y="76"/>
                    </a:lnTo>
                    <a:lnTo>
                      <a:pt x="435" y="77"/>
                    </a:lnTo>
                    <a:lnTo>
                      <a:pt x="435" y="78"/>
                    </a:lnTo>
                    <a:lnTo>
                      <a:pt x="435" y="78"/>
                    </a:lnTo>
                    <a:lnTo>
                      <a:pt x="435" y="78"/>
                    </a:lnTo>
                    <a:lnTo>
                      <a:pt x="436" y="79"/>
                    </a:lnTo>
                    <a:lnTo>
                      <a:pt x="438" y="81"/>
                    </a:lnTo>
                    <a:lnTo>
                      <a:pt x="439" y="82"/>
                    </a:lnTo>
                    <a:lnTo>
                      <a:pt x="441" y="82"/>
                    </a:lnTo>
                    <a:lnTo>
                      <a:pt x="442" y="82"/>
                    </a:lnTo>
                    <a:lnTo>
                      <a:pt x="445" y="82"/>
                    </a:lnTo>
                    <a:lnTo>
                      <a:pt x="447" y="82"/>
                    </a:lnTo>
                    <a:lnTo>
                      <a:pt x="447" y="79"/>
                    </a:lnTo>
                    <a:lnTo>
                      <a:pt x="447" y="79"/>
                    </a:lnTo>
                    <a:close/>
                    <a:moveTo>
                      <a:pt x="473" y="83"/>
                    </a:moveTo>
                    <a:lnTo>
                      <a:pt x="478" y="83"/>
                    </a:lnTo>
                    <a:lnTo>
                      <a:pt x="479" y="83"/>
                    </a:lnTo>
                    <a:lnTo>
                      <a:pt x="480" y="82"/>
                    </a:lnTo>
                    <a:lnTo>
                      <a:pt x="481" y="82"/>
                    </a:lnTo>
                    <a:lnTo>
                      <a:pt x="482" y="82"/>
                    </a:lnTo>
                    <a:lnTo>
                      <a:pt x="483" y="79"/>
                    </a:lnTo>
                    <a:lnTo>
                      <a:pt x="483" y="77"/>
                    </a:lnTo>
                    <a:lnTo>
                      <a:pt x="484" y="75"/>
                    </a:lnTo>
                    <a:lnTo>
                      <a:pt x="485" y="74"/>
                    </a:lnTo>
                    <a:lnTo>
                      <a:pt x="486" y="73"/>
                    </a:lnTo>
                    <a:lnTo>
                      <a:pt x="487" y="72"/>
                    </a:lnTo>
                    <a:lnTo>
                      <a:pt x="487" y="71"/>
                    </a:lnTo>
                    <a:lnTo>
                      <a:pt x="488" y="70"/>
                    </a:lnTo>
                    <a:lnTo>
                      <a:pt x="488" y="70"/>
                    </a:lnTo>
                    <a:lnTo>
                      <a:pt x="488" y="68"/>
                    </a:lnTo>
                    <a:lnTo>
                      <a:pt x="488" y="66"/>
                    </a:lnTo>
                    <a:lnTo>
                      <a:pt x="487" y="65"/>
                    </a:lnTo>
                    <a:lnTo>
                      <a:pt x="487" y="65"/>
                    </a:lnTo>
                    <a:lnTo>
                      <a:pt x="487" y="65"/>
                    </a:lnTo>
                    <a:lnTo>
                      <a:pt x="486" y="64"/>
                    </a:lnTo>
                    <a:lnTo>
                      <a:pt x="485" y="64"/>
                    </a:lnTo>
                    <a:lnTo>
                      <a:pt x="484" y="65"/>
                    </a:lnTo>
                    <a:lnTo>
                      <a:pt x="484" y="65"/>
                    </a:lnTo>
                    <a:lnTo>
                      <a:pt x="484" y="66"/>
                    </a:lnTo>
                    <a:lnTo>
                      <a:pt x="484" y="67"/>
                    </a:lnTo>
                    <a:lnTo>
                      <a:pt x="483" y="68"/>
                    </a:lnTo>
                    <a:lnTo>
                      <a:pt x="480" y="70"/>
                    </a:lnTo>
                    <a:lnTo>
                      <a:pt x="479" y="70"/>
                    </a:lnTo>
                    <a:lnTo>
                      <a:pt x="477" y="71"/>
                    </a:lnTo>
                    <a:lnTo>
                      <a:pt x="476" y="72"/>
                    </a:lnTo>
                    <a:lnTo>
                      <a:pt x="475" y="74"/>
                    </a:lnTo>
                    <a:lnTo>
                      <a:pt x="475" y="76"/>
                    </a:lnTo>
                    <a:lnTo>
                      <a:pt x="475" y="78"/>
                    </a:lnTo>
                    <a:lnTo>
                      <a:pt x="475" y="79"/>
                    </a:lnTo>
                    <a:lnTo>
                      <a:pt x="475" y="79"/>
                    </a:lnTo>
                    <a:lnTo>
                      <a:pt x="473" y="79"/>
                    </a:lnTo>
                    <a:lnTo>
                      <a:pt x="473" y="83"/>
                    </a:lnTo>
                    <a:lnTo>
                      <a:pt x="473" y="83"/>
                    </a:lnTo>
                    <a:close/>
                    <a:moveTo>
                      <a:pt x="474" y="113"/>
                    </a:moveTo>
                    <a:lnTo>
                      <a:pt x="479" y="113"/>
                    </a:lnTo>
                    <a:lnTo>
                      <a:pt x="479" y="120"/>
                    </a:lnTo>
                    <a:lnTo>
                      <a:pt x="474" y="120"/>
                    </a:lnTo>
                    <a:lnTo>
                      <a:pt x="474" y="113"/>
                    </a:lnTo>
                    <a:lnTo>
                      <a:pt x="474" y="113"/>
                    </a:lnTo>
                    <a:close/>
                    <a:moveTo>
                      <a:pt x="473" y="84"/>
                    </a:moveTo>
                    <a:lnTo>
                      <a:pt x="479" y="84"/>
                    </a:lnTo>
                    <a:lnTo>
                      <a:pt x="479" y="92"/>
                    </a:lnTo>
                    <a:lnTo>
                      <a:pt x="473" y="92"/>
                    </a:lnTo>
                    <a:lnTo>
                      <a:pt x="473" y="84"/>
                    </a:lnTo>
                    <a:lnTo>
                      <a:pt x="473" y="84"/>
                    </a:lnTo>
                    <a:close/>
                    <a:moveTo>
                      <a:pt x="475" y="166"/>
                    </a:moveTo>
                    <a:lnTo>
                      <a:pt x="475" y="166"/>
                    </a:lnTo>
                    <a:lnTo>
                      <a:pt x="477" y="167"/>
                    </a:lnTo>
                    <a:lnTo>
                      <a:pt x="479" y="169"/>
                    </a:lnTo>
                    <a:lnTo>
                      <a:pt x="479" y="170"/>
                    </a:lnTo>
                    <a:lnTo>
                      <a:pt x="480" y="171"/>
                    </a:lnTo>
                    <a:lnTo>
                      <a:pt x="481" y="172"/>
                    </a:lnTo>
                    <a:lnTo>
                      <a:pt x="483" y="176"/>
                    </a:lnTo>
                    <a:lnTo>
                      <a:pt x="483" y="178"/>
                    </a:lnTo>
                    <a:lnTo>
                      <a:pt x="484" y="179"/>
                    </a:lnTo>
                    <a:lnTo>
                      <a:pt x="486" y="180"/>
                    </a:lnTo>
                    <a:lnTo>
                      <a:pt x="487" y="182"/>
                    </a:lnTo>
                    <a:lnTo>
                      <a:pt x="489" y="183"/>
                    </a:lnTo>
                    <a:lnTo>
                      <a:pt x="490" y="186"/>
                    </a:lnTo>
                    <a:lnTo>
                      <a:pt x="491" y="188"/>
                    </a:lnTo>
                    <a:lnTo>
                      <a:pt x="491" y="190"/>
                    </a:lnTo>
                    <a:lnTo>
                      <a:pt x="491" y="193"/>
                    </a:lnTo>
                    <a:lnTo>
                      <a:pt x="491" y="198"/>
                    </a:lnTo>
                    <a:lnTo>
                      <a:pt x="490" y="200"/>
                    </a:lnTo>
                    <a:lnTo>
                      <a:pt x="491" y="202"/>
                    </a:lnTo>
                    <a:lnTo>
                      <a:pt x="493" y="203"/>
                    </a:lnTo>
                    <a:lnTo>
                      <a:pt x="495" y="206"/>
                    </a:lnTo>
                    <a:lnTo>
                      <a:pt x="497" y="209"/>
                    </a:lnTo>
                    <a:lnTo>
                      <a:pt x="497" y="210"/>
                    </a:lnTo>
                    <a:lnTo>
                      <a:pt x="497" y="212"/>
                    </a:lnTo>
                    <a:lnTo>
                      <a:pt x="497" y="214"/>
                    </a:lnTo>
                    <a:lnTo>
                      <a:pt x="497" y="217"/>
                    </a:lnTo>
                    <a:lnTo>
                      <a:pt x="497" y="219"/>
                    </a:lnTo>
                    <a:lnTo>
                      <a:pt x="496" y="221"/>
                    </a:lnTo>
                    <a:lnTo>
                      <a:pt x="496" y="222"/>
                    </a:lnTo>
                    <a:lnTo>
                      <a:pt x="495" y="222"/>
                    </a:lnTo>
                    <a:lnTo>
                      <a:pt x="475" y="222"/>
                    </a:lnTo>
                    <a:lnTo>
                      <a:pt x="475" y="166"/>
                    </a:lnTo>
                    <a:lnTo>
                      <a:pt x="475" y="166"/>
                    </a:lnTo>
                    <a:close/>
                    <a:moveTo>
                      <a:pt x="474" y="226"/>
                    </a:moveTo>
                    <a:lnTo>
                      <a:pt x="501" y="226"/>
                    </a:lnTo>
                    <a:lnTo>
                      <a:pt x="501" y="234"/>
                    </a:lnTo>
                    <a:lnTo>
                      <a:pt x="474" y="234"/>
                    </a:lnTo>
                    <a:lnTo>
                      <a:pt x="474" y="22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8" name="îṩḷïďè"/>
              <p:cNvSpPr/>
              <p:nvPr userDrawn="1"/>
            </p:nvSpPr>
            <p:spPr bwMode="auto">
              <a:xfrm>
                <a:off x="1914526" y="2486026"/>
                <a:ext cx="1882775" cy="1882775"/>
              </a:xfrm>
              <a:custGeom>
                <a:avLst/>
                <a:gdLst>
                  <a:gd name="T0" fmla="*/ 784 w 1186"/>
                  <a:gd name="T1" fmla="*/ 31 h 1186"/>
                  <a:gd name="T2" fmla="*/ 982 w 1186"/>
                  <a:gd name="T3" fmla="*/ 145 h 1186"/>
                  <a:gd name="T4" fmla="*/ 1122 w 1186"/>
                  <a:gd name="T5" fmla="*/ 323 h 1186"/>
                  <a:gd name="T6" fmla="*/ 1184 w 1186"/>
                  <a:gd name="T7" fmla="*/ 548 h 1186"/>
                  <a:gd name="T8" fmla="*/ 1171 w 1186"/>
                  <a:gd name="T9" fmla="*/ 727 h 1186"/>
                  <a:gd name="T10" fmla="*/ 1077 w 1186"/>
                  <a:gd name="T11" fmla="*/ 936 h 1186"/>
                  <a:gd name="T12" fmla="*/ 913 w 1186"/>
                  <a:gd name="T13" fmla="*/ 1093 h 1186"/>
                  <a:gd name="T14" fmla="*/ 698 w 1186"/>
                  <a:gd name="T15" fmla="*/ 1177 h 1186"/>
                  <a:gd name="T16" fmla="*/ 518 w 1186"/>
                  <a:gd name="T17" fmla="*/ 1181 h 1186"/>
                  <a:gd name="T18" fmla="*/ 298 w 1186"/>
                  <a:gd name="T19" fmla="*/ 1108 h 1186"/>
                  <a:gd name="T20" fmla="*/ 127 w 1186"/>
                  <a:gd name="T21" fmla="*/ 960 h 1186"/>
                  <a:gd name="T22" fmla="*/ 23 w 1186"/>
                  <a:gd name="T23" fmla="*/ 756 h 1186"/>
                  <a:gd name="T24" fmla="*/ 1 w 1186"/>
                  <a:gd name="T25" fmla="*/ 578 h 1186"/>
                  <a:gd name="T26" fmla="*/ 53 w 1186"/>
                  <a:gd name="T27" fmla="*/ 349 h 1186"/>
                  <a:gd name="T28" fmla="*/ 184 w 1186"/>
                  <a:gd name="T29" fmla="*/ 164 h 1186"/>
                  <a:gd name="T30" fmla="*/ 376 w 1186"/>
                  <a:gd name="T31" fmla="*/ 42 h 1186"/>
                  <a:gd name="T32" fmla="*/ 593 w 1186"/>
                  <a:gd name="T33" fmla="*/ 0 h 1186"/>
                  <a:gd name="T34" fmla="*/ 491 w 1186"/>
                  <a:gd name="T35" fmla="*/ 233 h 1186"/>
                  <a:gd name="T36" fmla="*/ 362 w 1186"/>
                  <a:gd name="T37" fmla="*/ 299 h 1186"/>
                  <a:gd name="T38" fmla="*/ 268 w 1186"/>
                  <a:gd name="T39" fmla="*/ 407 h 1186"/>
                  <a:gd name="T40" fmla="*/ 222 w 1186"/>
                  <a:gd name="T41" fmla="*/ 546 h 1186"/>
                  <a:gd name="T42" fmla="*/ 224 w 1186"/>
                  <a:gd name="T43" fmla="*/ 660 h 1186"/>
                  <a:gd name="T44" fmla="*/ 278 w 1186"/>
                  <a:gd name="T45" fmla="*/ 795 h 1186"/>
                  <a:gd name="T46" fmla="*/ 392 w 1186"/>
                  <a:gd name="T47" fmla="*/ 908 h 1186"/>
                  <a:gd name="T48" fmla="*/ 431 w 1186"/>
                  <a:gd name="T49" fmla="*/ 916 h 1186"/>
                  <a:gd name="T50" fmla="*/ 304 w 1186"/>
                  <a:gd name="T51" fmla="*/ 809 h 1186"/>
                  <a:gd name="T52" fmla="*/ 244 w 1186"/>
                  <a:gd name="T53" fmla="*/ 684 h 1186"/>
                  <a:gd name="T54" fmla="*/ 232 w 1186"/>
                  <a:gd name="T55" fmla="*/ 575 h 1186"/>
                  <a:gd name="T56" fmla="*/ 268 w 1186"/>
                  <a:gd name="T57" fmla="*/ 437 h 1186"/>
                  <a:gd name="T58" fmla="*/ 351 w 1186"/>
                  <a:gd name="T59" fmla="*/ 326 h 1186"/>
                  <a:gd name="T60" fmla="*/ 469 w 1186"/>
                  <a:gd name="T61" fmla="*/ 254 h 1186"/>
                  <a:gd name="T62" fmla="*/ 593 w 1186"/>
                  <a:gd name="T63" fmla="*/ 232 h 1186"/>
                  <a:gd name="T64" fmla="*/ 717 w 1186"/>
                  <a:gd name="T65" fmla="*/ 254 h 1186"/>
                  <a:gd name="T66" fmla="*/ 836 w 1186"/>
                  <a:gd name="T67" fmla="*/ 326 h 1186"/>
                  <a:gd name="T68" fmla="*/ 919 w 1186"/>
                  <a:gd name="T69" fmla="*/ 437 h 1186"/>
                  <a:gd name="T70" fmla="*/ 954 w 1186"/>
                  <a:gd name="T71" fmla="*/ 575 h 1186"/>
                  <a:gd name="T72" fmla="*/ 943 w 1186"/>
                  <a:gd name="T73" fmla="*/ 684 h 1186"/>
                  <a:gd name="T74" fmla="*/ 883 w 1186"/>
                  <a:gd name="T75" fmla="*/ 809 h 1186"/>
                  <a:gd name="T76" fmla="*/ 756 w 1186"/>
                  <a:gd name="T77" fmla="*/ 916 h 1186"/>
                  <a:gd name="T78" fmla="*/ 795 w 1186"/>
                  <a:gd name="T79" fmla="*/ 909 h 1186"/>
                  <a:gd name="T80" fmla="*/ 909 w 1186"/>
                  <a:gd name="T81" fmla="*/ 795 h 1186"/>
                  <a:gd name="T82" fmla="*/ 961 w 1186"/>
                  <a:gd name="T83" fmla="*/ 660 h 1186"/>
                  <a:gd name="T84" fmla="*/ 965 w 1186"/>
                  <a:gd name="T85" fmla="*/ 546 h 1186"/>
                  <a:gd name="T86" fmla="*/ 918 w 1186"/>
                  <a:gd name="T87" fmla="*/ 407 h 1186"/>
                  <a:gd name="T88" fmla="*/ 825 w 1186"/>
                  <a:gd name="T89" fmla="*/ 299 h 1186"/>
                  <a:gd name="T90" fmla="*/ 696 w 1186"/>
                  <a:gd name="T91" fmla="*/ 233 h 1186"/>
                  <a:gd name="T92" fmla="*/ 593 w 1186"/>
                  <a:gd name="T93" fmla="*/ 14 h 1186"/>
                  <a:gd name="T94" fmla="*/ 408 w 1186"/>
                  <a:gd name="T95" fmla="*/ 44 h 1186"/>
                  <a:gd name="T96" fmla="*/ 214 w 1186"/>
                  <a:gd name="T97" fmla="*/ 155 h 1186"/>
                  <a:gd name="T98" fmla="*/ 77 w 1186"/>
                  <a:gd name="T99" fmla="*/ 330 h 1186"/>
                  <a:gd name="T100" fmla="*/ 15 w 1186"/>
                  <a:gd name="T101" fmla="*/ 548 h 1186"/>
                  <a:gd name="T102" fmla="*/ 28 w 1186"/>
                  <a:gd name="T103" fmla="*/ 724 h 1186"/>
                  <a:gd name="T104" fmla="*/ 120 w 1186"/>
                  <a:gd name="T105" fmla="*/ 928 h 1186"/>
                  <a:gd name="T106" fmla="*/ 281 w 1186"/>
                  <a:gd name="T107" fmla="*/ 1081 h 1186"/>
                  <a:gd name="T108" fmla="*/ 491 w 1186"/>
                  <a:gd name="T109" fmla="*/ 1164 h 1186"/>
                  <a:gd name="T110" fmla="*/ 667 w 1186"/>
                  <a:gd name="T111" fmla="*/ 1169 h 1186"/>
                  <a:gd name="T112" fmla="*/ 882 w 1186"/>
                  <a:gd name="T113" fmla="*/ 1096 h 1186"/>
                  <a:gd name="T114" fmla="*/ 1050 w 1186"/>
                  <a:gd name="T115" fmla="*/ 951 h 1186"/>
                  <a:gd name="T116" fmla="*/ 1151 w 1186"/>
                  <a:gd name="T117" fmla="*/ 752 h 1186"/>
                  <a:gd name="T118" fmla="*/ 1173 w 1186"/>
                  <a:gd name="T119" fmla="*/ 578 h 1186"/>
                  <a:gd name="T120" fmla="*/ 1122 w 1186"/>
                  <a:gd name="T121" fmla="*/ 355 h 1186"/>
                  <a:gd name="T122" fmla="*/ 994 w 1186"/>
                  <a:gd name="T123" fmla="*/ 174 h 1186"/>
                  <a:gd name="T124" fmla="*/ 806 w 1186"/>
                  <a:gd name="T125" fmla="*/ 54 h 1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86" h="1186">
                    <a:moveTo>
                      <a:pt x="593" y="0"/>
                    </a:moveTo>
                    <a:lnTo>
                      <a:pt x="593" y="0"/>
                    </a:lnTo>
                    <a:lnTo>
                      <a:pt x="593" y="0"/>
                    </a:lnTo>
                    <a:lnTo>
                      <a:pt x="609" y="1"/>
                    </a:lnTo>
                    <a:lnTo>
                      <a:pt x="624" y="1"/>
                    </a:lnTo>
                    <a:lnTo>
                      <a:pt x="639" y="2"/>
                    </a:lnTo>
                    <a:lnTo>
                      <a:pt x="654" y="3"/>
                    </a:lnTo>
                    <a:lnTo>
                      <a:pt x="669" y="5"/>
                    </a:lnTo>
                    <a:lnTo>
                      <a:pt x="684" y="7"/>
                    </a:lnTo>
                    <a:lnTo>
                      <a:pt x="698" y="10"/>
                    </a:lnTo>
                    <a:lnTo>
                      <a:pt x="713" y="13"/>
                    </a:lnTo>
                    <a:lnTo>
                      <a:pt x="727" y="15"/>
                    </a:lnTo>
                    <a:lnTo>
                      <a:pt x="741" y="19"/>
                    </a:lnTo>
                    <a:lnTo>
                      <a:pt x="756" y="23"/>
                    </a:lnTo>
                    <a:lnTo>
                      <a:pt x="769" y="27"/>
                    </a:lnTo>
                    <a:lnTo>
                      <a:pt x="784" y="31"/>
                    </a:lnTo>
                    <a:lnTo>
                      <a:pt x="797" y="36"/>
                    </a:lnTo>
                    <a:lnTo>
                      <a:pt x="811" y="42"/>
                    </a:lnTo>
                    <a:lnTo>
                      <a:pt x="825" y="47"/>
                    </a:lnTo>
                    <a:lnTo>
                      <a:pt x="837" y="53"/>
                    </a:lnTo>
                    <a:lnTo>
                      <a:pt x="850" y="59"/>
                    </a:lnTo>
                    <a:lnTo>
                      <a:pt x="863" y="65"/>
                    </a:lnTo>
                    <a:lnTo>
                      <a:pt x="876" y="72"/>
                    </a:lnTo>
                    <a:lnTo>
                      <a:pt x="889" y="79"/>
                    </a:lnTo>
                    <a:lnTo>
                      <a:pt x="901" y="87"/>
                    </a:lnTo>
                    <a:lnTo>
                      <a:pt x="913" y="94"/>
                    </a:lnTo>
                    <a:lnTo>
                      <a:pt x="925" y="102"/>
                    </a:lnTo>
                    <a:lnTo>
                      <a:pt x="937" y="110"/>
                    </a:lnTo>
                    <a:lnTo>
                      <a:pt x="948" y="119"/>
                    </a:lnTo>
                    <a:lnTo>
                      <a:pt x="959" y="127"/>
                    </a:lnTo>
                    <a:lnTo>
                      <a:pt x="970" y="135"/>
                    </a:lnTo>
                    <a:lnTo>
                      <a:pt x="982" y="145"/>
                    </a:lnTo>
                    <a:lnTo>
                      <a:pt x="992" y="155"/>
                    </a:lnTo>
                    <a:lnTo>
                      <a:pt x="1002" y="164"/>
                    </a:lnTo>
                    <a:lnTo>
                      <a:pt x="1013" y="174"/>
                    </a:lnTo>
                    <a:lnTo>
                      <a:pt x="1022" y="184"/>
                    </a:lnTo>
                    <a:lnTo>
                      <a:pt x="1032" y="195"/>
                    </a:lnTo>
                    <a:lnTo>
                      <a:pt x="1042" y="206"/>
                    </a:lnTo>
                    <a:lnTo>
                      <a:pt x="1050" y="216"/>
                    </a:lnTo>
                    <a:lnTo>
                      <a:pt x="1060" y="227"/>
                    </a:lnTo>
                    <a:lnTo>
                      <a:pt x="1069" y="239"/>
                    </a:lnTo>
                    <a:lnTo>
                      <a:pt x="1077" y="250"/>
                    </a:lnTo>
                    <a:lnTo>
                      <a:pt x="1085" y="262"/>
                    </a:lnTo>
                    <a:lnTo>
                      <a:pt x="1093" y="274"/>
                    </a:lnTo>
                    <a:lnTo>
                      <a:pt x="1101" y="286"/>
                    </a:lnTo>
                    <a:lnTo>
                      <a:pt x="1108" y="298"/>
                    </a:lnTo>
                    <a:lnTo>
                      <a:pt x="1114" y="311"/>
                    </a:lnTo>
                    <a:lnTo>
                      <a:pt x="1122" y="323"/>
                    </a:lnTo>
                    <a:lnTo>
                      <a:pt x="1128" y="336"/>
                    </a:lnTo>
                    <a:lnTo>
                      <a:pt x="1134" y="349"/>
                    </a:lnTo>
                    <a:lnTo>
                      <a:pt x="1140" y="363"/>
                    </a:lnTo>
                    <a:lnTo>
                      <a:pt x="1146" y="376"/>
                    </a:lnTo>
                    <a:lnTo>
                      <a:pt x="1150" y="389"/>
                    </a:lnTo>
                    <a:lnTo>
                      <a:pt x="1155" y="403"/>
                    </a:lnTo>
                    <a:lnTo>
                      <a:pt x="1160" y="417"/>
                    </a:lnTo>
                    <a:lnTo>
                      <a:pt x="1164" y="431"/>
                    </a:lnTo>
                    <a:lnTo>
                      <a:pt x="1167" y="445"/>
                    </a:lnTo>
                    <a:lnTo>
                      <a:pt x="1171" y="460"/>
                    </a:lnTo>
                    <a:lnTo>
                      <a:pt x="1174" y="474"/>
                    </a:lnTo>
                    <a:lnTo>
                      <a:pt x="1177" y="488"/>
                    </a:lnTo>
                    <a:lnTo>
                      <a:pt x="1179" y="503"/>
                    </a:lnTo>
                    <a:lnTo>
                      <a:pt x="1182" y="518"/>
                    </a:lnTo>
                    <a:lnTo>
                      <a:pt x="1183" y="532"/>
                    </a:lnTo>
                    <a:lnTo>
                      <a:pt x="1184" y="548"/>
                    </a:lnTo>
                    <a:lnTo>
                      <a:pt x="1186" y="563"/>
                    </a:lnTo>
                    <a:lnTo>
                      <a:pt x="1186" y="578"/>
                    </a:lnTo>
                    <a:lnTo>
                      <a:pt x="1186" y="593"/>
                    </a:lnTo>
                    <a:lnTo>
                      <a:pt x="1186" y="593"/>
                    </a:lnTo>
                    <a:lnTo>
                      <a:pt x="1186" y="593"/>
                    </a:lnTo>
                    <a:lnTo>
                      <a:pt x="1186" y="593"/>
                    </a:lnTo>
                    <a:lnTo>
                      <a:pt x="1186" y="593"/>
                    </a:lnTo>
                    <a:lnTo>
                      <a:pt x="1186" y="608"/>
                    </a:lnTo>
                    <a:lnTo>
                      <a:pt x="1186" y="624"/>
                    </a:lnTo>
                    <a:lnTo>
                      <a:pt x="1184" y="639"/>
                    </a:lnTo>
                    <a:lnTo>
                      <a:pt x="1183" y="654"/>
                    </a:lnTo>
                    <a:lnTo>
                      <a:pt x="1182" y="669"/>
                    </a:lnTo>
                    <a:lnTo>
                      <a:pt x="1179" y="684"/>
                    </a:lnTo>
                    <a:lnTo>
                      <a:pt x="1177" y="698"/>
                    </a:lnTo>
                    <a:lnTo>
                      <a:pt x="1174" y="713"/>
                    </a:lnTo>
                    <a:lnTo>
                      <a:pt x="1171" y="727"/>
                    </a:lnTo>
                    <a:lnTo>
                      <a:pt x="1167" y="741"/>
                    </a:lnTo>
                    <a:lnTo>
                      <a:pt x="1164" y="756"/>
                    </a:lnTo>
                    <a:lnTo>
                      <a:pt x="1160" y="769"/>
                    </a:lnTo>
                    <a:lnTo>
                      <a:pt x="1155" y="784"/>
                    </a:lnTo>
                    <a:lnTo>
                      <a:pt x="1150" y="797"/>
                    </a:lnTo>
                    <a:lnTo>
                      <a:pt x="1146" y="811"/>
                    </a:lnTo>
                    <a:lnTo>
                      <a:pt x="1140" y="824"/>
                    </a:lnTo>
                    <a:lnTo>
                      <a:pt x="1134" y="837"/>
                    </a:lnTo>
                    <a:lnTo>
                      <a:pt x="1128" y="851"/>
                    </a:lnTo>
                    <a:lnTo>
                      <a:pt x="1122" y="864"/>
                    </a:lnTo>
                    <a:lnTo>
                      <a:pt x="1114" y="876"/>
                    </a:lnTo>
                    <a:lnTo>
                      <a:pt x="1108" y="888"/>
                    </a:lnTo>
                    <a:lnTo>
                      <a:pt x="1101" y="900"/>
                    </a:lnTo>
                    <a:lnTo>
                      <a:pt x="1093" y="912"/>
                    </a:lnTo>
                    <a:lnTo>
                      <a:pt x="1085" y="924"/>
                    </a:lnTo>
                    <a:lnTo>
                      <a:pt x="1077" y="936"/>
                    </a:lnTo>
                    <a:lnTo>
                      <a:pt x="1069" y="948"/>
                    </a:lnTo>
                    <a:lnTo>
                      <a:pt x="1060" y="960"/>
                    </a:lnTo>
                    <a:lnTo>
                      <a:pt x="1050" y="970"/>
                    </a:lnTo>
                    <a:lnTo>
                      <a:pt x="1042" y="981"/>
                    </a:lnTo>
                    <a:lnTo>
                      <a:pt x="1032" y="992"/>
                    </a:lnTo>
                    <a:lnTo>
                      <a:pt x="1022" y="1002"/>
                    </a:lnTo>
                    <a:lnTo>
                      <a:pt x="1013" y="1012"/>
                    </a:lnTo>
                    <a:lnTo>
                      <a:pt x="1002" y="1022"/>
                    </a:lnTo>
                    <a:lnTo>
                      <a:pt x="992" y="1032"/>
                    </a:lnTo>
                    <a:lnTo>
                      <a:pt x="982" y="1041"/>
                    </a:lnTo>
                    <a:lnTo>
                      <a:pt x="970" y="1051"/>
                    </a:lnTo>
                    <a:lnTo>
                      <a:pt x="959" y="1060"/>
                    </a:lnTo>
                    <a:lnTo>
                      <a:pt x="948" y="1069"/>
                    </a:lnTo>
                    <a:lnTo>
                      <a:pt x="937" y="1077"/>
                    </a:lnTo>
                    <a:lnTo>
                      <a:pt x="925" y="1085"/>
                    </a:lnTo>
                    <a:lnTo>
                      <a:pt x="913" y="1093"/>
                    </a:lnTo>
                    <a:lnTo>
                      <a:pt x="901" y="1101"/>
                    </a:lnTo>
                    <a:lnTo>
                      <a:pt x="889" y="1108"/>
                    </a:lnTo>
                    <a:lnTo>
                      <a:pt x="876" y="1114"/>
                    </a:lnTo>
                    <a:lnTo>
                      <a:pt x="863" y="1121"/>
                    </a:lnTo>
                    <a:lnTo>
                      <a:pt x="850" y="1128"/>
                    </a:lnTo>
                    <a:lnTo>
                      <a:pt x="837" y="1134"/>
                    </a:lnTo>
                    <a:lnTo>
                      <a:pt x="825" y="1140"/>
                    </a:lnTo>
                    <a:lnTo>
                      <a:pt x="811" y="1145"/>
                    </a:lnTo>
                    <a:lnTo>
                      <a:pt x="797" y="1150"/>
                    </a:lnTo>
                    <a:lnTo>
                      <a:pt x="784" y="1155"/>
                    </a:lnTo>
                    <a:lnTo>
                      <a:pt x="769" y="1160"/>
                    </a:lnTo>
                    <a:lnTo>
                      <a:pt x="756" y="1164"/>
                    </a:lnTo>
                    <a:lnTo>
                      <a:pt x="741" y="1168"/>
                    </a:lnTo>
                    <a:lnTo>
                      <a:pt x="727" y="1171"/>
                    </a:lnTo>
                    <a:lnTo>
                      <a:pt x="713" y="1174"/>
                    </a:lnTo>
                    <a:lnTo>
                      <a:pt x="698" y="1177"/>
                    </a:lnTo>
                    <a:lnTo>
                      <a:pt x="684" y="1179"/>
                    </a:lnTo>
                    <a:lnTo>
                      <a:pt x="669" y="1181"/>
                    </a:lnTo>
                    <a:lnTo>
                      <a:pt x="654" y="1183"/>
                    </a:lnTo>
                    <a:lnTo>
                      <a:pt x="639" y="1185"/>
                    </a:lnTo>
                    <a:lnTo>
                      <a:pt x="624" y="1185"/>
                    </a:lnTo>
                    <a:lnTo>
                      <a:pt x="609" y="1186"/>
                    </a:lnTo>
                    <a:lnTo>
                      <a:pt x="593" y="1186"/>
                    </a:lnTo>
                    <a:lnTo>
                      <a:pt x="593" y="1186"/>
                    </a:lnTo>
                    <a:lnTo>
                      <a:pt x="593" y="1186"/>
                    </a:lnTo>
                    <a:lnTo>
                      <a:pt x="593" y="1186"/>
                    </a:lnTo>
                    <a:lnTo>
                      <a:pt x="593" y="1186"/>
                    </a:lnTo>
                    <a:lnTo>
                      <a:pt x="578" y="1186"/>
                    </a:lnTo>
                    <a:lnTo>
                      <a:pt x="563" y="1185"/>
                    </a:lnTo>
                    <a:lnTo>
                      <a:pt x="548" y="1185"/>
                    </a:lnTo>
                    <a:lnTo>
                      <a:pt x="532" y="1183"/>
                    </a:lnTo>
                    <a:lnTo>
                      <a:pt x="518" y="1181"/>
                    </a:lnTo>
                    <a:lnTo>
                      <a:pt x="503" y="1179"/>
                    </a:lnTo>
                    <a:lnTo>
                      <a:pt x="488" y="1177"/>
                    </a:lnTo>
                    <a:lnTo>
                      <a:pt x="474" y="1174"/>
                    </a:lnTo>
                    <a:lnTo>
                      <a:pt x="460" y="1171"/>
                    </a:lnTo>
                    <a:lnTo>
                      <a:pt x="445" y="1168"/>
                    </a:lnTo>
                    <a:lnTo>
                      <a:pt x="431" y="1164"/>
                    </a:lnTo>
                    <a:lnTo>
                      <a:pt x="417" y="1160"/>
                    </a:lnTo>
                    <a:lnTo>
                      <a:pt x="404" y="1155"/>
                    </a:lnTo>
                    <a:lnTo>
                      <a:pt x="389" y="1150"/>
                    </a:lnTo>
                    <a:lnTo>
                      <a:pt x="376" y="1145"/>
                    </a:lnTo>
                    <a:lnTo>
                      <a:pt x="363" y="1140"/>
                    </a:lnTo>
                    <a:lnTo>
                      <a:pt x="349" y="1134"/>
                    </a:lnTo>
                    <a:lnTo>
                      <a:pt x="336" y="1128"/>
                    </a:lnTo>
                    <a:lnTo>
                      <a:pt x="324" y="1121"/>
                    </a:lnTo>
                    <a:lnTo>
                      <a:pt x="311" y="1114"/>
                    </a:lnTo>
                    <a:lnTo>
                      <a:pt x="298" y="1108"/>
                    </a:lnTo>
                    <a:lnTo>
                      <a:pt x="286" y="1101"/>
                    </a:lnTo>
                    <a:lnTo>
                      <a:pt x="274" y="1093"/>
                    </a:lnTo>
                    <a:lnTo>
                      <a:pt x="262" y="1085"/>
                    </a:lnTo>
                    <a:lnTo>
                      <a:pt x="250" y="1077"/>
                    </a:lnTo>
                    <a:lnTo>
                      <a:pt x="239" y="1069"/>
                    </a:lnTo>
                    <a:lnTo>
                      <a:pt x="227" y="1060"/>
                    </a:lnTo>
                    <a:lnTo>
                      <a:pt x="216" y="1051"/>
                    </a:lnTo>
                    <a:lnTo>
                      <a:pt x="205" y="1041"/>
                    </a:lnTo>
                    <a:lnTo>
                      <a:pt x="195" y="1032"/>
                    </a:lnTo>
                    <a:lnTo>
                      <a:pt x="184" y="1022"/>
                    </a:lnTo>
                    <a:lnTo>
                      <a:pt x="174" y="1012"/>
                    </a:lnTo>
                    <a:lnTo>
                      <a:pt x="164" y="1002"/>
                    </a:lnTo>
                    <a:lnTo>
                      <a:pt x="155" y="992"/>
                    </a:lnTo>
                    <a:lnTo>
                      <a:pt x="145" y="981"/>
                    </a:lnTo>
                    <a:lnTo>
                      <a:pt x="135" y="970"/>
                    </a:lnTo>
                    <a:lnTo>
                      <a:pt x="127" y="960"/>
                    </a:lnTo>
                    <a:lnTo>
                      <a:pt x="118" y="948"/>
                    </a:lnTo>
                    <a:lnTo>
                      <a:pt x="110" y="936"/>
                    </a:lnTo>
                    <a:lnTo>
                      <a:pt x="102" y="924"/>
                    </a:lnTo>
                    <a:lnTo>
                      <a:pt x="94" y="912"/>
                    </a:lnTo>
                    <a:lnTo>
                      <a:pt x="87" y="900"/>
                    </a:lnTo>
                    <a:lnTo>
                      <a:pt x="79" y="888"/>
                    </a:lnTo>
                    <a:lnTo>
                      <a:pt x="71" y="876"/>
                    </a:lnTo>
                    <a:lnTo>
                      <a:pt x="65" y="864"/>
                    </a:lnTo>
                    <a:lnTo>
                      <a:pt x="59" y="851"/>
                    </a:lnTo>
                    <a:lnTo>
                      <a:pt x="53" y="837"/>
                    </a:lnTo>
                    <a:lnTo>
                      <a:pt x="47" y="824"/>
                    </a:lnTo>
                    <a:lnTo>
                      <a:pt x="42" y="811"/>
                    </a:lnTo>
                    <a:lnTo>
                      <a:pt x="36" y="797"/>
                    </a:lnTo>
                    <a:lnTo>
                      <a:pt x="31" y="784"/>
                    </a:lnTo>
                    <a:lnTo>
                      <a:pt x="27" y="769"/>
                    </a:lnTo>
                    <a:lnTo>
                      <a:pt x="23" y="756"/>
                    </a:lnTo>
                    <a:lnTo>
                      <a:pt x="19" y="741"/>
                    </a:lnTo>
                    <a:lnTo>
                      <a:pt x="15" y="727"/>
                    </a:lnTo>
                    <a:lnTo>
                      <a:pt x="12" y="713"/>
                    </a:lnTo>
                    <a:lnTo>
                      <a:pt x="10" y="698"/>
                    </a:lnTo>
                    <a:lnTo>
                      <a:pt x="7" y="684"/>
                    </a:lnTo>
                    <a:lnTo>
                      <a:pt x="5" y="669"/>
                    </a:lnTo>
                    <a:lnTo>
                      <a:pt x="3" y="654"/>
                    </a:lnTo>
                    <a:lnTo>
                      <a:pt x="2" y="639"/>
                    </a:lnTo>
                    <a:lnTo>
                      <a:pt x="1" y="624"/>
                    </a:lnTo>
                    <a:lnTo>
                      <a:pt x="1" y="608"/>
                    </a:lnTo>
                    <a:lnTo>
                      <a:pt x="0" y="593"/>
                    </a:lnTo>
                    <a:lnTo>
                      <a:pt x="0" y="593"/>
                    </a:lnTo>
                    <a:lnTo>
                      <a:pt x="0" y="593"/>
                    </a:lnTo>
                    <a:lnTo>
                      <a:pt x="0" y="593"/>
                    </a:lnTo>
                    <a:lnTo>
                      <a:pt x="0" y="593"/>
                    </a:lnTo>
                    <a:lnTo>
                      <a:pt x="1" y="578"/>
                    </a:lnTo>
                    <a:lnTo>
                      <a:pt x="1" y="563"/>
                    </a:lnTo>
                    <a:lnTo>
                      <a:pt x="2" y="548"/>
                    </a:lnTo>
                    <a:lnTo>
                      <a:pt x="3" y="532"/>
                    </a:lnTo>
                    <a:lnTo>
                      <a:pt x="5" y="518"/>
                    </a:lnTo>
                    <a:lnTo>
                      <a:pt x="7" y="503"/>
                    </a:lnTo>
                    <a:lnTo>
                      <a:pt x="10" y="488"/>
                    </a:lnTo>
                    <a:lnTo>
                      <a:pt x="12" y="474"/>
                    </a:lnTo>
                    <a:lnTo>
                      <a:pt x="15" y="460"/>
                    </a:lnTo>
                    <a:lnTo>
                      <a:pt x="19" y="445"/>
                    </a:lnTo>
                    <a:lnTo>
                      <a:pt x="23" y="431"/>
                    </a:lnTo>
                    <a:lnTo>
                      <a:pt x="27" y="417"/>
                    </a:lnTo>
                    <a:lnTo>
                      <a:pt x="31" y="403"/>
                    </a:lnTo>
                    <a:lnTo>
                      <a:pt x="36" y="389"/>
                    </a:lnTo>
                    <a:lnTo>
                      <a:pt x="42" y="376"/>
                    </a:lnTo>
                    <a:lnTo>
                      <a:pt x="47" y="363"/>
                    </a:lnTo>
                    <a:lnTo>
                      <a:pt x="53" y="349"/>
                    </a:lnTo>
                    <a:lnTo>
                      <a:pt x="59" y="336"/>
                    </a:lnTo>
                    <a:lnTo>
                      <a:pt x="65" y="323"/>
                    </a:lnTo>
                    <a:lnTo>
                      <a:pt x="71" y="311"/>
                    </a:lnTo>
                    <a:lnTo>
                      <a:pt x="79" y="298"/>
                    </a:lnTo>
                    <a:lnTo>
                      <a:pt x="87" y="286"/>
                    </a:lnTo>
                    <a:lnTo>
                      <a:pt x="94" y="274"/>
                    </a:lnTo>
                    <a:lnTo>
                      <a:pt x="102" y="262"/>
                    </a:lnTo>
                    <a:lnTo>
                      <a:pt x="110" y="250"/>
                    </a:lnTo>
                    <a:lnTo>
                      <a:pt x="118" y="239"/>
                    </a:lnTo>
                    <a:lnTo>
                      <a:pt x="127" y="227"/>
                    </a:lnTo>
                    <a:lnTo>
                      <a:pt x="135" y="216"/>
                    </a:lnTo>
                    <a:lnTo>
                      <a:pt x="145" y="206"/>
                    </a:lnTo>
                    <a:lnTo>
                      <a:pt x="155" y="195"/>
                    </a:lnTo>
                    <a:lnTo>
                      <a:pt x="164" y="184"/>
                    </a:lnTo>
                    <a:lnTo>
                      <a:pt x="174" y="174"/>
                    </a:lnTo>
                    <a:lnTo>
                      <a:pt x="184" y="164"/>
                    </a:lnTo>
                    <a:lnTo>
                      <a:pt x="195" y="155"/>
                    </a:lnTo>
                    <a:lnTo>
                      <a:pt x="205" y="145"/>
                    </a:lnTo>
                    <a:lnTo>
                      <a:pt x="216" y="135"/>
                    </a:lnTo>
                    <a:lnTo>
                      <a:pt x="227" y="127"/>
                    </a:lnTo>
                    <a:lnTo>
                      <a:pt x="239" y="119"/>
                    </a:lnTo>
                    <a:lnTo>
                      <a:pt x="250" y="110"/>
                    </a:lnTo>
                    <a:lnTo>
                      <a:pt x="262" y="102"/>
                    </a:lnTo>
                    <a:lnTo>
                      <a:pt x="274" y="94"/>
                    </a:lnTo>
                    <a:lnTo>
                      <a:pt x="286" y="87"/>
                    </a:lnTo>
                    <a:lnTo>
                      <a:pt x="298" y="79"/>
                    </a:lnTo>
                    <a:lnTo>
                      <a:pt x="311" y="72"/>
                    </a:lnTo>
                    <a:lnTo>
                      <a:pt x="324" y="65"/>
                    </a:lnTo>
                    <a:lnTo>
                      <a:pt x="336" y="59"/>
                    </a:lnTo>
                    <a:lnTo>
                      <a:pt x="349" y="53"/>
                    </a:lnTo>
                    <a:lnTo>
                      <a:pt x="363" y="47"/>
                    </a:lnTo>
                    <a:lnTo>
                      <a:pt x="376" y="42"/>
                    </a:lnTo>
                    <a:lnTo>
                      <a:pt x="389" y="36"/>
                    </a:lnTo>
                    <a:lnTo>
                      <a:pt x="404" y="31"/>
                    </a:lnTo>
                    <a:lnTo>
                      <a:pt x="417" y="27"/>
                    </a:lnTo>
                    <a:lnTo>
                      <a:pt x="431" y="23"/>
                    </a:lnTo>
                    <a:lnTo>
                      <a:pt x="445" y="19"/>
                    </a:lnTo>
                    <a:lnTo>
                      <a:pt x="460" y="15"/>
                    </a:lnTo>
                    <a:lnTo>
                      <a:pt x="474" y="13"/>
                    </a:lnTo>
                    <a:lnTo>
                      <a:pt x="488" y="10"/>
                    </a:lnTo>
                    <a:lnTo>
                      <a:pt x="503" y="7"/>
                    </a:lnTo>
                    <a:lnTo>
                      <a:pt x="518" y="5"/>
                    </a:lnTo>
                    <a:lnTo>
                      <a:pt x="532" y="3"/>
                    </a:lnTo>
                    <a:lnTo>
                      <a:pt x="548" y="2"/>
                    </a:lnTo>
                    <a:lnTo>
                      <a:pt x="563" y="1"/>
                    </a:lnTo>
                    <a:lnTo>
                      <a:pt x="578" y="1"/>
                    </a:lnTo>
                    <a:lnTo>
                      <a:pt x="593" y="0"/>
                    </a:lnTo>
                    <a:lnTo>
                      <a:pt x="593" y="0"/>
                    </a:lnTo>
                    <a:lnTo>
                      <a:pt x="593" y="0"/>
                    </a:lnTo>
                    <a:lnTo>
                      <a:pt x="593" y="0"/>
                    </a:lnTo>
                    <a:close/>
                    <a:moveTo>
                      <a:pt x="593" y="219"/>
                    </a:moveTo>
                    <a:lnTo>
                      <a:pt x="593" y="219"/>
                    </a:lnTo>
                    <a:lnTo>
                      <a:pt x="593" y="219"/>
                    </a:lnTo>
                    <a:lnTo>
                      <a:pt x="584" y="219"/>
                    </a:lnTo>
                    <a:lnTo>
                      <a:pt x="574" y="219"/>
                    </a:lnTo>
                    <a:lnTo>
                      <a:pt x="564" y="220"/>
                    </a:lnTo>
                    <a:lnTo>
                      <a:pt x="555" y="221"/>
                    </a:lnTo>
                    <a:lnTo>
                      <a:pt x="545" y="222"/>
                    </a:lnTo>
                    <a:lnTo>
                      <a:pt x="536" y="223"/>
                    </a:lnTo>
                    <a:lnTo>
                      <a:pt x="527" y="225"/>
                    </a:lnTo>
                    <a:lnTo>
                      <a:pt x="518" y="227"/>
                    </a:lnTo>
                    <a:lnTo>
                      <a:pt x="508" y="228"/>
                    </a:lnTo>
                    <a:lnTo>
                      <a:pt x="500" y="231"/>
                    </a:lnTo>
                    <a:lnTo>
                      <a:pt x="491" y="233"/>
                    </a:lnTo>
                    <a:lnTo>
                      <a:pt x="482" y="235"/>
                    </a:lnTo>
                    <a:lnTo>
                      <a:pt x="473" y="239"/>
                    </a:lnTo>
                    <a:lnTo>
                      <a:pt x="464" y="242"/>
                    </a:lnTo>
                    <a:lnTo>
                      <a:pt x="456" y="245"/>
                    </a:lnTo>
                    <a:lnTo>
                      <a:pt x="448" y="248"/>
                    </a:lnTo>
                    <a:lnTo>
                      <a:pt x="439" y="251"/>
                    </a:lnTo>
                    <a:lnTo>
                      <a:pt x="431" y="255"/>
                    </a:lnTo>
                    <a:lnTo>
                      <a:pt x="423" y="259"/>
                    </a:lnTo>
                    <a:lnTo>
                      <a:pt x="415" y="264"/>
                    </a:lnTo>
                    <a:lnTo>
                      <a:pt x="407" y="268"/>
                    </a:lnTo>
                    <a:lnTo>
                      <a:pt x="399" y="273"/>
                    </a:lnTo>
                    <a:lnTo>
                      <a:pt x="392" y="278"/>
                    </a:lnTo>
                    <a:lnTo>
                      <a:pt x="384" y="283"/>
                    </a:lnTo>
                    <a:lnTo>
                      <a:pt x="376" y="288"/>
                    </a:lnTo>
                    <a:lnTo>
                      <a:pt x="369" y="293"/>
                    </a:lnTo>
                    <a:lnTo>
                      <a:pt x="362" y="299"/>
                    </a:lnTo>
                    <a:lnTo>
                      <a:pt x="356" y="304"/>
                    </a:lnTo>
                    <a:lnTo>
                      <a:pt x="348" y="310"/>
                    </a:lnTo>
                    <a:lnTo>
                      <a:pt x="341" y="316"/>
                    </a:lnTo>
                    <a:lnTo>
                      <a:pt x="335" y="322"/>
                    </a:lnTo>
                    <a:lnTo>
                      <a:pt x="328" y="328"/>
                    </a:lnTo>
                    <a:lnTo>
                      <a:pt x="322" y="335"/>
                    </a:lnTo>
                    <a:lnTo>
                      <a:pt x="316" y="342"/>
                    </a:lnTo>
                    <a:lnTo>
                      <a:pt x="310" y="348"/>
                    </a:lnTo>
                    <a:lnTo>
                      <a:pt x="304" y="355"/>
                    </a:lnTo>
                    <a:lnTo>
                      <a:pt x="299" y="362"/>
                    </a:lnTo>
                    <a:lnTo>
                      <a:pt x="293" y="369"/>
                    </a:lnTo>
                    <a:lnTo>
                      <a:pt x="288" y="376"/>
                    </a:lnTo>
                    <a:lnTo>
                      <a:pt x="283" y="383"/>
                    </a:lnTo>
                    <a:lnTo>
                      <a:pt x="278" y="391"/>
                    </a:lnTo>
                    <a:lnTo>
                      <a:pt x="273" y="399"/>
                    </a:lnTo>
                    <a:lnTo>
                      <a:pt x="268" y="407"/>
                    </a:lnTo>
                    <a:lnTo>
                      <a:pt x="264" y="415"/>
                    </a:lnTo>
                    <a:lnTo>
                      <a:pt x="260" y="423"/>
                    </a:lnTo>
                    <a:lnTo>
                      <a:pt x="256" y="431"/>
                    </a:lnTo>
                    <a:lnTo>
                      <a:pt x="252" y="439"/>
                    </a:lnTo>
                    <a:lnTo>
                      <a:pt x="248" y="448"/>
                    </a:lnTo>
                    <a:lnTo>
                      <a:pt x="245" y="456"/>
                    </a:lnTo>
                    <a:lnTo>
                      <a:pt x="242" y="464"/>
                    </a:lnTo>
                    <a:lnTo>
                      <a:pt x="239" y="473"/>
                    </a:lnTo>
                    <a:lnTo>
                      <a:pt x="236" y="482"/>
                    </a:lnTo>
                    <a:lnTo>
                      <a:pt x="233" y="491"/>
                    </a:lnTo>
                    <a:lnTo>
                      <a:pt x="231" y="500"/>
                    </a:lnTo>
                    <a:lnTo>
                      <a:pt x="228" y="509"/>
                    </a:lnTo>
                    <a:lnTo>
                      <a:pt x="227" y="518"/>
                    </a:lnTo>
                    <a:lnTo>
                      <a:pt x="224" y="527"/>
                    </a:lnTo>
                    <a:lnTo>
                      <a:pt x="223" y="536"/>
                    </a:lnTo>
                    <a:lnTo>
                      <a:pt x="222" y="546"/>
                    </a:lnTo>
                    <a:lnTo>
                      <a:pt x="221" y="555"/>
                    </a:lnTo>
                    <a:lnTo>
                      <a:pt x="220" y="564"/>
                    </a:lnTo>
                    <a:lnTo>
                      <a:pt x="219" y="574"/>
                    </a:lnTo>
                    <a:lnTo>
                      <a:pt x="219" y="584"/>
                    </a:lnTo>
                    <a:lnTo>
                      <a:pt x="219" y="593"/>
                    </a:lnTo>
                    <a:lnTo>
                      <a:pt x="219" y="593"/>
                    </a:lnTo>
                    <a:lnTo>
                      <a:pt x="219" y="593"/>
                    </a:lnTo>
                    <a:lnTo>
                      <a:pt x="219" y="593"/>
                    </a:lnTo>
                    <a:lnTo>
                      <a:pt x="219" y="593"/>
                    </a:lnTo>
                    <a:lnTo>
                      <a:pt x="219" y="603"/>
                    </a:lnTo>
                    <a:lnTo>
                      <a:pt x="219" y="612"/>
                    </a:lnTo>
                    <a:lnTo>
                      <a:pt x="220" y="622"/>
                    </a:lnTo>
                    <a:lnTo>
                      <a:pt x="221" y="632"/>
                    </a:lnTo>
                    <a:lnTo>
                      <a:pt x="222" y="641"/>
                    </a:lnTo>
                    <a:lnTo>
                      <a:pt x="223" y="650"/>
                    </a:lnTo>
                    <a:lnTo>
                      <a:pt x="224" y="660"/>
                    </a:lnTo>
                    <a:lnTo>
                      <a:pt x="227" y="669"/>
                    </a:lnTo>
                    <a:lnTo>
                      <a:pt x="228" y="678"/>
                    </a:lnTo>
                    <a:lnTo>
                      <a:pt x="231" y="687"/>
                    </a:lnTo>
                    <a:lnTo>
                      <a:pt x="233" y="696"/>
                    </a:lnTo>
                    <a:lnTo>
                      <a:pt x="236" y="704"/>
                    </a:lnTo>
                    <a:lnTo>
                      <a:pt x="239" y="713"/>
                    </a:lnTo>
                    <a:lnTo>
                      <a:pt x="242" y="722"/>
                    </a:lnTo>
                    <a:lnTo>
                      <a:pt x="245" y="731"/>
                    </a:lnTo>
                    <a:lnTo>
                      <a:pt x="248" y="739"/>
                    </a:lnTo>
                    <a:lnTo>
                      <a:pt x="252" y="748"/>
                    </a:lnTo>
                    <a:lnTo>
                      <a:pt x="256" y="756"/>
                    </a:lnTo>
                    <a:lnTo>
                      <a:pt x="260" y="764"/>
                    </a:lnTo>
                    <a:lnTo>
                      <a:pt x="264" y="772"/>
                    </a:lnTo>
                    <a:lnTo>
                      <a:pt x="268" y="780"/>
                    </a:lnTo>
                    <a:lnTo>
                      <a:pt x="273" y="788"/>
                    </a:lnTo>
                    <a:lnTo>
                      <a:pt x="278" y="795"/>
                    </a:lnTo>
                    <a:lnTo>
                      <a:pt x="283" y="803"/>
                    </a:lnTo>
                    <a:lnTo>
                      <a:pt x="288" y="810"/>
                    </a:lnTo>
                    <a:lnTo>
                      <a:pt x="293" y="817"/>
                    </a:lnTo>
                    <a:lnTo>
                      <a:pt x="299" y="824"/>
                    </a:lnTo>
                    <a:lnTo>
                      <a:pt x="304" y="832"/>
                    </a:lnTo>
                    <a:lnTo>
                      <a:pt x="310" y="838"/>
                    </a:lnTo>
                    <a:lnTo>
                      <a:pt x="316" y="845"/>
                    </a:lnTo>
                    <a:lnTo>
                      <a:pt x="322" y="852"/>
                    </a:lnTo>
                    <a:lnTo>
                      <a:pt x="328" y="858"/>
                    </a:lnTo>
                    <a:lnTo>
                      <a:pt x="337" y="866"/>
                    </a:lnTo>
                    <a:lnTo>
                      <a:pt x="345" y="874"/>
                    </a:lnTo>
                    <a:lnTo>
                      <a:pt x="354" y="881"/>
                    </a:lnTo>
                    <a:lnTo>
                      <a:pt x="363" y="888"/>
                    </a:lnTo>
                    <a:lnTo>
                      <a:pt x="372" y="896"/>
                    </a:lnTo>
                    <a:lnTo>
                      <a:pt x="382" y="903"/>
                    </a:lnTo>
                    <a:lnTo>
                      <a:pt x="392" y="908"/>
                    </a:lnTo>
                    <a:lnTo>
                      <a:pt x="402" y="915"/>
                    </a:lnTo>
                    <a:lnTo>
                      <a:pt x="412" y="921"/>
                    </a:lnTo>
                    <a:lnTo>
                      <a:pt x="422" y="927"/>
                    </a:lnTo>
                    <a:lnTo>
                      <a:pt x="432" y="932"/>
                    </a:lnTo>
                    <a:lnTo>
                      <a:pt x="444" y="936"/>
                    </a:lnTo>
                    <a:lnTo>
                      <a:pt x="454" y="941"/>
                    </a:lnTo>
                    <a:lnTo>
                      <a:pt x="465" y="945"/>
                    </a:lnTo>
                    <a:lnTo>
                      <a:pt x="476" y="949"/>
                    </a:lnTo>
                    <a:lnTo>
                      <a:pt x="488" y="952"/>
                    </a:lnTo>
                    <a:lnTo>
                      <a:pt x="496" y="941"/>
                    </a:lnTo>
                    <a:lnTo>
                      <a:pt x="484" y="938"/>
                    </a:lnTo>
                    <a:lnTo>
                      <a:pt x="473" y="934"/>
                    </a:lnTo>
                    <a:lnTo>
                      <a:pt x="462" y="930"/>
                    </a:lnTo>
                    <a:lnTo>
                      <a:pt x="452" y="925"/>
                    </a:lnTo>
                    <a:lnTo>
                      <a:pt x="440" y="921"/>
                    </a:lnTo>
                    <a:lnTo>
                      <a:pt x="431" y="916"/>
                    </a:lnTo>
                    <a:lnTo>
                      <a:pt x="420" y="910"/>
                    </a:lnTo>
                    <a:lnTo>
                      <a:pt x="410" y="904"/>
                    </a:lnTo>
                    <a:lnTo>
                      <a:pt x="400" y="899"/>
                    </a:lnTo>
                    <a:lnTo>
                      <a:pt x="391" y="892"/>
                    </a:lnTo>
                    <a:lnTo>
                      <a:pt x="381" y="886"/>
                    </a:lnTo>
                    <a:lnTo>
                      <a:pt x="372" y="879"/>
                    </a:lnTo>
                    <a:lnTo>
                      <a:pt x="364" y="872"/>
                    </a:lnTo>
                    <a:lnTo>
                      <a:pt x="355" y="864"/>
                    </a:lnTo>
                    <a:lnTo>
                      <a:pt x="346" y="856"/>
                    </a:lnTo>
                    <a:lnTo>
                      <a:pt x="338" y="848"/>
                    </a:lnTo>
                    <a:lnTo>
                      <a:pt x="332" y="843"/>
                    </a:lnTo>
                    <a:lnTo>
                      <a:pt x="326" y="836"/>
                    </a:lnTo>
                    <a:lnTo>
                      <a:pt x="320" y="830"/>
                    </a:lnTo>
                    <a:lnTo>
                      <a:pt x="315" y="823"/>
                    </a:lnTo>
                    <a:lnTo>
                      <a:pt x="309" y="816"/>
                    </a:lnTo>
                    <a:lnTo>
                      <a:pt x="304" y="809"/>
                    </a:lnTo>
                    <a:lnTo>
                      <a:pt x="299" y="802"/>
                    </a:lnTo>
                    <a:lnTo>
                      <a:pt x="294" y="795"/>
                    </a:lnTo>
                    <a:lnTo>
                      <a:pt x="289" y="788"/>
                    </a:lnTo>
                    <a:lnTo>
                      <a:pt x="284" y="780"/>
                    </a:lnTo>
                    <a:lnTo>
                      <a:pt x="280" y="773"/>
                    </a:lnTo>
                    <a:lnTo>
                      <a:pt x="276" y="765"/>
                    </a:lnTo>
                    <a:lnTo>
                      <a:pt x="272" y="758"/>
                    </a:lnTo>
                    <a:lnTo>
                      <a:pt x="268" y="750"/>
                    </a:lnTo>
                    <a:lnTo>
                      <a:pt x="264" y="742"/>
                    </a:lnTo>
                    <a:lnTo>
                      <a:pt x="260" y="734"/>
                    </a:lnTo>
                    <a:lnTo>
                      <a:pt x="257" y="726"/>
                    </a:lnTo>
                    <a:lnTo>
                      <a:pt x="254" y="717"/>
                    </a:lnTo>
                    <a:lnTo>
                      <a:pt x="252" y="709"/>
                    </a:lnTo>
                    <a:lnTo>
                      <a:pt x="248" y="700"/>
                    </a:lnTo>
                    <a:lnTo>
                      <a:pt x="246" y="692"/>
                    </a:lnTo>
                    <a:lnTo>
                      <a:pt x="244" y="684"/>
                    </a:lnTo>
                    <a:lnTo>
                      <a:pt x="241" y="675"/>
                    </a:lnTo>
                    <a:lnTo>
                      <a:pt x="240" y="666"/>
                    </a:lnTo>
                    <a:lnTo>
                      <a:pt x="238" y="657"/>
                    </a:lnTo>
                    <a:lnTo>
                      <a:pt x="236" y="648"/>
                    </a:lnTo>
                    <a:lnTo>
                      <a:pt x="235" y="640"/>
                    </a:lnTo>
                    <a:lnTo>
                      <a:pt x="234" y="630"/>
                    </a:lnTo>
                    <a:lnTo>
                      <a:pt x="233" y="621"/>
                    </a:lnTo>
                    <a:lnTo>
                      <a:pt x="232" y="612"/>
                    </a:lnTo>
                    <a:lnTo>
                      <a:pt x="232" y="603"/>
                    </a:lnTo>
                    <a:lnTo>
                      <a:pt x="232" y="593"/>
                    </a:lnTo>
                    <a:lnTo>
                      <a:pt x="232" y="593"/>
                    </a:lnTo>
                    <a:lnTo>
                      <a:pt x="232" y="593"/>
                    </a:lnTo>
                    <a:lnTo>
                      <a:pt x="232" y="593"/>
                    </a:lnTo>
                    <a:lnTo>
                      <a:pt x="232" y="593"/>
                    </a:lnTo>
                    <a:lnTo>
                      <a:pt x="232" y="584"/>
                    </a:lnTo>
                    <a:lnTo>
                      <a:pt x="232" y="575"/>
                    </a:lnTo>
                    <a:lnTo>
                      <a:pt x="233" y="565"/>
                    </a:lnTo>
                    <a:lnTo>
                      <a:pt x="234" y="556"/>
                    </a:lnTo>
                    <a:lnTo>
                      <a:pt x="235" y="548"/>
                    </a:lnTo>
                    <a:lnTo>
                      <a:pt x="236" y="538"/>
                    </a:lnTo>
                    <a:lnTo>
                      <a:pt x="238" y="529"/>
                    </a:lnTo>
                    <a:lnTo>
                      <a:pt x="240" y="520"/>
                    </a:lnTo>
                    <a:lnTo>
                      <a:pt x="241" y="512"/>
                    </a:lnTo>
                    <a:lnTo>
                      <a:pt x="244" y="503"/>
                    </a:lnTo>
                    <a:lnTo>
                      <a:pt x="246" y="495"/>
                    </a:lnTo>
                    <a:lnTo>
                      <a:pt x="248" y="486"/>
                    </a:lnTo>
                    <a:lnTo>
                      <a:pt x="252" y="478"/>
                    </a:lnTo>
                    <a:lnTo>
                      <a:pt x="254" y="469"/>
                    </a:lnTo>
                    <a:lnTo>
                      <a:pt x="257" y="461"/>
                    </a:lnTo>
                    <a:lnTo>
                      <a:pt x="260" y="452"/>
                    </a:lnTo>
                    <a:lnTo>
                      <a:pt x="264" y="444"/>
                    </a:lnTo>
                    <a:lnTo>
                      <a:pt x="268" y="437"/>
                    </a:lnTo>
                    <a:lnTo>
                      <a:pt x="272" y="429"/>
                    </a:lnTo>
                    <a:lnTo>
                      <a:pt x="276" y="421"/>
                    </a:lnTo>
                    <a:lnTo>
                      <a:pt x="280" y="413"/>
                    </a:lnTo>
                    <a:lnTo>
                      <a:pt x="284" y="406"/>
                    </a:lnTo>
                    <a:lnTo>
                      <a:pt x="289" y="399"/>
                    </a:lnTo>
                    <a:lnTo>
                      <a:pt x="294" y="391"/>
                    </a:lnTo>
                    <a:lnTo>
                      <a:pt x="299" y="384"/>
                    </a:lnTo>
                    <a:lnTo>
                      <a:pt x="304" y="377"/>
                    </a:lnTo>
                    <a:lnTo>
                      <a:pt x="309" y="371"/>
                    </a:lnTo>
                    <a:lnTo>
                      <a:pt x="315" y="363"/>
                    </a:lnTo>
                    <a:lnTo>
                      <a:pt x="320" y="357"/>
                    </a:lnTo>
                    <a:lnTo>
                      <a:pt x="326" y="351"/>
                    </a:lnTo>
                    <a:lnTo>
                      <a:pt x="332" y="344"/>
                    </a:lnTo>
                    <a:lnTo>
                      <a:pt x="338" y="338"/>
                    </a:lnTo>
                    <a:lnTo>
                      <a:pt x="344" y="331"/>
                    </a:lnTo>
                    <a:lnTo>
                      <a:pt x="351" y="326"/>
                    </a:lnTo>
                    <a:lnTo>
                      <a:pt x="357" y="320"/>
                    </a:lnTo>
                    <a:lnTo>
                      <a:pt x="364" y="315"/>
                    </a:lnTo>
                    <a:lnTo>
                      <a:pt x="370" y="309"/>
                    </a:lnTo>
                    <a:lnTo>
                      <a:pt x="377" y="303"/>
                    </a:lnTo>
                    <a:lnTo>
                      <a:pt x="384" y="299"/>
                    </a:lnTo>
                    <a:lnTo>
                      <a:pt x="392" y="294"/>
                    </a:lnTo>
                    <a:lnTo>
                      <a:pt x="399" y="289"/>
                    </a:lnTo>
                    <a:lnTo>
                      <a:pt x="406" y="284"/>
                    </a:lnTo>
                    <a:lnTo>
                      <a:pt x="413" y="280"/>
                    </a:lnTo>
                    <a:lnTo>
                      <a:pt x="421" y="276"/>
                    </a:lnTo>
                    <a:lnTo>
                      <a:pt x="429" y="271"/>
                    </a:lnTo>
                    <a:lnTo>
                      <a:pt x="437" y="267"/>
                    </a:lnTo>
                    <a:lnTo>
                      <a:pt x="444" y="264"/>
                    </a:lnTo>
                    <a:lnTo>
                      <a:pt x="452" y="260"/>
                    </a:lnTo>
                    <a:lnTo>
                      <a:pt x="461" y="257"/>
                    </a:lnTo>
                    <a:lnTo>
                      <a:pt x="469" y="254"/>
                    </a:lnTo>
                    <a:lnTo>
                      <a:pt x="477" y="251"/>
                    </a:lnTo>
                    <a:lnTo>
                      <a:pt x="486" y="248"/>
                    </a:lnTo>
                    <a:lnTo>
                      <a:pt x="494" y="246"/>
                    </a:lnTo>
                    <a:lnTo>
                      <a:pt x="503" y="243"/>
                    </a:lnTo>
                    <a:lnTo>
                      <a:pt x="512" y="241"/>
                    </a:lnTo>
                    <a:lnTo>
                      <a:pt x="520" y="239"/>
                    </a:lnTo>
                    <a:lnTo>
                      <a:pt x="529" y="238"/>
                    </a:lnTo>
                    <a:lnTo>
                      <a:pt x="538" y="236"/>
                    </a:lnTo>
                    <a:lnTo>
                      <a:pt x="548" y="235"/>
                    </a:lnTo>
                    <a:lnTo>
                      <a:pt x="556" y="234"/>
                    </a:lnTo>
                    <a:lnTo>
                      <a:pt x="565" y="233"/>
                    </a:lnTo>
                    <a:lnTo>
                      <a:pt x="575" y="232"/>
                    </a:lnTo>
                    <a:lnTo>
                      <a:pt x="584" y="232"/>
                    </a:lnTo>
                    <a:lnTo>
                      <a:pt x="593" y="232"/>
                    </a:lnTo>
                    <a:lnTo>
                      <a:pt x="593" y="232"/>
                    </a:lnTo>
                    <a:lnTo>
                      <a:pt x="593" y="232"/>
                    </a:lnTo>
                    <a:lnTo>
                      <a:pt x="593" y="232"/>
                    </a:lnTo>
                    <a:lnTo>
                      <a:pt x="593" y="232"/>
                    </a:lnTo>
                    <a:lnTo>
                      <a:pt x="603" y="232"/>
                    </a:lnTo>
                    <a:lnTo>
                      <a:pt x="612" y="232"/>
                    </a:lnTo>
                    <a:lnTo>
                      <a:pt x="621" y="233"/>
                    </a:lnTo>
                    <a:lnTo>
                      <a:pt x="630" y="234"/>
                    </a:lnTo>
                    <a:lnTo>
                      <a:pt x="639" y="235"/>
                    </a:lnTo>
                    <a:lnTo>
                      <a:pt x="649" y="236"/>
                    </a:lnTo>
                    <a:lnTo>
                      <a:pt x="657" y="238"/>
                    </a:lnTo>
                    <a:lnTo>
                      <a:pt x="666" y="239"/>
                    </a:lnTo>
                    <a:lnTo>
                      <a:pt x="675" y="241"/>
                    </a:lnTo>
                    <a:lnTo>
                      <a:pt x="684" y="243"/>
                    </a:lnTo>
                    <a:lnTo>
                      <a:pt x="693" y="246"/>
                    </a:lnTo>
                    <a:lnTo>
                      <a:pt x="701" y="248"/>
                    </a:lnTo>
                    <a:lnTo>
                      <a:pt x="709" y="251"/>
                    </a:lnTo>
                    <a:lnTo>
                      <a:pt x="717" y="254"/>
                    </a:lnTo>
                    <a:lnTo>
                      <a:pt x="726" y="257"/>
                    </a:lnTo>
                    <a:lnTo>
                      <a:pt x="733" y="260"/>
                    </a:lnTo>
                    <a:lnTo>
                      <a:pt x="742" y="264"/>
                    </a:lnTo>
                    <a:lnTo>
                      <a:pt x="750" y="267"/>
                    </a:lnTo>
                    <a:lnTo>
                      <a:pt x="757" y="271"/>
                    </a:lnTo>
                    <a:lnTo>
                      <a:pt x="765" y="276"/>
                    </a:lnTo>
                    <a:lnTo>
                      <a:pt x="773" y="280"/>
                    </a:lnTo>
                    <a:lnTo>
                      <a:pt x="781" y="284"/>
                    </a:lnTo>
                    <a:lnTo>
                      <a:pt x="788" y="289"/>
                    </a:lnTo>
                    <a:lnTo>
                      <a:pt x="795" y="294"/>
                    </a:lnTo>
                    <a:lnTo>
                      <a:pt x="802" y="299"/>
                    </a:lnTo>
                    <a:lnTo>
                      <a:pt x="809" y="303"/>
                    </a:lnTo>
                    <a:lnTo>
                      <a:pt x="817" y="309"/>
                    </a:lnTo>
                    <a:lnTo>
                      <a:pt x="823" y="315"/>
                    </a:lnTo>
                    <a:lnTo>
                      <a:pt x="829" y="320"/>
                    </a:lnTo>
                    <a:lnTo>
                      <a:pt x="836" y="326"/>
                    </a:lnTo>
                    <a:lnTo>
                      <a:pt x="842" y="331"/>
                    </a:lnTo>
                    <a:lnTo>
                      <a:pt x="849" y="338"/>
                    </a:lnTo>
                    <a:lnTo>
                      <a:pt x="855" y="344"/>
                    </a:lnTo>
                    <a:lnTo>
                      <a:pt x="861" y="351"/>
                    </a:lnTo>
                    <a:lnTo>
                      <a:pt x="866" y="357"/>
                    </a:lnTo>
                    <a:lnTo>
                      <a:pt x="872" y="363"/>
                    </a:lnTo>
                    <a:lnTo>
                      <a:pt x="877" y="371"/>
                    </a:lnTo>
                    <a:lnTo>
                      <a:pt x="883" y="377"/>
                    </a:lnTo>
                    <a:lnTo>
                      <a:pt x="888" y="384"/>
                    </a:lnTo>
                    <a:lnTo>
                      <a:pt x="893" y="391"/>
                    </a:lnTo>
                    <a:lnTo>
                      <a:pt x="897" y="399"/>
                    </a:lnTo>
                    <a:lnTo>
                      <a:pt x="902" y="406"/>
                    </a:lnTo>
                    <a:lnTo>
                      <a:pt x="906" y="413"/>
                    </a:lnTo>
                    <a:lnTo>
                      <a:pt x="911" y="421"/>
                    </a:lnTo>
                    <a:lnTo>
                      <a:pt x="915" y="429"/>
                    </a:lnTo>
                    <a:lnTo>
                      <a:pt x="919" y="437"/>
                    </a:lnTo>
                    <a:lnTo>
                      <a:pt x="923" y="444"/>
                    </a:lnTo>
                    <a:lnTo>
                      <a:pt x="926" y="452"/>
                    </a:lnTo>
                    <a:lnTo>
                      <a:pt x="929" y="461"/>
                    </a:lnTo>
                    <a:lnTo>
                      <a:pt x="933" y="469"/>
                    </a:lnTo>
                    <a:lnTo>
                      <a:pt x="936" y="478"/>
                    </a:lnTo>
                    <a:lnTo>
                      <a:pt x="938" y="486"/>
                    </a:lnTo>
                    <a:lnTo>
                      <a:pt x="941" y="495"/>
                    </a:lnTo>
                    <a:lnTo>
                      <a:pt x="943" y="503"/>
                    </a:lnTo>
                    <a:lnTo>
                      <a:pt x="945" y="512"/>
                    </a:lnTo>
                    <a:lnTo>
                      <a:pt x="947" y="520"/>
                    </a:lnTo>
                    <a:lnTo>
                      <a:pt x="949" y="529"/>
                    </a:lnTo>
                    <a:lnTo>
                      <a:pt x="950" y="538"/>
                    </a:lnTo>
                    <a:lnTo>
                      <a:pt x="952" y="548"/>
                    </a:lnTo>
                    <a:lnTo>
                      <a:pt x="953" y="556"/>
                    </a:lnTo>
                    <a:lnTo>
                      <a:pt x="953" y="565"/>
                    </a:lnTo>
                    <a:lnTo>
                      <a:pt x="954" y="575"/>
                    </a:lnTo>
                    <a:lnTo>
                      <a:pt x="954" y="584"/>
                    </a:lnTo>
                    <a:lnTo>
                      <a:pt x="954" y="593"/>
                    </a:lnTo>
                    <a:lnTo>
                      <a:pt x="954" y="593"/>
                    </a:lnTo>
                    <a:lnTo>
                      <a:pt x="954" y="593"/>
                    </a:lnTo>
                    <a:lnTo>
                      <a:pt x="954" y="593"/>
                    </a:lnTo>
                    <a:lnTo>
                      <a:pt x="954" y="593"/>
                    </a:lnTo>
                    <a:lnTo>
                      <a:pt x="954" y="603"/>
                    </a:lnTo>
                    <a:lnTo>
                      <a:pt x="954" y="612"/>
                    </a:lnTo>
                    <a:lnTo>
                      <a:pt x="953" y="621"/>
                    </a:lnTo>
                    <a:lnTo>
                      <a:pt x="953" y="630"/>
                    </a:lnTo>
                    <a:lnTo>
                      <a:pt x="952" y="640"/>
                    </a:lnTo>
                    <a:lnTo>
                      <a:pt x="950" y="648"/>
                    </a:lnTo>
                    <a:lnTo>
                      <a:pt x="949" y="657"/>
                    </a:lnTo>
                    <a:lnTo>
                      <a:pt x="947" y="666"/>
                    </a:lnTo>
                    <a:lnTo>
                      <a:pt x="945" y="675"/>
                    </a:lnTo>
                    <a:lnTo>
                      <a:pt x="943" y="684"/>
                    </a:lnTo>
                    <a:lnTo>
                      <a:pt x="941" y="692"/>
                    </a:lnTo>
                    <a:lnTo>
                      <a:pt x="938" y="700"/>
                    </a:lnTo>
                    <a:lnTo>
                      <a:pt x="936" y="709"/>
                    </a:lnTo>
                    <a:lnTo>
                      <a:pt x="933" y="717"/>
                    </a:lnTo>
                    <a:lnTo>
                      <a:pt x="929" y="726"/>
                    </a:lnTo>
                    <a:lnTo>
                      <a:pt x="926" y="734"/>
                    </a:lnTo>
                    <a:lnTo>
                      <a:pt x="923" y="742"/>
                    </a:lnTo>
                    <a:lnTo>
                      <a:pt x="919" y="750"/>
                    </a:lnTo>
                    <a:lnTo>
                      <a:pt x="915" y="758"/>
                    </a:lnTo>
                    <a:lnTo>
                      <a:pt x="911" y="765"/>
                    </a:lnTo>
                    <a:lnTo>
                      <a:pt x="906" y="773"/>
                    </a:lnTo>
                    <a:lnTo>
                      <a:pt x="902" y="780"/>
                    </a:lnTo>
                    <a:lnTo>
                      <a:pt x="897" y="788"/>
                    </a:lnTo>
                    <a:lnTo>
                      <a:pt x="893" y="795"/>
                    </a:lnTo>
                    <a:lnTo>
                      <a:pt x="888" y="802"/>
                    </a:lnTo>
                    <a:lnTo>
                      <a:pt x="883" y="809"/>
                    </a:lnTo>
                    <a:lnTo>
                      <a:pt x="877" y="816"/>
                    </a:lnTo>
                    <a:lnTo>
                      <a:pt x="872" y="823"/>
                    </a:lnTo>
                    <a:lnTo>
                      <a:pt x="866" y="830"/>
                    </a:lnTo>
                    <a:lnTo>
                      <a:pt x="861" y="836"/>
                    </a:lnTo>
                    <a:lnTo>
                      <a:pt x="855" y="843"/>
                    </a:lnTo>
                    <a:lnTo>
                      <a:pt x="849" y="848"/>
                    </a:lnTo>
                    <a:lnTo>
                      <a:pt x="841" y="856"/>
                    </a:lnTo>
                    <a:lnTo>
                      <a:pt x="832" y="864"/>
                    </a:lnTo>
                    <a:lnTo>
                      <a:pt x="823" y="872"/>
                    </a:lnTo>
                    <a:lnTo>
                      <a:pt x="814" y="879"/>
                    </a:lnTo>
                    <a:lnTo>
                      <a:pt x="805" y="886"/>
                    </a:lnTo>
                    <a:lnTo>
                      <a:pt x="796" y="892"/>
                    </a:lnTo>
                    <a:lnTo>
                      <a:pt x="786" y="899"/>
                    </a:lnTo>
                    <a:lnTo>
                      <a:pt x="777" y="904"/>
                    </a:lnTo>
                    <a:lnTo>
                      <a:pt x="766" y="910"/>
                    </a:lnTo>
                    <a:lnTo>
                      <a:pt x="756" y="916"/>
                    </a:lnTo>
                    <a:lnTo>
                      <a:pt x="745" y="921"/>
                    </a:lnTo>
                    <a:lnTo>
                      <a:pt x="735" y="925"/>
                    </a:lnTo>
                    <a:lnTo>
                      <a:pt x="725" y="930"/>
                    </a:lnTo>
                    <a:lnTo>
                      <a:pt x="713" y="934"/>
                    </a:lnTo>
                    <a:lnTo>
                      <a:pt x="702" y="938"/>
                    </a:lnTo>
                    <a:lnTo>
                      <a:pt x="691" y="941"/>
                    </a:lnTo>
                    <a:lnTo>
                      <a:pt x="699" y="952"/>
                    </a:lnTo>
                    <a:lnTo>
                      <a:pt x="710" y="949"/>
                    </a:lnTo>
                    <a:lnTo>
                      <a:pt x="721" y="945"/>
                    </a:lnTo>
                    <a:lnTo>
                      <a:pt x="733" y="941"/>
                    </a:lnTo>
                    <a:lnTo>
                      <a:pt x="743" y="936"/>
                    </a:lnTo>
                    <a:lnTo>
                      <a:pt x="754" y="932"/>
                    </a:lnTo>
                    <a:lnTo>
                      <a:pt x="765" y="927"/>
                    </a:lnTo>
                    <a:lnTo>
                      <a:pt x="775" y="921"/>
                    </a:lnTo>
                    <a:lnTo>
                      <a:pt x="785" y="915"/>
                    </a:lnTo>
                    <a:lnTo>
                      <a:pt x="795" y="909"/>
                    </a:lnTo>
                    <a:lnTo>
                      <a:pt x="805" y="903"/>
                    </a:lnTo>
                    <a:lnTo>
                      <a:pt x="814" y="896"/>
                    </a:lnTo>
                    <a:lnTo>
                      <a:pt x="823" y="888"/>
                    </a:lnTo>
                    <a:lnTo>
                      <a:pt x="833" y="881"/>
                    </a:lnTo>
                    <a:lnTo>
                      <a:pt x="841" y="874"/>
                    </a:lnTo>
                    <a:lnTo>
                      <a:pt x="850" y="866"/>
                    </a:lnTo>
                    <a:lnTo>
                      <a:pt x="858" y="858"/>
                    </a:lnTo>
                    <a:lnTo>
                      <a:pt x="865" y="852"/>
                    </a:lnTo>
                    <a:lnTo>
                      <a:pt x="871" y="845"/>
                    </a:lnTo>
                    <a:lnTo>
                      <a:pt x="877" y="838"/>
                    </a:lnTo>
                    <a:lnTo>
                      <a:pt x="882" y="832"/>
                    </a:lnTo>
                    <a:lnTo>
                      <a:pt x="888" y="824"/>
                    </a:lnTo>
                    <a:lnTo>
                      <a:pt x="893" y="817"/>
                    </a:lnTo>
                    <a:lnTo>
                      <a:pt x="898" y="810"/>
                    </a:lnTo>
                    <a:lnTo>
                      <a:pt x="904" y="803"/>
                    </a:lnTo>
                    <a:lnTo>
                      <a:pt x="909" y="795"/>
                    </a:lnTo>
                    <a:lnTo>
                      <a:pt x="913" y="788"/>
                    </a:lnTo>
                    <a:lnTo>
                      <a:pt x="918" y="780"/>
                    </a:lnTo>
                    <a:lnTo>
                      <a:pt x="923" y="772"/>
                    </a:lnTo>
                    <a:lnTo>
                      <a:pt x="927" y="764"/>
                    </a:lnTo>
                    <a:lnTo>
                      <a:pt x="931" y="756"/>
                    </a:lnTo>
                    <a:lnTo>
                      <a:pt x="935" y="748"/>
                    </a:lnTo>
                    <a:lnTo>
                      <a:pt x="938" y="739"/>
                    </a:lnTo>
                    <a:lnTo>
                      <a:pt x="941" y="731"/>
                    </a:lnTo>
                    <a:lnTo>
                      <a:pt x="945" y="722"/>
                    </a:lnTo>
                    <a:lnTo>
                      <a:pt x="948" y="713"/>
                    </a:lnTo>
                    <a:lnTo>
                      <a:pt x="951" y="704"/>
                    </a:lnTo>
                    <a:lnTo>
                      <a:pt x="953" y="696"/>
                    </a:lnTo>
                    <a:lnTo>
                      <a:pt x="956" y="687"/>
                    </a:lnTo>
                    <a:lnTo>
                      <a:pt x="958" y="678"/>
                    </a:lnTo>
                    <a:lnTo>
                      <a:pt x="960" y="669"/>
                    </a:lnTo>
                    <a:lnTo>
                      <a:pt x="961" y="660"/>
                    </a:lnTo>
                    <a:lnTo>
                      <a:pt x="964" y="650"/>
                    </a:lnTo>
                    <a:lnTo>
                      <a:pt x="965" y="641"/>
                    </a:lnTo>
                    <a:lnTo>
                      <a:pt x="965" y="632"/>
                    </a:lnTo>
                    <a:lnTo>
                      <a:pt x="967" y="622"/>
                    </a:lnTo>
                    <a:lnTo>
                      <a:pt x="967" y="612"/>
                    </a:lnTo>
                    <a:lnTo>
                      <a:pt x="968" y="603"/>
                    </a:lnTo>
                    <a:lnTo>
                      <a:pt x="968" y="593"/>
                    </a:lnTo>
                    <a:lnTo>
                      <a:pt x="968" y="593"/>
                    </a:lnTo>
                    <a:lnTo>
                      <a:pt x="968" y="593"/>
                    </a:lnTo>
                    <a:lnTo>
                      <a:pt x="968" y="593"/>
                    </a:lnTo>
                    <a:lnTo>
                      <a:pt x="968" y="593"/>
                    </a:lnTo>
                    <a:lnTo>
                      <a:pt x="968" y="584"/>
                    </a:lnTo>
                    <a:lnTo>
                      <a:pt x="967" y="574"/>
                    </a:lnTo>
                    <a:lnTo>
                      <a:pt x="967" y="564"/>
                    </a:lnTo>
                    <a:lnTo>
                      <a:pt x="965" y="555"/>
                    </a:lnTo>
                    <a:lnTo>
                      <a:pt x="965" y="546"/>
                    </a:lnTo>
                    <a:lnTo>
                      <a:pt x="964" y="536"/>
                    </a:lnTo>
                    <a:lnTo>
                      <a:pt x="961" y="527"/>
                    </a:lnTo>
                    <a:lnTo>
                      <a:pt x="960" y="518"/>
                    </a:lnTo>
                    <a:lnTo>
                      <a:pt x="958" y="509"/>
                    </a:lnTo>
                    <a:lnTo>
                      <a:pt x="956" y="500"/>
                    </a:lnTo>
                    <a:lnTo>
                      <a:pt x="953" y="491"/>
                    </a:lnTo>
                    <a:lnTo>
                      <a:pt x="951" y="482"/>
                    </a:lnTo>
                    <a:lnTo>
                      <a:pt x="948" y="473"/>
                    </a:lnTo>
                    <a:lnTo>
                      <a:pt x="945" y="464"/>
                    </a:lnTo>
                    <a:lnTo>
                      <a:pt x="941" y="456"/>
                    </a:lnTo>
                    <a:lnTo>
                      <a:pt x="938" y="448"/>
                    </a:lnTo>
                    <a:lnTo>
                      <a:pt x="935" y="439"/>
                    </a:lnTo>
                    <a:lnTo>
                      <a:pt x="931" y="431"/>
                    </a:lnTo>
                    <a:lnTo>
                      <a:pt x="927" y="423"/>
                    </a:lnTo>
                    <a:lnTo>
                      <a:pt x="923" y="415"/>
                    </a:lnTo>
                    <a:lnTo>
                      <a:pt x="918" y="407"/>
                    </a:lnTo>
                    <a:lnTo>
                      <a:pt x="913" y="399"/>
                    </a:lnTo>
                    <a:lnTo>
                      <a:pt x="909" y="391"/>
                    </a:lnTo>
                    <a:lnTo>
                      <a:pt x="904" y="383"/>
                    </a:lnTo>
                    <a:lnTo>
                      <a:pt x="898" y="376"/>
                    </a:lnTo>
                    <a:lnTo>
                      <a:pt x="893" y="369"/>
                    </a:lnTo>
                    <a:lnTo>
                      <a:pt x="888" y="362"/>
                    </a:lnTo>
                    <a:lnTo>
                      <a:pt x="882" y="355"/>
                    </a:lnTo>
                    <a:lnTo>
                      <a:pt x="877" y="348"/>
                    </a:lnTo>
                    <a:lnTo>
                      <a:pt x="871" y="342"/>
                    </a:lnTo>
                    <a:lnTo>
                      <a:pt x="865" y="335"/>
                    </a:lnTo>
                    <a:lnTo>
                      <a:pt x="858" y="328"/>
                    </a:lnTo>
                    <a:lnTo>
                      <a:pt x="852" y="322"/>
                    </a:lnTo>
                    <a:lnTo>
                      <a:pt x="845" y="316"/>
                    </a:lnTo>
                    <a:lnTo>
                      <a:pt x="838" y="310"/>
                    </a:lnTo>
                    <a:lnTo>
                      <a:pt x="832" y="304"/>
                    </a:lnTo>
                    <a:lnTo>
                      <a:pt x="825" y="299"/>
                    </a:lnTo>
                    <a:lnTo>
                      <a:pt x="817" y="293"/>
                    </a:lnTo>
                    <a:lnTo>
                      <a:pt x="810" y="288"/>
                    </a:lnTo>
                    <a:lnTo>
                      <a:pt x="803" y="283"/>
                    </a:lnTo>
                    <a:lnTo>
                      <a:pt x="795" y="278"/>
                    </a:lnTo>
                    <a:lnTo>
                      <a:pt x="787" y="273"/>
                    </a:lnTo>
                    <a:lnTo>
                      <a:pt x="780" y="268"/>
                    </a:lnTo>
                    <a:lnTo>
                      <a:pt x="772" y="264"/>
                    </a:lnTo>
                    <a:lnTo>
                      <a:pt x="764" y="259"/>
                    </a:lnTo>
                    <a:lnTo>
                      <a:pt x="756" y="255"/>
                    </a:lnTo>
                    <a:lnTo>
                      <a:pt x="748" y="251"/>
                    </a:lnTo>
                    <a:lnTo>
                      <a:pt x="739" y="248"/>
                    </a:lnTo>
                    <a:lnTo>
                      <a:pt x="731" y="245"/>
                    </a:lnTo>
                    <a:lnTo>
                      <a:pt x="722" y="242"/>
                    </a:lnTo>
                    <a:lnTo>
                      <a:pt x="713" y="239"/>
                    </a:lnTo>
                    <a:lnTo>
                      <a:pt x="705" y="235"/>
                    </a:lnTo>
                    <a:lnTo>
                      <a:pt x="696" y="233"/>
                    </a:lnTo>
                    <a:lnTo>
                      <a:pt x="687" y="231"/>
                    </a:lnTo>
                    <a:lnTo>
                      <a:pt x="678" y="228"/>
                    </a:lnTo>
                    <a:lnTo>
                      <a:pt x="669" y="227"/>
                    </a:lnTo>
                    <a:lnTo>
                      <a:pt x="660" y="225"/>
                    </a:lnTo>
                    <a:lnTo>
                      <a:pt x="650" y="223"/>
                    </a:lnTo>
                    <a:lnTo>
                      <a:pt x="641" y="222"/>
                    </a:lnTo>
                    <a:lnTo>
                      <a:pt x="632" y="221"/>
                    </a:lnTo>
                    <a:lnTo>
                      <a:pt x="622" y="220"/>
                    </a:lnTo>
                    <a:lnTo>
                      <a:pt x="613" y="219"/>
                    </a:lnTo>
                    <a:lnTo>
                      <a:pt x="603" y="219"/>
                    </a:lnTo>
                    <a:lnTo>
                      <a:pt x="593" y="219"/>
                    </a:lnTo>
                    <a:lnTo>
                      <a:pt x="593" y="219"/>
                    </a:lnTo>
                    <a:lnTo>
                      <a:pt x="593" y="219"/>
                    </a:lnTo>
                    <a:lnTo>
                      <a:pt x="593" y="219"/>
                    </a:lnTo>
                    <a:close/>
                    <a:moveTo>
                      <a:pt x="593" y="14"/>
                    </a:moveTo>
                    <a:lnTo>
                      <a:pt x="593" y="14"/>
                    </a:lnTo>
                    <a:lnTo>
                      <a:pt x="593" y="14"/>
                    </a:lnTo>
                    <a:lnTo>
                      <a:pt x="593" y="14"/>
                    </a:lnTo>
                    <a:lnTo>
                      <a:pt x="593" y="14"/>
                    </a:lnTo>
                    <a:lnTo>
                      <a:pt x="578" y="14"/>
                    </a:lnTo>
                    <a:lnTo>
                      <a:pt x="564" y="15"/>
                    </a:lnTo>
                    <a:lnTo>
                      <a:pt x="548" y="15"/>
                    </a:lnTo>
                    <a:lnTo>
                      <a:pt x="534" y="16"/>
                    </a:lnTo>
                    <a:lnTo>
                      <a:pt x="520" y="19"/>
                    </a:lnTo>
                    <a:lnTo>
                      <a:pt x="505" y="20"/>
                    </a:lnTo>
                    <a:lnTo>
                      <a:pt x="491" y="23"/>
                    </a:lnTo>
                    <a:lnTo>
                      <a:pt x="476" y="26"/>
                    </a:lnTo>
                    <a:lnTo>
                      <a:pt x="463" y="28"/>
                    </a:lnTo>
                    <a:lnTo>
                      <a:pt x="448" y="32"/>
                    </a:lnTo>
                    <a:lnTo>
                      <a:pt x="435" y="35"/>
                    </a:lnTo>
                    <a:lnTo>
                      <a:pt x="421" y="40"/>
                    </a:lnTo>
                    <a:lnTo>
                      <a:pt x="408" y="44"/>
                    </a:lnTo>
                    <a:lnTo>
                      <a:pt x="394" y="49"/>
                    </a:lnTo>
                    <a:lnTo>
                      <a:pt x="381" y="54"/>
                    </a:lnTo>
                    <a:lnTo>
                      <a:pt x="368" y="59"/>
                    </a:lnTo>
                    <a:lnTo>
                      <a:pt x="355" y="65"/>
                    </a:lnTo>
                    <a:lnTo>
                      <a:pt x="342" y="71"/>
                    </a:lnTo>
                    <a:lnTo>
                      <a:pt x="329" y="77"/>
                    </a:lnTo>
                    <a:lnTo>
                      <a:pt x="317" y="83"/>
                    </a:lnTo>
                    <a:lnTo>
                      <a:pt x="305" y="91"/>
                    </a:lnTo>
                    <a:lnTo>
                      <a:pt x="292" y="98"/>
                    </a:lnTo>
                    <a:lnTo>
                      <a:pt x="281" y="105"/>
                    </a:lnTo>
                    <a:lnTo>
                      <a:pt x="269" y="113"/>
                    </a:lnTo>
                    <a:lnTo>
                      <a:pt x="258" y="120"/>
                    </a:lnTo>
                    <a:lnTo>
                      <a:pt x="247" y="129"/>
                    </a:lnTo>
                    <a:lnTo>
                      <a:pt x="236" y="137"/>
                    </a:lnTo>
                    <a:lnTo>
                      <a:pt x="224" y="146"/>
                    </a:lnTo>
                    <a:lnTo>
                      <a:pt x="214" y="155"/>
                    </a:lnTo>
                    <a:lnTo>
                      <a:pt x="203" y="164"/>
                    </a:lnTo>
                    <a:lnTo>
                      <a:pt x="193" y="174"/>
                    </a:lnTo>
                    <a:lnTo>
                      <a:pt x="183" y="183"/>
                    </a:lnTo>
                    <a:lnTo>
                      <a:pt x="174" y="194"/>
                    </a:lnTo>
                    <a:lnTo>
                      <a:pt x="164" y="203"/>
                    </a:lnTo>
                    <a:lnTo>
                      <a:pt x="155" y="214"/>
                    </a:lnTo>
                    <a:lnTo>
                      <a:pt x="146" y="224"/>
                    </a:lnTo>
                    <a:lnTo>
                      <a:pt x="137" y="235"/>
                    </a:lnTo>
                    <a:lnTo>
                      <a:pt x="129" y="247"/>
                    </a:lnTo>
                    <a:lnTo>
                      <a:pt x="120" y="258"/>
                    </a:lnTo>
                    <a:lnTo>
                      <a:pt x="112" y="269"/>
                    </a:lnTo>
                    <a:lnTo>
                      <a:pt x="105" y="281"/>
                    </a:lnTo>
                    <a:lnTo>
                      <a:pt x="98" y="292"/>
                    </a:lnTo>
                    <a:lnTo>
                      <a:pt x="91" y="305"/>
                    </a:lnTo>
                    <a:lnTo>
                      <a:pt x="83" y="317"/>
                    </a:lnTo>
                    <a:lnTo>
                      <a:pt x="77" y="330"/>
                    </a:lnTo>
                    <a:lnTo>
                      <a:pt x="71" y="342"/>
                    </a:lnTo>
                    <a:lnTo>
                      <a:pt x="65" y="355"/>
                    </a:lnTo>
                    <a:lnTo>
                      <a:pt x="59" y="367"/>
                    </a:lnTo>
                    <a:lnTo>
                      <a:pt x="54" y="381"/>
                    </a:lnTo>
                    <a:lnTo>
                      <a:pt x="49" y="394"/>
                    </a:lnTo>
                    <a:lnTo>
                      <a:pt x="44" y="408"/>
                    </a:lnTo>
                    <a:lnTo>
                      <a:pt x="39" y="421"/>
                    </a:lnTo>
                    <a:lnTo>
                      <a:pt x="35" y="435"/>
                    </a:lnTo>
                    <a:lnTo>
                      <a:pt x="32" y="448"/>
                    </a:lnTo>
                    <a:lnTo>
                      <a:pt x="28" y="463"/>
                    </a:lnTo>
                    <a:lnTo>
                      <a:pt x="25" y="476"/>
                    </a:lnTo>
                    <a:lnTo>
                      <a:pt x="23" y="491"/>
                    </a:lnTo>
                    <a:lnTo>
                      <a:pt x="20" y="505"/>
                    </a:lnTo>
                    <a:lnTo>
                      <a:pt x="18" y="520"/>
                    </a:lnTo>
                    <a:lnTo>
                      <a:pt x="16" y="534"/>
                    </a:lnTo>
                    <a:lnTo>
                      <a:pt x="15" y="548"/>
                    </a:lnTo>
                    <a:lnTo>
                      <a:pt x="15" y="564"/>
                    </a:lnTo>
                    <a:lnTo>
                      <a:pt x="14" y="578"/>
                    </a:lnTo>
                    <a:lnTo>
                      <a:pt x="14" y="593"/>
                    </a:lnTo>
                    <a:lnTo>
                      <a:pt x="14" y="593"/>
                    </a:lnTo>
                    <a:lnTo>
                      <a:pt x="14" y="593"/>
                    </a:lnTo>
                    <a:lnTo>
                      <a:pt x="14" y="593"/>
                    </a:lnTo>
                    <a:lnTo>
                      <a:pt x="14" y="593"/>
                    </a:lnTo>
                    <a:lnTo>
                      <a:pt x="14" y="608"/>
                    </a:lnTo>
                    <a:lnTo>
                      <a:pt x="15" y="623"/>
                    </a:lnTo>
                    <a:lnTo>
                      <a:pt x="15" y="638"/>
                    </a:lnTo>
                    <a:lnTo>
                      <a:pt x="16" y="652"/>
                    </a:lnTo>
                    <a:lnTo>
                      <a:pt x="18" y="667"/>
                    </a:lnTo>
                    <a:lnTo>
                      <a:pt x="20" y="682"/>
                    </a:lnTo>
                    <a:lnTo>
                      <a:pt x="23" y="696"/>
                    </a:lnTo>
                    <a:lnTo>
                      <a:pt x="25" y="710"/>
                    </a:lnTo>
                    <a:lnTo>
                      <a:pt x="28" y="724"/>
                    </a:lnTo>
                    <a:lnTo>
                      <a:pt x="32" y="738"/>
                    </a:lnTo>
                    <a:lnTo>
                      <a:pt x="35" y="752"/>
                    </a:lnTo>
                    <a:lnTo>
                      <a:pt x="40" y="765"/>
                    </a:lnTo>
                    <a:lnTo>
                      <a:pt x="44" y="779"/>
                    </a:lnTo>
                    <a:lnTo>
                      <a:pt x="49" y="792"/>
                    </a:lnTo>
                    <a:lnTo>
                      <a:pt x="54" y="806"/>
                    </a:lnTo>
                    <a:lnTo>
                      <a:pt x="59" y="819"/>
                    </a:lnTo>
                    <a:lnTo>
                      <a:pt x="65" y="832"/>
                    </a:lnTo>
                    <a:lnTo>
                      <a:pt x="71" y="844"/>
                    </a:lnTo>
                    <a:lnTo>
                      <a:pt x="77" y="857"/>
                    </a:lnTo>
                    <a:lnTo>
                      <a:pt x="83" y="869"/>
                    </a:lnTo>
                    <a:lnTo>
                      <a:pt x="91" y="882"/>
                    </a:lnTo>
                    <a:lnTo>
                      <a:pt x="98" y="894"/>
                    </a:lnTo>
                    <a:lnTo>
                      <a:pt x="105" y="906"/>
                    </a:lnTo>
                    <a:lnTo>
                      <a:pt x="112" y="917"/>
                    </a:lnTo>
                    <a:lnTo>
                      <a:pt x="120" y="928"/>
                    </a:lnTo>
                    <a:lnTo>
                      <a:pt x="129" y="940"/>
                    </a:lnTo>
                    <a:lnTo>
                      <a:pt x="137" y="951"/>
                    </a:lnTo>
                    <a:lnTo>
                      <a:pt x="146" y="962"/>
                    </a:lnTo>
                    <a:lnTo>
                      <a:pt x="155" y="972"/>
                    </a:lnTo>
                    <a:lnTo>
                      <a:pt x="164" y="983"/>
                    </a:lnTo>
                    <a:lnTo>
                      <a:pt x="174" y="993"/>
                    </a:lnTo>
                    <a:lnTo>
                      <a:pt x="183" y="1003"/>
                    </a:lnTo>
                    <a:lnTo>
                      <a:pt x="193" y="1012"/>
                    </a:lnTo>
                    <a:lnTo>
                      <a:pt x="203" y="1022"/>
                    </a:lnTo>
                    <a:lnTo>
                      <a:pt x="214" y="1032"/>
                    </a:lnTo>
                    <a:lnTo>
                      <a:pt x="224" y="1040"/>
                    </a:lnTo>
                    <a:lnTo>
                      <a:pt x="236" y="1049"/>
                    </a:lnTo>
                    <a:lnTo>
                      <a:pt x="247" y="1058"/>
                    </a:lnTo>
                    <a:lnTo>
                      <a:pt x="258" y="1066"/>
                    </a:lnTo>
                    <a:lnTo>
                      <a:pt x="269" y="1074"/>
                    </a:lnTo>
                    <a:lnTo>
                      <a:pt x="281" y="1081"/>
                    </a:lnTo>
                    <a:lnTo>
                      <a:pt x="292" y="1089"/>
                    </a:lnTo>
                    <a:lnTo>
                      <a:pt x="305" y="1096"/>
                    </a:lnTo>
                    <a:lnTo>
                      <a:pt x="317" y="1103"/>
                    </a:lnTo>
                    <a:lnTo>
                      <a:pt x="329" y="1109"/>
                    </a:lnTo>
                    <a:lnTo>
                      <a:pt x="342" y="1116"/>
                    </a:lnTo>
                    <a:lnTo>
                      <a:pt x="355" y="1121"/>
                    </a:lnTo>
                    <a:lnTo>
                      <a:pt x="368" y="1127"/>
                    </a:lnTo>
                    <a:lnTo>
                      <a:pt x="381" y="1133"/>
                    </a:lnTo>
                    <a:lnTo>
                      <a:pt x="394" y="1138"/>
                    </a:lnTo>
                    <a:lnTo>
                      <a:pt x="408" y="1142"/>
                    </a:lnTo>
                    <a:lnTo>
                      <a:pt x="421" y="1147"/>
                    </a:lnTo>
                    <a:lnTo>
                      <a:pt x="435" y="1151"/>
                    </a:lnTo>
                    <a:lnTo>
                      <a:pt x="448" y="1155"/>
                    </a:lnTo>
                    <a:lnTo>
                      <a:pt x="463" y="1158"/>
                    </a:lnTo>
                    <a:lnTo>
                      <a:pt x="476" y="1161"/>
                    </a:lnTo>
                    <a:lnTo>
                      <a:pt x="491" y="1164"/>
                    </a:lnTo>
                    <a:lnTo>
                      <a:pt x="505" y="1166"/>
                    </a:lnTo>
                    <a:lnTo>
                      <a:pt x="520" y="1169"/>
                    </a:lnTo>
                    <a:lnTo>
                      <a:pt x="534" y="1170"/>
                    </a:lnTo>
                    <a:lnTo>
                      <a:pt x="548" y="1171"/>
                    </a:lnTo>
                    <a:lnTo>
                      <a:pt x="564" y="1172"/>
                    </a:lnTo>
                    <a:lnTo>
                      <a:pt x="578" y="1173"/>
                    </a:lnTo>
                    <a:lnTo>
                      <a:pt x="593" y="1173"/>
                    </a:lnTo>
                    <a:lnTo>
                      <a:pt x="593" y="1173"/>
                    </a:lnTo>
                    <a:lnTo>
                      <a:pt x="593" y="1173"/>
                    </a:lnTo>
                    <a:lnTo>
                      <a:pt x="593" y="1173"/>
                    </a:lnTo>
                    <a:lnTo>
                      <a:pt x="593" y="1173"/>
                    </a:lnTo>
                    <a:lnTo>
                      <a:pt x="609" y="1173"/>
                    </a:lnTo>
                    <a:lnTo>
                      <a:pt x="623" y="1172"/>
                    </a:lnTo>
                    <a:lnTo>
                      <a:pt x="638" y="1171"/>
                    </a:lnTo>
                    <a:lnTo>
                      <a:pt x="653" y="1170"/>
                    </a:lnTo>
                    <a:lnTo>
                      <a:pt x="667" y="1169"/>
                    </a:lnTo>
                    <a:lnTo>
                      <a:pt x="681" y="1166"/>
                    </a:lnTo>
                    <a:lnTo>
                      <a:pt x="696" y="1164"/>
                    </a:lnTo>
                    <a:lnTo>
                      <a:pt x="710" y="1161"/>
                    </a:lnTo>
                    <a:lnTo>
                      <a:pt x="725" y="1158"/>
                    </a:lnTo>
                    <a:lnTo>
                      <a:pt x="738" y="1155"/>
                    </a:lnTo>
                    <a:lnTo>
                      <a:pt x="752" y="1151"/>
                    </a:lnTo>
                    <a:lnTo>
                      <a:pt x="765" y="1147"/>
                    </a:lnTo>
                    <a:lnTo>
                      <a:pt x="779" y="1142"/>
                    </a:lnTo>
                    <a:lnTo>
                      <a:pt x="793" y="1138"/>
                    </a:lnTo>
                    <a:lnTo>
                      <a:pt x="806" y="1133"/>
                    </a:lnTo>
                    <a:lnTo>
                      <a:pt x="819" y="1127"/>
                    </a:lnTo>
                    <a:lnTo>
                      <a:pt x="832" y="1121"/>
                    </a:lnTo>
                    <a:lnTo>
                      <a:pt x="845" y="1116"/>
                    </a:lnTo>
                    <a:lnTo>
                      <a:pt x="857" y="1109"/>
                    </a:lnTo>
                    <a:lnTo>
                      <a:pt x="869" y="1103"/>
                    </a:lnTo>
                    <a:lnTo>
                      <a:pt x="882" y="1096"/>
                    </a:lnTo>
                    <a:lnTo>
                      <a:pt x="893" y="1089"/>
                    </a:lnTo>
                    <a:lnTo>
                      <a:pt x="905" y="1081"/>
                    </a:lnTo>
                    <a:lnTo>
                      <a:pt x="917" y="1074"/>
                    </a:lnTo>
                    <a:lnTo>
                      <a:pt x="929" y="1066"/>
                    </a:lnTo>
                    <a:lnTo>
                      <a:pt x="940" y="1058"/>
                    </a:lnTo>
                    <a:lnTo>
                      <a:pt x="951" y="1049"/>
                    </a:lnTo>
                    <a:lnTo>
                      <a:pt x="961" y="1040"/>
                    </a:lnTo>
                    <a:lnTo>
                      <a:pt x="973" y="1032"/>
                    </a:lnTo>
                    <a:lnTo>
                      <a:pt x="983" y="1022"/>
                    </a:lnTo>
                    <a:lnTo>
                      <a:pt x="994" y="1012"/>
                    </a:lnTo>
                    <a:lnTo>
                      <a:pt x="1003" y="1003"/>
                    </a:lnTo>
                    <a:lnTo>
                      <a:pt x="1013" y="993"/>
                    </a:lnTo>
                    <a:lnTo>
                      <a:pt x="1022" y="983"/>
                    </a:lnTo>
                    <a:lnTo>
                      <a:pt x="1032" y="972"/>
                    </a:lnTo>
                    <a:lnTo>
                      <a:pt x="1041" y="962"/>
                    </a:lnTo>
                    <a:lnTo>
                      <a:pt x="1050" y="951"/>
                    </a:lnTo>
                    <a:lnTo>
                      <a:pt x="1058" y="940"/>
                    </a:lnTo>
                    <a:lnTo>
                      <a:pt x="1066" y="928"/>
                    </a:lnTo>
                    <a:lnTo>
                      <a:pt x="1074" y="917"/>
                    </a:lnTo>
                    <a:lnTo>
                      <a:pt x="1082" y="906"/>
                    </a:lnTo>
                    <a:lnTo>
                      <a:pt x="1089" y="894"/>
                    </a:lnTo>
                    <a:lnTo>
                      <a:pt x="1096" y="882"/>
                    </a:lnTo>
                    <a:lnTo>
                      <a:pt x="1103" y="869"/>
                    </a:lnTo>
                    <a:lnTo>
                      <a:pt x="1110" y="857"/>
                    </a:lnTo>
                    <a:lnTo>
                      <a:pt x="1116" y="844"/>
                    </a:lnTo>
                    <a:lnTo>
                      <a:pt x="1122" y="832"/>
                    </a:lnTo>
                    <a:lnTo>
                      <a:pt x="1127" y="819"/>
                    </a:lnTo>
                    <a:lnTo>
                      <a:pt x="1133" y="806"/>
                    </a:lnTo>
                    <a:lnTo>
                      <a:pt x="1138" y="792"/>
                    </a:lnTo>
                    <a:lnTo>
                      <a:pt x="1142" y="779"/>
                    </a:lnTo>
                    <a:lnTo>
                      <a:pt x="1147" y="765"/>
                    </a:lnTo>
                    <a:lnTo>
                      <a:pt x="1151" y="752"/>
                    </a:lnTo>
                    <a:lnTo>
                      <a:pt x="1154" y="738"/>
                    </a:lnTo>
                    <a:lnTo>
                      <a:pt x="1158" y="724"/>
                    </a:lnTo>
                    <a:lnTo>
                      <a:pt x="1162" y="710"/>
                    </a:lnTo>
                    <a:lnTo>
                      <a:pt x="1164" y="696"/>
                    </a:lnTo>
                    <a:lnTo>
                      <a:pt x="1166" y="682"/>
                    </a:lnTo>
                    <a:lnTo>
                      <a:pt x="1168" y="667"/>
                    </a:lnTo>
                    <a:lnTo>
                      <a:pt x="1170" y="652"/>
                    </a:lnTo>
                    <a:lnTo>
                      <a:pt x="1171" y="638"/>
                    </a:lnTo>
                    <a:lnTo>
                      <a:pt x="1172" y="623"/>
                    </a:lnTo>
                    <a:lnTo>
                      <a:pt x="1173" y="608"/>
                    </a:lnTo>
                    <a:lnTo>
                      <a:pt x="1173" y="593"/>
                    </a:lnTo>
                    <a:lnTo>
                      <a:pt x="1173" y="593"/>
                    </a:lnTo>
                    <a:lnTo>
                      <a:pt x="1173" y="593"/>
                    </a:lnTo>
                    <a:lnTo>
                      <a:pt x="1173" y="593"/>
                    </a:lnTo>
                    <a:lnTo>
                      <a:pt x="1173" y="593"/>
                    </a:lnTo>
                    <a:lnTo>
                      <a:pt x="1173" y="578"/>
                    </a:lnTo>
                    <a:lnTo>
                      <a:pt x="1172" y="564"/>
                    </a:lnTo>
                    <a:lnTo>
                      <a:pt x="1171" y="548"/>
                    </a:lnTo>
                    <a:lnTo>
                      <a:pt x="1170" y="534"/>
                    </a:lnTo>
                    <a:lnTo>
                      <a:pt x="1168" y="520"/>
                    </a:lnTo>
                    <a:lnTo>
                      <a:pt x="1166" y="505"/>
                    </a:lnTo>
                    <a:lnTo>
                      <a:pt x="1164" y="491"/>
                    </a:lnTo>
                    <a:lnTo>
                      <a:pt x="1162" y="476"/>
                    </a:lnTo>
                    <a:lnTo>
                      <a:pt x="1158" y="463"/>
                    </a:lnTo>
                    <a:lnTo>
                      <a:pt x="1154" y="448"/>
                    </a:lnTo>
                    <a:lnTo>
                      <a:pt x="1151" y="435"/>
                    </a:lnTo>
                    <a:lnTo>
                      <a:pt x="1147" y="421"/>
                    </a:lnTo>
                    <a:lnTo>
                      <a:pt x="1142" y="408"/>
                    </a:lnTo>
                    <a:lnTo>
                      <a:pt x="1138" y="394"/>
                    </a:lnTo>
                    <a:lnTo>
                      <a:pt x="1133" y="381"/>
                    </a:lnTo>
                    <a:lnTo>
                      <a:pt x="1127" y="367"/>
                    </a:lnTo>
                    <a:lnTo>
                      <a:pt x="1122" y="355"/>
                    </a:lnTo>
                    <a:lnTo>
                      <a:pt x="1116" y="342"/>
                    </a:lnTo>
                    <a:lnTo>
                      <a:pt x="1110" y="330"/>
                    </a:lnTo>
                    <a:lnTo>
                      <a:pt x="1103" y="317"/>
                    </a:lnTo>
                    <a:lnTo>
                      <a:pt x="1096" y="305"/>
                    </a:lnTo>
                    <a:lnTo>
                      <a:pt x="1089" y="292"/>
                    </a:lnTo>
                    <a:lnTo>
                      <a:pt x="1082" y="281"/>
                    </a:lnTo>
                    <a:lnTo>
                      <a:pt x="1074" y="269"/>
                    </a:lnTo>
                    <a:lnTo>
                      <a:pt x="1066" y="258"/>
                    </a:lnTo>
                    <a:lnTo>
                      <a:pt x="1058" y="247"/>
                    </a:lnTo>
                    <a:lnTo>
                      <a:pt x="1050" y="235"/>
                    </a:lnTo>
                    <a:lnTo>
                      <a:pt x="1041" y="224"/>
                    </a:lnTo>
                    <a:lnTo>
                      <a:pt x="1032" y="214"/>
                    </a:lnTo>
                    <a:lnTo>
                      <a:pt x="1022" y="203"/>
                    </a:lnTo>
                    <a:lnTo>
                      <a:pt x="1013" y="194"/>
                    </a:lnTo>
                    <a:lnTo>
                      <a:pt x="1003" y="183"/>
                    </a:lnTo>
                    <a:lnTo>
                      <a:pt x="994" y="174"/>
                    </a:lnTo>
                    <a:lnTo>
                      <a:pt x="983" y="164"/>
                    </a:lnTo>
                    <a:lnTo>
                      <a:pt x="973" y="155"/>
                    </a:lnTo>
                    <a:lnTo>
                      <a:pt x="961" y="146"/>
                    </a:lnTo>
                    <a:lnTo>
                      <a:pt x="951" y="137"/>
                    </a:lnTo>
                    <a:lnTo>
                      <a:pt x="940" y="129"/>
                    </a:lnTo>
                    <a:lnTo>
                      <a:pt x="929" y="120"/>
                    </a:lnTo>
                    <a:lnTo>
                      <a:pt x="917" y="113"/>
                    </a:lnTo>
                    <a:lnTo>
                      <a:pt x="905" y="105"/>
                    </a:lnTo>
                    <a:lnTo>
                      <a:pt x="893" y="98"/>
                    </a:lnTo>
                    <a:lnTo>
                      <a:pt x="882" y="91"/>
                    </a:lnTo>
                    <a:lnTo>
                      <a:pt x="869" y="83"/>
                    </a:lnTo>
                    <a:lnTo>
                      <a:pt x="857" y="77"/>
                    </a:lnTo>
                    <a:lnTo>
                      <a:pt x="845" y="71"/>
                    </a:lnTo>
                    <a:lnTo>
                      <a:pt x="832" y="65"/>
                    </a:lnTo>
                    <a:lnTo>
                      <a:pt x="819" y="59"/>
                    </a:lnTo>
                    <a:lnTo>
                      <a:pt x="806" y="54"/>
                    </a:lnTo>
                    <a:lnTo>
                      <a:pt x="793" y="49"/>
                    </a:lnTo>
                    <a:lnTo>
                      <a:pt x="779" y="44"/>
                    </a:lnTo>
                    <a:lnTo>
                      <a:pt x="765" y="40"/>
                    </a:lnTo>
                    <a:lnTo>
                      <a:pt x="752" y="35"/>
                    </a:lnTo>
                    <a:lnTo>
                      <a:pt x="738" y="32"/>
                    </a:lnTo>
                    <a:lnTo>
                      <a:pt x="725" y="28"/>
                    </a:lnTo>
                    <a:lnTo>
                      <a:pt x="710" y="26"/>
                    </a:lnTo>
                    <a:lnTo>
                      <a:pt x="696" y="23"/>
                    </a:lnTo>
                    <a:lnTo>
                      <a:pt x="681" y="20"/>
                    </a:lnTo>
                    <a:lnTo>
                      <a:pt x="667" y="19"/>
                    </a:lnTo>
                    <a:lnTo>
                      <a:pt x="653" y="16"/>
                    </a:lnTo>
                    <a:lnTo>
                      <a:pt x="638" y="15"/>
                    </a:lnTo>
                    <a:lnTo>
                      <a:pt x="623" y="15"/>
                    </a:lnTo>
                    <a:lnTo>
                      <a:pt x="609" y="14"/>
                    </a:lnTo>
                    <a:lnTo>
                      <a:pt x="593" y="1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9" name="íŝ1íḑe"/>
              <p:cNvSpPr/>
              <p:nvPr userDrawn="1"/>
            </p:nvSpPr>
            <p:spPr bwMode="auto">
              <a:xfrm>
                <a:off x="2636838" y="3000376"/>
                <a:ext cx="433388" cy="309563"/>
              </a:xfrm>
              <a:custGeom>
                <a:avLst/>
                <a:gdLst>
                  <a:gd name="T0" fmla="*/ 121 w 273"/>
                  <a:gd name="T1" fmla="*/ 190 h 195"/>
                  <a:gd name="T2" fmla="*/ 157 w 273"/>
                  <a:gd name="T3" fmla="*/ 186 h 195"/>
                  <a:gd name="T4" fmla="*/ 184 w 273"/>
                  <a:gd name="T5" fmla="*/ 151 h 195"/>
                  <a:gd name="T6" fmla="*/ 206 w 273"/>
                  <a:gd name="T7" fmla="*/ 133 h 195"/>
                  <a:gd name="T8" fmla="*/ 247 w 273"/>
                  <a:gd name="T9" fmla="*/ 119 h 195"/>
                  <a:gd name="T10" fmla="*/ 273 w 273"/>
                  <a:gd name="T11" fmla="*/ 102 h 195"/>
                  <a:gd name="T12" fmla="*/ 245 w 273"/>
                  <a:gd name="T13" fmla="*/ 71 h 195"/>
                  <a:gd name="T14" fmla="*/ 216 w 273"/>
                  <a:gd name="T15" fmla="*/ 35 h 195"/>
                  <a:gd name="T16" fmla="*/ 207 w 273"/>
                  <a:gd name="T17" fmla="*/ 1 h 195"/>
                  <a:gd name="T18" fmla="*/ 172 w 273"/>
                  <a:gd name="T19" fmla="*/ 9 h 195"/>
                  <a:gd name="T20" fmla="*/ 129 w 273"/>
                  <a:gd name="T21" fmla="*/ 24 h 195"/>
                  <a:gd name="T22" fmla="*/ 76 w 273"/>
                  <a:gd name="T23" fmla="*/ 2 h 195"/>
                  <a:gd name="T24" fmla="*/ 62 w 273"/>
                  <a:gd name="T25" fmla="*/ 6 h 195"/>
                  <a:gd name="T26" fmla="*/ 49 w 273"/>
                  <a:gd name="T27" fmla="*/ 57 h 195"/>
                  <a:gd name="T28" fmla="*/ 15 w 273"/>
                  <a:gd name="T29" fmla="*/ 89 h 195"/>
                  <a:gd name="T30" fmla="*/ 1 w 273"/>
                  <a:gd name="T31" fmla="*/ 108 h 195"/>
                  <a:gd name="T32" fmla="*/ 46 w 273"/>
                  <a:gd name="T33" fmla="*/ 132 h 195"/>
                  <a:gd name="T34" fmla="*/ 76 w 273"/>
                  <a:gd name="T35" fmla="*/ 132 h 195"/>
                  <a:gd name="T36" fmla="*/ 130 w 273"/>
                  <a:gd name="T37" fmla="*/ 100 h 195"/>
                  <a:gd name="T38" fmla="*/ 110 w 273"/>
                  <a:gd name="T39" fmla="*/ 80 h 195"/>
                  <a:gd name="T40" fmla="*/ 105 w 273"/>
                  <a:gd name="T41" fmla="*/ 85 h 195"/>
                  <a:gd name="T42" fmla="*/ 69 w 273"/>
                  <a:gd name="T43" fmla="*/ 56 h 195"/>
                  <a:gd name="T44" fmla="*/ 73 w 273"/>
                  <a:gd name="T45" fmla="*/ 13 h 195"/>
                  <a:gd name="T46" fmla="*/ 119 w 273"/>
                  <a:gd name="T47" fmla="*/ 31 h 195"/>
                  <a:gd name="T48" fmla="*/ 154 w 273"/>
                  <a:gd name="T49" fmla="*/ 31 h 195"/>
                  <a:gd name="T50" fmla="*/ 199 w 273"/>
                  <a:gd name="T51" fmla="*/ 13 h 195"/>
                  <a:gd name="T52" fmla="*/ 205 w 273"/>
                  <a:gd name="T53" fmla="*/ 56 h 195"/>
                  <a:gd name="T54" fmla="*/ 168 w 273"/>
                  <a:gd name="T55" fmla="*/ 85 h 195"/>
                  <a:gd name="T56" fmla="*/ 163 w 273"/>
                  <a:gd name="T57" fmla="*/ 80 h 195"/>
                  <a:gd name="T58" fmla="*/ 142 w 273"/>
                  <a:gd name="T59" fmla="*/ 100 h 195"/>
                  <a:gd name="T60" fmla="*/ 145 w 273"/>
                  <a:gd name="T61" fmla="*/ 54 h 195"/>
                  <a:gd name="T62" fmla="*/ 130 w 273"/>
                  <a:gd name="T63" fmla="*/ 61 h 195"/>
                  <a:gd name="T64" fmla="*/ 137 w 273"/>
                  <a:gd name="T65" fmla="*/ 45 h 195"/>
                  <a:gd name="T66" fmla="*/ 113 w 273"/>
                  <a:gd name="T67" fmla="*/ 164 h 195"/>
                  <a:gd name="T68" fmla="*/ 141 w 273"/>
                  <a:gd name="T69" fmla="*/ 173 h 195"/>
                  <a:gd name="T70" fmla="*/ 151 w 273"/>
                  <a:gd name="T71" fmla="*/ 177 h 195"/>
                  <a:gd name="T72" fmla="*/ 121 w 273"/>
                  <a:gd name="T73" fmla="*/ 150 h 195"/>
                  <a:gd name="T74" fmla="*/ 89 w 273"/>
                  <a:gd name="T75" fmla="*/ 134 h 195"/>
                  <a:gd name="T76" fmla="*/ 95 w 273"/>
                  <a:gd name="T77" fmla="*/ 108 h 195"/>
                  <a:gd name="T78" fmla="*/ 133 w 273"/>
                  <a:gd name="T79" fmla="*/ 115 h 195"/>
                  <a:gd name="T80" fmla="*/ 157 w 273"/>
                  <a:gd name="T81" fmla="*/ 105 h 195"/>
                  <a:gd name="T82" fmla="*/ 183 w 273"/>
                  <a:gd name="T83" fmla="*/ 114 h 195"/>
                  <a:gd name="T84" fmla="*/ 177 w 273"/>
                  <a:gd name="T85" fmla="*/ 142 h 195"/>
                  <a:gd name="T86" fmla="*/ 137 w 273"/>
                  <a:gd name="T87" fmla="*/ 164 h 195"/>
                  <a:gd name="T88" fmla="*/ 178 w 273"/>
                  <a:gd name="T89" fmla="*/ 63 h 195"/>
                  <a:gd name="T90" fmla="*/ 161 w 273"/>
                  <a:gd name="T91" fmla="*/ 63 h 195"/>
                  <a:gd name="T92" fmla="*/ 175 w 273"/>
                  <a:gd name="T93" fmla="*/ 96 h 195"/>
                  <a:gd name="T94" fmla="*/ 202 w 273"/>
                  <a:gd name="T95" fmla="*/ 68 h 195"/>
                  <a:gd name="T96" fmla="*/ 236 w 273"/>
                  <a:gd name="T97" fmla="*/ 76 h 195"/>
                  <a:gd name="T98" fmla="*/ 246 w 273"/>
                  <a:gd name="T99" fmla="*/ 107 h 195"/>
                  <a:gd name="T100" fmla="*/ 201 w 273"/>
                  <a:gd name="T101" fmla="*/ 120 h 195"/>
                  <a:gd name="T102" fmla="*/ 178 w 273"/>
                  <a:gd name="T103" fmla="*/ 96 h 195"/>
                  <a:gd name="T104" fmla="*/ 113 w 273"/>
                  <a:gd name="T105" fmla="*/ 62 h 195"/>
                  <a:gd name="T106" fmla="*/ 97 w 273"/>
                  <a:gd name="T107" fmla="*/ 65 h 195"/>
                  <a:gd name="T108" fmla="*/ 104 w 273"/>
                  <a:gd name="T109" fmla="*/ 51 h 195"/>
                  <a:gd name="T110" fmla="*/ 75 w 273"/>
                  <a:gd name="T111" fmla="*/ 120 h 195"/>
                  <a:gd name="T112" fmla="*/ 34 w 273"/>
                  <a:gd name="T113" fmla="*/ 110 h 195"/>
                  <a:gd name="T114" fmla="*/ 34 w 273"/>
                  <a:gd name="T115" fmla="*/ 80 h 195"/>
                  <a:gd name="T116" fmla="*/ 65 w 273"/>
                  <a:gd name="T117" fmla="*/ 67 h 195"/>
                  <a:gd name="T118" fmla="*/ 96 w 273"/>
                  <a:gd name="T119" fmla="*/ 9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3" h="195">
                    <a:moveTo>
                      <a:pt x="97" y="154"/>
                    </a:moveTo>
                    <a:lnTo>
                      <a:pt x="98" y="158"/>
                    </a:lnTo>
                    <a:lnTo>
                      <a:pt x="100" y="162"/>
                    </a:lnTo>
                    <a:lnTo>
                      <a:pt x="101" y="166"/>
                    </a:lnTo>
                    <a:lnTo>
                      <a:pt x="103" y="170"/>
                    </a:lnTo>
                    <a:lnTo>
                      <a:pt x="105" y="174"/>
                    </a:lnTo>
                    <a:lnTo>
                      <a:pt x="108" y="177"/>
                    </a:lnTo>
                    <a:lnTo>
                      <a:pt x="111" y="181"/>
                    </a:lnTo>
                    <a:lnTo>
                      <a:pt x="113" y="184"/>
                    </a:lnTo>
                    <a:lnTo>
                      <a:pt x="116" y="186"/>
                    </a:lnTo>
                    <a:lnTo>
                      <a:pt x="119" y="188"/>
                    </a:lnTo>
                    <a:lnTo>
                      <a:pt x="121" y="190"/>
                    </a:lnTo>
                    <a:lnTo>
                      <a:pt x="124" y="191"/>
                    </a:lnTo>
                    <a:lnTo>
                      <a:pt x="126" y="192"/>
                    </a:lnTo>
                    <a:lnTo>
                      <a:pt x="130" y="193"/>
                    </a:lnTo>
                    <a:lnTo>
                      <a:pt x="133" y="194"/>
                    </a:lnTo>
                    <a:lnTo>
                      <a:pt x="137" y="195"/>
                    </a:lnTo>
                    <a:lnTo>
                      <a:pt x="140" y="194"/>
                    </a:lnTo>
                    <a:lnTo>
                      <a:pt x="143" y="193"/>
                    </a:lnTo>
                    <a:lnTo>
                      <a:pt x="146" y="192"/>
                    </a:lnTo>
                    <a:lnTo>
                      <a:pt x="149" y="191"/>
                    </a:lnTo>
                    <a:lnTo>
                      <a:pt x="152" y="190"/>
                    </a:lnTo>
                    <a:lnTo>
                      <a:pt x="154" y="188"/>
                    </a:lnTo>
                    <a:lnTo>
                      <a:pt x="157" y="186"/>
                    </a:lnTo>
                    <a:lnTo>
                      <a:pt x="159" y="184"/>
                    </a:lnTo>
                    <a:lnTo>
                      <a:pt x="162" y="181"/>
                    </a:lnTo>
                    <a:lnTo>
                      <a:pt x="165" y="177"/>
                    </a:lnTo>
                    <a:lnTo>
                      <a:pt x="167" y="174"/>
                    </a:lnTo>
                    <a:lnTo>
                      <a:pt x="170" y="170"/>
                    </a:lnTo>
                    <a:lnTo>
                      <a:pt x="171" y="166"/>
                    </a:lnTo>
                    <a:lnTo>
                      <a:pt x="174" y="162"/>
                    </a:lnTo>
                    <a:lnTo>
                      <a:pt x="175" y="158"/>
                    </a:lnTo>
                    <a:lnTo>
                      <a:pt x="177" y="154"/>
                    </a:lnTo>
                    <a:lnTo>
                      <a:pt x="177" y="154"/>
                    </a:lnTo>
                    <a:lnTo>
                      <a:pt x="180" y="152"/>
                    </a:lnTo>
                    <a:lnTo>
                      <a:pt x="184" y="151"/>
                    </a:lnTo>
                    <a:lnTo>
                      <a:pt x="186" y="149"/>
                    </a:lnTo>
                    <a:lnTo>
                      <a:pt x="190" y="147"/>
                    </a:lnTo>
                    <a:lnTo>
                      <a:pt x="192" y="144"/>
                    </a:lnTo>
                    <a:lnTo>
                      <a:pt x="194" y="140"/>
                    </a:lnTo>
                    <a:lnTo>
                      <a:pt x="196" y="136"/>
                    </a:lnTo>
                    <a:lnTo>
                      <a:pt x="197" y="132"/>
                    </a:lnTo>
                    <a:lnTo>
                      <a:pt x="197" y="132"/>
                    </a:lnTo>
                    <a:lnTo>
                      <a:pt x="198" y="131"/>
                    </a:lnTo>
                    <a:lnTo>
                      <a:pt x="198" y="132"/>
                    </a:lnTo>
                    <a:lnTo>
                      <a:pt x="198" y="132"/>
                    </a:lnTo>
                    <a:lnTo>
                      <a:pt x="202" y="132"/>
                    </a:lnTo>
                    <a:lnTo>
                      <a:pt x="206" y="133"/>
                    </a:lnTo>
                    <a:lnTo>
                      <a:pt x="210" y="134"/>
                    </a:lnTo>
                    <a:lnTo>
                      <a:pt x="215" y="134"/>
                    </a:lnTo>
                    <a:lnTo>
                      <a:pt x="219" y="133"/>
                    </a:lnTo>
                    <a:lnTo>
                      <a:pt x="222" y="132"/>
                    </a:lnTo>
                    <a:lnTo>
                      <a:pt x="225" y="132"/>
                    </a:lnTo>
                    <a:lnTo>
                      <a:pt x="227" y="132"/>
                    </a:lnTo>
                    <a:lnTo>
                      <a:pt x="229" y="131"/>
                    </a:lnTo>
                    <a:lnTo>
                      <a:pt x="231" y="129"/>
                    </a:lnTo>
                    <a:lnTo>
                      <a:pt x="233" y="128"/>
                    </a:lnTo>
                    <a:lnTo>
                      <a:pt x="237" y="124"/>
                    </a:lnTo>
                    <a:lnTo>
                      <a:pt x="242" y="121"/>
                    </a:lnTo>
                    <a:lnTo>
                      <a:pt x="247" y="119"/>
                    </a:lnTo>
                    <a:lnTo>
                      <a:pt x="254" y="116"/>
                    </a:lnTo>
                    <a:lnTo>
                      <a:pt x="260" y="113"/>
                    </a:lnTo>
                    <a:lnTo>
                      <a:pt x="266" y="111"/>
                    </a:lnTo>
                    <a:lnTo>
                      <a:pt x="268" y="110"/>
                    </a:lnTo>
                    <a:lnTo>
                      <a:pt x="270" y="109"/>
                    </a:lnTo>
                    <a:lnTo>
                      <a:pt x="271" y="108"/>
                    </a:lnTo>
                    <a:lnTo>
                      <a:pt x="272" y="107"/>
                    </a:lnTo>
                    <a:lnTo>
                      <a:pt x="273" y="106"/>
                    </a:lnTo>
                    <a:lnTo>
                      <a:pt x="273" y="105"/>
                    </a:lnTo>
                    <a:lnTo>
                      <a:pt x="273" y="104"/>
                    </a:lnTo>
                    <a:lnTo>
                      <a:pt x="273" y="104"/>
                    </a:lnTo>
                    <a:lnTo>
                      <a:pt x="273" y="102"/>
                    </a:lnTo>
                    <a:lnTo>
                      <a:pt x="272" y="101"/>
                    </a:lnTo>
                    <a:lnTo>
                      <a:pt x="271" y="100"/>
                    </a:lnTo>
                    <a:lnTo>
                      <a:pt x="270" y="99"/>
                    </a:lnTo>
                    <a:lnTo>
                      <a:pt x="266" y="96"/>
                    </a:lnTo>
                    <a:lnTo>
                      <a:pt x="261" y="91"/>
                    </a:lnTo>
                    <a:lnTo>
                      <a:pt x="258" y="89"/>
                    </a:lnTo>
                    <a:lnTo>
                      <a:pt x="255" y="86"/>
                    </a:lnTo>
                    <a:lnTo>
                      <a:pt x="253" y="83"/>
                    </a:lnTo>
                    <a:lnTo>
                      <a:pt x="251" y="79"/>
                    </a:lnTo>
                    <a:lnTo>
                      <a:pt x="249" y="76"/>
                    </a:lnTo>
                    <a:lnTo>
                      <a:pt x="247" y="74"/>
                    </a:lnTo>
                    <a:lnTo>
                      <a:pt x="245" y="71"/>
                    </a:lnTo>
                    <a:lnTo>
                      <a:pt x="242" y="67"/>
                    </a:lnTo>
                    <a:lnTo>
                      <a:pt x="238" y="65"/>
                    </a:lnTo>
                    <a:lnTo>
                      <a:pt x="234" y="62"/>
                    </a:lnTo>
                    <a:lnTo>
                      <a:pt x="230" y="59"/>
                    </a:lnTo>
                    <a:lnTo>
                      <a:pt x="227" y="58"/>
                    </a:lnTo>
                    <a:lnTo>
                      <a:pt x="224" y="57"/>
                    </a:lnTo>
                    <a:lnTo>
                      <a:pt x="220" y="56"/>
                    </a:lnTo>
                    <a:lnTo>
                      <a:pt x="220" y="54"/>
                    </a:lnTo>
                    <a:lnTo>
                      <a:pt x="220" y="50"/>
                    </a:lnTo>
                    <a:lnTo>
                      <a:pt x="219" y="46"/>
                    </a:lnTo>
                    <a:lnTo>
                      <a:pt x="219" y="43"/>
                    </a:lnTo>
                    <a:lnTo>
                      <a:pt x="216" y="35"/>
                    </a:lnTo>
                    <a:lnTo>
                      <a:pt x="214" y="27"/>
                    </a:lnTo>
                    <a:lnTo>
                      <a:pt x="212" y="23"/>
                    </a:lnTo>
                    <a:lnTo>
                      <a:pt x="211" y="19"/>
                    </a:lnTo>
                    <a:lnTo>
                      <a:pt x="210" y="13"/>
                    </a:lnTo>
                    <a:lnTo>
                      <a:pt x="210" y="8"/>
                    </a:lnTo>
                    <a:lnTo>
                      <a:pt x="210" y="6"/>
                    </a:lnTo>
                    <a:lnTo>
                      <a:pt x="210" y="4"/>
                    </a:lnTo>
                    <a:lnTo>
                      <a:pt x="210" y="3"/>
                    </a:lnTo>
                    <a:lnTo>
                      <a:pt x="210" y="3"/>
                    </a:lnTo>
                    <a:lnTo>
                      <a:pt x="210" y="2"/>
                    </a:lnTo>
                    <a:lnTo>
                      <a:pt x="209" y="2"/>
                    </a:lnTo>
                    <a:lnTo>
                      <a:pt x="207" y="1"/>
                    </a:lnTo>
                    <a:lnTo>
                      <a:pt x="205" y="0"/>
                    </a:lnTo>
                    <a:lnTo>
                      <a:pt x="203" y="0"/>
                    </a:lnTo>
                    <a:lnTo>
                      <a:pt x="202" y="0"/>
                    </a:lnTo>
                    <a:lnTo>
                      <a:pt x="201" y="0"/>
                    </a:lnTo>
                    <a:lnTo>
                      <a:pt x="200" y="1"/>
                    </a:lnTo>
                    <a:lnTo>
                      <a:pt x="197" y="2"/>
                    </a:lnTo>
                    <a:lnTo>
                      <a:pt x="194" y="3"/>
                    </a:lnTo>
                    <a:lnTo>
                      <a:pt x="190" y="5"/>
                    </a:lnTo>
                    <a:lnTo>
                      <a:pt x="186" y="6"/>
                    </a:lnTo>
                    <a:lnTo>
                      <a:pt x="182" y="7"/>
                    </a:lnTo>
                    <a:lnTo>
                      <a:pt x="177" y="7"/>
                    </a:lnTo>
                    <a:lnTo>
                      <a:pt x="172" y="9"/>
                    </a:lnTo>
                    <a:lnTo>
                      <a:pt x="169" y="11"/>
                    </a:lnTo>
                    <a:lnTo>
                      <a:pt x="164" y="12"/>
                    </a:lnTo>
                    <a:lnTo>
                      <a:pt x="160" y="15"/>
                    </a:lnTo>
                    <a:lnTo>
                      <a:pt x="156" y="17"/>
                    </a:lnTo>
                    <a:lnTo>
                      <a:pt x="152" y="19"/>
                    </a:lnTo>
                    <a:lnTo>
                      <a:pt x="145" y="24"/>
                    </a:lnTo>
                    <a:lnTo>
                      <a:pt x="137" y="30"/>
                    </a:lnTo>
                    <a:lnTo>
                      <a:pt x="137" y="30"/>
                    </a:lnTo>
                    <a:lnTo>
                      <a:pt x="137" y="30"/>
                    </a:lnTo>
                    <a:lnTo>
                      <a:pt x="136" y="30"/>
                    </a:lnTo>
                    <a:lnTo>
                      <a:pt x="136" y="30"/>
                    </a:lnTo>
                    <a:lnTo>
                      <a:pt x="129" y="24"/>
                    </a:lnTo>
                    <a:lnTo>
                      <a:pt x="121" y="19"/>
                    </a:lnTo>
                    <a:lnTo>
                      <a:pt x="117" y="17"/>
                    </a:lnTo>
                    <a:lnTo>
                      <a:pt x="113" y="15"/>
                    </a:lnTo>
                    <a:lnTo>
                      <a:pt x="109" y="12"/>
                    </a:lnTo>
                    <a:lnTo>
                      <a:pt x="105" y="11"/>
                    </a:lnTo>
                    <a:lnTo>
                      <a:pt x="101" y="9"/>
                    </a:lnTo>
                    <a:lnTo>
                      <a:pt x="96" y="7"/>
                    </a:lnTo>
                    <a:lnTo>
                      <a:pt x="91" y="7"/>
                    </a:lnTo>
                    <a:lnTo>
                      <a:pt x="87" y="6"/>
                    </a:lnTo>
                    <a:lnTo>
                      <a:pt x="83" y="5"/>
                    </a:lnTo>
                    <a:lnTo>
                      <a:pt x="80" y="3"/>
                    </a:lnTo>
                    <a:lnTo>
                      <a:pt x="76" y="2"/>
                    </a:lnTo>
                    <a:lnTo>
                      <a:pt x="73" y="1"/>
                    </a:lnTo>
                    <a:lnTo>
                      <a:pt x="72" y="0"/>
                    </a:lnTo>
                    <a:lnTo>
                      <a:pt x="71" y="0"/>
                    </a:lnTo>
                    <a:lnTo>
                      <a:pt x="69" y="0"/>
                    </a:lnTo>
                    <a:lnTo>
                      <a:pt x="69" y="0"/>
                    </a:lnTo>
                    <a:lnTo>
                      <a:pt x="66" y="1"/>
                    </a:lnTo>
                    <a:lnTo>
                      <a:pt x="64" y="2"/>
                    </a:lnTo>
                    <a:lnTo>
                      <a:pt x="64" y="2"/>
                    </a:lnTo>
                    <a:lnTo>
                      <a:pt x="63" y="3"/>
                    </a:lnTo>
                    <a:lnTo>
                      <a:pt x="63" y="3"/>
                    </a:lnTo>
                    <a:lnTo>
                      <a:pt x="63" y="4"/>
                    </a:lnTo>
                    <a:lnTo>
                      <a:pt x="62" y="6"/>
                    </a:lnTo>
                    <a:lnTo>
                      <a:pt x="63" y="8"/>
                    </a:lnTo>
                    <a:lnTo>
                      <a:pt x="62" y="13"/>
                    </a:lnTo>
                    <a:lnTo>
                      <a:pt x="61" y="19"/>
                    </a:lnTo>
                    <a:lnTo>
                      <a:pt x="61" y="23"/>
                    </a:lnTo>
                    <a:lnTo>
                      <a:pt x="60" y="27"/>
                    </a:lnTo>
                    <a:lnTo>
                      <a:pt x="57" y="35"/>
                    </a:lnTo>
                    <a:lnTo>
                      <a:pt x="54" y="43"/>
                    </a:lnTo>
                    <a:lnTo>
                      <a:pt x="53" y="46"/>
                    </a:lnTo>
                    <a:lnTo>
                      <a:pt x="53" y="50"/>
                    </a:lnTo>
                    <a:lnTo>
                      <a:pt x="53" y="54"/>
                    </a:lnTo>
                    <a:lnTo>
                      <a:pt x="53" y="56"/>
                    </a:lnTo>
                    <a:lnTo>
                      <a:pt x="49" y="57"/>
                    </a:lnTo>
                    <a:lnTo>
                      <a:pt x="46" y="58"/>
                    </a:lnTo>
                    <a:lnTo>
                      <a:pt x="43" y="59"/>
                    </a:lnTo>
                    <a:lnTo>
                      <a:pt x="39" y="62"/>
                    </a:lnTo>
                    <a:lnTo>
                      <a:pt x="34" y="65"/>
                    </a:lnTo>
                    <a:lnTo>
                      <a:pt x="31" y="67"/>
                    </a:lnTo>
                    <a:lnTo>
                      <a:pt x="29" y="71"/>
                    </a:lnTo>
                    <a:lnTo>
                      <a:pt x="26" y="74"/>
                    </a:lnTo>
                    <a:lnTo>
                      <a:pt x="24" y="76"/>
                    </a:lnTo>
                    <a:lnTo>
                      <a:pt x="22" y="79"/>
                    </a:lnTo>
                    <a:lnTo>
                      <a:pt x="20" y="83"/>
                    </a:lnTo>
                    <a:lnTo>
                      <a:pt x="17" y="86"/>
                    </a:lnTo>
                    <a:lnTo>
                      <a:pt x="15" y="89"/>
                    </a:lnTo>
                    <a:lnTo>
                      <a:pt x="13" y="91"/>
                    </a:lnTo>
                    <a:lnTo>
                      <a:pt x="7" y="96"/>
                    </a:lnTo>
                    <a:lnTo>
                      <a:pt x="3" y="99"/>
                    </a:lnTo>
                    <a:lnTo>
                      <a:pt x="1" y="100"/>
                    </a:lnTo>
                    <a:lnTo>
                      <a:pt x="1" y="101"/>
                    </a:lnTo>
                    <a:lnTo>
                      <a:pt x="0" y="102"/>
                    </a:lnTo>
                    <a:lnTo>
                      <a:pt x="0" y="104"/>
                    </a:lnTo>
                    <a:lnTo>
                      <a:pt x="0" y="104"/>
                    </a:lnTo>
                    <a:lnTo>
                      <a:pt x="0" y="105"/>
                    </a:lnTo>
                    <a:lnTo>
                      <a:pt x="0" y="106"/>
                    </a:lnTo>
                    <a:lnTo>
                      <a:pt x="1" y="107"/>
                    </a:lnTo>
                    <a:lnTo>
                      <a:pt x="1" y="108"/>
                    </a:lnTo>
                    <a:lnTo>
                      <a:pt x="3" y="109"/>
                    </a:lnTo>
                    <a:lnTo>
                      <a:pt x="5" y="110"/>
                    </a:lnTo>
                    <a:lnTo>
                      <a:pt x="7" y="111"/>
                    </a:lnTo>
                    <a:lnTo>
                      <a:pt x="13" y="113"/>
                    </a:lnTo>
                    <a:lnTo>
                      <a:pt x="20" y="116"/>
                    </a:lnTo>
                    <a:lnTo>
                      <a:pt x="26" y="119"/>
                    </a:lnTo>
                    <a:lnTo>
                      <a:pt x="31" y="121"/>
                    </a:lnTo>
                    <a:lnTo>
                      <a:pt x="36" y="124"/>
                    </a:lnTo>
                    <a:lnTo>
                      <a:pt x="40" y="128"/>
                    </a:lnTo>
                    <a:lnTo>
                      <a:pt x="42" y="129"/>
                    </a:lnTo>
                    <a:lnTo>
                      <a:pt x="44" y="131"/>
                    </a:lnTo>
                    <a:lnTo>
                      <a:pt x="46" y="132"/>
                    </a:lnTo>
                    <a:lnTo>
                      <a:pt x="48" y="132"/>
                    </a:lnTo>
                    <a:lnTo>
                      <a:pt x="50" y="132"/>
                    </a:lnTo>
                    <a:lnTo>
                      <a:pt x="54" y="133"/>
                    </a:lnTo>
                    <a:lnTo>
                      <a:pt x="58" y="134"/>
                    </a:lnTo>
                    <a:lnTo>
                      <a:pt x="62" y="134"/>
                    </a:lnTo>
                    <a:lnTo>
                      <a:pt x="67" y="133"/>
                    </a:lnTo>
                    <a:lnTo>
                      <a:pt x="72" y="132"/>
                    </a:lnTo>
                    <a:lnTo>
                      <a:pt x="74" y="132"/>
                    </a:lnTo>
                    <a:lnTo>
                      <a:pt x="76" y="132"/>
                    </a:lnTo>
                    <a:lnTo>
                      <a:pt x="76" y="131"/>
                    </a:lnTo>
                    <a:lnTo>
                      <a:pt x="76" y="132"/>
                    </a:lnTo>
                    <a:lnTo>
                      <a:pt x="76" y="132"/>
                    </a:lnTo>
                    <a:lnTo>
                      <a:pt x="77" y="136"/>
                    </a:lnTo>
                    <a:lnTo>
                      <a:pt x="79" y="140"/>
                    </a:lnTo>
                    <a:lnTo>
                      <a:pt x="81" y="144"/>
                    </a:lnTo>
                    <a:lnTo>
                      <a:pt x="84" y="147"/>
                    </a:lnTo>
                    <a:lnTo>
                      <a:pt x="86" y="149"/>
                    </a:lnTo>
                    <a:lnTo>
                      <a:pt x="89" y="151"/>
                    </a:lnTo>
                    <a:lnTo>
                      <a:pt x="93" y="152"/>
                    </a:lnTo>
                    <a:lnTo>
                      <a:pt x="97" y="154"/>
                    </a:lnTo>
                    <a:lnTo>
                      <a:pt x="97" y="154"/>
                    </a:lnTo>
                    <a:lnTo>
                      <a:pt x="97" y="154"/>
                    </a:lnTo>
                    <a:close/>
                    <a:moveTo>
                      <a:pt x="130" y="71"/>
                    </a:moveTo>
                    <a:lnTo>
                      <a:pt x="130" y="100"/>
                    </a:lnTo>
                    <a:lnTo>
                      <a:pt x="130" y="100"/>
                    </a:lnTo>
                    <a:lnTo>
                      <a:pt x="129" y="100"/>
                    </a:lnTo>
                    <a:lnTo>
                      <a:pt x="129" y="97"/>
                    </a:lnTo>
                    <a:lnTo>
                      <a:pt x="129" y="95"/>
                    </a:lnTo>
                    <a:lnTo>
                      <a:pt x="127" y="91"/>
                    </a:lnTo>
                    <a:lnTo>
                      <a:pt x="125" y="86"/>
                    </a:lnTo>
                    <a:lnTo>
                      <a:pt x="123" y="80"/>
                    </a:lnTo>
                    <a:lnTo>
                      <a:pt x="120" y="76"/>
                    </a:lnTo>
                    <a:lnTo>
                      <a:pt x="117" y="72"/>
                    </a:lnTo>
                    <a:lnTo>
                      <a:pt x="117" y="71"/>
                    </a:lnTo>
                    <a:lnTo>
                      <a:pt x="108" y="78"/>
                    </a:lnTo>
                    <a:lnTo>
                      <a:pt x="110" y="80"/>
                    </a:lnTo>
                    <a:lnTo>
                      <a:pt x="112" y="84"/>
                    </a:lnTo>
                    <a:lnTo>
                      <a:pt x="114" y="88"/>
                    </a:lnTo>
                    <a:lnTo>
                      <a:pt x="116" y="92"/>
                    </a:lnTo>
                    <a:lnTo>
                      <a:pt x="117" y="93"/>
                    </a:lnTo>
                    <a:lnTo>
                      <a:pt x="117" y="95"/>
                    </a:lnTo>
                    <a:lnTo>
                      <a:pt x="115" y="94"/>
                    </a:lnTo>
                    <a:lnTo>
                      <a:pt x="113" y="93"/>
                    </a:lnTo>
                    <a:lnTo>
                      <a:pt x="110" y="93"/>
                    </a:lnTo>
                    <a:lnTo>
                      <a:pt x="108" y="93"/>
                    </a:lnTo>
                    <a:lnTo>
                      <a:pt x="107" y="91"/>
                    </a:lnTo>
                    <a:lnTo>
                      <a:pt x="106" y="88"/>
                    </a:lnTo>
                    <a:lnTo>
                      <a:pt x="105" y="85"/>
                    </a:lnTo>
                    <a:lnTo>
                      <a:pt x="102" y="80"/>
                    </a:lnTo>
                    <a:lnTo>
                      <a:pt x="101" y="78"/>
                    </a:lnTo>
                    <a:lnTo>
                      <a:pt x="99" y="75"/>
                    </a:lnTo>
                    <a:lnTo>
                      <a:pt x="97" y="71"/>
                    </a:lnTo>
                    <a:lnTo>
                      <a:pt x="94" y="69"/>
                    </a:lnTo>
                    <a:lnTo>
                      <a:pt x="92" y="67"/>
                    </a:lnTo>
                    <a:lnTo>
                      <a:pt x="89" y="64"/>
                    </a:lnTo>
                    <a:lnTo>
                      <a:pt x="85" y="62"/>
                    </a:lnTo>
                    <a:lnTo>
                      <a:pt x="81" y="59"/>
                    </a:lnTo>
                    <a:lnTo>
                      <a:pt x="77" y="58"/>
                    </a:lnTo>
                    <a:lnTo>
                      <a:pt x="73" y="57"/>
                    </a:lnTo>
                    <a:lnTo>
                      <a:pt x="69" y="56"/>
                    </a:lnTo>
                    <a:lnTo>
                      <a:pt x="65" y="56"/>
                    </a:lnTo>
                    <a:lnTo>
                      <a:pt x="65" y="55"/>
                    </a:lnTo>
                    <a:lnTo>
                      <a:pt x="65" y="50"/>
                    </a:lnTo>
                    <a:lnTo>
                      <a:pt x="65" y="45"/>
                    </a:lnTo>
                    <a:lnTo>
                      <a:pt x="67" y="41"/>
                    </a:lnTo>
                    <a:lnTo>
                      <a:pt x="69" y="35"/>
                    </a:lnTo>
                    <a:lnTo>
                      <a:pt x="69" y="32"/>
                    </a:lnTo>
                    <a:lnTo>
                      <a:pt x="71" y="29"/>
                    </a:lnTo>
                    <a:lnTo>
                      <a:pt x="72" y="26"/>
                    </a:lnTo>
                    <a:lnTo>
                      <a:pt x="72" y="23"/>
                    </a:lnTo>
                    <a:lnTo>
                      <a:pt x="73" y="17"/>
                    </a:lnTo>
                    <a:lnTo>
                      <a:pt x="73" y="13"/>
                    </a:lnTo>
                    <a:lnTo>
                      <a:pt x="74" y="13"/>
                    </a:lnTo>
                    <a:lnTo>
                      <a:pt x="77" y="15"/>
                    </a:lnTo>
                    <a:lnTo>
                      <a:pt x="81" y="16"/>
                    </a:lnTo>
                    <a:lnTo>
                      <a:pt x="87" y="17"/>
                    </a:lnTo>
                    <a:lnTo>
                      <a:pt x="95" y="19"/>
                    </a:lnTo>
                    <a:lnTo>
                      <a:pt x="101" y="20"/>
                    </a:lnTo>
                    <a:lnTo>
                      <a:pt x="104" y="22"/>
                    </a:lnTo>
                    <a:lnTo>
                      <a:pt x="106" y="23"/>
                    </a:lnTo>
                    <a:lnTo>
                      <a:pt x="108" y="24"/>
                    </a:lnTo>
                    <a:lnTo>
                      <a:pt x="110" y="25"/>
                    </a:lnTo>
                    <a:lnTo>
                      <a:pt x="115" y="28"/>
                    </a:lnTo>
                    <a:lnTo>
                      <a:pt x="119" y="31"/>
                    </a:lnTo>
                    <a:lnTo>
                      <a:pt x="123" y="35"/>
                    </a:lnTo>
                    <a:lnTo>
                      <a:pt x="128" y="38"/>
                    </a:lnTo>
                    <a:lnTo>
                      <a:pt x="129" y="39"/>
                    </a:lnTo>
                    <a:lnTo>
                      <a:pt x="132" y="40"/>
                    </a:lnTo>
                    <a:lnTo>
                      <a:pt x="134" y="41"/>
                    </a:lnTo>
                    <a:lnTo>
                      <a:pt x="137" y="42"/>
                    </a:lnTo>
                    <a:lnTo>
                      <a:pt x="139" y="41"/>
                    </a:lnTo>
                    <a:lnTo>
                      <a:pt x="141" y="40"/>
                    </a:lnTo>
                    <a:lnTo>
                      <a:pt x="143" y="39"/>
                    </a:lnTo>
                    <a:lnTo>
                      <a:pt x="145" y="38"/>
                    </a:lnTo>
                    <a:lnTo>
                      <a:pt x="150" y="35"/>
                    </a:lnTo>
                    <a:lnTo>
                      <a:pt x="154" y="31"/>
                    </a:lnTo>
                    <a:lnTo>
                      <a:pt x="158" y="28"/>
                    </a:lnTo>
                    <a:lnTo>
                      <a:pt x="162" y="25"/>
                    </a:lnTo>
                    <a:lnTo>
                      <a:pt x="165" y="24"/>
                    </a:lnTo>
                    <a:lnTo>
                      <a:pt x="167" y="23"/>
                    </a:lnTo>
                    <a:lnTo>
                      <a:pt x="170" y="22"/>
                    </a:lnTo>
                    <a:lnTo>
                      <a:pt x="172" y="20"/>
                    </a:lnTo>
                    <a:lnTo>
                      <a:pt x="178" y="19"/>
                    </a:lnTo>
                    <a:lnTo>
                      <a:pt x="186" y="17"/>
                    </a:lnTo>
                    <a:lnTo>
                      <a:pt x="192" y="16"/>
                    </a:lnTo>
                    <a:lnTo>
                      <a:pt x="196" y="15"/>
                    </a:lnTo>
                    <a:lnTo>
                      <a:pt x="199" y="13"/>
                    </a:lnTo>
                    <a:lnTo>
                      <a:pt x="199" y="13"/>
                    </a:lnTo>
                    <a:lnTo>
                      <a:pt x="200" y="17"/>
                    </a:lnTo>
                    <a:lnTo>
                      <a:pt x="201" y="23"/>
                    </a:lnTo>
                    <a:lnTo>
                      <a:pt x="202" y="26"/>
                    </a:lnTo>
                    <a:lnTo>
                      <a:pt x="202" y="29"/>
                    </a:lnTo>
                    <a:lnTo>
                      <a:pt x="203" y="32"/>
                    </a:lnTo>
                    <a:lnTo>
                      <a:pt x="205" y="35"/>
                    </a:lnTo>
                    <a:lnTo>
                      <a:pt x="206" y="41"/>
                    </a:lnTo>
                    <a:lnTo>
                      <a:pt x="208" y="45"/>
                    </a:lnTo>
                    <a:lnTo>
                      <a:pt x="208" y="50"/>
                    </a:lnTo>
                    <a:lnTo>
                      <a:pt x="208" y="55"/>
                    </a:lnTo>
                    <a:lnTo>
                      <a:pt x="208" y="56"/>
                    </a:lnTo>
                    <a:lnTo>
                      <a:pt x="205" y="56"/>
                    </a:lnTo>
                    <a:lnTo>
                      <a:pt x="200" y="57"/>
                    </a:lnTo>
                    <a:lnTo>
                      <a:pt x="196" y="58"/>
                    </a:lnTo>
                    <a:lnTo>
                      <a:pt x="192" y="59"/>
                    </a:lnTo>
                    <a:lnTo>
                      <a:pt x="188" y="62"/>
                    </a:lnTo>
                    <a:lnTo>
                      <a:pt x="184" y="64"/>
                    </a:lnTo>
                    <a:lnTo>
                      <a:pt x="181" y="67"/>
                    </a:lnTo>
                    <a:lnTo>
                      <a:pt x="178" y="69"/>
                    </a:lnTo>
                    <a:lnTo>
                      <a:pt x="176" y="71"/>
                    </a:lnTo>
                    <a:lnTo>
                      <a:pt x="174" y="75"/>
                    </a:lnTo>
                    <a:lnTo>
                      <a:pt x="172" y="78"/>
                    </a:lnTo>
                    <a:lnTo>
                      <a:pt x="170" y="80"/>
                    </a:lnTo>
                    <a:lnTo>
                      <a:pt x="168" y="85"/>
                    </a:lnTo>
                    <a:lnTo>
                      <a:pt x="166" y="88"/>
                    </a:lnTo>
                    <a:lnTo>
                      <a:pt x="166" y="91"/>
                    </a:lnTo>
                    <a:lnTo>
                      <a:pt x="166" y="93"/>
                    </a:lnTo>
                    <a:lnTo>
                      <a:pt x="163" y="93"/>
                    </a:lnTo>
                    <a:lnTo>
                      <a:pt x="161" y="93"/>
                    </a:lnTo>
                    <a:lnTo>
                      <a:pt x="158" y="94"/>
                    </a:lnTo>
                    <a:lnTo>
                      <a:pt x="156" y="95"/>
                    </a:lnTo>
                    <a:lnTo>
                      <a:pt x="156" y="93"/>
                    </a:lnTo>
                    <a:lnTo>
                      <a:pt x="157" y="92"/>
                    </a:lnTo>
                    <a:lnTo>
                      <a:pt x="158" y="88"/>
                    </a:lnTo>
                    <a:lnTo>
                      <a:pt x="161" y="84"/>
                    </a:lnTo>
                    <a:lnTo>
                      <a:pt x="163" y="80"/>
                    </a:lnTo>
                    <a:lnTo>
                      <a:pt x="165" y="78"/>
                    </a:lnTo>
                    <a:lnTo>
                      <a:pt x="156" y="71"/>
                    </a:lnTo>
                    <a:lnTo>
                      <a:pt x="155" y="72"/>
                    </a:lnTo>
                    <a:lnTo>
                      <a:pt x="153" y="76"/>
                    </a:lnTo>
                    <a:lnTo>
                      <a:pt x="150" y="80"/>
                    </a:lnTo>
                    <a:lnTo>
                      <a:pt x="147" y="86"/>
                    </a:lnTo>
                    <a:lnTo>
                      <a:pt x="145" y="91"/>
                    </a:lnTo>
                    <a:lnTo>
                      <a:pt x="145" y="95"/>
                    </a:lnTo>
                    <a:lnTo>
                      <a:pt x="144" y="97"/>
                    </a:lnTo>
                    <a:lnTo>
                      <a:pt x="144" y="100"/>
                    </a:lnTo>
                    <a:lnTo>
                      <a:pt x="143" y="100"/>
                    </a:lnTo>
                    <a:lnTo>
                      <a:pt x="142" y="100"/>
                    </a:lnTo>
                    <a:lnTo>
                      <a:pt x="142" y="71"/>
                    </a:lnTo>
                    <a:lnTo>
                      <a:pt x="130" y="71"/>
                    </a:lnTo>
                    <a:lnTo>
                      <a:pt x="130" y="71"/>
                    </a:lnTo>
                    <a:close/>
                    <a:moveTo>
                      <a:pt x="137" y="45"/>
                    </a:moveTo>
                    <a:lnTo>
                      <a:pt x="138" y="45"/>
                    </a:lnTo>
                    <a:lnTo>
                      <a:pt x="140" y="46"/>
                    </a:lnTo>
                    <a:lnTo>
                      <a:pt x="141" y="47"/>
                    </a:lnTo>
                    <a:lnTo>
                      <a:pt x="143" y="47"/>
                    </a:lnTo>
                    <a:lnTo>
                      <a:pt x="144" y="49"/>
                    </a:lnTo>
                    <a:lnTo>
                      <a:pt x="145" y="51"/>
                    </a:lnTo>
                    <a:lnTo>
                      <a:pt x="145" y="52"/>
                    </a:lnTo>
                    <a:lnTo>
                      <a:pt x="145" y="54"/>
                    </a:lnTo>
                    <a:lnTo>
                      <a:pt x="145" y="56"/>
                    </a:lnTo>
                    <a:lnTo>
                      <a:pt x="145" y="58"/>
                    </a:lnTo>
                    <a:lnTo>
                      <a:pt x="144" y="59"/>
                    </a:lnTo>
                    <a:lnTo>
                      <a:pt x="143" y="61"/>
                    </a:lnTo>
                    <a:lnTo>
                      <a:pt x="141" y="62"/>
                    </a:lnTo>
                    <a:lnTo>
                      <a:pt x="140" y="63"/>
                    </a:lnTo>
                    <a:lnTo>
                      <a:pt x="138" y="63"/>
                    </a:lnTo>
                    <a:lnTo>
                      <a:pt x="137" y="63"/>
                    </a:lnTo>
                    <a:lnTo>
                      <a:pt x="134" y="63"/>
                    </a:lnTo>
                    <a:lnTo>
                      <a:pt x="133" y="63"/>
                    </a:lnTo>
                    <a:lnTo>
                      <a:pt x="131" y="62"/>
                    </a:lnTo>
                    <a:lnTo>
                      <a:pt x="130" y="61"/>
                    </a:lnTo>
                    <a:lnTo>
                      <a:pt x="129" y="59"/>
                    </a:lnTo>
                    <a:lnTo>
                      <a:pt x="128" y="58"/>
                    </a:lnTo>
                    <a:lnTo>
                      <a:pt x="127" y="56"/>
                    </a:lnTo>
                    <a:lnTo>
                      <a:pt x="127" y="54"/>
                    </a:lnTo>
                    <a:lnTo>
                      <a:pt x="127" y="52"/>
                    </a:lnTo>
                    <a:lnTo>
                      <a:pt x="128" y="51"/>
                    </a:lnTo>
                    <a:lnTo>
                      <a:pt x="129" y="49"/>
                    </a:lnTo>
                    <a:lnTo>
                      <a:pt x="130" y="47"/>
                    </a:lnTo>
                    <a:lnTo>
                      <a:pt x="131" y="47"/>
                    </a:lnTo>
                    <a:lnTo>
                      <a:pt x="133" y="46"/>
                    </a:lnTo>
                    <a:lnTo>
                      <a:pt x="134" y="45"/>
                    </a:lnTo>
                    <a:lnTo>
                      <a:pt x="137" y="45"/>
                    </a:lnTo>
                    <a:lnTo>
                      <a:pt x="137" y="45"/>
                    </a:lnTo>
                    <a:close/>
                    <a:moveTo>
                      <a:pt x="137" y="184"/>
                    </a:moveTo>
                    <a:lnTo>
                      <a:pt x="134" y="184"/>
                    </a:lnTo>
                    <a:lnTo>
                      <a:pt x="133" y="184"/>
                    </a:lnTo>
                    <a:lnTo>
                      <a:pt x="130" y="183"/>
                    </a:lnTo>
                    <a:lnTo>
                      <a:pt x="129" y="182"/>
                    </a:lnTo>
                    <a:lnTo>
                      <a:pt x="125" y="180"/>
                    </a:lnTo>
                    <a:lnTo>
                      <a:pt x="121" y="177"/>
                    </a:lnTo>
                    <a:lnTo>
                      <a:pt x="119" y="174"/>
                    </a:lnTo>
                    <a:lnTo>
                      <a:pt x="116" y="171"/>
                    </a:lnTo>
                    <a:lnTo>
                      <a:pt x="114" y="167"/>
                    </a:lnTo>
                    <a:lnTo>
                      <a:pt x="113" y="164"/>
                    </a:lnTo>
                    <a:lnTo>
                      <a:pt x="110" y="160"/>
                    </a:lnTo>
                    <a:lnTo>
                      <a:pt x="109" y="156"/>
                    </a:lnTo>
                    <a:lnTo>
                      <a:pt x="113" y="157"/>
                    </a:lnTo>
                    <a:lnTo>
                      <a:pt x="115" y="159"/>
                    </a:lnTo>
                    <a:lnTo>
                      <a:pt x="118" y="160"/>
                    </a:lnTo>
                    <a:lnTo>
                      <a:pt x="121" y="164"/>
                    </a:lnTo>
                    <a:lnTo>
                      <a:pt x="128" y="169"/>
                    </a:lnTo>
                    <a:lnTo>
                      <a:pt x="132" y="173"/>
                    </a:lnTo>
                    <a:lnTo>
                      <a:pt x="134" y="176"/>
                    </a:lnTo>
                    <a:lnTo>
                      <a:pt x="137" y="177"/>
                    </a:lnTo>
                    <a:lnTo>
                      <a:pt x="138" y="176"/>
                    </a:lnTo>
                    <a:lnTo>
                      <a:pt x="141" y="173"/>
                    </a:lnTo>
                    <a:lnTo>
                      <a:pt x="145" y="169"/>
                    </a:lnTo>
                    <a:lnTo>
                      <a:pt x="151" y="164"/>
                    </a:lnTo>
                    <a:lnTo>
                      <a:pt x="154" y="160"/>
                    </a:lnTo>
                    <a:lnTo>
                      <a:pt x="158" y="159"/>
                    </a:lnTo>
                    <a:lnTo>
                      <a:pt x="160" y="157"/>
                    </a:lnTo>
                    <a:lnTo>
                      <a:pt x="163" y="156"/>
                    </a:lnTo>
                    <a:lnTo>
                      <a:pt x="162" y="160"/>
                    </a:lnTo>
                    <a:lnTo>
                      <a:pt x="161" y="164"/>
                    </a:lnTo>
                    <a:lnTo>
                      <a:pt x="159" y="167"/>
                    </a:lnTo>
                    <a:lnTo>
                      <a:pt x="157" y="171"/>
                    </a:lnTo>
                    <a:lnTo>
                      <a:pt x="154" y="174"/>
                    </a:lnTo>
                    <a:lnTo>
                      <a:pt x="151" y="177"/>
                    </a:lnTo>
                    <a:lnTo>
                      <a:pt x="148" y="180"/>
                    </a:lnTo>
                    <a:lnTo>
                      <a:pt x="144" y="182"/>
                    </a:lnTo>
                    <a:lnTo>
                      <a:pt x="142" y="183"/>
                    </a:lnTo>
                    <a:lnTo>
                      <a:pt x="141" y="184"/>
                    </a:lnTo>
                    <a:lnTo>
                      <a:pt x="138" y="184"/>
                    </a:lnTo>
                    <a:lnTo>
                      <a:pt x="137" y="184"/>
                    </a:lnTo>
                    <a:lnTo>
                      <a:pt x="137" y="184"/>
                    </a:lnTo>
                    <a:close/>
                    <a:moveTo>
                      <a:pt x="137" y="164"/>
                    </a:moveTo>
                    <a:lnTo>
                      <a:pt x="134" y="161"/>
                    </a:lnTo>
                    <a:lnTo>
                      <a:pt x="130" y="157"/>
                    </a:lnTo>
                    <a:lnTo>
                      <a:pt x="125" y="153"/>
                    </a:lnTo>
                    <a:lnTo>
                      <a:pt x="121" y="150"/>
                    </a:lnTo>
                    <a:lnTo>
                      <a:pt x="119" y="148"/>
                    </a:lnTo>
                    <a:lnTo>
                      <a:pt x="117" y="148"/>
                    </a:lnTo>
                    <a:lnTo>
                      <a:pt x="114" y="147"/>
                    </a:lnTo>
                    <a:lnTo>
                      <a:pt x="112" y="146"/>
                    </a:lnTo>
                    <a:lnTo>
                      <a:pt x="105" y="144"/>
                    </a:lnTo>
                    <a:lnTo>
                      <a:pt x="100" y="143"/>
                    </a:lnTo>
                    <a:lnTo>
                      <a:pt x="97" y="143"/>
                    </a:lnTo>
                    <a:lnTo>
                      <a:pt x="96" y="142"/>
                    </a:lnTo>
                    <a:lnTo>
                      <a:pt x="95" y="141"/>
                    </a:lnTo>
                    <a:lnTo>
                      <a:pt x="93" y="140"/>
                    </a:lnTo>
                    <a:lnTo>
                      <a:pt x="91" y="137"/>
                    </a:lnTo>
                    <a:lnTo>
                      <a:pt x="89" y="134"/>
                    </a:lnTo>
                    <a:lnTo>
                      <a:pt x="87" y="132"/>
                    </a:lnTo>
                    <a:lnTo>
                      <a:pt x="86" y="128"/>
                    </a:lnTo>
                    <a:lnTo>
                      <a:pt x="85" y="125"/>
                    </a:lnTo>
                    <a:lnTo>
                      <a:pt x="86" y="123"/>
                    </a:lnTo>
                    <a:lnTo>
                      <a:pt x="87" y="120"/>
                    </a:lnTo>
                    <a:lnTo>
                      <a:pt x="88" y="118"/>
                    </a:lnTo>
                    <a:lnTo>
                      <a:pt x="89" y="116"/>
                    </a:lnTo>
                    <a:lnTo>
                      <a:pt x="89" y="114"/>
                    </a:lnTo>
                    <a:lnTo>
                      <a:pt x="91" y="112"/>
                    </a:lnTo>
                    <a:lnTo>
                      <a:pt x="93" y="111"/>
                    </a:lnTo>
                    <a:lnTo>
                      <a:pt x="93" y="109"/>
                    </a:lnTo>
                    <a:lnTo>
                      <a:pt x="95" y="108"/>
                    </a:lnTo>
                    <a:lnTo>
                      <a:pt x="97" y="108"/>
                    </a:lnTo>
                    <a:lnTo>
                      <a:pt x="99" y="106"/>
                    </a:lnTo>
                    <a:lnTo>
                      <a:pt x="101" y="106"/>
                    </a:lnTo>
                    <a:lnTo>
                      <a:pt x="102" y="105"/>
                    </a:lnTo>
                    <a:lnTo>
                      <a:pt x="106" y="104"/>
                    </a:lnTo>
                    <a:lnTo>
                      <a:pt x="109" y="104"/>
                    </a:lnTo>
                    <a:lnTo>
                      <a:pt x="113" y="104"/>
                    </a:lnTo>
                    <a:lnTo>
                      <a:pt x="116" y="105"/>
                    </a:lnTo>
                    <a:lnTo>
                      <a:pt x="119" y="107"/>
                    </a:lnTo>
                    <a:lnTo>
                      <a:pt x="122" y="108"/>
                    </a:lnTo>
                    <a:lnTo>
                      <a:pt x="129" y="112"/>
                    </a:lnTo>
                    <a:lnTo>
                      <a:pt x="133" y="115"/>
                    </a:lnTo>
                    <a:lnTo>
                      <a:pt x="134" y="116"/>
                    </a:lnTo>
                    <a:lnTo>
                      <a:pt x="135" y="116"/>
                    </a:lnTo>
                    <a:lnTo>
                      <a:pt x="136" y="116"/>
                    </a:lnTo>
                    <a:lnTo>
                      <a:pt x="137" y="116"/>
                    </a:lnTo>
                    <a:lnTo>
                      <a:pt x="137" y="116"/>
                    </a:lnTo>
                    <a:lnTo>
                      <a:pt x="137" y="116"/>
                    </a:lnTo>
                    <a:lnTo>
                      <a:pt x="139" y="116"/>
                    </a:lnTo>
                    <a:lnTo>
                      <a:pt x="140" y="115"/>
                    </a:lnTo>
                    <a:lnTo>
                      <a:pt x="145" y="112"/>
                    </a:lnTo>
                    <a:lnTo>
                      <a:pt x="150" y="108"/>
                    </a:lnTo>
                    <a:lnTo>
                      <a:pt x="154" y="107"/>
                    </a:lnTo>
                    <a:lnTo>
                      <a:pt x="157" y="105"/>
                    </a:lnTo>
                    <a:lnTo>
                      <a:pt x="160" y="104"/>
                    </a:lnTo>
                    <a:lnTo>
                      <a:pt x="163" y="104"/>
                    </a:lnTo>
                    <a:lnTo>
                      <a:pt x="167" y="104"/>
                    </a:lnTo>
                    <a:lnTo>
                      <a:pt x="171" y="105"/>
                    </a:lnTo>
                    <a:lnTo>
                      <a:pt x="173" y="106"/>
                    </a:lnTo>
                    <a:lnTo>
                      <a:pt x="174" y="106"/>
                    </a:lnTo>
                    <a:lnTo>
                      <a:pt x="176" y="108"/>
                    </a:lnTo>
                    <a:lnTo>
                      <a:pt x="178" y="108"/>
                    </a:lnTo>
                    <a:lnTo>
                      <a:pt x="179" y="109"/>
                    </a:lnTo>
                    <a:lnTo>
                      <a:pt x="181" y="111"/>
                    </a:lnTo>
                    <a:lnTo>
                      <a:pt x="182" y="112"/>
                    </a:lnTo>
                    <a:lnTo>
                      <a:pt x="183" y="114"/>
                    </a:lnTo>
                    <a:lnTo>
                      <a:pt x="184" y="116"/>
                    </a:lnTo>
                    <a:lnTo>
                      <a:pt x="186" y="118"/>
                    </a:lnTo>
                    <a:lnTo>
                      <a:pt x="186" y="120"/>
                    </a:lnTo>
                    <a:lnTo>
                      <a:pt x="187" y="123"/>
                    </a:lnTo>
                    <a:lnTo>
                      <a:pt x="187" y="125"/>
                    </a:lnTo>
                    <a:lnTo>
                      <a:pt x="186" y="128"/>
                    </a:lnTo>
                    <a:lnTo>
                      <a:pt x="186" y="132"/>
                    </a:lnTo>
                    <a:lnTo>
                      <a:pt x="184" y="134"/>
                    </a:lnTo>
                    <a:lnTo>
                      <a:pt x="182" y="137"/>
                    </a:lnTo>
                    <a:lnTo>
                      <a:pt x="180" y="140"/>
                    </a:lnTo>
                    <a:lnTo>
                      <a:pt x="178" y="141"/>
                    </a:lnTo>
                    <a:lnTo>
                      <a:pt x="177" y="142"/>
                    </a:lnTo>
                    <a:lnTo>
                      <a:pt x="175" y="143"/>
                    </a:lnTo>
                    <a:lnTo>
                      <a:pt x="174" y="143"/>
                    </a:lnTo>
                    <a:lnTo>
                      <a:pt x="167" y="144"/>
                    </a:lnTo>
                    <a:lnTo>
                      <a:pt x="162" y="146"/>
                    </a:lnTo>
                    <a:lnTo>
                      <a:pt x="158" y="147"/>
                    </a:lnTo>
                    <a:lnTo>
                      <a:pt x="156" y="148"/>
                    </a:lnTo>
                    <a:lnTo>
                      <a:pt x="154" y="148"/>
                    </a:lnTo>
                    <a:lnTo>
                      <a:pt x="152" y="150"/>
                    </a:lnTo>
                    <a:lnTo>
                      <a:pt x="147" y="153"/>
                    </a:lnTo>
                    <a:lnTo>
                      <a:pt x="143" y="157"/>
                    </a:lnTo>
                    <a:lnTo>
                      <a:pt x="139" y="161"/>
                    </a:lnTo>
                    <a:lnTo>
                      <a:pt x="137" y="164"/>
                    </a:lnTo>
                    <a:lnTo>
                      <a:pt x="137" y="164"/>
                    </a:lnTo>
                    <a:close/>
                    <a:moveTo>
                      <a:pt x="170" y="51"/>
                    </a:moveTo>
                    <a:lnTo>
                      <a:pt x="171" y="51"/>
                    </a:lnTo>
                    <a:lnTo>
                      <a:pt x="173" y="51"/>
                    </a:lnTo>
                    <a:lnTo>
                      <a:pt x="174" y="52"/>
                    </a:lnTo>
                    <a:lnTo>
                      <a:pt x="175" y="53"/>
                    </a:lnTo>
                    <a:lnTo>
                      <a:pt x="177" y="55"/>
                    </a:lnTo>
                    <a:lnTo>
                      <a:pt x="178" y="56"/>
                    </a:lnTo>
                    <a:lnTo>
                      <a:pt x="178" y="58"/>
                    </a:lnTo>
                    <a:lnTo>
                      <a:pt x="178" y="59"/>
                    </a:lnTo>
                    <a:lnTo>
                      <a:pt x="178" y="62"/>
                    </a:lnTo>
                    <a:lnTo>
                      <a:pt x="178" y="63"/>
                    </a:lnTo>
                    <a:lnTo>
                      <a:pt x="177" y="65"/>
                    </a:lnTo>
                    <a:lnTo>
                      <a:pt x="175" y="67"/>
                    </a:lnTo>
                    <a:lnTo>
                      <a:pt x="174" y="67"/>
                    </a:lnTo>
                    <a:lnTo>
                      <a:pt x="173" y="68"/>
                    </a:lnTo>
                    <a:lnTo>
                      <a:pt x="171" y="69"/>
                    </a:lnTo>
                    <a:lnTo>
                      <a:pt x="170" y="69"/>
                    </a:lnTo>
                    <a:lnTo>
                      <a:pt x="167" y="69"/>
                    </a:lnTo>
                    <a:lnTo>
                      <a:pt x="166" y="68"/>
                    </a:lnTo>
                    <a:lnTo>
                      <a:pt x="164" y="67"/>
                    </a:lnTo>
                    <a:lnTo>
                      <a:pt x="162" y="67"/>
                    </a:lnTo>
                    <a:lnTo>
                      <a:pt x="162" y="65"/>
                    </a:lnTo>
                    <a:lnTo>
                      <a:pt x="161" y="63"/>
                    </a:lnTo>
                    <a:lnTo>
                      <a:pt x="160" y="62"/>
                    </a:lnTo>
                    <a:lnTo>
                      <a:pt x="160" y="59"/>
                    </a:lnTo>
                    <a:lnTo>
                      <a:pt x="160" y="58"/>
                    </a:lnTo>
                    <a:lnTo>
                      <a:pt x="161" y="56"/>
                    </a:lnTo>
                    <a:lnTo>
                      <a:pt x="162" y="55"/>
                    </a:lnTo>
                    <a:lnTo>
                      <a:pt x="162" y="53"/>
                    </a:lnTo>
                    <a:lnTo>
                      <a:pt x="164" y="52"/>
                    </a:lnTo>
                    <a:lnTo>
                      <a:pt x="166" y="51"/>
                    </a:lnTo>
                    <a:lnTo>
                      <a:pt x="167" y="51"/>
                    </a:lnTo>
                    <a:lnTo>
                      <a:pt x="170" y="51"/>
                    </a:lnTo>
                    <a:lnTo>
                      <a:pt x="170" y="51"/>
                    </a:lnTo>
                    <a:close/>
                    <a:moveTo>
                      <a:pt x="175" y="96"/>
                    </a:moveTo>
                    <a:lnTo>
                      <a:pt x="177" y="95"/>
                    </a:lnTo>
                    <a:lnTo>
                      <a:pt x="177" y="93"/>
                    </a:lnTo>
                    <a:lnTo>
                      <a:pt x="179" y="88"/>
                    </a:lnTo>
                    <a:lnTo>
                      <a:pt x="181" y="84"/>
                    </a:lnTo>
                    <a:lnTo>
                      <a:pt x="183" y="81"/>
                    </a:lnTo>
                    <a:lnTo>
                      <a:pt x="186" y="78"/>
                    </a:lnTo>
                    <a:lnTo>
                      <a:pt x="188" y="76"/>
                    </a:lnTo>
                    <a:lnTo>
                      <a:pt x="190" y="74"/>
                    </a:lnTo>
                    <a:lnTo>
                      <a:pt x="194" y="72"/>
                    </a:lnTo>
                    <a:lnTo>
                      <a:pt x="196" y="71"/>
                    </a:lnTo>
                    <a:lnTo>
                      <a:pt x="198" y="69"/>
                    </a:lnTo>
                    <a:lnTo>
                      <a:pt x="202" y="68"/>
                    </a:lnTo>
                    <a:lnTo>
                      <a:pt x="205" y="67"/>
                    </a:lnTo>
                    <a:lnTo>
                      <a:pt x="209" y="67"/>
                    </a:lnTo>
                    <a:lnTo>
                      <a:pt x="213" y="67"/>
                    </a:lnTo>
                    <a:lnTo>
                      <a:pt x="217" y="67"/>
                    </a:lnTo>
                    <a:lnTo>
                      <a:pt x="221" y="67"/>
                    </a:lnTo>
                    <a:lnTo>
                      <a:pt x="223" y="68"/>
                    </a:lnTo>
                    <a:lnTo>
                      <a:pt x="226" y="69"/>
                    </a:lnTo>
                    <a:lnTo>
                      <a:pt x="229" y="71"/>
                    </a:lnTo>
                    <a:lnTo>
                      <a:pt x="230" y="72"/>
                    </a:lnTo>
                    <a:lnTo>
                      <a:pt x="232" y="73"/>
                    </a:lnTo>
                    <a:lnTo>
                      <a:pt x="234" y="75"/>
                    </a:lnTo>
                    <a:lnTo>
                      <a:pt x="236" y="76"/>
                    </a:lnTo>
                    <a:lnTo>
                      <a:pt x="238" y="79"/>
                    </a:lnTo>
                    <a:lnTo>
                      <a:pt x="238" y="80"/>
                    </a:lnTo>
                    <a:lnTo>
                      <a:pt x="240" y="82"/>
                    </a:lnTo>
                    <a:lnTo>
                      <a:pt x="242" y="86"/>
                    </a:lnTo>
                    <a:lnTo>
                      <a:pt x="244" y="89"/>
                    </a:lnTo>
                    <a:lnTo>
                      <a:pt x="247" y="93"/>
                    </a:lnTo>
                    <a:lnTo>
                      <a:pt x="251" y="98"/>
                    </a:lnTo>
                    <a:lnTo>
                      <a:pt x="254" y="101"/>
                    </a:lnTo>
                    <a:lnTo>
                      <a:pt x="256" y="102"/>
                    </a:lnTo>
                    <a:lnTo>
                      <a:pt x="254" y="103"/>
                    </a:lnTo>
                    <a:lnTo>
                      <a:pt x="249" y="105"/>
                    </a:lnTo>
                    <a:lnTo>
                      <a:pt x="246" y="107"/>
                    </a:lnTo>
                    <a:lnTo>
                      <a:pt x="242" y="108"/>
                    </a:lnTo>
                    <a:lnTo>
                      <a:pt x="238" y="110"/>
                    </a:lnTo>
                    <a:lnTo>
                      <a:pt x="236" y="112"/>
                    </a:lnTo>
                    <a:lnTo>
                      <a:pt x="230" y="116"/>
                    </a:lnTo>
                    <a:lnTo>
                      <a:pt x="224" y="120"/>
                    </a:lnTo>
                    <a:lnTo>
                      <a:pt x="222" y="120"/>
                    </a:lnTo>
                    <a:lnTo>
                      <a:pt x="218" y="121"/>
                    </a:lnTo>
                    <a:lnTo>
                      <a:pt x="215" y="122"/>
                    </a:lnTo>
                    <a:lnTo>
                      <a:pt x="211" y="122"/>
                    </a:lnTo>
                    <a:lnTo>
                      <a:pt x="207" y="121"/>
                    </a:lnTo>
                    <a:lnTo>
                      <a:pt x="204" y="120"/>
                    </a:lnTo>
                    <a:lnTo>
                      <a:pt x="201" y="120"/>
                    </a:lnTo>
                    <a:lnTo>
                      <a:pt x="198" y="120"/>
                    </a:lnTo>
                    <a:lnTo>
                      <a:pt x="198" y="120"/>
                    </a:lnTo>
                    <a:lnTo>
                      <a:pt x="197" y="119"/>
                    </a:lnTo>
                    <a:lnTo>
                      <a:pt x="195" y="115"/>
                    </a:lnTo>
                    <a:lnTo>
                      <a:pt x="194" y="112"/>
                    </a:lnTo>
                    <a:lnTo>
                      <a:pt x="191" y="108"/>
                    </a:lnTo>
                    <a:lnTo>
                      <a:pt x="190" y="106"/>
                    </a:lnTo>
                    <a:lnTo>
                      <a:pt x="186" y="104"/>
                    </a:lnTo>
                    <a:lnTo>
                      <a:pt x="184" y="100"/>
                    </a:lnTo>
                    <a:lnTo>
                      <a:pt x="182" y="99"/>
                    </a:lnTo>
                    <a:lnTo>
                      <a:pt x="180" y="98"/>
                    </a:lnTo>
                    <a:lnTo>
                      <a:pt x="178" y="96"/>
                    </a:lnTo>
                    <a:lnTo>
                      <a:pt x="175" y="96"/>
                    </a:lnTo>
                    <a:lnTo>
                      <a:pt x="175" y="96"/>
                    </a:lnTo>
                    <a:close/>
                    <a:moveTo>
                      <a:pt x="104" y="51"/>
                    </a:moveTo>
                    <a:lnTo>
                      <a:pt x="106" y="51"/>
                    </a:lnTo>
                    <a:lnTo>
                      <a:pt x="108" y="51"/>
                    </a:lnTo>
                    <a:lnTo>
                      <a:pt x="109" y="52"/>
                    </a:lnTo>
                    <a:lnTo>
                      <a:pt x="110" y="53"/>
                    </a:lnTo>
                    <a:lnTo>
                      <a:pt x="112" y="55"/>
                    </a:lnTo>
                    <a:lnTo>
                      <a:pt x="113" y="56"/>
                    </a:lnTo>
                    <a:lnTo>
                      <a:pt x="113" y="58"/>
                    </a:lnTo>
                    <a:lnTo>
                      <a:pt x="113" y="59"/>
                    </a:lnTo>
                    <a:lnTo>
                      <a:pt x="113" y="62"/>
                    </a:lnTo>
                    <a:lnTo>
                      <a:pt x="113" y="63"/>
                    </a:lnTo>
                    <a:lnTo>
                      <a:pt x="112" y="65"/>
                    </a:lnTo>
                    <a:lnTo>
                      <a:pt x="110" y="67"/>
                    </a:lnTo>
                    <a:lnTo>
                      <a:pt x="109" y="67"/>
                    </a:lnTo>
                    <a:lnTo>
                      <a:pt x="108" y="68"/>
                    </a:lnTo>
                    <a:lnTo>
                      <a:pt x="106" y="69"/>
                    </a:lnTo>
                    <a:lnTo>
                      <a:pt x="104" y="69"/>
                    </a:lnTo>
                    <a:lnTo>
                      <a:pt x="102" y="69"/>
                    </a:lnTo>
                    <a:lnTo>
                      <a:pt x="101" y="68"/>
                    </a:lnTo>
                    <a:lnTo>
                      <a:pt x="99" y="67"/>
                    </a:lnTo>
                    <a:lnTo>
                      <a:pt x="97" y="67"/>
                    </a:lnTo>
                    <a:lnTo>
                      <a:pt x="97" y="65"/>
                    </a:lnTo>
                    <a:lnTo>
                      <a:pt x="95" y="63"/>
                    </a:lnTo>
                    <a:lnTo>
                      <a:pt x="95" y="62"/>
                    </a:lnTo>
                    <a:lnTo>
                      <a:pt x="95" y="59"/>
                    </a:lnTo>
                    <a:lnTo>
                      <a:pt x="95" y="58"/>
                    </a:lnTo>
                    <a:lnTo>
                      <a:pt x="95" y="56"/>
                    </a:lnTo>
                    <a:lnTo>
                      <a:pt x="97" y="55"/>
                    </a:lnTo>
                    <a:lnTo>
                      <a:pt x="97" y="53"/>
                    </a:lnTo>
                    <a:lnTo>
                      <a:pt x="99" y="52"/>
                    </a:lnTo>
                    <a:lnTo>
                      <a:pt x="101" y="51"/>
                    </a:lnTo>
                    <a:lnTo>
                      <a:pt x="102" y="51"/>
                    </a:lnTo>
                    <a:lnTo>
                      <a:pt x="104" y="51"/>
                    </a:lnTo>
                    <a:lnTo>
                      <a:pt x="104" y="51"/>
                    </a:lnTo>
                    <a:close/>
                    <a:moveTo>
                      <a:pt x="97" y="96"/>
                    </a:moveTo>
                    <a:lnTo>
                      <a:pt x="95" y="96"/>
                    </a:lnTo>
                    <a:lnTo>
                      <a:pt x="93" y="98"/>
                    </a:lnTo>
                    <a:lnTo>
                      <a:pt x="91" y="99"/>
                    </a:lnTo>
                    <a:lnTo>
                      <a:pt x="89" y="100"/>
                    </a:lnTo>
                    <a:lnTo>
                      <a:pt x="86" y="104"/>
                    </a:lnTo>
                    <a:lnTo>
                      <a:pt x="84" y="106"/>
                    </a:lnTo>
                    <a:lnTo>
                      <a:pt x="81" y="108"/>
                    </a:lnTo>
                    <a:lnTo>
                      <a:pt x="80" y="112"/>
                    </a:lnTo>
                    <a:lnTo>
                      <a:pt x="77" y="115"/>
                    </a:lnTo>
                    <a:lnTo>
                      <a:pt x="77" y="119"/>
                    </a:lnTo>
                    <a:lnTo>
                      <a:pt x="75" y="120"/>
                    </a:lnTo>
                    <a:lnTo>
                      <a:pt x="74" y="120"/>
                    </a:lnTo>
                    <a:lnTo>
                      <a:pt x="73" y="120"/>
                    </a:lnTo>
                    <a:lnTo>
                      <a:pt x="69" y="120"/>
                    </a:lnTo>
                    <a:lnTo>
                      <a:pt x="65" y="121"/>
                    </a:lnTo>
                    <a:lnTo>
                      <a:pt x="61" y="122"/>
                    </a:lnTo>
                    <a:lnTo>
                      <a:pt x="58" y="122"/>
                    </a:lnTo>
                    <a:lnTo>
                      <a:pt x="54" y="121"/>
                    </a:lnTo>
                    <a:lnTo>
                      <a:pt x="51" y="120"/>
                    </a:lnTo>
                    <a:lnTo>
                      <a:pt x="49" y="120"/>
                    </a:lnTo>
                    <a:lnTo>
                      <a:pt x="43" y="116"/>
                    </a:lnTo>
                    <a:lnTo>
                      <a:pt x="37" y="112"/>
                    </a:lnTo>
                    <a:lnTo>
                      <a:pt x="34" y="110"/>
                    </a:lnTo>
                    <a:lnTo>
                      <a:pt x="31" y="108"/>
                    </a:lnTo>
                    <a:lnTo>
                      <a:pt x="28" y="107"/>
                    </a:lnTo>
                    <a:lnTo>
                      <a:pt x="25" y="105"/>
                    </a:lnTo>
                    <a:lnTo>
                      <a:pt x="19" y="103"/>
                    </a:lnTo>
                    <a:lnTo>
                      <a:pt x="17" y="102"/>
                    </a:lnTo>
                    <a:lnTo>
                      <a:pt x="18" y="101"/>
                    </a:lnTo>
                    <a:lnTo>
                      <a:pt x="21" y="98"/>
                    </a:lnTo>
                    <a:lnTo>
                      <a:pt x="25" y="93"/>
                    </a:lnTo>
                    <a:lnTo>
                      <a:pt x="29" y="89"/>
                    </a:lnTo>
                    <a:lnTo>
                      <a:pt x="31" y="86"/>
                    </a:lnTo>
                    <a:lnTo>
                      <a:pt x="33" y="82"/>
                    </a:lnTo>
                    <a:lnTo>
                      <a:pt x="34" y="80"/>
                    </a:lnTo>
                    <a:lnTo>
                      <a:pt x="36" y="79"/>
                    </a:lnTo>
                    <a:lnTo>
                      <a:pt x="37" y="76"/>
                    </a:lnTo>
                    <a:lnTo>
                      <a:pt x="39" y="75"/>
                    </a:lnTo>
                    <a:lnTo>
                      <a:pt x="41" y="73"/>
                    </a:lnTo>
                    <a:lnTo>
                      <a:pt x="43" y="72"/>
                    </a:lnTo>
                    <a:lnTo>
                      <a:pt x="45" y="71"/>
                    </a:lnTo>
                    <a:lnTo>
                      <a:pt x="47" y="69"/>
                    </a:lnTo>
                    <a:lnTo>
                      <a:pt x="49" y="68"/>
                    </a:lnTo>
                    <a:lnTo>
                      <a:pt x="53" y="67"/>
                    </a:lnTo>
                    <a:lnTo>
                      <a:pt x="56" y="67"/>
                    </a:lnTo>
                    <a:lnTo>
                      <a:pt x="60" y="67"/>
                    </a:lnTo>
                    <a:lnTo>
                      <a:pt x="65" y="67"/>
                    </a:lnTo>
                    <a:lnTo>
                      <a:pt x="68" y="67"/>
                    </a:lnTo>
                    <a:lnTo>
                      <a:pt x="71" y="68"/>
                    </a:lnTo>
                    <a:lnTo>
                      <a:pt x="74" y="69"/>
                    </a:lnTo>
                    <a:lnTo>
                      <a:pt x="77" y="71"/>
                    </a:lnTo>
                    <a:lnTo>
                      <a:pt x="80" y="72"/>
                    </a:lnTo>
                    <a:lnTo>
                      <a:pt x="82" y="74"/>
                    </a:lnTo>
                    <a:lnTo>
                      <a:pt x="85" y="76"/>
                    </a:lnTo>
                    <a:lnTo>
                      <a:pt x="88" y="78"/>
                    </a:lnTo>
                    <a:lnTo>
                      <a:pt x="90" y="81"/>
                    </a:lnTo>
                    <a:lnTo>
                      <a:pt x="92" y="84"/>
                    </a:lnTo>
                    <a:lnTo>
                      <a:pt x="93" y="88"/>
                    </a:lnTo>
                    <a:lnTo>
                      <a:pt x="96" y="93"/>
                    </a:lnTo>
                    <a:lnTo>
                      <a:pt x="97" y="95"/>
                    </a:lnTo>
                    <a:lnTo>
                      <a:pt x="97" y="9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0" name="ïṩļïḓe"/>
              <p:cNvSpPr/>
              <p:nvPr userDrawn="1"/>
            </p:nvSpPr>
            <p:spPr bwMode="auto">
              <a:xfrm>
                <a:off x="2032001" y="3052763"/>
                <a:ext cx="236538" cy="215900"/>
              </a:xfrm>
              <a:custGeom>
                <a:avLst/>
                <a:gdLst>
                  <a:gd name="T0" fmla="*/ 27 w 149"/>
                  <a:gd name="T1" fmla="*/ 59 h 136"/>
                  <a:gd name="T2" fmla="*/ 21 w 149"/>
                  <a:gd name="T3" fmla="*/ 66 h 136"/>
                  <a:gd name="T4" fmla="*/ 19 w 149"/>
                  <a:gd name="T5" fmla="*/ 59 h 136"/>
                  <a:gd name="T6" fmla="*/ 9 w 149"/>
                  <a:gd name="T7" fmla="*/ 54 h 136"/>
                  <a:gd name="T8" fmla="*/ 1 w 149"/>
                  <a:gd name="T9" fmla="*/ 49 h 136"/>
                  <a:gd name="T10" fmla="*/ 3 w 149"/>
                  <a:gd name="T11" fmla="*/ 35 h 136"/>
                  <a:gd name="T12" fmla="*/ 9 w 149"/>
                  <a:gd name="T13" fmla="*/ 34 h 136"/>
                  <a:gd name="T14" fmla="*/ 20 w 149"/>
                  <a:gd name="T15" fmla="*/ 43 h 136"/>
                  <a:gd name="T16" fmla="*/ 21 w 149"/>
                  <a:gd name="T17" fmla="*/ 35 h 136"/>
                  <a:gd name="T18" fmla="*/ 8 w 149"/>
                  <a:gd name="T19" fmla="*/ 8 h 136"/>
                  <a:gd name="T20" fmla="*/ 17 w 149"/>
                  <a:gd name="T21" fmla="*/ 0 h 136"/>
                  <a:gd name="T22" fmla="*/ 24 w 149"/>
                  <a:gd name="T23" fmla="*/ 6 h 136"/>
                  <a:gd name="T24" fmla="*/ 29 w 149"/>
                  <a:gd name="T25" fmla="*/ 38 h 136"/>
                  <a:gd name="T26" fmla="*/ 31 w 149"/>
                  <a:gd name="T27" fmla="*/ 49 h 136"/>
                  <a:gd name="T28" fmla="*/ 46 w 149"/>
                  <a:gd name="T29" fmla="*/ 61 h 136"/>
                  <a:gd name="T30" fmla="*/ 46 w 149"/>
                  <a:gd name="T31" fmla="*/ 55 h 136"/>
                  <a:gd name="T32" fmla="*/ 41 w 149"/>
                  <a:gd name="T33" fmla="*/ 43 h 136"/>
                  <a:gd name="T34" fmla="*/ 47 w 149"/>
                  <a:gd name="T35" fmla="*/ 41 h 136"/>
                  <a:gd name="T36" fmla="*/ 34 w 149"/>
                  <a:gd name="T37" fmla="*/ 24 h 136"/>
                  <a:gd name="T38" fmla="*/ 38 w 149"/>
                  <a:gd name="T39" fmla="*/ 19 h 136"/>
                  <a:gd name="T40" fmla="*/ 45 w 149"/>
                  <a:gd name="T41" fmla="*/ 26 h 136"/>
                  <a:gd name="T42" fmla="*/ 49 w 149"/>
                  <a:gd name="T43" fmla="*/ 28 h 136"/>
                  <a:gd name="T44" fmla="*/ 45 w 149"/>
                  <a:gd name="T45" fmla="*/ 10 h 136"/>
                  <a:gd name="T46" fmla="*/ 50 w 149"/>
                  <a:gd name="T47" fmla="*/ 8 h 136"/>
                  <a:gd name="T48" fmla="*/ 53 w 149"/>
                  <a:gd name="T49" fmla="*/ 28 h 136"/>
                  <a:gd name="T50" fmla="*/ 67 w 149"/>
                  <a:gd name="T51" fmla="*/ 56 h 136"/>
                  <a:gd name="T52" fmla="*/ 68 w 149"/>
                  <a:gd name="T53" fmla="*/ 37 h 136"/>
                  <a:gd name="T54" fmla="*/ 70 w 149"/>
                  <a:gd name="T55" fmla="*/ 13 h 136"/>
                  <a:gd name="T56" fmla="*/ 77 w 149"/>
                  <a:gd name="T57" fmla="*/ 20 h 136"/>
                  <a:gd name="T58" fmla="*/ 73 w 149"/>
                  <a:gd name="T59" fmla="*/ 37 h 136"/>
                  <a:gd name="T60" fmla="*/ 85 w 149"/>
                  <a:gd name="T61" fmla="*/ 64 h 136"/>
                  <a:gd name="T62" fmla="*/ 97 w 149"/>
                  <a:gd name="T63" fmla="*/ 67 h 136"/>
                  <a:gd name="T64" fmla="*/ 100 w 149"/>
                  <a:gd name="T65" fmla="*/ 55 h 136"/>
                  <a:gd name="T66" fmla="*/ 106 w 149"/>
                  <a:gd name="T67" fmla="*/ 59 h 136"/>
                  <a:gd name="T68" fmla="*/ 105 w 149"/>
                  <a:gd name="T69" fmla="*/ 71 h 136"/>
                  <a:gd name="T70" fmla="*/ 142 w 149"/>
                  <a:gd name="T71" fmla="*/ 82 h 136"/>
                  <a:gd name="T72" fmla="*/ 148 w 149"/>
                  <a:gd name="T73" fmla="*/ 91 h 136"/>
                  <a:gd name="T74" fmla="*/ 132 w 149"/>
                  <a:gd name="T75" fmla="*/ 98 h 136"/>
                  <a:gd name="T76" fmla="*/ 133 w 149"/>
                  <a:gd name="T77" fmla="*/ 92 h 136"/>
                  <a:gd name="T78" fmla="*/ 109 w 149"/>
                  <a:gd name="T79" fmla="*/ 80 h 136"/>
                  <a:gd name="T80" fmla="*/ 109 w 149"/>
                  <a:gd name="T81" fmla="*/ 91 h 136"/>
                  <a:gd name="T82" fmla="*/ 113 w 149"/>
                  <a:gd name="T83" fmla="*/ 101 h 136"/>
                  <a:gd name="T84" fmla="*/ 101 w 149"/>
                  <a:gd name="T85" fmla="*/ 104 h 136"/>
                  <a:gd name="T86" fmla="*/ 97 w 149"/>
                  <a:gd name="T87" fmla="*/ 87 h 136"/>
                  <a:gd name="T88" fmla="*/ 76 w 149"/>
                  <a:gd name="T89" fmla="*/ 71 h 136"/>
                  <a:gd name="T90" fmla="*/ 81 w 149"/>
                  <a:gd name="T91" fmla="*/ 96 h 136"/>
                  <a:gd name="T92" fmla="*/ 91 w 149"/>
                  <a:gd name="T93" fmla="*/ 125 h 136"/>
                  <a:gd name="T94" fmla="*/ 86 w 149"/>
                  <a:gd name="T95" fmla="*/ 136 h 136"/>
                  <a:gd name="T96" fmla="*/ 76 w 149"/>
                  <a:gd name="T97" fmla="*/ 124 h 136"/>
                  <a:gd name="T98" fmla="*/ 70 w 149"/>
                  <a:gd name="T99" fmla="*/ 78 h 136"/>
                  <a:gd name="T100" fmla="*/ 57 w 149"/>
                  <a:gd name="T101" fmla="*/ 60 h 136"/>
                  <a:gd name="T102" fmla="*/ 55 w 149"/>
                  <a:gd name="T103" fmla="*/ 71 h 136"/>
                  <a:gd name="T104" fmla="*/ 56 w 149"/>
                  <a:gd name="T105" fmla="*/ 91 h 136"/>
                  <a:gd name="T106" fmla="*/ 47 w 149"/>
                  <a:gd name="T107" fmla="*/ 89 h 136"/>
                  <a:gd name="T108" fmla="*/ 41 w 149"/>
                  <a:gd name="T109" fmla="*/ 6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9" h="136">
                    <a:moveTo>
                      <a:pt x="32" y="60"/>
                    </a:moveTo>
                    <a:lnTo>
                      <a:pt x="31" y="60"/>
                    </a:lnTo>
                    <a:lnTo>
                      <a:pt x="29" y="59"/>
                    </a:lnTo>
                    <a:lnTo>
                      <a:pt x="29" y="58"/>
                    </a:lnTo>
                    <a:lnTo>
                      <a:pt x="28" y="58"/>
                    </a:lnTo>
                    <a:lnTo>
                      <a:pt x="27" y="58"/>
                    </a:lnTo>
                    <a:lnTo>
                      <a:pt x="27" y="59"/>
                    </a:lnTo>
                    <a:lnTo>
                      <a:pt x="26" y="62"/>
                    </a:lnTo>
                    <a:lnTo>
                      <a:pt x="25" y="64"/>
                    </a:lnTo>
                    <a:lnTo>
                      <a:pt x="25" y="66"/>
                    </a:lnTo>
                    <a:lnTo>
                      <a:pt x="24" y="66"/>
                    </a:lnTo>
                    <a:lnTo>
                      <a:pt x="24" y="67"/>
                    </a:lnTo>
                    <a:lnTo>
                      <a:pt x="23" y="67"/>
                    </a:lnTo>
                    <a:lnTo>
                      <a:pt x="21" y="66"/>
                    </a:lnTo>
                    <a:lnTo>
                      <a:pt x="20" y="66"/>
                    </a:lnTo>
                    <a:lnTo>
                      <a:pt x="19" y="65"/>
                    </a:lnTo>
                    <a:lnTo>
                      <a:pt x="18" y="65"/>
                    </a:lnTo>
                    <a:lnTo>
                      <a:pt x="18" y="64"/>
                    </a:lnTo>
                    <a:lnTo>
                      <a:pt x="18" y="63"/>
                    </a:lnTo>
                    <a:lnTo>
                      <a:pt x="18" y="62"/>
                    </a:lnTo>
                    <a:lnTo>
                      <a:pt x="19" y="59"/>
                    </a:lnTo>
                    <a:lnTo>
                      <a:pt x="19" y="58"/>
                    </a:lnTo>
                    <a:lnTo>
                      <a:pt x="19" y="57"/>
                    </a:lnTo>
                    <a:lnTo>
                      <a:pt x="19" y="56"/>
                    </a:lnTo>
                    <a:lnTo>
                      <a:pt x="18" y="56"/>
                    </a:lnTo>
                    <a:lnTo>
                      <a:pt x="16" y="55"/>
                    </a:lnTo>
                    <a:lnTo>
                      <a:pt x="13" y="55"/>
                    </a:lnTo>
                    <a:lnTo>
                      <a:pt x="9" y="54"/>
                    </a:lnTo>
                    <a:lnTo>
                      <a:pt x="8" y="53"/>
                    </a:lnTo>
                    <a:lnTo>
                      <a:pt x="7" y="52"/>
                    </a:lnTo>
                    <a:lnTo>
                      <a:pt x="5" y="52"/>
                    </a:lnTo>
                    <a:lnTo>
                      <a:pt x="3" y="51"/>
                    </a:lnTo>
                    <a:lnTo>
                      <a:pt x="2" y="51"/>
                    </a:lnTo>
                    <a:lnTo>
                      <a:pt x="1" y="50"/>
                    </a:lnTo>
                    <a:lnTo>
                      <a:pt x="1" y="49"/>
                    </a:lnTo>
                    <a:lnTo>
                      <a:pt x="0" y="46"/>
                    </a:lnTo>
                    <a:lnTo>
                      <a:pt x="1" y="43"/>
                    </a:lnTo>
                    <a:lnTo>
                      <a:pt x="1" y="41"/>
                    </a:lnTo>
                    <a:lnTo>
                      <a:pt x="1" y="39"/>
                    </a:lnTo>
                    <a:lnTo>
                      <a:pt x="1" y="38"/>
                    </a:lnTo>
                    <a:lnTo>
                      <a:pt x="2" y="37"/>
                    </a:lnTo>
                    <a:lnTo>
                      <a:pt x="3" y="35"/>
                    </a:lnTo>
                    <a:lnTo>
                      <a:pt x="4" y="35"/>
                    </a:lnTo>
                    <a:lnTo>
                      <a:pt x="5" y="34"/>
                    </a:lnTo>
                    <a:lnTo>
                      <a:pt x="5" y="34"/>
                    </a:lnTo>
                    <a:lnTo>
                      <a:pt x="6" y="34"/>
                    </a:lnTo>
                    <a:lnTo>
                      <a:pt x="7" y="34"/>
                    </a:lnTo>
                    <a:lnTo>
                      <a:pt x="9" y="34"/>
                    </a:lnTo>
                    <a:lnTo>
                      <a:pt x="9" y="34"/>
                    </a:lnTo>
                    <a:lnTo>
                      <a:pt x="10" y="34"/>
                    </a:lnTo>
                    <a:lnTo>
                      <a:pt x="11" y="35"/>
                    </a:lnTo>
                    <a:lnTo>
                      <a:pt x="12" y="35"/>
                    </a:lnTo>
                    <a:lnTo>
                      <a:pt x="13" y="37"/>
                    </a:lnTo>
                    <a:lnTo>
                      <a:pt x="16" y="39"/>
                    </a:lnTo>
                    <a:lnTo>
                      <a:pt x="19" y="42"/>
                    </a:lnTo>
                    <a:lnTo>
                      <a:pt x="20" y="43"/>
                    </a:lnTo>
                    <a:lnTo>
                      <a:pt x="21" y="43"/>
                    </a:lnTo>
                    <a:lnTo>
                      <a:pt x="21" y="43"/>
                    </a:lnTo>
                    <a:lnTo>
                      <a:pt x="22" y="43"/>
                    </a:lnTo>
                    <a:lnTo>
                      <a:pt x="22" y="43"/>
                    </a:lnTo>
                    <a:lnTo>
                      <a:pt x="22" y="42"/>
                    </a:lnTo>
                    <a:lnTo>
                      <a:pt x="21" y="39"/>
                    </a:lnTo>
                    <a:lnTo>
                      <a:pt x="21" y="35"/>
                    </a:lnTo>
                    <a:lnTo>
                      <a:pt x="19" y="30"/>
                    </a:lnTo>
                    <a:lnTo>
                      <a:pt x="17" y="26"/>
                    </a:lnTo>
                    <a:lnTo>
                      <a:pt x="14" y="19"/>
                    </a:lnTo>
                    <a:lnTo>
                      <a:pt x="11" y="14"/>
                    </a:lnTo>
                    <a:lnTo>
                      <a:pt x="9" y="12"/>
                    </a:lnTo>
                    <a:lnTo>
                      <a:pt x="9" y="10"/>
                    </a:lnTo>
                    <a:lnTo>
                      <a:pt x="8" y="8"/>
                    </a:lnTo>
                    <a:lnTo>
                      <a:pt x="8" y="7"/>
                    </a:lnTo>
                    <a:lnTo>
                      <a:pt x="9" y="6"/>
                    </a:lnTo>
                    <a:lnTo>
                      <a:pt x="9" y="4"/>
                    </a:lnTo>
                    <a:lnTo>
                      <a:pt x="11" y="2"/>
                    </a:lnTo>
                    <a:lnTo>
                      <a:pt x="12" y="2"/>
                    </a:lnTo>
                    <a:lnTo>
                      <a:pt x="14" y="0"/>
                    </a:lnTo>
                    <a:lnTo>
                      <a:pt x="17" y="0"/>
                    </a:lnTo>
                    <a:lnTo>
                      <a:pt x="17" y="0"/>
                    </a:lnTo>
                    <a:lnTo>
                      <a:pt x="18" y="0"/>
                    </a:lnTo>
                    <a:lnTo>
                      <a:pt x="20" y="1"/>
                    </a:lnTo>
                    <a:lnTo>
                      <a:pt x="21" y="2"/>
                    </a:lnTo>
                    <a:lnTo>
                      <a:pt x="23" y="3"/>
                    </a:lnTo>
                    <a:lnTo>
                      <a:pt x="24" y="4"/>
                    </a:lnTo>
                    <a:lnTo>
                      <a:pt x="24" y="6"/>
                    </a:lnTo>
                    <a:lnTo>
                      <a:pt x="24" y="9"/>
                    </a:lnTo>
                    <a:lnTo>
                      <a:pt x="24" y="13"/>
                    </a:lnTo>
                    <a:lnTo>
                      <a:pt x="25" y="17"/>
                    </a:lnTo>
                    <a:lnTo>
                      <a:pt x="27" y="23"/>
                    </a:lnTo>
                    <a:lnTo>
                      <a:pt x="27" y="28"/>
                    </a:lnTo>
                    <a:lnTo>
                      <a:pt x="28" y="32"/>
                    </a:lnTo>
                    <a:lnTo>
                      <a:pt x="29" y="38"/>
                    </a:lnTo>
                    <a:lnTo>
                      <a:pt x="29" y="41"/>
                    </a:lnTo>
                    <a:lnTo>
                      <a:pt x="29" y="45"/>
                    </a:lnTo>
                    <a:lnTo>
                      <a:pt x="29" y="46"/>
                    </a:lnTo>
                    <a:lnTo>
                      <a:pt x="29" y="47"/>
                    </a:lnTo>
                    <a:lnTo>
                      <a:pt x="29" y="48"/>
                    </a:lnTo>
                    <a:lnTo>
                      <a:pt x="30" y="49"/>
                    </a:lnTo>
                    <a:lnTo>
                      <a:pt x="31" y="49"/>
                    </a:lnTo>
                    <a:lnTo>
                      <a:pt x="32" y="49"/>
                    </a:lnTo>
                    <a:lnTo>
                      <a:pt x="33" y="50"/>
                    </a:lnTo>
                    <a:lnTo>
                      <a:pt x="36" y="52"/>
                    </a:lnTo>
                    <a:lnTo>
                      <a:pt x="39" y="55"/>
                    </a:lnTo>
                    <a:lnTo>
                      <a:pt x="41" y="57"/>
                    </a:lnTo>
                    <a:lnTo>
                      <a:pt x="44" y="59"/>
                    </a:lnTo>
                    <a:lnTo>
                      <a:pt x="46" y="61"/>
                    </a:lnTo>
                    <a:lnTo>
                      <a:pt x="46" y="61"/>
                    </a:lnTo>
                    <a:lnTo>
                      <a:pt x="47" y="61"/>
                    </a:lnTo>
                    <a:lnTo>
                      <a:pt x="47" y="60"/>
                    </a:lnTo>
                    <a:lnTo>
                      <a:pt x="47" y="59"/>
                    </a:lnTo>
                    <a:lnTo>
                      <a:pt x="47" y="57"/>
                    </a:lnTo>
                    <a:lnTo>
                      <a:pt x="47" y="56"/>
                    </a:lnTo>
                    <a:lnTo>
                      <a:pt x="46" y="55"/>
                    </a:lnTo>
                    <a:lnTo>
                      <a:pt x="46" y="54"/>
                    </a:lnTo>
                    <a:lnTo>
                      <a:pt x="44" y="51"/>
                    </a:lnTo>
                    <a:lnTo>
                      <a:pt x="41" y="47"/>
                    </a:lnTo>
                    <a:lnTo>
                      <a:pt x="41" y="46"/>
                    </a:lnTo>
                    <a:lnTo>
                      <a:pt x="41" y="44"/>
                    </a:lnTo>
                    <a:lnTo>
                      <a:pt x="41" y="43"/>
                    </a:lnTo>
                    <a:lnTo>
                      <a:pt x="41" y="43"/>
                    </a:lnTo>
                    <a:lnTo>
                      <a:pt x="41" y="42"/>
                    </a:lnTo>
                    <a:lnTo>
                      <a:pt x="41" y="42"/>
                    </a:lnTo>
                    <a:lnTo>
                      <a:pt x="44" y="42"/>
                    </a:lnTo>
                    <a:lnTo>
                      <a:pt x="46" y="42"/>
                    </a:lnTo>
                    <a:lnTo>
                      <a:pt x="47" y="42"/>
                    </a:lnTo>
                    <a:lnTo>
                      <a:pt x="47" y="42"/>
                    </a:lnTo>
                    <a:lnTo>
                      <a:pt x="47" y="41"/>
                    </a:lnTo>
                    <a:lnTo>
                      <a:pt x="46" y="40"/>
                    </a:lnTo>
                    <a:lnTo>
                      <a:pt x="44" y="37"/>
                    </a:lnTo>
                    <a:lnTo>
                      <a:pt x="41" y="34"/>
                    </a:lnTo>
                    <a:lnTo>
                      <a:pt x="38" y="30"/>
                    </a:lnTo>
                    <a:lnTo>
                      <a:pt x="37" y="28"/>
                    </a:lnTo>
                    <a:lnTo>
                      <a:pt x="35" y="26"/>
                    </a:lnTo>
                    <a:lnTo>
                      <a:pt x="34" y="24"/>
                    </a:lnTo>
                    <a:lnTo>
                      <a:pt x="33" y="22"/>
                    </a:lnTo>
                    <a:lnTo>
                      <a:pt x="33" y="22"/>
                    </a:lnTo>
                    <a:lnTo>
                      <a:pt x="34" y="21"/>
                    </a:lnTo>
                    <a:lnTo>
                      <a:pt x="35" y="19"/>
                    </a:lnTo>
                    <a:lnTo>
                      <a:pt x="36" y="19"/>
                    </a:lnTo>
                    <a:lnTo>
                      <a:pt x="37" y="19"/>
                    </a:lnTo>
                    <a:lnTo>
                      <a:pt x="38" y="19"/>
                    </a:lnTo>
                    <a:lnTo>
                      <a:pt x="39" y="19"/>
                    </a:lnTo>
                    <a:lnTo>
                      <a:pt x="41" y="20"/>
                    </a:lnTo>
                    <a:lnTo>
                      <a:pt x="41" y="22"/>
                    </a:lnTo>
                    <a:lnTo>
                      <a:pt x="42" y="23"/>
                    </a:lnTo>
                    <a:lnTo>
                      <a:pt x="44" y="25"/>
                    </a:lnTo>
                    <a:lnTo>
                      <a:pt x="44" y="26"/>
                    </a:lnTo>
                    <a:lnTo>
                      <a:pt x="45" y="26"/>
                    </a:lnTo>
                    <a:lnTo>
                      <a:pt x="45" y="27"/>
                    </a:lnTo>
                    <a:lnTo>
                      <a:pt x="46" y="27"/>
                    </a:lnTo>
                    <a:lnTo>
                      <a:pt x="47" y="28"/>
                    </a:lnTo>
                    <a:lnTo>
                      <a:pt x="48" y="29"/>
                    </a:lnTo>
                    <a:lnTo>
                      <a:pt x="49" y="29"/>
                    </a:lnTo>
                    <a:lnTo>
                      <a:pt x="49" y="28"/>
                    </a:lnTo>
                    <a:lnTo>
                      <a:pt x="49" y="28"/>
                    </a:lnTo>
                    <a:lnTo>
                      <a:pt x="49" y="26"/>
                    </a:lnTo>
                    <a:lnTo>
                      <a:pt x="48" y="23"/>
                    </a:lnTo>
                    <a:lnTo>
                      <a:pt x="46" y="19"/>
                    </a:lnTo>
                    <a:lnTo>
                      <a:pt x="45" y="16"/>
                    </a:lnTo>
                    <a:lnTo>
                      <a:pt x="45" y="14"/>
                    </a:lnTo>
                    <a:lnTo>
                      <a:pt x="45" y="13"/>
                    </a:lnTo>
                    <a:lnTo>
                      <a:pt x="45" y="10"/>
                    </a:lnTo>
                    <a:lnTo>
                      <a:pt x="46" y="8"/>
                    </a:lnTo>
                    <a:lnTo>
                      <a:pt x="48" y="6"/>
                    </a:lnTo>
                    <a:lnTo>
                      <a:pt x="48" y="6"/>
                    </a:lnTo>
                    <a:lnTo>
                      <a:pt x="49" y="6"/>
                    </a:lnTo>
                    <a:lnTo>
                      <a:pt x="49" y="6"/>
                    </a:lnTo>
                    <a:lnTo>
                      <a:pt x="49" y="6"/>
                    </a:lnTo>
                    <a:lnTo>
                      <a:pt x="50" y="8"/>
                    </a:lnTo>
                    <a:lnTo>
                      <a:pt x="51" y="10"/>
                    </a:lnTo>
                    <a:lnTo>
                      <a:pt x="51" y="12"/>
                    </a:lnTo>
                    <a:lnTo>
                      <a:pt x="52" y="15"/>
                    </a:lnTo>
                    <a:lnTo>
                      <a:pt x="53" y="18"/>
                    </a:lnTo>
                    <a:lnTo>
                      <a:pt x="53" y="22"/>
                    </a:lnTo>
                    <a:lnTo>
                      <a:pt x="53" y="26"/>
                    </a:lnTo>
                    <a:lnTo>
                      <a:pt x="53" y="28"/>
                    </a:lnTo>
                    <a:lnTo>
                      <a:pt x="53" y="30"/>
                    </a:lnTo>
                    <a:lnTo>
                      <a:pt x="53" y="32"/>
                    </a:lnTo>
                    <a:lnTo>
                      <a:pt x="56" y="37"/>
                    </a:lnTo>
                    <a:lnTo>
                      <a:pt x="60" y="44"/>
                    </a:lnTo>
                    <a:lnTo>
                      <a:pt x="64" y="51"/>
                    </a:lnTo>
                    <a:lnTo>
                      <a:pt x="66" y="55"/>
                    </a:lnTo>
                    <a:lnTo>
                      <a:pt x="67" y="56"/>
                    </a:lnTo>
                    <a:lnTo>
                      <a:pt x="68" y="56"/>
                    </a:lnTo>
                    <a:lnTo>
                      <a:pt x="68" y="56"/>
                    </a:lnTo>
                    <a:lnTo>
                      <a:pt x="69" y="55"/>
                    </a:lnTo>
                    <a:lnTo>
                      <a:pt x="69" y="55"/>
                    </a:lnTo>
                    <a:lnTo>
                      <a:pt x="69" y="55"/>
                    </a:lnTo>
                    <a:lnTo>
                      <a:pt x="68" y="47"/>
                    </a:lnTo>
                    <a:lnTo>
                      <a:pt x="68" y="37"/>
                    </a:lnTo>
                    <a:lnTo>
                      <a:pt x="68" y="30"/>
                    </a:lnTo>
                    <a:lnTo>
                      <a:pt x="68" y="26"/>
                    </a:lnTo>
                    <a:lnTo>
                      <a:pt x="68" y="22"/>
                    </a:lnTo>
                    <a:lnTo>
                      <a:pt x="68" y="19"/>
                    </a:lnTo>
                    <a:lnTo>
                      <a:pt x="69" y="16"/>
                    </a:lnTo>
                    <a:lnTo>
                      <a:pt x="70" y="14"/>
                    </a:lnTo>
                    <a:lnTo>
                      <a:pt x="70" y="13"/>
                    </a:lnTo>
                    <a:lnTo>
                      <a:pt x="71" y="13"/>
                    </a:lnTo>
                    <a:lnTo>
                      <a:pt x="72" y="12"/>
                    </a:lnTo>
                    <a:lnTo>
                      <a:pt x="72" y="12"/>
                    </a:lnTo>
                    <a:lnTo>
                      <a:pt x="73" y="14"/>
                    </a:lnTo>
                    <a:lnTo>
                      <a:pt x="76" y="15"/>
                    </a:lnTo>
                    <a:lnTo>
                      <a:pt x="77" y="18"/>
                    </a:lnTo>
                    <a:lnTo>
                      <a:pt x="77" y="20"/>
                    </a:lnTo>
                    <a:lnTo>
                      <a:pt x="77" y="22"/>
                    </a:lnTo>
                    <a:lnTo>
                      <a:pt x="77" y="25"/>
                    </a:lnTo>
                    <a:lnTo>
                      <a:pt x="76" y="26"/>
                    </a:lnTo>
                    <a:lnTo>
                      <a:pt x="74" y="29"/>
                    </a:lnTo>
                    <a:lnTo>
                      <a:pt x="74" y="30"/>
                    </a:lnTo>
                    <a:lnTo>
                      <a:pt x="73" y="34"/>
                    </a:lnTo>
                    <a:lnTo>
                      <a:pt x="73" y="37"/>
                    </a:lnTo>
                    <a:lnTo>
                      <a:pt x="73" y="40"/>
                    </a:lnTo>
                    <a:lnTo>
                      <a:pt x="73" y="47"/>
                    </a:lnTo>
                    <a:lnTo>
                      <a:pt x="73" y="52"/>
                    </a:lnTo>
                    <a:lnTo>
                      <a:pt x="74" y="56"/>
                    </a:lnTo>
                    <a:lnTo>
                      <a:pt x="74" y="58"/>
                    </a:lnTo>
                    <a:lnTo>
                      <a:pt x="78" y="60"/>
                    </a:lnTo>
                    <a:lnTo>
                      <a:pt x="85" y="64"/>
                    </a:lnTo>
                    <a:lnTo>
                      <a:pt x="89" y="66"/>
                    </a:lnTo>
                    <a:lnTo>
                      <a:pt x="92" y="67"/>
                    </a:lnTo>
                    <a:lnTo>
                      <a:pt x="94" y="67"/>
                    </a:lnTo>
                    <a:lnTo>
                      <a:pt x="95" y="67"/>
                    </a:lnTo>
                    <a:lnTo>
                      <a:pt x="96" y="67"/>
                    </a:lnTo>
                    <a:lnTo>
                      <a:pt x="97" y="67"/>
                    </a:lnTo>
                    <a:lnTo>
                      <a:pt x="97" y="67"/>
                    </a:lnTo>
                    <a:lnTo>
                      <a:pt x="97" y="66"/>
                    </a:lnTo>
                    <a:lnTo>
                      <a:pt x="97" y="63"/>
                    </a:lnTo>
                    <a:lnTo>
                      <a:pt x="97" y="59"/>
                    </a:lnTo>
                    <a:lnTo>
                      <a:pt x="97" y="58"/>
                    </a:lnTo>
                    <a:lnTo>
                      <a:pt x="98" y="56"/>
                    </a:lnTo>
                    <a:lnTo>
                      <a:pt x="99" y="55"/>
                    </a:lnTo>
                    <a:lnTo>
                      <a:pt x="100" y="55"/>
                    </a:lnTo>
                    <a:lnTo>
                      <a:pt x="101" y="55"/>
                    </a:lnTo>
                    <a:lnTo>
                      <a:pt x="102" y="55"/>
                    </a:lnTo>
                    <a:lnTo>
                      <a:pt x="104" y="55"/>
                    </a:lnTo>
                    <a:lnTo>
                      <a:pt x="105" y="56"/>
                    </a:lnTo>
                    <a:lnTo>
                      <a:pt x="105" y="57"/>
                    </a:lnTo>
                    <a:lnTo>
                      <a:pt x="105" y="58"/>
                    </a:lnTo>
                    <a:lnTo>
                      <a:pt x="106" y="59"/>
                    </a:lnTo>
                    <a:lnTo>
                      <a:pt x="106" y="59"/>
                    </a:lnTo>
                    <a:lnTo>
                      <a:pt x="105" y="63"/>
                    </a:lnTo>
                    <a:lnTo>
                      <a:pt x="105" y="66"/>
                    </a:lnTo>
                    <a:lnTo>
                      <a:pt x="104" y="67"/>
                    </a:lnTo>
                    <a:lnTo>
                      <a:pt x="104" y="69"/>
                    </a:lnTo>
                    <a:lnTo>
                      <a:pt x="105" y="71"/>
                    </a:lnTo>
                    <a:lnTo>
                      <a:pt x="105" y="71"/>
                    </a:lnTo>
                    <a:lnTo>
                      <a:pt x="110" y="73"/>
                    </a:lnTo>
                    <a:lnTo>
                      <a:pt x="120" y="75"/>
                    </a:lnTo>
                    <a:lnTo>
                      <a:pt x="129" y="78"/>
                    </a:lnTo>
                    <a:lnTo>
                      <a:pt x="135" y="79"/>
                    </a:lnTo>
                    <a:lnTo>
                      <a:pt x="137" y="80"/>
                    </a:lnTo>
                    <a:lnTo>
                      <a:pt x="140" y="81"/>
                    </a:lnTo>
                    <a:lnTo>
                      <a:pt x="142" y="82"/>
                    </a:lnTo>
                    <a:lnTo>
                      <a:pt x="145" y="84"/>
                    </a:lnTo>
                    <a:lnTo>
                      <a:pt x="147" y="86"/>
                    </a:lnTo>
                    <a:lnTo>
                      <a:pt x="149" y="87"/>
                    </a:lnTo>
                    <a:lnTo>
                      <a:pt x="149" y="88"/>
                    </a:lnTo>
                    <a:lnTo>
                      <a:pt x="149" y="89"/>
                    </a:lnTo>
                    <a:lnTo>
                      <a:pt x="148" y="90"/>
                    </a:lnTo>
                    <a:lnTo>
                      <a:pt x="148" y="91"/>
                    </a:lnTo>
                    <a:lnTo>
                      <a:pt x="144" y="95"/>
                    </a:lnTo>
                    <a:lnTo>
                      <a:pt x="140" y="97"/>
                    </a:lnTo>
                    <a:lnTo>
                      <a:pt x="137" y="98"/>
                    </a:lnTo>
                    <a:lnTo>
                      <a:pt x="135" y="99"/>
                    </a:lnTo>
                    <a:lnTo>
                      <a:pt x="133" y="98"/>
                    </a:lnTo>
                    <a:lnTo>
                      <a:pt x="133" y="98"/>
                    </a:lnTo>
                    <a:lnTo>
                      <a:pt x="132" y="98"/>
                    </a:lnTo>
                    <a:lnTo>
                      <a:pt x="132" y="97"/>
                    </a:lnTo>
                    <a:lnTo>
                      <a:pt x="132" y="96"/>
                    </a:lnTo>
                    <a:lnTo>
                      <a:pt x="133" y="95"/>
                    </a:lnTo>
                    <a:lnTo>
                      <a:pt x="133" y="95"/>
                    </a:lnTo>
                    <a:lnTo>
                      <a:pt x="133" y="94"/>
                    </a:lnTo>
                    <a:lnTo>
                      <a:pt x="133" y="93"/>
                    </a:lnTo>
                    <a:lnTo>
                      <a:pt x="133" y="92"/>
                    </a:lnTo>
                    <a:lnTo>
                      <a:pt x="131" y="91"/>
                    </a:lnTo>
                    <a:lnTo>
                      <a:pt x="129" y="90"/>
                    </a:lnTo>
                    <a:lnTo>
                      <a:pt x="126" y="88"/>
                    </a:lnTo>
                    <a:lnTo>
                      <a:pt x="122" y="87"/>
                    </a:lnTo>
                    <a:lnTo>
                      <a:pt x="115" y="83"/>
                    </a:lnTo>
                    <a:lnTo>
                      <a:pt x="110" y="81"/>
                    </a:lnTo>
                    <a:lnTo>
                      <a:pt x="109" y="80"/>
                    </a:lnTo>
                    <a:lnTo>
                      <a:pt x="107" y="80"/>
                    </a:lnTo>
                    <a:lnTo>
                      <a:pt x="107" y="80"/>
                    </a:lnTo>
                    <a:lnTo>
                      <a:pt x="106" y="80"/>
                    </a:lnTo>
                    <a:lnTo>
                      <a:pt x="106" y="83"/>
                    </a:lnTo>
                    <a:lnTo>
                      <a:pt x="107" y="86"/>
                    </a:lnTo>
                    <a:lnTo>
                      <a:pt x="108" y="89"/>
                    </a:lnTo>
                    <a:lnTo>
                      <a:pt x="109" y="91"/>
                    </a:lnTo>
                    <a:lnTo>
                      <a:pt x="110" y="92"/>
                    </a:lnTo>
                    <a:lnTo>
                      <a:pt x="113" y="95"/>
                    </a:lnTo>
                    <a:lnTo>
                      <a:pt x="113" y="97"/>
                    </a:lnTo>
                    <a:lnTo>
                      <a:pt x="113" y="99"/>
                    </a:lnTo>
                    <a:lnTo>
                      <a:pt x="113" y="99"/>
                    </a:lnTo>
                    <a:lnTo>
                      <a:pt x="113" y="100"/>
                    </a:lnTo>
                    <a:lnTo>
                      <a:pt x="113" y="101"/>
                    </a:lnTo>
                    <a:lnTo>
                      <a:pt x="112" y="102"/>
                    </a:lnTo>
                    <a:lnTo>
                      <a:pt x="109" y="103"/>
                    </a:lnTo>
                    <a:lnTo>
                      <a:pt x="108" y="104"/>
                    </a:lnTo>
                    <a:lnTo>
                      <a:pt x="105" y="104"/>
                    </a:lnTo>
                    <a:lnTo>
                      <a:pt x="104" y="104"/>
                    </a:lnTo>
                    <a:lnTo>
                      <a:pt x="102" y="104"/>
                    </a:lnTo>
                    <a:lnTo>
                      <a:pt x="101" y="104"/>
                    </a:lnTo>
                    <a:lnTo>
                      <a:pt x="100" y="103"/>
                    </a:lnTo>
                    <a:lnTo>
                      <a:pt x="100" y="103"/>
                    </a:lnTo>
                    <a:lnTo>
                      <a:pt x="100" y="100"/>
                    </a:lnTo>
                    <a:lnTo>
                      <a:pt x="100" y="99"/>
                    </a:lnTo>
                    <a:lnTo>
                      <a:pt x="100" y="96"/>
                    </a:lnTo>
                    <a:lnTo>
                      <a:pt x="98" y="91"/>
                    </a:lnTo>
                    <a:lnTo>
                      <a:pt x="97" y="87"/>
                    </a:lnTo>
                    <a:lnTo>
                      <a:pt x="97" y="83"/>
                    </a:lnTo>
                    <a:lnTo>
                      <a:pt x="97" y="79"/>
                    </a:lnTo>
                    <a:lnTo>
                      <a:pt x="97" y="77"/>
                    </a:lnTo>
                    <a:lnTo>
                      <a:pt x="77" y="70"/>
                    </a:lnTo>
                    <a:lnTo>
                      <a:pt x="77" y="70"/>
                    </a:lnTo>
                    <a:lnTo>
                      <a:pt x="77" y="70"/>
                    </a:lnTo>
                    <a:lnTo>
                      <a:pt x="76" y="71"/>
                    </a:lnTo>
                    <a:lnTo>
                      <a:pt x="76" y="71"/>
                    </a:lnTo>
                    <a:lnTo>
                      <a:pt x="76" y="72"/>
                    </a:lnTo>
                    <a:lnTo>
                      <a:pt x="76" y="74"/>
                    </a:lnTo>
                    <a:lnTo>
                      <a:pt x="77" y="79"/>
                    </a:lnTo>
                    <a:lnTo>
                      <a:pt x="78" y="87"/>
                    </a:lnTo>
                    <a:lnTo>
                      <a:pt x="79" y="91"/>
                    </a:lnTo>
                    <a:lnTo>
                      <a:pt x="81" y="96"/>
                    </a:lnTo>
                    <a:lnTo>
                      <a:pt x="82" y="101"/>
                    </a:lnTo>
                    <a:lnTo>
                      <a:pt x="84" y="106"/>
                    </a:lnTo>
                    <a:lnTo>
                      <a:pt x="87" y="115"/>
                    </a:lnTo>
                    <a:lnTo>
                      <a:pt x="90" y="120"/>
                    </a:lnTo>
                    <a:lnTo>
                      <a:pt x="90" y="122"/>
                    </a:lnTo>
                    <a:lnTo>
                      <a:pt x="91" y="123"/>
                    </a:lnTo>
                    <a:lnTo>
                      <a:pt x="91" y="125"/>
                    </a:lnTo>
                    <a:lnTo>
                      <a:pt x="91" y="127"/>
                    </a:lnTo>
                    <a:lnTo>
                      <a:pt x="90" y="130"/>
                    </a:lnTo>
                    <a:lnTo>
                      <a:pt x="89" y="132"/>
                    </a:lnTo>
                    <a:lnTo>
                      <a:pt x="89" y="134"/>
                    </a:lnTo>
                    <a:lnTo>
                      <a:pt x="88" y="135"/>
                    </a:lnTo>
                    <a:lnTo>
                      <a:pt x="86" y="136"/>
                    </a:lnTo>
                    <a:lnTo>
                      <a:pt x="86" y="136"/>
                    </a:lnTo>
                    <a:lnTo>
                      <a:pt x="85" y="136"/>
                    </a:lnTo>
                    <a:lnTo>
                      <a:pt x="85" y="136"/>
                    </a:lnTo>
                    <a:lnTo>
                      <a:pt x="82" y="135"/>
                    </a:lnTo>
                    <a:lnTo>
                      <a:pt x="79" y="134"/>
                    </a:lnTo>
                    <a:lnTo>
                      <a:pt x="77" y="131"/>
                    </a:lnTo>
                    <a:lnTo>
                      <a:pt x="77" y="127"/>
                    </a:lnTo>
                    <a:lnTo>
                      <a:pt x="76" y="124"/>
                    </a:lnTo>
                    <a:lnTo>
                      <a:pt x="75" y="121"/>
                    </a:lnTo>
                    <a:lnTo>
                      <a:pt x="73" y="114"/>
                    </a:lnTo>
                    <a:lnTo>
                      <a:pt x="73" y="106"/>
                    </a:lnTo>
                    <a:lnTo>
                      <a:pt x="72" y="99"/>
                    </a:lnTo>
                    <a:lnTo>
                      <a:pt x="72" y="91"/>
                    </a:lnTo>
                    <a:lnTo>
                      <a:pt x="71" y="84"/>
                    </a:lnTo>
                    <a:lnTo>
                      <a:pt x="70" y="78"/>
                    </a:lnTo>
                    <a:lnTo>
                      <a:pt x="70" y="73"/>
                    </a:lnTo>
                    <a:lnTo>
                      <a:pt x="69" y="70"/>
                    </a:lnTo>
                    <a:lnTo>
                      <a:pt x="69" y="67"/>
                    </a:lnTo>
                    <a:lnTo>
                      <a:pt x="69" y="67"/>
                    </a:lnTo>
                    <a:lnTo>
                      <a:pt x="67" y="66"/>
                    </a:lnTo>
                    <a:lnTo>
                      <a:pt x="62" y="63"/>
                    </a:lnTo>
                    <a:lnTo>
                      <a:pt x="57" y="60"/>
                    </a:lnTo>
                    <a:lnTo>
                      <a:pt x="55" y="59"/>
                    </a:lnTo>
                    <a:lnTo>
                      <a:pt x="54" y="59"/>
                    </a:lnTo>
                    <a:lnTo>
                      <a:pt x="54" y="59"/>
                    </a:lnTo>
                    <a:lnTo>
                      <a:pt x="54" y="60"/>
                    </a:lnTo>
                    <a:lnTo>
                      <a:pt x="54" y="62"/>
                    </a:lnTo>
                    <a:lnTo>
                      <a:pt x="54" y="67"/>
                    </a:lnTo>
                    <a:lnTo>
                      <a:pt x="55" y="71"/>
                    </a:lnTo>
                    <a:lnTo>
                      <a:pt x="55" y="75"/>
                    </a:lnTo>
                    <a:lnTo>
                      <a:pt x="55" y="79"/>
                    </a:lnTo>
                    <a:lnTo>
                      <a:pt x="57" y="83"/>
                    </a:lnTo>
                    <a:lnTo>
                      <a:pt x="57" y="86"/>
                    </a:lnTo>
                    <a:lnTo>
                      <a:pt x="57" y="87"/>
                    </a:lnTo>
                    <a:lnTo>
                      <a:pt x="57" y="89"/>
                    </a:lnTo>
                    <a:lnTo>
                      <a:pt x="56" y="91"/>
                    </a:lnTo>
                    <a:lnTo>
                      <a:pt x="55" y="91"/>
                    </a:lnTo>
                    <a:lnTo>
                      <a:pt x="53" y="92"/>
                    </a:lnTo>
                    <a:lnTo>
                      <a:pt x="51" y="92"/>
                    </a:lnTo>
                    <a:lnTo>
                      <a:pt x="49" y="92"/>
                    </a:lnTo>
                    <a:lnTo>
                      <a:pt x="49" y="91"/>
                    </a:lnTo>
                    <a:lnTo>
                      <a:pt x="48" y="90"/>
                    </a:lnTo>
                    <a:lnTo>
                      <a:pt x="47" y="89"/>
                    </a:lnTo>
                    <a:lnTo>
                      <a:pt x="47" y="87"/>
                    </a:lnTo>
                    <a:lnTo>
                      <a:pt x="46" y="85"/>
                    </a:lnTo>
                    <a:lnTo>
                      <a:pt x="46" y="78"/>
                    </a:lnTo>
                    <a:lnTo>
                      <a:pt x="46" y="73"/>
                    </a:lnTo>
                    <a:lnTo>
                      <a:pt x="45" y="71"/>
                    </a:lnTo>
                    <a:lnTo>
                      <a:pt x="44" y="71"/>
                    </a:lnTo>
                    <a:lnTo>
                      <a:pt x="41" y="68"/>
                    </a:lnTo>
                    <a:lnTo>
                      <a:pt x="38" y="66"/>
                    </a:lnTo>
                    <a:lnTo>
                      <a:pt x="35" y="63"/>
                    </a:lnTo>
                    <a:lnTo>
                      <a:pt x="32" y="6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1" name="îsḻíďê"/>
              <p:cNvSpPr/>
              <p:nvPr userDrawn="1"/>
            </p:nvSpPr>
            <p:spPr bwMode="auto">
              <a:xfrm>
                <a:off x="2330451" y="2909888"/>
                <a:ext cx="60325" cy="63500"/>
              </a:xfrm>
              <a:custGeom>
                <a:avLst/>
                <a:gdLst>
                  <a:gd name="T0" fmla="*/ 0 w 38"/>
                  <a:gd name="T1" fmla="*/ 4 h 40"/>
                  <a:gd name="T2" fmla="*/ 0 w 38"/>
                  <a:gd name="T3" fmla="*/ 4 h 40"/>
                  <a:gd name="T4" fmla="*/ 1 w 38"/>
                  <a:gd name="T5" fmla="*/ 2 h 40"/>
                  <a:gd name="T6" fmla="*/ 2 w 38"/>
                  <a:gd name="T7" fmla="*/ 1 h 40"/>
                  <a:gd name="T8" fmla="*/ 2 w 38"/>
                  <a:gd name="T9" fmla="*/ 1 h 40"/>
                  <a:gd name="T10" fmla="*/ 3 w 38"/>
                  <a:gd name="T11" fmla="*/ 0 h 40"/>
                  <a:gd name="T12" fmla="*/ 5 w 38"/>
                  <a:gd name="T13" fmla="*/ 0 h 40"/>
                  <a:gd name="T14" fmla="*/ 6 w 38"/>
                  <a:gd name="T15" fmla="*/ 0 h 40"/>
                  <a:gd name="T16" fmla="*/ 8 w 38"/>
                  <a:gd name="T17" fmla="*/ 1 h 40"/>
                  <a:gd name="T18" fmla="*/ 10 w 38"/>
                  <a:gd name="T19" fmla="*/ 3 h 40"/>
                  <a:gd name="T20" fmla="*/ 13 w 38"/>
                  <a:gd name="T21" fmla="*/ 4 h 40"/>
                  <a:gd name="T22" fmla="*/ 18 w 38"/>
                  <a:gd name="T23" fmla="*/ 8 h 40"/>
                  <a:gd name="T24" fmla="*/ 24 w 38"/>
                  <a:gd name="T25" fmla="*/ 12 h 40"/>
                  <a:gd name="T26" fmla="*/ 29 w 38"/>
                  <a:gd name="T27" fmla="*/ 17 h 40"/>
                  <a:gd name="T28" fmla="*/ 34 w 38"/>
                  <a:gd name="T29" fmla="*/ 22 h 40"/>
                  <a:gd name="T30" fmla="*/ 35 w 38"/>
                  <a:gd name="T31" fmla="*/ 24 h 40"/>
                  <a:gd name="T32" fmla="*/ 36 w 38"/>
                  <a:gd name="T33" fmla="*/ 26 h 40"/>
                  <a:gd name="T34" fmla="*/ 38 w 38"/>
                  <a:gd name="T35" fmla="*/ 28 h 40"/>
                  <a:gd name="T36" fmla="*/ 38 w 38"/>
                  <a:gd name="T37" fmla="*/ 28 h 40"/>
                  <a:gd name="T38" fmla="*/ 36 w 38"/>
                  <a:gd name="T39" fmla="*/ 31 h 40"/>
                  <a:gd name="T40" fmla="*/ 33 w 38"/>
                  <a:gd name="T41" fmla="*/ 35 h 40"/>
                  <a:gd name="T42" fmla="*/ 31 w 38"/>
                  <a:gd name="T43" fmla="*/ 37 h 40"/>
                  <a:gd name="T44" fmla="*/ 30 w 38"/>
                  <a:gd name="T45" fmla="*/ 39 h 40"/>
                  <a:gd name="T46" fmla="*/ 28 w 38"/>
                  <a:gd name="T47" fmla="*/ 40 h 40"/>
                  <a:gd name="T48" fmla="*/ 26 w 38"/>
                  <a:gd name="T49" fmla="*/ 40 h 40"/>
                  <a:gd name="T50" fmla="*/ 26 w 38"/>
                  <a:gd name="T51" fmla="*/ 39 h 40"/>
                  <a:gd name="T52" fmla="*/ 25 w 38"/>
                  <a:gd name="T53" fmla="*/ 39 h 40"/>
                  <a:gd name="T54" fmla="*/ 24 w 38"/>
                  <a:gd name="T55" fmla="*/ 37 h 40"/>
                  <a:gd name="T56" fmla="*/ 23 w 38"/>
                  <a:gd name="T57" fmla="*/ 36 h 40"/>
                  <a:gd name="T58" fmla="*/ 22 w 38"/>
                  <a:gd name="T59" fmla="*/ 33 h 40"/>
                  <a:gd name="T60" fmla="*/ 20 w 38"/>
                  <a:gd name="T61" fmla="*/ 30 h 40"/>
                  <a:gd name="T62" fmla="*/ 18 w 38"/>
                  <a:gd name="T63" fmla="*/ 27 h 40"/>
                  <a:gd name="T64" fmla="*/ 15 w 38"/>
                  <a:gd name="T65" fmla="*/ 23 h 40"/>
                  <a:gd name="T66" fmla="*/ 14 w 38"/>
                  <a:gd name="T67" fmla="*/ 20 h 40"/>
                  <a:gd name="T68" fmla="*/ 10 w 38"/>
                  <a:gd name="T69" fmla="*/ 16 h 40"/>
                  <a:gd name="T70" fmla="*/ 5 w 38"/>
                  <a:gd name="T71" fmla="*/ 10 h 40"/>
                  <a:gd name="T72" fmla="*/ 0 w 38"/>
                  <a:gd name="T73"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40">
                    <a:moveTo>
                      <a:pt x="0" y="4"/>
                    </a:moveTo>
                    <a:lnTo>
                      <a:pt x="0" y="4"/>
                    </a:lnTo>
                    <a:lnTo>
                      <a:pt x="1" y="2"/>
                    </a:lnTo>
                    <a:lnTo>
                      <a:pt x="2" y="1"/>
                    </a:lnTo>
                    <a:lnTo>
                      <a:pt x="2" y="1"/>
                    </a:lnTo>
                    <a:lnTo>
                      <a:pt x="3" y="0"/>
                    </a:lnTo>
                    <a:lnTo>
                      <a:pt x="5" y="0"/>
                    </a:lnTo>
                    <a:lnTo>
                      <a:pt x="6" y="0"/>
                    </a:lnTo>
                    <a:lnTo>
                      <a:pt x="8" y="1"/>
                    </a:lnTo>
                    <a:lnTo>
                      <a:pt x="10" y="3"/>
                    </a:lnTo>
                    <a:lnTo>
                      <a:pt x="13" y="4"/>
                    </a:lnTo>
                    <a:lnTo>
                      <a:pt x="18" y="8"/>
                    </a:lnTo>
                    <a:lnTo>
                      <a:pt x="24" y="12"/>
                    </a:lnTo>
                    <a:lnTo>
                      <a:pt x="29" y="17"/>
                    </a:lnTo>
                    <a:lnTo>
                      <a:pt x="34" y="22"/>
                    </a:lnTo>
                    <a:lnTo>
                      <a:pt x="35" y="24"/>
                    </a:lnTo>
                    <a:lnTo>
                      <a:pt x="36" y="26"/>
                    </a:lnTo>
                    <a:lnTo>
                      <a:pt x="38" y="28"/>
                    </a:lnTo>
                    <a:lnTo>
                      <a:pt x="38" y="28"/>
                    </a:lnTo>
                    <a:lnTo>
                      <a:pt x="36" y="31"/>
                    </a:lnTo>
                    <a:lnTo>
                      <a:pt x="33" y="35"/>
                    </a:lnTo>
                    <a:lnTo>
                      <a:pt x="31" y="37"/>
                    </a:lnTo>
                    <a:lnTo>
                      <a:pt x="30" y="39"/>
                    </a:lnTo>
                    <a:lnTo>
                      <a:pt x="28" y="40"/>
                    </a:lnTo>
                    <a:lnTo>
                      <a:pt x="26" y="40"/>
                    </a:lnTo>
                    <a:lnTo>
                      <a:pt x="26" y="39"/>
                    </a:lnTo>
                    <a:lnTo>
                      <a:pt x="25" y="39"/>
                    </a:lnTo>
                    <a:lnTo>
                      <a:pt x="24" y="37"/>
                    </a:lnTo>
                    <a:lnTo>
                      <a:pt x="23" y="36"/>
                    </a:lnTo>
                    <a:lnTo>
                      <a:pt x="22" y="33"/>
                    </a:lnTo>
                    <a:lnTo>
                      <a:pt x="20" y="30"/>
                    </a:lnTo>
                    <a:lnTo>
                      <a:pt x="18" y="27"/>
                    </a:lnTo>
                    <a:lnTo>
                      <a:pt x="15" y="23"/>
                    </a:lnTo>
                    <a:lnTo>
                      <a:pt x="14" y="20"/>
                    </a:lnTo>
                    <a:lnTo>
                      <a:pt x="10" y="16"/>
                    </a:lnTo>
                    <a:lnTo>
                      <a:pt x="5" y="10"/>
                    </a:lnTo>
                    <a:lnTo>
                      <a:pt x="0" y="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2" name="îSlíḍé"/>
              <p:cNvSpPr/>
              <p:nvPr userDrawn="1"/>
            </p:nvSpPr>
            <p:spPr bwMode="auto">
              <a:xfrm>
                <a:off x="2266951" y="2749551"/>
                <a:ext cx="204788" cy="173038"/>
              </a:xfrm>
              <a:custGeom>
                <a:avLst/>
                <a:gdLst>
                  <a:gd name="T0" fmla="*/ 17 w 129"/>
                  <a:gd name="T1" fmla="*/ 93 h 109"/>
                  <a:gd name="T2" fmla="*/ 11 w 129"/>
                  <a:gd name="T3" fmla="*/ 93 h 109"/>
                  <a:gd name="T4" fmla="*/ 3 w 129"/>
                  <a:gd name="T5" fmla="*/ 95 h 109"/>
                  <a:gd name="T6" fmla="*/ 5 w 129"/>
                  <a:gd name="T7" fmla="*/ 86 h 109"/>
                  <a:gd name="T8" fmla="*/ 13 w 129"/>
                  <a:gd name="T9" fmla="*/ 60 h 109"/>
                  <a:gd name="T10" fmla="*/ 16 w 129"/>
                  <a:gd name="T11" fmla="*/ 44 h 109"/>
                  <a:gd name="T12" fmla="*/ 4 w 129"/>
                  <a:gd name="T13" fmla="*/ 21 h 109"/>
                  <a:gd name="T14" fmla="*/ 1 w 129"/>
                  <a:gd name="T15" fmla="*/ 15 h 109"/>
                  <a:gd name="T16" fmla="*/ 22 w 129"/>
                  <a:gd name="T17" fmla="*/ 17 h 109"/>
                  <a:gd name="T18" fmla="*/ 27 w 129"/>
                  <a:gd name="T19" fmla="*/ 9 h 109"/>
                  <a:gd name="T20" fmla="*/ 35 w 129"/>
                  <a:gd name="T21" fmla="*/ 17 h 109"/>
                  <a:gd name="T22" fmla="*/ 33 w 129"/>
                  <a:gd name="T23" fmla="*/ 37 h 109"/>
                  <a:gd name="T24" fmla="*/ 37 w 129"/>
                  <a:gd name="T25" fmla="*/ 64 h 109"/>
                  <a:gd name="T26" fmla="*/ 42 w 129"/>
                  <a:gd name="T27" fmla="*/ 73 h 109"/>
                  <a:gd name="T28" fmla="*/ 46 w 129"/>
                  <a:gd name="T29" fmla="*/ 65 h 109"/>
                  <a:gd name="T30" fmla="*/ 47 w 129"/>
                  <a:gd name="T31" fmla="*/ 50 h 109"/>
                  <a:gd name="T32" fmla="*/ 45 w 129"/>
                  <a:gd name="T33" fmla="*/ 42 h 109"/>
                  <a:gd name="T34" fmla="*/ 46 w 129"/>
                  <a:gd name="T35" fmla="*/ 36 h 109"/>
                  <a:gd name="T36" fmla="*/ 52 w 129"/>
                  <a:gd name="T37" fmla="*/ 16 h 109"/>
                  <a:gd name="T38" fmla="*/ 58 w 129"/>
                  <a:gd name="T39" fmla="*/ 1 h 109"/>
                  <a:gd name="T40" fmla="*/ 66 w 129"/>
                  <a:gd name="T41" fmla="*/ 8 h 109"/>
                  <a:gd name="T42" fmla="*/ 101 w 129"/>
                  <a:gd name="T43" fmla="*/ 50 h 109"/>
                  <a:gd name="T44" fmla="*/ 128 w 129"/>
                  <a:gd name="T45" fmla="*/ 82 h 109"/>
                  <a:gd name="T46" fmla="*/ 122 w 129"/>
                  <a:gd name="T47" fmla="*/ 89 h 109"/>
                  <a:gd name="T48" fmla="*/ 96 w 129"/>
                  <a:gd name="T49" fmla="*/ 90 h 109"/>
                  <a:gd name="T50" fmla="*/ 102 w 129"/>
                  <a:gd name="T51" fmla="*/ 86 h 109"/>
                  <a:gd name="T52" fmla="*/ 110 w 129"/>
                  <a:gd name="T53" fmla="*/ 80 h 109"/>
                  <a:gd name="T54" fmla="*/ 78 w 129"/>
                  <a:gd name="T55" fmla="*/ 41 h 109"/>
                  <a:gd name="T56" fmla="*/ 59 w 129"/>
                  <a:gd name="T57" fmla="*/ 13 h 109"/>
                  <a:gd name="T58" fmla="*/ 55 w 129"/>
                  <a:gd name="T59" fmla="*/ 28 h 109"/>
                  <a:gd name="T60" fmla="*/ 58 w 129"/>
                  <a:gd name="T61" fmla="*/ 35 h 109"/>
                  <a:gd name="T62" fmla="*/ 63 w 129"/>
                  <a:gd name="T63" fmla="*/ 41 h 109"/>
                  <a:gd name="T64" fmla="*/ 56 w 129"/>
                  <a:gd name="T65" fmla="*/ 58 h 109"/>
                  <a:gd name="T66" fmla="*/ 58 w 129"/>
                  <a:gd name="T67" fmla="*/ 71 h 109"/>
                  <a:gd name="T68" fmla="*/ 56 w 129"/>
                  <a:gd name="T69" fmla="*/ 77 h 109"/>
                  <a:gd name="T70" fmla="*/ 43 w 129"/>
                  <a:gd name="T71" fmla="*/ 96 h 109"/>
                  <a:gd name="T72" fmla="*/ 39 w 129"/>
                  <a:gd name="T73" fmla="*/ 97 h 109"/>
                  <a:gd name="T74" fmla="*/ 42 w 129"/>
                  <a:gd name="T75" fmla="*/ 80 h 109"/>
                  <a:gd name="T76" fmla="*/ 37 w 129"/>
                  <a:gd name="T77" fmla="*/ 73 h 109"/>
                  <a:gd name="T78" fmla="*/ 28 w 129"/>
                  <a:gd name="T79" fmla="*/ 57 h 109"/>
                  <a:gd name="T80" fmla="*/ 22 w 129"/>
                  <a:gd name="T81" fmla="*/ 66 h 109"/>
                  <a:gd name="T82" fmla="*/ 70 w 129"/>
                  <a:gd name="T83" fmla="*/ 90 h 109"/>
                  <a:gd name="T84" fmla="*/ 72 w 129"/>
                  <a:gd name="T85" fmla="*/ 107 h 109"/>
                  <a:gd name="T86" fmla="*/ 79 w 129"/>
                  <a:gd name="T87" fmla="*/ 101 h 109"/>
                  <a:gd name="T88" fmla="*/ 87 w 129"/>
                  <a:gd name="T89" fmla="*/ 107 h 109"/>
                  <a:gd name="T90" fmla="*/ 96 w 129"/>
                  <a:gd name="T91" fmla="*/ 109 h 109"/>
                  <a:gd name="T92" fmla="*/ 100 w 129"/>
                  <a:gd name="T93" fmla="*/ 106 h 109"/>
                  <a:gd name="T94" fmla="*/ 88 w 129"/>
                  <a:gd name="T95" fmla="*/ 89 h 109"/>
                  <a:gd name="T96" fmla="*/ 86 w 129"/>
                  <a:gd name="T97" fmla="*/ 73 h 109"/>
                  <a:gd name="T98" fmla="*/ 80 w 129"/>
                  <a:gd name="T99" fmla="*/ 77 h 109"/>
                  <a:gd name="T100" fmla="*/ 70 w 129"/>
                  <a:gd name="T101" fmla="*/ 90 h 109"/>
                  <a:gd name="T102" fmla="*/ 69 w 129"/>
                  <a:gd name="T103" fmla="*/ 82 h 109"/>
                  <a:gd name="T104" fmla="*/ 75 w 129"/>
                  <a:gd name="T105" fmla="*/ 70 h 109"/>
                  <a:gd name="T106" fmla="*/ 71 w 129"/>
                  <a:gd name="T107" fmla="*/ 67 h 109"/>
                  <a:gd name="T108" fmla="*/ 65 w 129"/>
                  <a:gd name="T109" fmla="*/ 71 h 109"/>
                  <a:gd name="T110" fmla="*/ 62 w 129"/>
                  <a:gd name="T111" fmla="*/ 77 h 109"/>
                  <a:gd name="T112" fmla="*/ 58 w 129"/>
                  <a:gd name="T113" fmla="*/ 85 h 109"/>
                  <a:gd name="T114" fmla="*/ 62 w 129"/>
                  <a:gd name="T115" fmla="*/ 8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9" h="109">
                    <a:moveTo>
                      <a:pt x="19" y="83"/>
                    </a:moveTo>
                    <a:lnTo>
                      <a:pt x="19" y="84"/>
                    </a:lnTo>
                    <a:lnTo>
                      <a:pt x="18" y="86"/>
                    </a:lnTo>
                    <a:lnTo>
                      <a:pt x="18" y="89"/>
                    </a:lnTo>
                    <a:lnTo>
                      <a:pt x="18" y="91"/>
                    </a:lnTo>
                    <a:lnTo>
                      <a:pt x="17" y="93"/>
                    </a:lnTo>
                    <a:lnTo>
                      <a:pt x="14" y="93"/>
                    </a:lnTo>
                    <a:lnTo>
                      <a:pt x="14" y="93"/>
                    </a:lnTo>
                    <a:lnTo>
                      <a:pt x="12" y="93"/>
                    </a:lnTo>
                    <a:lnTo>
                      <a:pt x="11" y="93"/>
                    </a:lnTo>
                    <a:lnTo>
                      <a:pt x="11" y="93"/>
                    </a:lnTo>
                    <a:lnTo>
                      <a:pt x="11" y="93"/>
                    </a:lnTo>
                    <a:lnTo>
                      <a:pt x="10" y="94"/>
                    </a:lnTo>
                    <a:lnTo>
                      <a:pt x="10" y="95"/>
                    </a:lnTo>
                    <a:lnTo>
                      <a:pt x="8" y="95"/>
                    </a:lnTo>
                    <a:lnTo>
                      <a:pt x="6" y="95"/>
                    </a:lnTo>
                    <a:lnTo>
                      <a:pt x="5" y="95"/>
                    </a:lnTo>
                    <a:lnTo>
                      <a:pt x="3" y="95"/>
                    </a:lnTo>
                    <a:lnTo>
                      <a:pt x="2" y="94"/>
                    </a:lnTo>
                    <a:lnTo>
                      <a:pt x="2" y="93"/>
                    </a:lnTo>
                    <a:lnTo>
                      <a:pt x="1" y="93"/>
                    </a:lnTo>
                    <a:lnTo>
                      <a:pt x="2" y="92"/>
                    </a:lnTo>
                    <a:lnTo>
                      <a:pt x="2" y="91"/>
                    </a:lnTo>
                    <a:lnTo>
                      <a:pt x="5" y="86"/>
                    </a:lnTo>
                    <a:lnTo>
                      <a:pt x="7" y="84"/>
                    </a:lnTo>
                    <a:lnTo>
                      <a:pt x="8" y="80"/>
                    </a:lnTo>
                    <a:lnTo>
                      <a:pt x="10" y="75"/>
                    </a:lnTo>
                    <a:lnTo>
                      <a:pt x="11" y="69"/>
                    </a:lnTo>
                    <a:lnTo>
                      <a:pt x="12" y="65"/>
                    </a:lnTo>
                    <a:lnTo>
                      <a:pt x="13" y="60"/>
                    </a:lnTo>
                    <a:lnTo>
                      <a:pt x="14" y="54"/>
                    </a:lnTo>
                    <a:lnTo>
                      <a:pt x="16" y="50"/>
                    </a:lnTo>
                    <a:lnTo>
                      <a:pt x="17" y="49"/>
                    </a:lnTo>
                    <a:lnTo>
                      <a:pt x="17" y="48"/>
                    </a:lnTo>
                    <a:lnTo>
                      <a:pt x="17" y="45"/>
                    </a:lnTo>
                    <a:lnTo>
                      <a:pt x="16" y="44"/>
                    </a:lnTo>
                    <a:lnTo>
                      <a:pt x="15" y="42"/>
                    </a:lnTo>
                    <a:lnTo>
                      <a:pt x="14" y="40"/>
                    </a:lnTo>
                    <a:lnTo>
                      <a:pt x="13" y="37"/>
                    </a:lnTo>
                    <a:lnTo>
                      <a:pt x="9" y="30"/>
                    </a:lnTo>
                    <a:lnTo>
                      <a:pt x="5" y="25"/>
                    </a:lnTo>
                    <a:lnTo>
                      <a:pt x="4" y="21"/>
                    </a:lnTo>
                    <a:lnTo>
                      <a:pt x="1" y="19"/>
                    </a:lnTo>
                    <a:lnTo>
                      <a:pt x="1" y="17"/>
                    </a:lnTo>
                    <a:lnTo>
                      <a:pt x="0" y="16"/>
                    </a:lnTo>
                    <a:lnTo>
                      <a:pt x="0" y="16"/>
                    </a:lnTo>
                    <a:lnTo>
                      <a:pt x="1" y="15"/>
                    </a:lnTo>
                    <a:lnTo>
                      <a:pt x="1" y="15"/>
                    </a:lnTo>
                    <a:lnTo>
                      <a:pt x="1" y="15"/>
                    </a:lnTo>
                    <a:lnTo>
                      <a:pt x="5" y="15"/>
                    </a:lnTo>
                    <a:lnTo>
                      <a:pt x="12" y="16"/>
                    </a:lnTo>
                    <a:lnTo>
                      <a:pt x="18" y="17"/>
                    </a:lnTo>
                    <a:lnTo>
                      <a:pt x="22" y="17"/>
                    </a:lnTo>
                    <a:lnTo>
                      <a:pt x="22" y="17"/>
                    </a:lnTo>
                    <a:lnTo>
                      <a:pt x="23" y="17"/>
                    </a:lnTo>
                    <a:lnTo>
                      <a:pt x="24" y="17"/>
                    </a:lnTo>
                    <a:lnTo>
                      <a:pt x="25" y="15"/>
                    </a:lnTo>
                    <a:lnTo>
                      <a:pt x="26" y="12"/>
                    </a:lnTo>
                    <a:lnTo>
                      <a:pt x="26" y="9"/>
                    </a:lnTo>
                    <a:lnTo>
                      <a:pt x="27" y="9"/>
                    </a:lnTo>
                    <a:lnTo>
                      <a:pt x="28" y="8"/>
                    </a:lnTo>
                    <a:lnTo>
                      <a:pt x="29" y="9"/>
                    </a:lnTo>
                    <a:lnTo>
                      <a:pt x="30" y="9"/>
                    </a:lnTo>
                    <a:lnTo>
                      <a:pt x="32" y="12"/>
                    </a:lnTo>
                    <a:lnTo>
                      <a:pt x="34" y="15"/>
                    </a:lnTo>
                    <a:lnTo>
                      <a:pt x="35" y="17"/>
                    </a:lnTo>
                    <a:lnTo>
                      <a:pt x="36" y="20"/>
                    </a:lnTo>
                    <a:lnTo>
                      <a:pt x="36" y="22"/>
                    </a:lnTo>
                    <a:lnTo>
                      <a:pt x="35" y="25"/>
                    </a:lnTo>
                    <a:lnTo>
                      <a:pt x="34" y="30"/>
                    </a:lnTo>
                    <a:lnTo>
                      <a:pt x="33" y="36"/>
                    </a:lnTo>
                    <a:lnTo>
                      <a:pt x="33" y="37"/>
                    </a:lnTo>
                    <a:lnTo>
                      <a:pt x="33" y="41"/>
                    </a:lnTo>
                    <a:lnTo>
                      <a:pt x="34" y="44"/>
                    </a:lnTo>
                    <a:lnTo>
                      <a:pt x="34" y="47"/>
                    </a:lnTo>
                    <a:lnTo>
                      <a:pt x="35" y="54"/>
                    </a:lnTo>
                    <a:lnTo>
                      <a:pt x="37" y="60"/>
                    </a:lnTo>
                    <a:lnTo>
                      <a:pt x="37" y="64"/>
                    </a:lnTo>
                    <a:lnTo>
                      <a:pt x="38" y="65"/>
                    </a:lnTo>
                    <a:lnTo>
                      <a:pt x="39" y="67"/>
                    </a:lnTo>
                    <a:lnTo>
                      <a:pt x="40" y="70"/>
                    </a:lnTo>
                    <a:lnTo>
                      <a:pt x="41" y="71"/>
                    </a:lnTo>
                    <a:lnTo>
                      <a:pt x="41" y="72"/>
                    </a:lnTo>
                    <a:lnTo>
                      <a:pt x="42" y="73"/>
                    </a:lnTo>
                    <a:lnTo>
                      <a:pt x="42" y="73"/>
                    </a:lnTo>
                    <a:lnTo>
                      <a:pt x="42" y="71"/>
                    </a:lnTo>
                    <a:lnTo>
                      <a:pt x="44" y="70"/>
                    </a:lnTo>
                    <a:lnTo>
                      <a:pt x="45" y="69"/>
                    </a:lnTo>
                    <a:lnTo>
                      <a:pt x="46" y="67"/>
                    </a:lnTo>
                    <a:lnTo>
                      <a:pt x="46" y="65"/>
                    </a:lnTo>
                    <a:lnTo>
                      <a:pt x="47" y="62"/>
                    </a:lnTo>
                    <a:lnTo>
                      <a:pt x="48" y="59"/>
                    </a:lnTo>
                    <a:lnTo>
                      <a:pt x="48" y="56"/>
                    </a:lnTo>
                    <a:lnTo>
                      <a:pt x="48" y="54"/>
                    </a:lnTo>
                    <a:lnTo>
                      <a:pt x="48" y="52"/>
                    </a:lnTo>
                    <a:lnTo>
                      <a:pt x="47" y="50"/>
                    </a:lnTo>
                    <a:lnTo>
                      <a:pt x="47" y="49"/>
                    </a:lnTo>
                    <a:lnTo>
                      <a:pt x="46" y="46"/>
                    </a:lnTo>
                    <a:lnTo>
                      <a:pt x="46" y="44"/>
                    </a:lnTo>
                    <a:lnTo>
                      <a:pt x="46" y="44"/>
                    </a:lnTo>
                    <a:lnTo>
                      <a:pt x="45" y="43"/>
                    </a:lnTo>
                    <a:lnTo>
                      <a:pt x="45" y="42"/>
                    </a:lnTo>
                    <a:lnTo>
                      <a:pt x="45" y="41"/>
                    </a:lnTo>
                    <a:lnTo>
                      <a:pt x="45" y="40"/>
                    </a:lnTo>
                    <a:lnTo>
                      <a:pt x="45" y="38"/>
                    </a:lnTo>
                    <a:lnTo>
                      <a:pt x="46" y="37"/>
                    </a:lnTo>
                    <a:lnTo>
                      <a:pt x="46" y="37"/>
                    </a:lnTo>
                    <a:lnTo>
                      <a:pt x="46" y="36"/>
                    </a:lnTo>
                    <a:lnTo>
                      <a:pt x="48" y="36"/>
                    </a:lnTo>
                    <a:lnTo>
                      <a:pt x="48" y="36"/>
                    </a:lnTo>
                    <a:lnTo>
                      <a:pt x="48" y="35"/>
                    </a:lnTo>
                    <a:lnTo>
                      <a:pt x="50" y="28"/>
                    </a:lnTo>
                    <a:lnTo>
                      <a:pt x="51" y="20"/>
                    </a:lnTo>
                    <a:lnTo>
                      <a:pt x="52" y="16"/>
                    </a:lnTo>
                    <a:lnTo>
                      <a:pt x="54" y="12"/>
                    </a:lnTo>
                    <a:lnTo>
                      <a:pt x="54" y="8"/>
                    </a:lnTo>
                    <a:lnTo>
                      <a:pt x="56" y="4"/>
                    </a:lnTo>
                    <a:lnTo>
                      <a:pt x="57" y="2"/>
                    </a:lnTo>
                    <a:lnTo>
                      <a:pt x="58" y="1"/>
                    </a:lnTo>
                    <a:lnTo>
                      <a:pt x="58" y="1"/>
                    </a:lnTo>
                    <a:lnTo>
                      <a:pt x="59" y="0"/>
                    </a:lnTo>
                    <a:lnTo>
                      <a:pt x="61" y="0"/>
                    </a:lnTo>
                    <a:lnTo>
                      <a:pt x="62" y="0"/>
                    </a:lnTo>
                    <a:lnTo>
                      <a:pt x="62" y="1"/>
                    </a:lnTo>
                    <a:lnTo>
                      <a:pt x="63" y="1"/>
                    </a:lnTo>
                    <a:lnTo>
                      <a:pt x="66" y="8"/>
                    </a:lnTo>
                    <a:lnTo>
                      <a:pt x="71" y="14"/>
                    </a:lnTo>
                    <a:lnTo>
                      <a:pt x="77" y="21"/>
                    </a:lnTo>
                    <a:lnTo>
                      <a:pt x="83" y="29"/>
                    </a:lnTo>
                    <a:lnTo>
                      <a:pt x="89" y="37"/>
                    </a:lnTo>
                    <a:lnTo>
                      <a:pt x="95" y="44"/>
                    </a:lnTo>
                    <a:lnTo>
                      <a:pt x="101" y="50"/>
                    </a:lnTo>
                    <a:lnTo>
                      <a:pt x="106" y="56"/>
                    </a:lnTo>
                    <a:lnTo>
                      <a:pt x="115" y="66"/>
                    </a:lnTo>
                    <a:lnTo>
                      <a:pt x="122" y="74"/>
                    </a:lnTo>
                    <a:lnTo>
                      <a:pt x="127" y="78"/>
                    </a:lnTo>
                    <a:lnTo>
                      <a:pt x="129" y="80"/>
                    </a:lnTo>
                    <a:lnTo>
                      <a:pt x="128" y="82"/>
                    </a:lnTo>
                    <a:lnTo>
                      <a:pt x="127" y="85"/>
                    </a:lnTo>
                    <a:lnTo>
                      <a:pt x="126" y="86"/>
                    </a:lnTo>
                    <a:lnTo>
                      <a:pt x="125" y="88"/>
                    </a:lnTo>
                    <a:lnTo>
                      <a:pt x="124" y="89"/>
                    </a:lnTo>
                    <a:lnTo>
                      <a:pt x="122" y="89"/>
                    </a:lnTo>
                    <a:lnTo>
                      <a:pt x="122" y="89"/>
                    </a:lnTo>
                    <a:lnTo>
                      <a:pt x="120" y="90"/>
                    </a:lnTo>
                    <a:lnTo>
                      <a:pt x="113" y="91"/>
                    </a:lnTo>
                    <a:lnTo>
                      <a:pt x="106" y="91"/>
                    </a:lnTo>
                    <a:lnTo>
                      <a:pt x="99" y="91"/>
                    </a:lnTo>
                    <a:lnTo>
                      <a:pt x="96" y="91"/>
                    </a:lnTo>
                    <a:lnTo>
                      <a:pt x="96" y="90"/>
                    </a:lnTo>
                    <a:lnTo>
                      <a:pt x="95" y="90"/>
                    </a:lnTo>
                    <a:lnTo>
                      <a:pt x="95" y="90"/>
                    </a:lnTo>
                    <a:lnTo>
                      <a:pt x="95" y="89"/>
                    </a:lnTo>
                    <a:lnTo>
                      <a:pt x="96" y="89"/>
                    </a:lnTo>
                    <a:lnTo>
                      <a:pt x="98" y="88"/>
                    </a:lnTo>
                    <a:lnTo>
                      <a:pt x="102" y="86"/>
                    </a:lnTo>
                    <a:lnTo>
                      <a:pt x="106" y="85"/>
                    </a:lnTo>
                    <a:lnTo>
                      <a:pt x="108" y="84"/>
                    </a:lnTo>
                    <a:lnTo>
                      <a:pt x="110" y="83"/>
                    </a:lnTo>
                    <a:lnTo>
                      <a:pt x="110" y="82"/>
                    </a:lnTo>
                    <a:lnTo>
                      <a:pt x="110" y="81"/>
                    </a:lnTo>
                    <a:lnTo>
                      <a:pt x="110" y="80"/>
                    </a:lnTo>
                    <a:lnTo>
                      <a:pt x="107" y="77"/>
                    </a:lnTo>
                    <a:lnTo>
                      <a:pt x="104" y="73"/>
                    </a:lnTo>
                    <a:lnTo>
                      <a:pt x="100" y="68"/>
                    </a:lnTo>
                    <a:lnTo>
                      <a:pt x="92" y="58"/>
                    </a:lnTo>
                    <a:lnTo>
                      <a:pt x="85" y="49"/>
                    </a:lnTo>
                    <a:lnTo>
                      <a:pt x="78" y="41"/>
                    </a:lnTo>
                    <a:lnTo>
                      <a:pt x="70" y="30"/>
                    </a:lnTo>
                    <a:lnTo>
                      <a:pt x="64" y="21"/>
                    </a:lnTo>
                    <a:lnTo>
                      <a:pt x="61" y="15"/>
                    </a:lnTo>
                    <a:lnTo>
                      <a:pt x="61" y="14"/>
                    </a:lnTo>
                    <a:lnTo>
                      <a:pt x="60" y="13"/>
                    </a:lnTo>
                    <a:lnTo>
                      <a:pt x="59" y="13"/>
                    </a:lnTo>
                    <a:lnTo>
                      <a:pt x="59" y="13"/>
                    </a:lnTo>
                    <a:lnTo>
                      <a:pt x="58" y="14"/>
                    </a:lnTo>
                    <a:lnTo>
                      <a:pt x="58" y="15"/>
                    </a:lnTo>
                    <a:lnTo>
                      <a:pt x="57" y="17"/>
                    </a:lnTo>
                    <a:lnTo>
                      <a:pt x="57" y="21"/>
                    </a:lnTo>
                    <a:lnTo>
                      <a:pt x="55" y="28"/>
                    </a:lnTo>
                    <a:lnTo>
                      <a:pt x="55" y="32"/>
                    </a:lnTo>
                    <a:lnTo>
                      <a:pt x="55" y="33"/>
                    </a:lnTo>
                    <a:lnTo>
                      <a:pt x="55" y="33"/>
                    </a:lnTo>
                    <a:lnTo>
                      <a:pt x="56" y="34"/>
                    </a:lnTo>
                    <a:lnTo>
                      <a:pt x="57" y="34"/>
                    </a:lnTo>
                    <a:lnTo>
                      <a:pt x="58" y="35"/>
                    </a:lnTo>
                    <a:lnTo>
                      <a:pt x="59" y="36"/>
                    </a:lnTo>
                    <a:lnTo>
                      <a:pt x="61" y="36"/>
                    </a:lnTo>
                    <a:lnTo>
                      <a:pt x="62" y="37"/>
                    </a:lnTo>
                    <a:lnTo>
                      <a:pt x="62" y="38"/>
                    </a:lnTo>
                    <a:lnTo>
                      <a:pt x="63" y="40"/>
                    </a:lnTo>
                    <a:lnTo>
                      <a:pt x="63" y="41"/>
                    </a:lnTo>
                    <a:lnTo>
                      <a:pt x="62" y="44"/>
                    </a:lnTo>
                    <a:lnTo>
                      <a:pt x="60" y="49"/>
                    </a:lnTo>
                    <a:lnTo>
                      <a:pt x="58" y="53"/>
                    </a:lnTo>
                    <a:lnTo>
                      <a:pt x="58" y="55"/>
                    </a:lnTo>
                    <a:lnTo>
                      <a:pt x="56" y="57"/>
                    </a:lnTo>
                    <a:lnTo>
                      <a:pt x="56" y="58"/>
                    </a:lnTo>
                    <a:lnTo>
                      <a:pt x="56" y="60"/>
                    </a:lnTo>
                    <a:lnTo>
                      <a:pt x="56" y="61"/>
                    </a:lnTo>
                    <a:lnTo>
                      <a:pt x="57" y="65"/>
                    </a:lnTo>
                    <a:lnTo>
                      <a:pt x="57" y="68"/>
                    </a:lnTo>
                    <a:lnTo>
                      <a:pt x="58" y="69"/>
                    </a:lnTo>
                    <a:lnTo>
                      <a:pt x="58" y="71"/>
                    </a:lnTo>
                    <a:lnTo>
                      <a:pt x="58" y="72"/>
                    </a:lnTo>
                    <a:lnTo>
                      <a:pt x="58" y="73"/>
                    </a:lnTo>
                    <a:lnTo>
                      <a:pt x="58" y="74"/>
                    </a:lnTo>
                    <a:lnTo>
                      <a:pt x="58" y="75"/>
                    </a:lnTo>
                    <a:lnTo>
                      <a:pt x="57" y="76"/>
                    </a:lnTo>
                    <a:lnTo>
                      <a:pt x="56" y="77"/>
                    </a:lnTo>
                    <a:lnTo>
                      <a:pt x="55" y="77"/>
                    </a:lnTo>
                    <a:lnTo>
                      <a:pt x="51" y="76"/>
                    </a:lnTo>
                    <a:lnTo>
                      <a:pt x="49" y="76"/>
                    </a:lnTo>
                    <a:lnTo>
                      <a:pt x="49" y="91"/>
                    </a:lnTo>
                    <a:lnTo>
                      <a:pt x="47" y="93"/>
                    </a:lnTo>
                    <a:lnTo>
                      <a:pt x="43" y="96"/>
                    </a:lnTo>
                    <a:lnTo>
                      <a:pt x="42" y="97"/>
                    </a:lnTo>
                    <a:lnTo>
                      <a:pt x="40" y="97"/>
                    </a:lnTo>
                    <a:lnTo>
                      <a:pt x="40" y="97"/>
                    </a:lnTo>
                    <a:lnTo>
                      <a:pt x="39" y="97"/>
                    </a:lnTo>
                    <a:lnTo>
                      <a:pt x="39" y="97"/>
                    </a:lnTo>
                    <a:lnTo>
                      <a:pt x="39" y="97"/>
                    </a:lnTo>
                    <a:lnTo>
                      <a:pt x="40" y="93"/>
                    </a:lnTo>
                    <a:lnTo>
                      <a:pt x="42" y="89"/>
                    </a:lnTo>
                    <a:lnTo>
                      <a:pt x="42" y="85"/>
                    </a:lnTo>
                    <a:lnTo>
                      <a:pt x="43" y="83"/>
                    </a:lnTo>
                    <a:lnTo>
                      <a:pt x="43" y="81"/>
                    </a:lnTo>
                    <a:lnTo>
                      <a:pt x="42" y="80"/>
                    </a:lnTo>
                    <a:lnTo>
                      <a:pt x="42" y="79"/>
                    </a:lnTo>
                    <a:lnTo>
                      <a:pt x="41" y="78"/>
                    </a:lnTo>
                    <a:lnTo>
                      <a:pt x="39" y="77"/>
                    </a:lnTo>
                    <a:lnTo>
                      <a:pt x="38" y="77"/>
                    </a:lnTo>
                    <a:lnTo>
                      <a:pt x="38" y="75"/>
                    </a:lnTo>
                    <a:lnTo>
                      <a:pt x="37" y="73"/>
                    </a:lnTo>
                    <a:lnTo>
                      <a:pt x="35" y="69"/>
                    </a:lnTo>
                    <a:lnTo>
                      <a:pt x="32" y="64"/>
                    </a:lnTo>
                    <a:lnTo>
                      <a:pt x="30" y="61"/>
                    </a:lnTo>
                    <a:lnTo>
                      <a:pt x="29" y="59"/>
                    </a:lnTo>
                    <a:lnTo>
                      <a:pt x="28" y="58"/>
                    </a:lnTo>
                    <a:lnTo>
                      <a:pt x="28" y="57"/>
                    </a:lnTo>
                    <a:lnTo>
                      <a:pt x="27" y="57"/>
                    </a:lnTo>
                    <a:lnTo>
                      <a:pt x="26" y="57"/>
                    </a:lnTo>
                    <a:lnTo>
                      <a:pt x="26" y="59"/>
                    </a:lnTo>
                    <a:lnTo>
                      <a:pt x="24" y="61"/>
                    </a:lnTo>
                    <a:lnTo>
                      <a:pt x="23" y="64"/>
                    </a:lnTo>
                    <a:lnTo>
                      <a:pt x="22" y="66"/>
                    </a:lnTo>
                    <a:lnTo>
                      <a:pt x="21" y="73"/>
                    </a:lnTo>
                    <a:lnTo>
                      <a:pt x="20" y="77"/>
                    </a:lnTo>
                    <a:lnTo>
                      <a:pt x="19" y="81"/>
                    </a:lnTo>
                    <a:lnTo>
                      <a:pt x="19" y="83"/>
                    </a:lnTo>
                    <a:lnTo>
                      <a:pt x="19" y="83"/>
                    </a:lnTo>
                    <a:close/>
                    <a:moveTo>
                      <a:pt x="70" y="90"/>
                    </a:moveTo>
                    <a:lnTo>
                      <a:pt x="77" y="97"/>
                    </a:lnTo>
                    <a:lnTo>
                      <a:pt x="76" y="98"/>
                    </a:lnTo>
                    <a:lnTo>
                      <a:pt x="75" y="100"/>
                    </a:lnTo>
                    <a:lnTo>
                      <a:pt x="74" y="102"/>
                    </a:lnTo>
                    <a:lnTo>
                      <a:pt x="72" y="106"/>
                    </a:lnTo>
                    <a:lnTo>
                      <a:pt x="72" y="107"/>
                    </a:lnTo>
                    <a:lnTo>
                      <a:pt x="73" y="108"/>
                    </a:lnTo>
                    <a:lnTo>
                      <a:pt x="74" y="108"/>
                    </a:lnTo>
                    <a:lnTo>
                      <a:pt x="74" y="107"/>
                    </a:lnTo>
                    <a:lnTo>
                      <a:pt x="77" y="105"/>
                    </a:lnTo>
                    <a:lnTo>
                      <a:pt x="78" y="102"/>
                    </a:lnTo>
                    <a:lnTo>
                      <a:pt x="79" y="101"/>
                    </a:lnTo>
                    <a:lnTo>
                      <a:pt x="80" y="101"/>
                    </a:lnTo>
                    <a:lnTo>
                      <a:pt x="80" y="101"/>
                    </a:lnTo>
                    <a:lnTo>
                      <a:pt x="82" y="101"/>
                    </a:lnTo>
                    <a:lnTo>
                      <a:pt x="83" y="103"/>
                    </a:lnTo>
                    <a:lnTo>
                      <a:pt x="86" y="105"/>
                    </a:lnTo>
                    <a:lnTo>
                      <a:pt x="87" y="107"/>
                    </a:lnTo>
                    <a:lnTo>
                      <a:pt x="89" y="108"/>
                    </a:lnTo>
                    <a:lnTo>
                      <a:pt x="90" y="109"/>
                    </a:lnTo>
                    <a:lnTo>
                      <a:pt x="91" y="109"/>
                    </a:lnTo>
                    <a:lnTo>
                      <a:pt x="93" y="109"/>
                    </a:lnTo>
                    <a:lnTo>
                      <a:pt x="94" y="109"/>
                    </a:lnTo>
                    <a:lnTo>
                      <a:pt x="96" y="109"/>
                    </a:lnTo>
                    <a:lnTo>
                      <a:pt x="98" y="109"/>
                    </a:lnTo>
                    <a:lnTo>
                      <a:pt x="98" y="109"/>
                    </a:lnTo>
                    <a:lnTo>
                      <a:pt x="99" y="109"/>
                    </a:lnTo>
                    <a:lnTo>
                      <a:pt x="100" y="108"/>
                    </a:lnTo>
                    <a:lnTo>
                      <a:pt x="100" y="108"/>
                    </a:lnTo>
                    <a:lnTo>
                      <a:pt x="100" y="106"/>
                    </a:lnTo>
                    <a:lnTo>
                      <a:pt x="100" y="105"/>
                    </a:lnTo>
                    <a:lnTo>
                      <a:pt x="98" y="102"/>
                    </a:lnTo>
                    <a:lnTo>
                      <a:pt x="98" y="101"/>
                    </a:lnTo>
                    <a:lnTo>
                      <a:pt x="96" y="99"/>
                    </a:lnTo>
                    <a:lnTo>
                      <a:pt x="92" y="95"/>
                    </a:lnTo>
                    <a:lnTo>
                      <a:pt x="88" y="89"/>
                    </a:lnTo>
                    <a:lnTo>
                      <a:pt x="86" y="86"/>
                    </a:lnTo>
                    <a:lnTo>
                      <a:pt x="85" y="85"/>
                    </a:lnTo>
                    <a:lnTo>
                      <a:pt x="85" y="81"/>
                    </a:lnTo>
                    <a:lnTo>
                      <a:pt x="86" y="78"/>
                    </a:lnTo>
                    <a:lnTo>
                      <a:pt x="86" y="75"/>
                    </a:lnTo>
                    <a:lnTo>
                      <a:pt x="86" y="73"/>
                    </a:lnTo>
                    <a:lnTo>
                      <a:pt x="85" y="73"/>
                    </a:lnTo>
                    <a:lnTo>
                      <a:pt x="85" y="73"/>
                    </a:lnTo>
                    <a:lnTo>
                      <a:pt x="83" y="73"/>
                    </a:lnTo>
                    <a:lnTo>
                      <a:pt x="82" y="73"/>
                    </a:lnTo>
                    <a:lnTo>
                      <a:pt x="80" y="74"/>
                    </a:lnTo>
                    <a:lnTo>
                      <a:pt x="80" y="77"/>
                    </a:lnTo>
                    <a:lnTo>
                      <a:pt x="80" y="79"/>
                    </a:lnTo>
                    <a:lnTo>
                      <a:pt x="80" y="82"/>
                    </a:lnTo>
                    <a:lnTo>
                      <a:pt x="80" y="84"/>
                    </a:lnTo>
                    <a:lnTo>
                      <a:pt x="75" y="86"/>
                    </a:lnTo>
                    <a:lnTo>
                      <a:pt x="70" y="90"/>
                    </a:lnTo>
                    <a:lnTo>
                      <a:pt x="70" y="90"/>
                    </a:lnTo>
                    <a:close/>
                    <a:moveTo>
                      <a:pt x="67" y="84"/>
                    </a:moveTo>
                    <a:lnTo>
                      <a:pt x="68" y="84"/>
                    </a:lnTo>
                    <a:lnTo>
                      <a:pt x="69" y="84"/>
                    </a:lnTo>
                    <a:lnTo>
                      <a:pt x="69" y="84"/>
                    </a:lnTo>
                    <a:lnTo>
                      <a:pt x="69" y="83"/>
                    </a:lnTo>
                    <a:lnTo>
                      <a:pt x="69" y="82"/>
                    </a:lnTo>
                    <a:lnTo>
                      <a:pt x="70" y="82"/>
                    </a:lnTo>
                    <a:lnTo>
                      <a:pt x="70" y="79"/>
                    </a:lnTo>
                    <a:lnTo>
                      <a:pt x="72" y="77"/>
                    </a:lnTo>
                    <a:lnTo>
                      <a:pt x="74" y="73"/>
                    </a:lnTo>
                    <a:lnTo>
                      <a:pt x="75" y="71"/>
                    </a:lnTo>
                    <a:lnTo>
                      <a:pt x="75" y="70"/>
                    </a:lnTo>
                    <a:lnTo>
                      <a:pt x="75" y="69"/>
                    </a:lnTo>
                    <a:lnTo>
                      <a:pt x="74" y="69"/>
                    </a:lnTo>
                    <a:lnTo>
                      <a:pt x="74" y="69"/>
                    </a:lnTo>
                    <a:lnTo>
                      <a:pt x="73" y="68"/>
                    </a:lnTo>
                    <a:lnTo>
                      <a:pt x="72" y="67"/>
                    </a:lnTo>
                    <a:lnTo>
                      <a:pt x="71" y="67"/>
                    </a:lnTo>
                    <a:lnTo>
                      <a:pt x="70" y="67"/>
                    </a:lnTo>
                    <a:lnTo>
                      <a:pt x="69" y="67"/>
                    </a:lnTo>
                    <a:lnTo>
                      <a:pt x="68" y="68"/>
                    </a:lnTo>
                    <a:lnTo>
                      <a:pt x="66" y="69"/>
                    </a:lnTo>
                    <a:lnTo>
                      <a:pt x="66" y="70"/>
                    </a:lnTo>
                    <a:lnTo>
                      <a:pt x="65" y="71"/>
                    </a:lnTo>
                    <a:lnTo>
                      <a:pt x="65" y="73"/>
                    </a:lnTo>
                    <a:lnTo>
                      <a:pt x="64" y="73"/>
                    </a:lnTo>
                    <a:lnTo>
                      <a:pt x="64" y="74"/>
                    </a:lnTo>
                    <a:lnTo>
                      <a:pt x="64" y="75"/>
                    </a:lnTo>
                    <a:lnTo>
                      <a:pt x="63" y="77"/>
                    </a:lnTo>
                    <a:lnTo>
                      <a:pt x="62" y="77"/>
                    </a:lnTo>
                    <a:lnTo>
                      <a:pt x="61" y="78"/>
                    </a:lnTo>
                    <a:lnTo>
                      <a:pt x="59" y="80"/>
                    </a:lnTo>
                    <a:lnTo>
                      <a:pt x="58" y="81"/>
                    </a:lnTo>
                    <a:lnTo>
                      <a:pt x="58" y="82"/>
                    </a:lnTo>
                    <a:lnTo>
                      <a:pt x="58" y="83"/>
                    </a:lnTo>
                    <a:lnTo>
                      <a:pt x="58" y="85"/>
                    </a:lnTo>
                    <a:lnTo>
                      <a:pt x="59" y="85"/>
                    </a:lnTo>
                    <a:lnTo>
                      <a:pt x="59" y="85"/>
                    </a:lnTo>
                    <a:lnTo>
                      <a:pt x="60" y="86"/>
                    </a:lnTo>
                    <a:lnTo>
                      <a:pt x="61" y="86"/>
                    </a:lnTo>
                    <a:lnTo>
                      <a:pt x="62" y="86"/>
                    </a:lnTo>
                    <a:lnTo>
                      <a:pt x="62" y="86"/>
                    </a:lnTo>
                    <a:lnTo>
                      <a:pt x="63" y="85"/>
                    </a:lnTo>
                    <a:lnTo>
                      <a:pt x="66" y="84"/>
                    </a:lnTo>
                    <a:lnTo>
                      <a:pt x="67" y="8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3" name="iśḻîḓé"/>
              <p:cNvSpPr/>
              <p:nvPr userDrawn="1"/>
            </p:nvSpPr>
            <p:spPr bwMode="auto">
              <a:xfrm>
                <a:off x="2708276" y="2566988"/>
                <a:ext cx="76200" cy="209550"/>
              </a:xfrm>
              <a:custGeom>
                <a:avLst/>
                <a:gdLst>
                  <a:gd name="T0" fmla="*/ 1 w 48"/>
                  <a:gd name="T1" fmla="*/ 31 h 132"/>
                  <a:gd name="T2" fmla="*/ 9 w 48"/>
                  <a:gd name="T3" fmla="*/ 20 h 132"/>
                  <a:gd name="T4" fmla="*/ 26 w 48"/>
                  <a:gd name="T5" fmla="*/ 4 h 132"/>
                  <a:gd name="T6" fmla="*/ 34 w 48"/>
                  <a:gd name="T7" fmla="*/ 0 h 132"/>
                  <a:gd name="T8" fmla="*/ 40 w 48"/>
                  <a:gd name="T9" fmla="*/ 1 h 132"/>
                  <a:gd name="T10" fmla="*/ 41 w 48"/>
                  <a:gd name="T11" fmla="*/ 4 h 132"/>
                  <a:gd name="T12" fmla="*/ 38 w 48"/>
                  <a:gd name="T13" fmla="*/ 20 h 132"/>
                  <a:gd name="T14" fmla="*/ 32 w 48"/>
                  <a:gd name="T15" fmla="*/ 60 h 132"/>
                  <a:gd name="T16" fmla="*/ 28 w 48"/>
                  <a:gd name="T17" fmla="*/ 65 h 132"/>
                  <a:gd name="T18" fmla="*/ 20 w 48"/>
                  <a:gd name="T19" fmla="*/ 70 h 132"/>
                  <a:gd name="T20" fmla="*/ 20 w 48"/>
                  <a:gd name="T21" fmla="*/ 81 h 132"/>
                  <a:gd name="T22" fmla="*/ 22 w 48"/>
                  <a:gd name="T23" fmla="*/ 90 h 132"/>
                  <a:gd name="T24" fmla="*/ 31 w 48"/>
                  <a:gd name="T25" fmla="*/ 90 h 132"/>
                  <a:gd name="T26" fmla="*/ 35 w 48"/>
                  <a:gd name="T27" fmla="*/ 91 h 132"/>
                  <a:gd name="T28" fmla="*/ 35 w 48"/>
                  <a:gd name="T29" fmla="*/ 97 h 132"/>
                  <a:gd name="T30" fmla="*/ 27 w 48"/>
                  <a:gd name="T31" fmla="*/ 114 h 132"/>
                  <a:gd name="T32" fmla="*/ 26 w 48"/>
                  <a:gd name="T33" fmla="*/ 120 h 132"/>
                  <a:gd name="T34" fmla="*/ 34 w 48"/>
                  <a:gd name="T35" fmla="*/ 117 h 132"/>
                  <a:gd name="T36" fmla="*/ 42 w 48"/>
                  <a:gd name="T37" fmla="*/ 114 h 132"/>
                  <a:gd name="T38" fmla="*/ 47 w 48"/>
                  <a:gd name="T39" fmla="*/ 118 h 132"/>
                  <a:gd name="T40" fmla="*/ 48 w 48"/>
                  <a:gd name="T41" fmla="*/ 124 h 132"/>
                  <a:gd name="T42" fmla="*/ 41 w 48"/>
                  <a:gd name="T43" fmla="*/ 129 h 132"/>
                  <a:gd name="T44" fmla="*/ 30 w 48"/>
                  <a:gd name="T45" fmla="*/ 132 h 132"/>
                  <a:gd name="T46" fmla="*/ 16 w 48"/>
                  <a:gd name="T47" fmla="*/ 131 h 132"/>
                  <a:gd name="T48" fmla="*/ 13 w 48"/>
                  <a:gd name="T49" fmla="*/ 128 h 132"/>
                  <a:gd name="T50" fmla="*/ 15 w 48"/>
                  <a:gd name="T51" fmla="*/ 124 h 132"/>
                  <a:gd name="T52" fmla="*/ 16 w 48"/>
                  <a:gd name="T53" fmla="*/ 121 h 132"/>
                  <a:gd name="T54" fmla="*/ 16 w 48"/>
                  <a:gd name="T55" fmla="*/ 108 h 132"/>
                  <a:gd name="T56" fmla="*/ 12 w 48"/>
                  <a:gd name="T57" fmla="*/ 106 h 132"/>
                  <a:gd name="T58" fmla="*/ 10 w 48"/>
                  <a:gd name="T59" fmla="*/ 102 h 132"/>
                  <a:gd name="T60" fmla="*/ 12 w 48"/>
                  <a:gd name="T61" fmla="*/ 91 h 132"/>
                  <a:gd name="T62" fmla="*/ 7 w 48"/>
                  <a:gd name="T63" fmla="*/ 81 h 132"/>
                  <a:gd name="T64" fmla="*/ 4 w 48"/>
                  <a:gd name="T65" fmla="*/ 78 h 132"/>
                  <a:gd name="T66" fmla="*/ 8 w 48"/>
                  <a:gd name="T67" fmla="*/ 73 h 132"/>
                  <a:gd name="T68" fmla="*/ 10 w 48"/>
                  <a:gd name="T69" fmla="*/ 62 h 132"/>
                  <a:gd name="T70" fmla="*/ 10 w 48"/>
                  <a:gd name="T71" fmla="*/ 60 h 132"/>
                  <a:gd name="T72" fmla="*/ 5 w 48"/>
                  <a:gd name="T73" fmla="*/ 60 h 132"/>
                  <a:gd name="T74" fmla="*/ 4 w 48"/>
                  <a:gd name="T75" fmla="*/ 56 h 132"/>
                  <a:gd name="T76" fmla="*/ 8 w 48"/>
                  <a:gd name="T77" fmla="*/ 52 h 132"/>
                  <a:gd name="T78" fmla="*/ 12 w 48"/>
                  <a:gd name="T79" fmla="*/ 49 h 132"/>
                  <a:gd name="T80" fmla="*/ 14 w 48"/>
                  <a:gd name="T81" fmla="*/ 34 h 132"/>
                  <a:gd name="T82" fmla="*/ 19 w 48"/>
                  <a:gd name="T83" fmla="*/ 32 h 132"/>
                  <a:gd name="T84" fmla="*/ 20 w 48"/>
                  <a:gd name="T85" fmla="*/ 39 h 132"/>
                  <a:gd name="T86" fmla="*/ 20 w 48"/>
                  <a:gd name="T87" fmla="*/ 49 h 132"/>
                  <a:gd name="T88" fmla="*/ 23 w 48"/>
                  <a:gd name="T89" fmla="*/ 49 h 132"/>
                  <a:gd name="T90" fmla="*/ 30 w 48"/>
                  <a:gd name="T91" fmla="*/ 18 h 132"/>
                  <a:gd name="T92" fmla="*/ 30 w 48"/>
                  <a:gd name="T93" fmla="*/ 10 h 132"/>
                  <a:gd name="T94" fmla="*/ 18 w 48"/>
                  <a:gd name="T95" fmla="*/ 21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132">
                    <a:moveTo>
                      <a:pt x="8" y="32"/>
                    </a:moveTo>
                    <a:lnTo>
                      <a:pt x="0" y="36"/>
                    </a:lnTo>
                    <a:lnTo>
                      <a:pt x="0" y="34"/>
                    </a:lnTo>
                    <a:lnTo>
                      <a:pt x="1" y="31"/>
                    </a:lnTo>
                    <a:lnTo>
                      <a:pt x="3" y="28"/>
                    </a:lnTo>
                    <a:lnTo>
                      <a:pt x="4" y="27"/>
                    </a:lnTo>
                    <a:lnTo>
                      <a:pt x="6" y="24"/>
                    </a:lnTo>
                    <a:lnTo>
                      <a:pt x="9" y="20"/>
                    </a:lnTo>
                    <a:lnTo>
                      <a:pt x="16" y="14"/>
                    </a:lnTo>
                    <a:lnTo>
                      <a:pt x="21" y="8"/>
                    </a:lnTo>
                    <a:lnTo>
                      <a:pt x="24" y="6"/>
                    </a:lnTo>
                    <a:lnTo>
                      <a:pt x="26" y="4"/>
                    </a:lnTo>
                    <a:lnTo>
                      <a:pt x="28" y="3"/>
                    </a:lnTo>
                    <a:lnTo>
                      <a:pt x="30" y="1"/>
                    </a:lnTo>
                    <a:lnTo>
                      <a:pt x="32" y="0"/>
                    </a:lnTo>
                    <a:lnTo>
                      <a:pt x="34" y="0"/>
                    </a:lnTo>
                    <a:lnTo>
                      <a:pt x="36" y="0"/>
                    </a:lnTo>
                    <a:lnTo>
                      <a:pt x="37" y="0"/>
                    </a:lnTo>
                    <a:lnTo>
                      <a:pt x="39" y="0"/>
                    </a:lnTo>
                    <a:lnTo>
                      <a:pt x="40" y="1"/>
                    </a:lnTo>
                    <a:lnTo>
                      <a:pt x="40" y="2"/>
                    </a:lnTo>
                    <a:lnTo>
                      <a:pt x="41" y="3"/>
                    </a:lnTo>
                    <a:lnTo>
                      <a:pt x="41" y="4"/>
                    </a:lnTo>
                    <a:lnTo>
                      <a:pt x="41" y="4"/>
                    </a:lnTo>
                    <a:lnTo>
                      <a:pt x="41" y="8"/>
                    </a:lnTo>
                    <a:lnTo>
                      <a:pt x="40" y="12"/>
                    </a:lnTo>
                    <a:lnTo>
                      <a:pt x="39" y="17"/>
                    </a:lnTo>
                    <a:lnTo>
                      <a:pt x="38" y="20"/>
                    </a:lnTo>
                    <a:lnTo>
                      <a:pt x="36" y="28"/>
                    </a:lnTo>
                    <a:lnTo>
                      <a:pt x="35" y="40"/>
                    </a:lnTo>
                    <a:lnTo>
                      <a:pt x="33" y="53"/>
                    </a:lnTo>
                    <a:lnTo>
                      <a:pt x="32" y="60"/>
                    </a:lnTo>
                    <a:lnTo>
                      <a:pt x="32" y="61"/>
                    </a:lnTo>
                    <a:lnTo>
                      <a:pt x="31" y="63"/>
                    </a:lnTo>
                    <a:lnTo>
                      <a:pt x="29" y="64"/>
                    </a:lnTo>
                    <a:lnTo>
                      <a:pt x="28" y="65"/>
                    </a:lnTo>
                    <a:lnTo>
                      <a:pt x="24" y="68"/>
                    </a:lnTo>
                    <a:lnTo>
                      <a:pt x="22" y="68"/>
                    </a:lnTo>
                    <a:lnTo>
                      <a:pt x="21" y="69"/>
                    </a:lnTo>
                    <a:lnTo>
                      <a:pt x="20" y="70"/>
                    </a:lnTo>
                    <a:lnTo>
                      <a:pt x="20" y="71"/>
                    </a:lnTo>
                    <a:lnTo>
                      <a:pt x="20" y="72"/>
                    </a:lnTo>
                    <a:lnTo>
                      <a:pt x="20" y="76"/>
                    </a:lnTo>
                    <a:lnTo>
                      <a:pt x="20" y="81"/>
                    </a:lnTo>
                    <a:lnTo>
                      <a:pt x="20" y="86"/>
                    </a:lnTo>
                    <a:lnTo>
                      <a:pt x="21" y="89"/>
                    </a:lnTo>
                    <a:lnTo>
                      <a:pt x="22" y="89"/>
                    </a:lnTo>
                    <a:lnTo>
                      <a:pt x="22" y="90"/>
                    </a:lnTo>
                    <a:lnTo>
                      <a:pt x="23" y="91"/>
                    </a:lnTo>
                    <a:lnTo>
                      <a:pt x="24" y="91"/>
                    </a:lnTo>
                    <a:lnTo>
                      <a:pt x="27" y="90"/>
                    </a:lnTo>
                    <a:lnTo>
                      <a:pt x="31" y="90"/>
                    </a:lnTo>
                    <a:lnTo>
                      <a:pt x="32" y="90"/>
                    </a:lnTo>
                    <a:lnTo>
                      <a:pt x="34" y="90"/>
                    </a:lnTo>
                    <a:lnTo>
                      <a:pt x="35" y="91"/>
                    </a:lnTo>
                    <a:lnTo>
                      <a:pt x="35" y="91"/>
                    </a:lnTo>
                    <a:lnTo>
                      <a:pt x="36" y="92"/>
                    </a:lnTo>
                    <a:lnTo>
                      <a:pt x="36" y="92"/>
                    </a:lnTo>
                    <a:lnTo>
                      <a:pt x="36" y="95"/>
                    </a:lnTo>
                    <a:lnTo>
                      <a:pt x="35" y="97"/>
                    </a:lnTo>
                    <a:lnTo>
                      <a:pt x="33" y="100"/>
                    </a:lnTo>
                    <a:lnTo>
                      <a:pt x="32" y="104"/>
                    </a:lnTo>
                    <a:lnTo>
                      <a:pt x="28" y="111"/>
                    </a:lnTo>
                    <a:lnTo>
                      <a:pt x="27" y="114"/>
                    </a:lnTo>
                    <a:lnTo>
                      <a:pt x="26" y="116"/>
                    </a:lnTo>
                    <a:lnTo>
                      <a:pt x="25" y="118"/>
                    </a:lnTo>
                    <a:lnTo>
                      <a:pt x="25" y="119"/>
                    </a:lnTo>
                    <a:lnTo>
                      <a:pt x="26" y="120"/>
                    </a:lnTo>
                    <a:lnTo>
                      <a:pt x="27" y="120"/>
                    </a:lnTo>
                    <a:lnTo>
                      <a:pt x="28" y="120"/>
                    </a:lnTo>
                    <a:lnTo>
                      <a:pt x="31" y="119"/>
                    </a:lnTo>
                    <a:lnTo>
                      <a:pt x="34" y="117"/>
                    </a:lnTo>
                    <a:lnTo>
                      <a:pt x="37" y="116"/>
                    </a:lnTo>
                    <a:lnTo>
                      <a:pt x="40" y="115"/>
                    </a:lnTo>
                    <a:lnTo>
                      <a:pt x="40" y="115"/>
                    </a:lnTo>
                    <a:lnTo>
                      <a:pt x="42" y="114"/>
                    </a:lnTo>
                    <a:lnTo>
                      <a:pt x="43" y="114"/>
                    </a:lnTo>
                    <a:lnTo>
                      <a:pt x="44" y="115"/>
                    </a:lnTo>
                    <a:lnTo>
                      <a:pt x="45" y="116"/>
                    </a:lnTo>
                    <a:lnTo>
                      <a:pt x="47" y="118"/>
                    </a:lnTo>
                    <a:lnTo>
                      <a:pt x="48" y="120"/>
                    </a:lnTo>
                    <a:lnTo>
                      <a:pt x="48" y="121"/>
                    </a:lnTo>
                    <a:lnTo>
                      <a:pt x="48" y="123"/>
                    </a:lnTo>
                    <a:lnTo>
                      <a:pt x="48" y="124"/>
                    </a:lnTo>
                    <a:lnTo>
                      <a:pt x="48" y="126"/>
                    </a:lnTo>
                    <a:lnTo>
                      <a:pt x="46" y="128"/>
                    </a:lnTo>
                    <a:lnTo>
                      <a:pt x="44" y="128"/>
                    </a:lnTo>
                    <a:lnTo>
                      <a:pt x="41" y="129"/>
                    </a:lnTo>
                    <a:lnTo>
                      <a:pt x="37" y="130"/>
                    </a:lnTo>
                    <a:lnTo>
                      <a:pt x="35" y="131"/>
                    </a:lnTo>
                    <a:lnTo>
                      <a:pt x="32" y="132"/>
                    </a:lnTo>
                    <a:lnTo>
                      <a:pt x="30" y="132"/>
                    </a:lnTo>
                    <a:lnTo>
                      <a:pt x="26" y="132"/>
                    </a:lnTo>
                    <a:lnTo>
                      <a:pt x="20" y="132"/>
                    </a:lnTo>
                    <a:lnTo>
                      <a:pt x="18" y="132"/>
                    </a:lnTo>
                    <a:lnTo>
                      <a:pt x="16" y="131"/>
                    </a:lnTo>
                    <a:lnTo>
                      <a:pt x="15" y="130"/>
                    </a:lnTo>
                    <a:lnTo>
                      <a:pt x="14" y="130"/>
                    </a:lnTo>
                    <a:lnTo>
                      <a:pt x="13" y="128"/>
                    </a:lnTo>
                    <a:lnTo>
                      <a:pt x="13" y="128"/>
                    </a:lnTo>
                    <a:lnTo>
                      <a:pt x="13" y="127"/>
                    </a:lnTo>
                    <a:lnTo>
                      <a:pt x="13" y="125"/>
                    </a:lnTo>
                    <a:lnTo>
                      <a:pt x="14" y="124"/>
                    </a:lnTo>
                    <a:lnTo>
                      <a:pt x="15" y="124"/>
                    </a:lnTo>
                    <a:lnTo>
                      <a:pt x="16" y="124"/>
                    </a:lnTo>
                    <a:lnTo>
                      <a:pt x="16" y="123"/>
                    </a:lnTo>
                    <a:lnTo>
                      <a:pt x="17" y="122"/>
                    </a:lnTo>
                    <a:lnTo>
                      <a:pt x="16" y="121"/>
                    </a:lnTo>
                    <a:lnTo>
                      <a:pt x="16" y="118"/>
                    </a:lnTo>
                    <a:lnTo>
                      <a:pt x="16" y="113"/>
                    </a:lnTo>
                    <a:lnTo>
                      <a:pt x="16" y="111"/>
                    </a:lnTo>
                    <a:lnTo>
                      <a:pt x="16" y="108"/>
                    </a:lnTo>
                    <a:lnTo>
                      <a:pt x="16" y="108"/>
                    </a:lnTo>
                    <a:lnTo>
                      <a:pt x="16" y="107"/>
                    </a:lnTo>
                    <a:lnTo>
                      <a:pt x="14" y="107"/>
                    </a:lnTo>
                    <a:lnTo>
                      <a:pt x="12" y="106"/>
                    </a:lnTo>
                    <a:lnTo>
                      <a:pt x="11" y="104"/>
                    </a:lnTo>
                    <a:lnTo>
                      <a:pt x="10" y="104"/>
                    </a:lnTo>
                    <a:lnTo>
                      <a:pt x="10" y="103"/>
                    </a:lnTo>
                    <a:lnTo>
                      <a:pt x="10" y="102"/>
                    </a:lnTo>
                    <a:lnTo>
                      <a:pt x="12" y="100"/>
                    </a:lnTo>
                    <a:lnTo>
                      <a:pt x="13" y="98"/>
                    </a:lnTo>
                    <a:lnTo>
                      <a:pt x="13" y="95"/>
                    </a:lnTo>
                    <a:lnTo>
                      <a:pt x="12" y="91"/>
                    </a:lnTo>
                    <a:lnTo>
                      <a:pt x="12" y="88"/>
                    </a:lnTo>
                    <a:lnTo>
                      <a:pt x="11" y="85"/>
                    </a:lnTo>
                    <a:lnTo>
                      <a:pt x="9" y="84"/>
                    </a:lnTo>
                    <a:lnTo>
                      <a:pt x="7" y="81"/>
                    </a:lnTo>
                    <a:lnTo>
                      <a:pt x="5" y="80"/>
                    </a:lnTo>
                    <a:lnTo>
                      <a:pt x="5" y="79"/>
                    </a:lnTo>
                    <a:lnTo>
                      <a:pt x="4" y="79"/>
                    </a:lnTo>
                    <a:lnTo>
                      <a:pt x="4" y="78"/>
                    </a:lnTo>
                    <a:lnTo>
                      <a:pt x="5" y="77"/>
                    </a:lnTo>
                    <a:lnTo>
                      <a:pt x="5" y="76"/>
                    </a:lnTo>
                    <a:lnTo>
                      <a:pt x="7" y="75"/>
                    </a:lnTo>
                    <a:lnTo>
                      <a:pt x="8" y="73"/>
                    </a:lnTo>
                    <a:lnTo>
                      <a:pt x="8" y="70"/>
                    </a:lnTo>
                    <a:lnTo>
                      <a:pt x="9" y="67"/>
                    </a:lnTo>
                    <a:lnTo>
                      <a:pt x="9" y="64"/>
                    </a:lnTo>
                    <a:lnTo>
                      <a:pt x="10" y="62"/>
                    </a:lnTo>
                    <a:lnTo>
                      <a:pt x="11" y="61"/>
                    </a:lnTo>
                    <a:lnTo>
                      <a:pt x="11" y="60"/>
                    </a:lnTo>
                    <a:lnTo>
                      <a:pt x="11" y="60"/>
                    </a:lnTo>
                    <a:lnTo>
                      <a:pt x="10" y="60"/>
                    </a:lnTo>
                    <a:lnTo>
                      <a:pt x="8" y="60"/>
                    </a:lnTo>
                    <a:lnTo>
                      <a:pt x="8" y="60"/>
                    </a:lnTo>
                    <a:lnTo>
                      <a:pt x="7" y="60"/>
                    </a:lnTo>
                    <a:lnTo>
                      <a:pt x="5" y="60"/>
                    </a:lnTo>
                    <a:lnTo>
                      <a:pt x="5" y="59"/>
                    </a:lnTo>
                    <a:lnTo>
                      <a:pt x="4" y="58"/>
                    </a:lnTo>
                    <a:lnTo>
                      <a:pt x="4" y="57"/>
                    </a:lnTo>
                    <a:lnTo>
                      <a:pt x="4" y="56"/>
                    </a:lnTo>
                    <a:lnTo>
                      <a:pt x="4" y="55"/>
                    </a:lnTo>
                    <a:lnTo>
                      <a:pt x="5" y="54"/>
                    </a:lnTo>
                    <a:lnTo>
                      <a:pt x="7" y="53"/>
                    </a:lnTo>
                    <a:lnTo>
                      <a:pt x="8" y="52"/>
                    </a:lnTo>
                    <a:lnTo>
                      <a:pt x="10" y="52"/>
                    </a:lnTo>
                    <a:lnTo>
                      <a:pt x="11" y="52"/>
                    </a:lnTo>
                    <a:lnTo>
                      <a:pt x="12" y="51"/>
                    </a:lnTo>
                    <a:lnTo>
                      <a:pt x="12" y="49"/>
                    </a:lnTo>
                    <a:lnTo>
                      <a:pt x="13" y="45"/>
                    </a:lnTo>
                    <a:lnTo>
                      <a:pt x="13" y="40"/>
                    </a:lnTo>
                    <a:lnTo>
                      <a:pt x="14" y="35"/>
                    </a:lnTo>
                    <a:lnTo>
                      <a:pt x="14" y="34"/>
                    </a:lnTo>
                    <a:lnTo>
                      <a:pt x="15" y="34"/>
                    </a:lnTo>
                    <a:lnTo>
                      <a:pt x="16" y="32"/>
                    </a:lnTo>
                    <a:lnTo>
                      <a:pt x="17" y="32"/>
                    </a:lnTo>
                    <a:lnTo>
                      <a:pt x="19" y="32"/>
                    </a:lnTo>
                    <a:lnTo>
                      <a:pt x="19" y="32"/>
                    </a:lnTo>
                    <a:lnTo>
                      <a:pt x="20" y="33"/>
                    </a:lnTo>
                    <a:lnTo>
                      <a:pt x="20" y="36"/>
                    </a:lnTo>
                    <a:lnTo>
                      <a:pt x="20" y="39"/>
                    </a:lnTo>
                    <a:lnTo>
                      <a:pt x="20" y="41"/>
                    </a:lnTo>
                    <a:lnTo>
                      <a:pt x="20" y="44"/>
                    </a:lnTo>
                    <a:lnTo>
                      <a:pt x="20" y="47"/>
                    </a:lnTo>
                    <a:lnTo>
                      <a:pt x="20" y="49"/>
                    </a:lnTo>
                    <a:lnTo>
                      <a:pt x="21" y="50"/>
                    </a:lnTo>
                    <a:lnTo>
                      <a:pt x="22" y="50"/>
                    </a:lnTo>
                    <a:lnTo>
                      <a:pt x="22" y="50"/>
                    </a:lnTo>
                    <a:lnTo>
                      <a:pt x="23" y="49"/>
                    </a:lnTo>
                    <a:lnTo>
                      <a:pt x="24" y="44"/>
                    </a:lnTo>
                    <a:lnTo>
                      <a:pt x="27" y="34"/>
                    </a:lnTo>
                    <a:lnTo>
                      <a:pt x="28" y="24"/>
                    </a:lnTo>
                    <a:lnTo>
                      <a:pt x="30" y="18"/>
                    </a:lnTo>
                    <a:lnTo>
                      <a:pt x="31" y="15"/>
                    </a:lnTo>
                    <a:lnTo>
                      <a:pt x="31" y="12"/>
                    </a:lnTo>
                    <a:lnTo>
                      <a:pt x="30" y="11"/>
                    </a:lnTo>
                    <a:lnTo>
                      <a:pt x="30" y="10"/>
                    </a:lnTo>
                    <a:lnTo>
                      <a:pt x="29" y="10"/>
                    </a:lnTo>
                    <a:lnTo>
                      <a:pt x="28" y="11"/>
                    </a:lnTo>
                    <a:lnTo>
                      <a:pt x="24" y="16"/>
                    </a:lnTo>
                    <a:lnTo>
                      <a:pt x="18" y="21"/>
                    </a:lnTo>
                    <a:lnTo>
                      <a:pt x="12" y="26"/>
                    </a:lnTo>
                    <a:lnTo>
                      <a:pt x="8" y="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4" name="íśḷídê"/>
              <p:cNvSpPr/>
              <p:nvPr userDrawn="1"/>
            </p:nvSpPr>
            <p:spPr bwMode="auto">
              <a:xfrm>
                <a:off x="2684463" y="2625726"/>
                <a:ext cx="26988" cy="47625"/>
              </a:xfrm>
              <a:custGeom>
                <a:avLst/>
                <a:gdLst>
                  <a:gd name="T0" fmla="*/ 2 w 17"/>
                  <a:gd name="T1" fmla="*/ 6 h 30"/>
                  <a:gd name="T2" fmla="*/ 1 w 17"/>
                  <a:gd name="T3" fmla="*/ 5 h 30"/>
                  <a:gd name="T4" fmla="*/ 0 w 17"/>
                  <a:gd name="T5" fmla="*/ 3 h 30"/>
                  <a:gd name="T6" fmla="*/ 0 w 17"/>
                  <a:gd name="T7" fmla="*/ 3 h 30"/>
                  <a:gd name="T8" fmla="*/ 0 w 17"/>
                  <a:gd name="T9" fmla="*/ 3 h 30"/>
                  <a:gd name="T10" fmla="*/ 1 w 17"/>
                  <a:gd name="T11" fmla="*/ 2 h 30"/>
                  <a:gd name="T12" fmla="*/ 3 w 17"/>
                  <a:gd name="T13" fmla="*/ 1 h 30"/>
                  <a:gd name="T14" fmla="*/ 6 w 17"/>
                  <a:gd name="T15" fmla="*/ 1 h 30"/>
                  <a:gd name="T16" fmla="*/ 9 w 17"/>
                  <a:gd name="T17" fmla="*/ 0 h 30"/>
                  <a:gd name="T18" fmla="*/ 11 w 17"/>
                  <a:gd name="T19" fmla="*/ 0 h 30"/>
                  <a:gd name="T20" fmla="*/ 12 w 17"/>
                  <a:gd name="T21" fmla="*/ 1 h 30"/>
                  <a:gd name="T22" fmla="*/ 13 w 17"/>
                  <a:gd name="T23" fmla="*/ 2 h 30"/>
                  <a:gd name="T24" fmla="*/ 14 w 17"/>
                  <a:gd name="T25" fmla="*/ 3 h 30"/>
                  <a:gd name="T26" fmla="*/ 15 w 17"/>
                  <a:gd name="T27" fmla="*/ 7 h 30"/>
                  <a:gd name="T28" fmla="*/ 15 w 17"/>
                  <a:gd name="T29" fmla="*/ 14 h 30"/>
                  <a:gd name="T30" fmla="*/ 16 w 17"/>
                  <a:gd name="T31" fmla="*/ 19 h 30"/>
                  <a:gd name="T32" fmla="*/ 17 w 17"/>
                  <a:gd name="T33" fmla="*/ 23 h 30"/>
                  <a:gd name="T34" fmla="*/ 17 w 17"/>
                  <a:gd name="T35" fmla="*/ 25 h 30"/>
                  <a:gd name="T36" fmla="*/ 17 w 17"/>
                  <a:gd name="T37" fmla="*/ 27 h 30"/>
                  <a:gd name="T38" fmla="*/ 16 w 17"/>
                  <a:gd name="T39" fmla="*/ 28 h 30"/>
                  <a:gd name="T40" fmla="*/ 15 w 17"/>
                  <a:gd name="T41" fmla="*/ 29 h 30"/>
                  <a:gd name="T42" fmla="*/ 14 w 17"/>
                  <a:gd name="T43" fmla="*/ 30 h 30"/>
                  <a:gd name="T44" fmla="*/ 11 w 17"/>
                  <a:gd name="T45" fmla="*/ 30 h 30"/>
                  <a:gd name="T46" fmla="*/ 10 w 17"/>
                  <a:gd name="T47" fmla="*/ 30 h 30"/>
                  <a:gd name="T48" fmla="*/ 8 w 17"/>
                  <a:gd name="T49" fmla="*/ 29 h 30"/>
                  <a:gd name="T50" fmla="*/ 7 w 17"/>
                  <a:gd name="T51" fmla="*/ 28 h 30"/>
                  <a:gd name="T52" fmla="*/ 7 w 17"/>
                  <a:gd name="T53" fmla="*/ 27 h 30"/>
                  <a:gd name="T54" fmla="*/ 6 w 17"/>
                  <a:gd name="T55" fmla="*/ 23 h 30"/>
                  <a:gd name="T56" fmla="*/ 6 w 17"/>
                  <a:gd name="T57" fmla="*/ 19 h 30"/>
                  <a:gd name="T58" fmla="*/ 5 w 17"/>
                  <a:gd name="T59" fmla="*/ 15 h 30"/>
                  <a:gd name="T60" fmla="*/ 4 w 17"/>
                  <a:gd name="T61" fmla="*/ 11 h 30"/>
                  <a:gd name="T62" fmla="*/ 3 w 17"/>
                  <a:gd name="T63" fmla="*/ 8 h 30"/>
                  <a:gd name="T64" fmla="*/ 3 w 17"/>
                  <a:gd name="T65" fmla="*/ 7 h 30"/>
                  <a:gd name="T66" fmla="*/ 3 w 17"/>
                  <a:gd name="T67" fmla="*/ 7 h 30"/>
                  <a:gd name="T68" fmla="*/ 2 w 17"/>
                  <a:gd name="T6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30">
                    <a:moveTo>
                      <a:pt x="2" y="6"/>
                    </a:moveTo>
                    <a:lnTo>
                      <a:pt x="1" y="5"/>
                    </a:lnTo>
                    <a:lnTo>
                      <a:pt x="0" y="3"/>
                    </a:lnTo>
                    <a:lnTo>
                      <a:pt x="0" y="3"/>
                    </a:lnTo>
                    <a:lnTo>
                      <a:pt x="0" y="3"/>
                    </a:lnTo>
                    <a:lnTo>
                      <a:pt x="1" y="2"/>
                    </a:lnTo>
                    <a:lnTo>
                      <a:pt x="3" y="1"/>
                    </a:lnTo>
                    <a:lnTo>
                      <a:pt x="6" y="1"/>
                    </a:lnTo>
                    <a:lnTo>
                      <a:pt x="9" y="0"/>
                    </a:lnTo>
                    <a:lnTo>
                      <a:pt x="11" y="0"/>
                    </a:lnTo>
                    <a:lnTo>
                      <a:pt x="12" y="1"/>
                    </a:lnTo>
                    <a:lnTo>
                      <a:pt x="13" y="2"/>
                    </a:lnTo>
                    <a:lnTo>
                      <a:pt x="14" y="3"/>
                    </a:lnTo>
                    <a:lnTo>
                      <a:pt x="15" y="7"/>
                    </a:lnTo>
                    <a:lnTo>
                      <a:pt x="15" y="14"/>
                    </a:lnTo>
                    <a:lnTo>
                      <a:pt x="16" y="19"/>
                    </a:lnTo>
                    <a:lnTo>
                      <a:pt x="17" y="23"/>
                    </a:lnTo>
                    <a:lnTo>
                      <a:pt x="17" y="25"/>
                    </a:lnTo>
                    <a:lnTo>
                      <a:pt x="17" y="27"/>
                    </a:lnTo>
                    <a:lnTo>
                      <a:pt x="16" y="28"/>
                    </a:lnTo>
                    <a:lnTo>
                      <a:pt x="15" y="29"/>
                    </a:lnTo>
                    <a:lnTo>
                      <a:pt x="14" y="30"/>
                    </a:lnTo>
                    <a:lnTo>
                      <a:pt x="11" y="30"/>
                    </a:lnTo>
                    <a:lnTo>
                      <a:pt x="10" y="30"/>
                    </a:lnTo>
                    <a:lnTo>
                      <a:pt x="8" y="29"/>
                    </a:lnTo>
                    <a:lnTo>
                      <a:pt x="7" y="28"/>
                    </a:lnTo>
                    <a:lnTo>
                      <a:pt x="7" y="27"/>
                    </a:lnTo>
                    <a:lnTo>
                      <a:pt x="6" y="23"/>
                    </a:lnTo>
                    <a:lnTo>
                      <a:pt x="6" y="19"/>
                    </a:lnTo>
                    <a:lnTo>
                      <a:pt x="5" y="15"/>
                    </a:lnTo>
                    <a:lnTo>
                      <a:pt x="4" y="11"/>
                    </a:lnTo>
                    <a:lnTo>
                      <a:pt x="3" y="8"/>
                    </a:lnTo>
                    <a:lnTo>
                      <a:pt x="3" y="7"/>
                    </a:lnTo>
                    <a:lnTo>
                      <a:pt x="3" y="7"/>
                    </a:lnTo>
                    <a:lnTo>
                      <a:pt x="2" y="6"/>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5" name="íśļiḋé"/>
              <p:cNvSpPr/>
              <p:nvPr userDrawn="1"/>
            </p:nvSpPr>
            <p:spPr bwMode="auto">
              <a:xfrm>
                <a:off x="2617788" y="2617788"/>
                <a:ext cx="65088" cy="158750"/>
              </a:xfrm>
              <a:custGeom>
                <a:avLst/>
                <a:gdLst>
                  <a:gd name="T0" fmla="*/ 14 w 41"/>
                  <a:gd name="T1" fmla="*/ 26 h 100"/>
                  <a:gd name="T2" fmla="*/ 10 w 41"/>
                  <a:gd name="T3" fmla="*/ 30 h 100"/>
                  <a:gd name="T4" fmla="*/ 5 w 41"/>
                  <a:gd name="T5" fmla="*/ 28 h 100"/>
                  <a:gd name="T6" fmla="*/ 1 w 41"/>
                  <a:gd name="T7" fmla="*/ 26 h 100"/>
                  <a:gd name="T8" fmla="*/ 0 w 41"/>
                  <a:gd name="T9" fmla="*/ 24 h 100"/>
                  <a:gd name="T10" fmla="*/ 2 w 41"/>
                  <a:gd name="T11" fmla="*/ 19 h 100"/>
                  <a:gd name="T12" fmla="*/ 10 w 41"/>
                  <a:gd name="T13" fmla="*/ 12 h 100"/>
                  <a:gd name="T14" fmla="*/ 21 w 41"/>
                  <a:gd name="T15" fmla="*/ 4 h 100"/>
                  <a:gd name="T16" fmla="*/ 29 w 41"/>
                  <a:gd name="T17" fmla="*/ 0 h 100"/>
                  <a:gd name="T18" fmla="*/ 30 w 41"/>
                  <a:gd name="T19" fmla="*/ 0 h 100"/>
                  <a:gd name="T20" fmla="*/ 33 w 41"/>
                  <a:gd name="T21" fmla="*/ 4 h 100"/>
                  <a:gd name="T22" fmla="*/ 35 w 41"/>
                  <a:gd name="T23" fmla="*/ 8 h 100"/>
                  <a:gd name="T24" fmla="*/ 33 w 41"/>
                  <a:gd name="T25" fmla="*/ 16 h 100"/>
                  <a:gd name="T26" fmla="*/ 32 w 41"/>
                  <a:gd name="T27" fmla="*/ 30 h 100"/>
                  <a:gd name="T28" fmla="*/ 31 w 41"/>
                  <a:gd name="T29" fmla="*/ 44 h 100"/>
                  <a:gd name="T30" fmla="*/ 33 w 41"/>
                  <a:gd name="T31" fmla="*/ 46 h 100"/>
                  <a:gd name="T32" fmla="*/ 35 w 41"/>
                  <a:gd name="T33" fmla="*/ 48 h 100"/>
                  <a:gd name="T34" fmla="*/ 31 w 41"/>
                  <a:gd name="T35" fmla="*/ 54 h 100"/>
                  <a:gd name="T36" fmla="*/ 32 w 41"/>
                  <a:gd name="T37" fmla="*/ 57 h 100"/>
                  <a:gd name="T38" fmla="*/ 35 w 41"/>
                  <a:gd name="T39" fmla="*/ 58 h 100"/>
                  <a:gd name="T40" fmla="*/ 37 w 41"/>
                  <a:gd name="T41" fmla="*/ 54 h 100"/>
                  <a:gd name="T42" fmla="*/ 41 w 41"/>
                  <a:gd name="T43" fmla="*/ 48 h 100"/>
                  <a:gd name="T44" fmla="*/ 35 w 41"/>
                  <a:gd name="T45" fmla="*/ 72 h 100"/>
                  <a:gd name="T46" fmla="*/ 30 w 41"/>
                  <a:gd name="T47" fmla="*/ 88 h 100"/>
                  <a:gd name="T48" fmla="*/ 25 w 41"/>
                  <a:gd name="T49" fmla="*/ 96 h 100"/>
                  <a:gd name="T50" fmla="*/ 21 w 41"/>
                  <a:gd name="T51" fmla="*/ 100 h 100"/>
                  <a:gd name="T52" fmla="*/ 17 w 41"/>
                  <a:gd name="T53" fmla="*/ 100 h 100"/>
                  <a:gd name="T54" fmla="*/ 15 w 41"/>
                  <a:gd name="T55" fmla="*/ 97 h 100"/>
                  <a:gd name="T56" fmla="*/ 16 w 41"/>
                  <a:gd name="T57" fmla="*/ 89 h 100"/>
                  <a:gd name="T58" fmla="*/ 18 w 41"/>
                  <a:gd name="T59" fmla="*/ 82 h 100"/>
                  <a:gd name="T60" fmla="*/ 21 w 41"/>
                  <a:gd name="T61" fmla="*/ 74 h 100"/>
                  <a:gd name="T62" fmla="*/ 20 w 41"/>
                  <a:gd name="T63" fmla="*/ 68 h 100"/>
                  <a:gd name="T64" fmla="*/ 18 w 41"/>
                  <a:gd name="T65" fmla="*/ 65 h 100"/>
                  <a:gd name="T66" fmla="*/ 9 w 41"/>
                  <a:gd name="T67" fmla="*/ 69 h 100"/>
                  <a:gd name="T68" fmla="*/ 5 w 41"/>
                  <a:gd name="T69" fmla="*/ 70 h 100"/>
                  <a:gd name="T70" fmla="*/ 5 w 41"/>
                  <a:gd name="T71" fmla="*/ 68 h 100"/>
                  <a:gd name="T72" fmla="*/ 5 w 41"/>
                  <a:gd name="T73" fmla="*/ 61 h 100"/>
                  <a:gd name="T74" fmla="*/ 7 w 41"/>
                  <a:gd name="T75" fmla="*/ 61 h 100"/>
                  <a:gd name="T76" fmla="*/ 9 w 41"/>
                  <a:gd name="T77" fmla="*/ 59 h 100"/>
                  <a:gd name="T78" fmla="*/ 17 w 41"/>
                  <a:gd name="T79" fmla="*/ 54 h 100"/>
                  <a:gd name="T80" fmla="*/ 20 w 41"/>
                  <a:gd name="T81" fmla="*/ 50 h 100"/>
                  <a:gd name="T82" fmla="*/ 20 w 41"/>
                  <a:gd name="T83" fmla="*/ 40 h 100"/>
                  <a:gd name="T84" fmla="*/ 19 w 41"/>
                  <a:gd name="T85" fmla="*/ 25 h 100"/>
                  <a:gd name="T86" fmla="*/ 17 w 41"/>
                  <a:gd name="T8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1" h="100">
                    <a:moveTo>
                      <a:pt x="17" y="24"/>
                    </a:moveTo>
                    <a:lnTo>
                      <a:pt x="16" y="24"/>
                    </a:lnTo>
                    <a:lnTo>
                      <a:pt x="14" y="26"/>
                    </a:lnTo>
                    <a:lnTo>
                      <a:pt x="13" y="28"/>
                    </a:lnTo>
                    <a:lnTo>
                      <a:pt x="12" y="28"/>
                    </a:lnTo>
                    <a:lnTo>
                      <a:pt x="10" y="30"/>
                    </a:lnTo>
                    <a:lnTo>
                      <a:pt x="9" y="30"/>
                    </a:lnTo>
                    <a:lnTo>
                      <a:pt x="7" y="29"/>
                    </a:lnTo>
                    <a:lnTo>
                      <a:pt x="5" y="28"/>
                    </a:lnTo>
                    <a:lnTo>
                      <a:pt x="3" y="28"/>
                    </a:lnTo>
                    <a:lnTo>
                      <a:pt x="1" y="27"/>
                    </a:lnTo>
                    <a:lnTo>
                      <a:pt x="1" y="26"/>
                    </a:lnTo>
                    <a:lnTo>
                      <a:pt x="0" y="26"/>
                    </a:lnTo>
                    <a:lnTo>
                      <a:pt x="0" y="24"/>
                    </a:lnTo>
                    <a:lnTo>
                      <a:pt x="0" y="24"/>
                    </a:lnTo>
                    <a:lnTo>
                      <a:pt x="0" y="22"/>
                    </a:lnTo>
                    <a:lnTo>
                      <a:pt x="1" y="20"/>
                    </a:lnTo>
                    <a:lnTo>
                      <a:pt x="2" y="19"/>
                    </a:lnTo>
                    <a:lnTo>
                      <a:pt x="5" y="16"/>
                    </a:lnTo>
                    <a:lnTo>
                      <a:pt x="8" y="14"/>
                    </a:lnTo>
                    <a:lnTo>
                      <a:pt x="10" y="12"/>
                    </a:lnTo>
                    <a:lnTo>
                      <a:pt x="16" y="8"/>
                    </a:lnTo>
                    <a:lnTo>
                      <a:pt x="18" y="6"/>
                    </a:lnTo>
                    <a:lnTo>
                      <a:pt x="21" y="4"/>
                    </a:lnTo>
                    <a:lnTo>
                      <a:pt x="25" y="1"/>
                    </a:lnTo>
                    <a:lnTo>
                      <a:pt x="27" y="0"/>
                    </a:lnTo>
                    <a:lnTo>
                      <a:pt x="29" y="0"/>
                    </a:lnTo>
                    <a:lnTo>
                      <a:pt x="29" y="0"/>
                    </a:lnTo>
                    <a:lnTo>
                      <a:pt x="29" y="0"/>
                    </a:lnTo>
                    <a:lnTo>
                      <a:pt x="30" y="0"/>
                    </a:lnTo>
                    <a:lnTo>
                      <a:pt x="30" y="0"/>
                    </a:lnTo>
                    <a:lnTo>
                      <a:pt x="31" y="2"/>
                    </a:lnTo>
                    <a:lnTo>
                      <a:pt x="33" y="4"/>
                    </a:lnTo>
                    <a:lnTo>
                      <a:pt x="34" y="5"/>
                    </a:lnTo>
                    <a:lnTo>
                      <a:pt x="35" y="6"/>
                    </a:lnTo>
                    <a:lnTo>
                      <a:pt x="35" y="8"/>
                    </a:lnTo>
                    <a:lnTo>
                      <a:pt x="35" y="8"/>
                    </a:lnTo>
                    <a:lnTo>
                      <a:pt x="35" y="12"/>
                    </a:lnTo>
                    <a:lnTo>
                      <a:pt x="33" y="16"/>
                    </a:lnTo>
                    <a:lnTo>
                      <a:pt x="33" y="21"/>
                    </a:lnTo>
                    <a:lnTo>
                      <a:pt x="32" y="24"/>
                    </a:lnTo>
                    <a:lnTo>
                      <a:pt x="32" y="30"/>
                    </a:lnTo>
                    <a:lnTo>
                      <a:pt x="31" y="36"/>
                    </a:lnTo>
                    <a:lnTo>
                      <a:pt x="31" y="43"/>
                    </a:lnTo>
                    <a:lnTo>
                      <a:pt x="31" y="44"/>
                    </a:lnTo>
                    <a:lnTo>
                      <a:pt x="31" y="45"/>
                    </a:lnTo>
                    <a:lnTo>
                      <a:pt x="33" y="46"/>
                    </a:lnTo>
                    <a:lnTo>
                      <a:pt x="33" y="46"/>
                    </a:lnTo>
                    <a:lnTo>
                      <a:pt x="34" y="47"/>
                    </a:lnTo>
                    <a:lnTo>
                      <a:pt x="35" y="48"/>
                    </a:lnTo>
                    <a:lnTo>
                      <a:pt x="35" y="48"/>
                    </a:lnTo>
                    <a:lnTo>
                      <a:pt x="33" y="51"/>
                    </a:lnTo>
                    <a:lnTo>
                      <a:pt x="32" y="53"/>
                    </a:lnTo>
                    <a:lnTo>
                      <a:pt x="31" y="54"/>
                    </a:lnTo>
                    <a:lnTo>
                      <a:pt x="31" y="56"/>
                    </a:lnTo>
                    <a:lnTo>
                      <a:pt x="31" y="56"/>
                    </a:lnTo>
                    <a:lnTo>
                      <a:pt x="32" y="57"/>
                    </a:lnTo>
                    <a:lnTo>
                      <a:pt x="33" y="57"/>
                    </a:lnTo>
                    <a:lnTo>
                      <a:pt x="34" y="58"/>
                    </a:lnTo>
                    <a:lnTo>
                      <a:pt x="35" y="58"/>
                    </a:lnTo>
                    <a:lnTo>
                      <a:pt x="36" y="57"/>
                    </a:lnTo>
                    <a:lnTo>
                      <a:pt x="37" y="56"/>
                    </a:lnTo>
                    <a:lnTo>
                      <a:pt x="37" y="54"/>
                    </a:lnTo>
                    <a:lnTo>
                      <a:pt x="39" y="49"/>
                    </a:lnTo>
                    <a:lnTo>
                      <a:pt x="41" y="47"/>
                    </a:lnTo>
                    <a:lnTo>
                      <a:pt x="41" y="48"/>
                    </a:lnTo>
                    <a:lnTo>
                      <a:pt x="40" y="54"/>
                    </a:lnTo>
                    <a:lnTo>
                      <a:pt x="38" y="61"/>
                    </a:lnTo>
                    <a:lnTo>
                      <a:pt x="35" y="72"/>
                    </a:lnTo>
                    <a:lnTo>
                      <a:pt x="33" y="79"/>
                    </a:lnTo>
                    <a:lnTo>
                      <a:pt x="32" y="84"/>
                    </a:lnTo>
                    <a:lnTo>
                      <a:pt x="30" y="88"/>
                    </a:lnTo>
                    <a:lnTo>
                      <a:pt x="29" y="92"/>
                    </a:lnTo>
                    <a:lnTo>
                      <a:pt x="27" y="94"/>
                    </a:lnTo>
                    <a:lnTo>
                      <a:pt x="25" y="96"/>
                    </a:lnTo>
                    <a:lnTo>
                      <a:pt x="24" y="98"/>
                    </a:lnTo>
                    <a:lnTo>
                      <a:pt x="22" y="99"/>
                    </a:lnTo>
                    <a:lnTo>
                      <a:pt x="21" y="100"/>
                    </a:lnTo>
                    <a:lnTo>
                      <a:pt x="20" y="100"/>
                    </a:lnTo>
                    <a:lnTo>
                      <a:pt x="18" y="100"/>
                    </a:lnTo>
                    <a:lnTo>
                      <a:pt x="17" y="100"/>
                    </a:lnTo>
                    <a:lnTo>
                      <a:pt x="16" y="100"/>
                    </a:lnTo>
                    <a:lnTo>
                      <a:pt x="15" y="98"/>
                    </a:lnTo>
                    <a:lnTo>
                      <a:pt x="15" y="97"/>
                    </a:lnTo>
                    <a:lnTo>
                      <a:pt x="15" y="96"/>
                    </a:lnTo>
                    <a:lnTo>
                      <a:pt x="16" y="92"/>
                    </a:lnTo>
                    <a:lnTo>
                      <a:pt x="16" y="89"/>
                    </a:lnTo>
                    <a:lnTo>
                      <a:pt x="17" y="87"/>
                    </a:lnTo>
                    <a:lnTo>
                      <a:pt x="17" y="84"/>
                    </a:lnTo>
                    <a:lnTo>
                      <a:pt x="18" y="82"/>
                    </a:lnTo>
                    <a:lnTo>
                      <a:pt x="19" y="79"/>
                    </a:lnTo>
                    <a:lnTo>
                      <a:pt x="20" y="76"/>
                    </a:lnTo>
                    <a:lnTo>
                      <a:pt x="21" y="74"/>
                    </a:lnTo>
                    <a:lnTo>
                      <a:pt x="21" y="72"/>
                    </a:lnTo>
                    <a:lnTo>
                      <a:pt x="21" y="69"/>
                    </a:lnTo>
                    <a:lnTo>
                      <a:pt x="20" y="68"/>
                    </a:lnTo>
                    <a:lnTo>
                      <a:pt x="20" y="67"/>
                    </a:lnTo>
                    <a:lnTo>
                      <a:pt x="19" y="65"/>
                    </a:lnTo>
                    <a:lnTo>
                      <a:pt x="18" y="65"/>
                    </a:lnTo>
                    <a:lnTo>
                      <a:pt x="16" y="66"/>
                    </a:lnTo>
                    <a:lnTo>
                      <a:pt x="13" y="68"/>
                    </a:lnTo>
                    <a:lnTo>
                      <a:pt x="9" y="69"/>
                    </a:lnTo>
                    <a:lnTo>
                      <a:pt x="6" y="70"/>
                    </a:lnTo>
                    <a:lnTo>
                      <a:pt x="5" y="70"/>
                    </a:lnTo>
                    <a:lnTo>
                      <a:pt x="5" y="70"/>
                    </a:lnTo>
                    <a:lnTo>
                      <a:pt x="5" y="69"/>
                    </a:lnTo>
                    <a:lnTo>
                      <a:pt x="5" y="69"/>
                    </a:lnTo>
                    <a:lnTo>
                      <a:pt x="5" y="68"/>
                    </a:lnTo>
                    <a:lnTo>
                      <a:pt x="5" y="66"/>
                    </a:lnTo>
                    <a:lnTo>
                      <a:pt x="5" y="63"/>
                    </a:lnTo>
                    <a:lnTo>
                      <a:pt x="5" y="61"/>
                    </a:lnTo>
                    <a:lnTo>
                      <a:pt x="6" y="61"/>
                    </a:lnTo>
                    <a:lnTo>
                      <a:pt x="6" y="61"/>
                    </a:lnTo>
                    <a:lnTo>
                      <a:pt x="7" y="61"/>
                    </a:lnTo>
                    <a:lnTo>
                      <a:pt x="7" y="61"/>
                    </a:lnTo>
                    <a:lnTo>
                      <a:pt x="8" y="60"/>
                    </a:lnTo>
                    <a:lnTo>
                      <a:pt x="9" y="59"/>
                    </a:lnTo>
                    <a:lnTo>
                      <a:pt x="14" y="55"/>
                    </a:lnTo>
                    <a:lnTo>
                      <a:pt x="16" y="54"/>
                    </a:lnTo>
                    <a:lnTo>
                      <a:pt x="17" y="54"/>
                    </a:lnTo>
                    <a:lnTo>
                      <a:pt x="18" y="52"/>
                    </a:lnTo>
                    <a:lnTo>
                      <a:pt x="20" y="52"/>
                    </a:lnTo>
                    <a:lnTo>
                      <a:pt x="20" y="50"/>
                    </a:lnTo>
                    <a:lnTo>
                      <a:pt x="21" y="48"/>
                    </a:lnTo>
                    <a:lnTo>
                      <a:pt x="21" y="46"/>
                    </a:lnTo>
                    <a:lnTo>
                      <a:pt x="20" y="40"/>
                    </a:lnTo>
                    <a:lnTo>
                      <a:pt x="20" y="34"/>
                    </a:lnTo>
                    <a:lnTo>
                      <a:pt x="20" y="28"/>
                    </a:lnTo>
                    <a:lnTo>
                      <a:pt x="19" y="25"/>
                    </a:lnTo>
                    <a:lnTo>
                      <a:pt x="18" y="24"/>
                    </a:lnTo>
                    <a:lnTo>
                      <a:pt x="18" y="24"/>
                    </a:lnTo>
                    <a:lnTo>
                      <a:pt x="17" y="24"/>
                    </a:lnTo>
                    <a:lnTo>
                      <a:pt x="17" y="2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6" name="işļîdé"/>
              <p:cNvSpPr/>
              <p:nvPr userDrawn="1"/>
            </p:nvSpPr>
            <p:spPr bwMode="auto">
              <a:xfrm>
                <a:off x="2997201" y="2633663"/>
                <a:ext cx="184150" cy="139700"/>
              </a:xfrm>
              <a:custGeom>
                <a:avLst/>
                <a:gdLst>
                  <a:gd name="T0" fmla="*/ 51 w 116"/>
                  <a:gd name="T1" fmla="*/ 2 h 88"/>
                  <a:gd name="T2" fmla="*/ 53 w 116"/>
                  <a:gd name="T3" fmla="*/ 0 h 88"/>
                  <a:gd name="T4" fmla="*/ 56 w 116"/>
                  <a:gd name="T5" fmla="*/ 1 h 88"/>
                  <a:gd name="T6" fmla="*/ 62 w 116"/>
                  <a:gd name="T7" fmla="*/ 3 h 88"/>
                  <a:gd name="T8" fmla="*/ 69 w 116"/>
                  <a:gd name="T9" fmla="*/ 6 h 88"/>
                  <a:gd name="T10" fmla="*/ 88 w 116"/>
                  <a:gd name="T11" fmla="*/ 10 h 88"/>
                  <a:gd name="T12" fmla="*/ 98 w 116"/>
                  <a:gd name="T13" fmla="*/ 10 h 88"/>
                  <a:gd name="T14" fmla="*/ 107 w 116"/>
                  <a:gd name="T15" fmla="*/ 11 h 88"/>
                  <a:gd name="T16" fmla="*/ 116 w 116"/>
                  <a:gd name="T17" fmla="*/ 18 h 88"/>
                  <a:gd name="T18" fmla="*/ 115 w 116"/>
                  <a:gd name="T19" fmla="*/ 22 h 88"/>
                  <a:gd name="T20" fmla="*/ 113 w 116"/>
                  <a:gd name="T21" fmla="*/ 26 h 88"/>
                  <a:gd name="T22" fmla="*/ 95 w 116"/>
                  <a:gd name="T23" fmla="*/ 39 h 88"/>
                  <a:gd name="T24" fmla="*/ 79 w 116"/>
                  <a:gd name="T25" fmla="*/ 54 h 88"/>
                  <a:gd name="T26" fmla="*/ 75 w 116"/>
                  <a:gd name="T27" fmla="*/ 60 h 88"/>
                  <a:gd name="T28" fmla="*/ 77 w 116"/>
                  <a:gd name="T29" fmla="*/ 61 h 88"/>
                  <a:gd name="T30" fmla="*/ 87 w 116"/>
                  <a:gd name="T31" fmla="*/ 58 h 88"/>
                  <a:gd name="T32" fmla="*/ 93 w 116"/>
                  <a:gd name="T33" fmla="*/ 59 h 88"/>
                  <a:gd name="T34" fmla="*/ 96 w 116"/>
                  <a:gd name="T35" fmla="*/ 63 h 88"/>
                  <a:gd name="T36" fmla="*/ 95 w 116"/>
                  <a:gd name="T37" fmla="*/ 68 h 88"/>
                  <a:gd name="T38" fmla="*/ 92 w 116"/>
                  <a:gd name="T39" fmla="*/ 70 h 88"/>
                  <a:gd name="T40" fmla="*/ 88 w 116"/>
                  <a:gd name="T41" fmla="*/ 71 h 88"/>
                  <a:gd name="T42" fmla="*/ 80 w 116"/>
                  <a:gd name="T43" fmla="*/ 70 h 88"/>
                  <a:gd name="T44" fmla="*/ 68 w 116"/>
                  <a:gd name="T45" fmla="*/ 71 h 88"/>
                  <a:gd name="T46" fmla="*/ 43 w 116"/>
                  <a:gd name="T47" fmla="*/ 78 h 88"/>
                  <a:gd name="T48" fmla="*/ 27 w 116"/>
                  <a:gd name="T49" fmla="*/ 84 h 88"/>
                  <a:gd name="T50" fmla="*/ 21 w 116"/>
                  <a:gd name="T51" fmla="*/ 87 h 88"/>
                  <a:gd name="T52" fmla="*/ 19 w 116"/>
                  <a:gd name="T53" fmla="*/ 88 h 88"/>
                  <a:gd name="T54" fmla="*/ 11 w 116"/>
                  <a:gd name="T55" fmla="*/ 84 h 88"/>
                  <a:gd name="T56" fmla="*/ 3 w 116"/>
                  <a:gd name="T57" fmla="*/ 79 h 88"/>
                  <a:gd name="T58" fmla="*/ 1 w 116"/>
                  <a:gd name="T59" fmla="*/ 74 h 88"/>
                  <a:gd name="T60" fmla="*/ 0 w 116"/>
                  <a:gd name="T61" fmla="*/ 68 h 88"/>
                  <a:gd name="T62" fmla="*/ 2 w 116"/>
                  <a:gd name="T63" fmla="*/ 66 h 88"/>
                  <a:gd name="T64" fmla="*/ 9 w 116"/>
                  <a:gd name="T65" fmla="*/ 66 h 88"/>
                  <a:gd name="T66" fmla="*/ 18 w 116"/>
                  <a:gd name="T67" fmla="*/ 67 h 88"/>
                  <a:gd name="T68" fmla="*/ 27 w 116"/>
                  <a:gd name="T69" fmla="*/ 65 h 88"/>
                  <a:gd name="T70" fmla="*/ 45 w 116"/>
                  <a:gd name="T71" fmla="*/ 61 h 88"/>
                  <a:gd name="T72" fmla="*/ 63 w 116"/>
                  <a:gd name="T73" fmla="*/ 48 h 88"/>
                  <a:gd name="T74" fmla="*/ 83 w 116"/>
                  <a:gd name="T75" fmla="*/ 30 h 88"/>
                  <a:gd name="T76" fmla="*/ 97 w 116"/>
                  <a:gd name="T77" fmla="*/ 20 h 88"/>
                  <a:gd name="T78" fmla="*/ 98 w 116"/>
                  <a:gd name="T79" fmla="*/ 18 h 88"/>
                  <a:gd name="T80" fmla="*/ 92 w 116"/>
                  <a:gd name="T81" fmla="*/ 17 h 88"/>
                  <a:gd name="T82" fmla="*/ 77 w 116"/>
                  <a:gd name="T83" fmla="*/ 21 h 88"/>
                  <a:gd name="T84" fmla="*/ 68 w 116"/>
                  <a:gd name="T85" fmla="*/ 25 h 88"/>
                  <a:gd name="T86" fmla="*/ 63 w 116"/>
                  <a:gd name="T87" fmla="*/ 25 h 88"/>
                  <a:gd name="T88" fmla="*/ 58 w 116"/>
                  <a:gd name="T89" fmla="*/ 22 h 88"/>
                  <a:gd name="T90" fmla="*/ 54 w 116"/>
                  <a:gd name="T91" fmla="*/ 16 h 88"/>
                  <a:gd name="T92" fmla="*/ 51 w 116"/>
                  <a:gd name="T93" fmla="*/ 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6" h="88">
                    <a:moveTo>
                      <a:pt x="51" y="5"/>
                    </a:moveTo>
                    <a:lnTo>
                      <a:pt x="51" y="3"/>
                    </a:lnTo>
                    <a:lnTo>
                      <a:pt x="51" y="2"/>
                    </a:lnTo>
                    <a:lnTo>
                      <a:pt x="51" y="2"/>
                    </a:lnTo>
                    <a:lnTo>
                      <a:pt x="51" y="1"/>
                    </a:lnTo>
                    <a:lnTo>
                      <a:pt x="53" y="0"/>
                    </a:lnTo>
                    <a:lnTo>
                      <a:pt x="54" y="0"/>
                    </a:lnTo>
                    <a:lnTo>
                      <a:pt x="55" y="0"/>
                    </a:lnTo>
                    <a:lnTo>
                      <a:pt x="56" y="1"/>
                    </a:lnTo>
                    <a:lnTo>
                      <a:pt x="58" y="1"/>
                    </a:lnTo>
                    <a:lnTo>
                      <a:pt x="59" y="2"/>
                    </a:lnTo>
                    <a:lnTo>
                      <a:pt x="62" y="3"/>
                    </a:lnTo>
                    <a:lnTo>
                      <a:pt x="64" y="5"/>
                    </a:lnTo>
                    <a:lnTo>
                      <a:pt x="67" y="6"/>
                    </a:lnTo>
                    <a:lnTo>
                      <a:pt x="69" y="6"/>
                    </a:lnTo>
                    <a:lnTo>
                      <a:pt x="75" y="8"/>
                    </a:lnTo>
                    <a:lnTo>
                      <a:pt x="83" y="10"/>
                    </a:lnTo>
                    <a:lnTo>
                      <a:pt x="88" y="10"/>
                    </a:lnTo>
                    <a:lnTo>
                      <a:pt x="92" y="10"/>
                    </a:lnTo>
                    <a:lnTo>
                      <a:pt x="95" y="10"/>
                    </a:lnTo>
                    <a:lnTo>
                      <a:pt x="98" y="10"/>
                    </a:lnTo>
                    <a:lnTo>
                      <a:pt x="101" y="10"/>
                    </a:lnTo>
                    <a:lnTo>
                      <a:pt x="103" y="10"/>
                    </a:lnTo>
                    <a:lnTo>
                      <a:pt x="107" y="11"/>
                    </a:lnTo>
                    <a:lnTo>
                      <a:pt x="111" y="14"/>
                    </a:lnTo>
                    <a:lnTo>
                      <a:pt x="115" y="17"/>
                    </a:lnTo>
                    <a:lnTo>
                      <a:pt x="116" y="18"/>
                    </a:lnTo>
                    <a:lnTo>
                      <a:pt x="115" y="19"/>
                    </a:lnTo>
                    <a:lnTo>
                      <a:pt x="115" y="22"/>
                    </a:lnTo>
                    <a:lnTo>
                      <a:pt x="115" y="22"/>
                    </a:lnTo>
                    <a:lnTo>
                      <a:pt x="115" y="24"/>
                    </a:lnTo>
                    <a:lnTo>
                      <a:pt x="114" y="26"/>
                    </a:lnTo>
                    <a:lnTo>
                      <a:pt x="113" y="26"/>
                    </a:lnTo>
                    <a:lnTo>
                      <a:pt x="109" y="29"/>
                    </a:lnTo>
                    <a:lnTo>
                      <a:pt x="103" y="34"/>
                    </a:lnTo>
                    <a:lnTo>
                      <a:pt x="95" y="39"/>
                    </a:lnTo>
                    <a:lnTo>
                      <a:pt x="87" y="46"/>
                    </a:lnTo>
                    <a:lnTo>
                      <a:pt x="83" y="50"/>
                    </a:lnTo>
                    <a:lnTo>
                      <a:pt x="79" y="54"/>
                    </a:lnTo>
                    <a:lnTo>
                      <a:pt x="77" y="57"/>
                    </a:lnTo>
                    <a:lnTo>
                      <a:pt x="75" y="58"/>
                    </a:lnTo>
                    <a:lnTo>
                      <a:pt x="75" y="60"/>
                    </a:lnTo>
                    <a:lnTo>
                      <a:pt x="75" y="61"/>
                    </a:lnTo>
                    <a:lnTo>
                      <a:pt x="75" y="61"/>
                    </a:lnTo>
                    <a:lnTo>
                      <a:pt x="77" y="61"/>
                    </a:lnTo>
                    <a:lnTo>
                      <a:pt x="80" y="61"/>
                    </a:lnTo>
                    <a:lnTo>
                      <a:pt x="85" y="59"/>
                    </a:lnTo>
                    <a:lnTo>
                      <a:pt x="87" y="58"/>
                    </a:lnTo>
                    <a:lnTo>
                      <a:pt x="88" y="57"/>
                    </a:lnTo>
                    <a:lnTo>
                      <a:pt x="91" y="58"/>
                    </a:lnTo>
                    <a:lnTo>
                      <a:pt x="93" y="59"/>
                    </a:lnTo>
                    <a:lnTo>
                      <a:pt x="95" y="61"/>
                    </a:lnTo>
                    <a:lnTo>
                      <a:pt x="96" y="62"/>
                    </a:lnTo>
                    <a:lnTo>
                      <a:pt x="96" y="63"/>
                    </a:lnTo>
                    <a:lnTo>
                      <a:pt x="96" y="65"/>
                    </a:lnTo>
                    <a:lnTo>
                      <a:pt x="96" y="66"/>
                    </a:lnTo>
                    <a:lnTo>
                      <a:pt x="95" y="68"/>
                    </a:lnTo>
                    <a:lnTo>
                      <a:pt x="95" y="69"/>
                    </a:lnTo>
                    <a:lnTo>
                      <a:pt x="93" y="70"/>
                    </a:lnTo>
                    <a:lnTo>
                      <a:pt x="92" y="70"/>
                    </a:lnTo>
                    <a:lnTo>
                      <a:pt x="91" y="70"/>
                    </a:lnTo>
                    <a:lnTo>
                      <a:pt x="90" y="71"/>
                    </a:lnTo>
                    <a:lnTo>
                      <a:pt x="88" y="71"/>
                    </a:lnTo>
                    <a:lnTo>
                      <a:pt x="87" y="71"/>
                    </a:lnTo>
                    <a:lnTo>
                      <a:pt x="85" y="71"/>
                    </a:lnTo>
                    <a:lnTo>
                      <a:pt x="80" y="70"/>
                    </a:lnTo>
                    <a:lnTo>
                      <a:pt x="76" y="70"/>
                    </a:lnTo>
                    <a:lnTo>
                      <a:pt x="72" y="71"/>
                    </a:lnTo>
                    <a:lnTo>
                      <a:pt x="68" y="71"/>
                    </a:lnTo>
                    <a:lnTo>
                      <a:pt x="60" y="73"/>
                    </a:lnTo>
                    <a:lnTo>
                      <a:pt x="52" y="75"/>
                    </a:lnTo>
                    <a:lnTo>
                      <a:pt x="43" y="78"/>
                    </a:lnTo>
                    <a:lnTo>
                      <a:pt x="35" y="81"/>
                    </a:lnTo>
                    <a:lnTo>
                      <a:pt x="31" y="82"/>
                    </a:lnTo>
                    <a:lnTo>
                      <a:pt x="27" y="84"/>
                    </a:lnTo>
                    <a:lnTo>
                      <a:pt x="24" y="85"/>
                    </a:lnTo>
                    <a:lnTo>
                      <a:pt x="22" y="86"/>
                    </a:lnTo>
                    <a:lnTo>
                      <a:pt x="21" y="87"/>
                    </a:lnTo>
                    <a:lnTo>
                      <a:pt x="20" y="87"/>
                    </a:lnTo>
                    <a:lnTo>
                      <a:pt x="19" y="88"/>
                    </a:lnTo>
                    <a:lnTo>
                      <a:pt x="19" y="88"/>
                    </a:lnTo>
                    <a:lnTo>
                      <a:pt x="16" y="87"/>
                    </a:lnTo>
                    <a:lnTo>
                      <a:pt x="15" y="86"/>
                    </a:lnTo>
                    <a:lnTo>
                      <a:pt x="11" y="84"/>
                    </a:lnTo>
                    <a:lnTo>
                      <a:pt x="7" y="82"/>
                    </a:lnTo>
                    <a:lnTo>
                      <a:pt x="5" y="81"/>
                    </a:lnTo>
                    <a:lnTo>
                      <a:pt x="3" y="79"/>
                    </a:lnTo>
                    <a:lnTo>
                      <a:pt x="2" y="78"/>
                    </a:lnTo>
                    <a:lnTo>
                      <a:pt x="1" y="75"/>
                    </a:lnTo>
                    <a:lnTo>
                      <a:pt x="1" y="74"/>
                    </a:lnTo>
                    <a:lnTo>
                      <a:pt x="0" y="72"/>
                    </a:lnTo>
                    <a:lnTo>
                      <a:pt x="0" y="70"/>
                    </a:lnTo>
                    <a:lnTo>
                      <a:pt x="0" y="68"/>
                    </a:lnTo>
                    <a:lnTo>
                      <a:pt x="1" y="67"/>
                    </a:lnTo>
                    <a:lnTo>
                      <a:pt x="2" y="66"/>
                    </a:lnTo>
                    <a:lnTo>
                      <a:pt x="2" y="66"/>
                    </a:lnTo>
                    <a:lnTo>
                      <a:pt x="3" y="65"/>
                    </a:lnTo>
                    <a:lnTo>
                      <a:pt x="7" y="65"/>
                    </a:lnTo>
                    <a:lnTo>
                      <a:pt x="9" y="66"/>
                    </a:lnTo>
                    <a:lnTo>
                      <a:pt x="11" y="66"/>
                    </a:lnTo>
                    <a:lnTo>
                      <a:pt x="15" y="66"/>
                    </a:lnTo>
                    <a:lnTo>
                      <a:pt x="18" y="67"/>
                    </a:lnTo>
                    <a:lnTo>
                      <a:pt x="19" y="67"/>
                    </a:lnTo>
                    <a:lnTo>
                      <a:pt x="22" y="66"/>
                    </a:lnTo>
                    <a:lnTo>
                      <a:pt x="27" y="65"/>
                    </a:lnTo>
                    <a:lnTo>
                      <a:pt x="34" y="63"/>
                    </a:lnTo>
                    <a:lnTo>
                      <a:pt x="40" y="62"/>
                    </a:lnTo>
                    <a:lnTo>
                      <a:pt x="45" y="61"/>
                    </a:lnTo>
                    <a:lnTo>
                      <a:pt x="48" y="60"/>
                    </a:lnTo>
                    <a:lnTo>
                      <a:pt x="54" y="56"/>
                    </a:lnTo>
                    <a:lnTo>
                      <a:pt x="63" y="48"/>
                    </a:lnTo>
                    <a:lnTo>
                      <a:pt x="72" y="40"/>
                    </a:lnTo>
                    <a:lnTo>
                      <a:pt x="78" y="34"/>
                    </a:lnTo>
                    <a:lnTo>
                      <a:pt x="83" y="30"/>
                    </a:lnTo>
                    <a:lnTo>
                      <a:pt x="91" y="25"/>
                    </a:lnTo>
                    <a:lnTo>
                      <a:pt x="95" y="22"/>
                    </a:lnTo>
                    <a:lnTo>
                      <a:pt x="97" y="20"/>
                    </a:lnTo>
                    <a:lnTo>
                      <a:pt x="98" y="18"/>
                    </a:lnTo>
                    <a:lnTo>
                      <a:pt x="98" y="18"/>
                    </a:lnTo>
                    <a:lnTo>
                      <a:pt x="98" y="18"/>
                    </a:lnTo>
                    <a:lnTo>
                      <a:pt x="98" y="17"/>
                    </a:lnTo>
                    <a:lnTo>
                      <a:pt x="95" y="17"/>
                    </a:lnTo>
                    <a:lnTo>
                      <a:pt x="92" y="17"/>
                    </a:lnTo>
                    <a:lnTo>
                      <a:pt x="89" y="18"/>
                    </a:lnTo>
                    <a:lnTo>
                      <a:pt x="85" y="18"/>
                    </a:lnTo>
                    <a:lnTo>
                      <a:pt x="77" y="21"/>
                    </a:lnTo>
                    <a:lnTo>
                      <a:pt x="71" y="22"/>
                    </a:lnTo>
                    <a:lnTo>
                      <a:pt x="70" y="23"/>
                    </a:lnTo>
                    <a:lnTo>
                      <a:pt x="68" y="25"/>
                    </a:lnTo>
                    <a:lnTo>
                      <a:pt x="67" y="25"/>
                    </a:lnTo>
                    <a:lnTo>
                      <a:pt x="65" y="25"/>
                    </a:lnTo>
                    <a:lnTo>
                      <a:pt x="63" y="25"/>
                    </a:lnTo>
                    <a:lnTo>
                      <a:pt x="61" y="24"/>
                    </a:lnTo>
                    <a:lnTo>
                      <a:pt x="59" y="23"/>
                    </a:lnTo>
                    <a:lnTo>
                      <a:pt x="58" y="22"/>
                    </a:lnTo>
                    <a:lnTo>
                      <a:pt x="56" y="21"/>
                    </a:lnTo>
                    <a:lnTo>
                      <a:pt x="55" y="18"/>
                    </a:lnTo>
                    <a:lnTo>
                      <a:pt x="54" y="16"/>
                    </a:lnTo>
                    <a:lnTo>
                      <a:pt x="52" y="12"/>
                    </a:lnTo>
                    <a:lnTo>
                      <a:pt x="51" y="10"/>
                    </a:lnTo>
                    <a:lnTo>
                      <a:pt x="51" y="8"/>
                    </a:lnTo>
                    <a:lnTo>
                      <a:pt x="51" y="6"/>
                    </a:lnTo>
                    <a:lnTo>
                      <a:pt x="51" y="5"/>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7" name="ísļidê"/>
              <p:cNvSpPr/>
              <p:nvPr userDrawn="1"/>
            </p:nvSpPr>
            <p:spPr bwMode="auto">
              <a:xfrm>
                <a:off x="3379788" y="2897188"/>
                <a:ext cx="41275" cy="84138"/>
              </a:xfrm>
              <a:custGeom>
                <a:avLst/>
                <a:gdLst>
                  <a:gd name="T0" fmla="*/ 16 w 26"/>
                  <a:gd name="T1" fmla="*/ 0 h 53"/>
                  <a:gd name="T2" fmla="*/ 15 w 26"/>
                  <a:gd name="T3" fmla="*/ 3 h 53"/>
                  <a:gd name="T4" fmla="*/ 14 w 26"/>
                  <a:gd name="T5" fmla="*/ 9 h 53"/>
                  <a:gd name="T6" fmla="*/ 14 w 26"/>
                  <a:gd name="T7" fmla="*/ 15 h 53"/>
                  <a:gd name="T8" fmla="*/ 14 w 26"/>
                  <a:gd name="T9" fmla="*/ 20 h 53"/>
                  <a:gd name="T10" fmla="*/ 16 w 26"/>
                  <a:gd name="T11" fmla="*/ 28 h 53"/>
                  <a:gd name="T12" fmla="*/ 17 w 26"/>
                  <a:gd name="T13" fmla="*/ 32 h 53"/>
                  <a:gd name="T14" fmla="*/ 18 w 26"/>
                  <a:gd name="T15" fmla="*/ 37 h 53"/>
                  <a:gd name="T16" fmla="*/ 20 w 26"/>
                  <a:gd name="T17" fmla="*/ 41 h 53"/>
                  <a:gd name="T18" fmla="*/ 22 w 26"/>
                  <a:gd name="T19" fmla="*/ 45 h 53"/>
                  <a:gd name="T20" fmla="*/ 24 w 26"/>
                  <a:gd name="T21" fmla="*/ 48 h 53"/>
                  <a:gd name="T22" fmla="*/ 25 w 26"/>
                  <a:gd name="T23" fmla="*/ 50 h 53"/>
                  <a:gd name="T24" fmla="*/ 26 w 26"/>
                  <a:gd name="T25" fmla="*/ 52 h 53"/>
                  <a:gd name="T26" fmla="*/ 25 w 26"/>
                  <a:gd name="T27" fmla="*/ 52 h 53"/>
                  <a:gd name="T28" fmla="*/ 25 w 26"/>
                  <a:gd name="T29" fmla="*/ 53 h 53"/>
                  <a:gd name="T30" fmla="*/ 23 w 26"/>
                  <a:gd name="T31" fmla="*/ 53 h 53"/>
                  <a:gd name="T32" fmla="*/ 22 w 26"/>
                  <a:gd name="T33" fmla="*/ 52 h 53"/>
                  <a:gd name="T34" fmla="*/ 17 w 26"/>
                  <a:gd name="T35" fmla="*/ 48 h 53"/>
                  <a:gd name="T36" fmla="*/ 12 w 26"/>
                  <a:gd name="T37" fmla="*/ 44 h 53"/>
                  <a:gd name="T38" fmla="*/ 9 w 26"/>
                  <a:gd name="T39" fmla="*/ 42 h 53"/>
                  <a:gd name="T40" fmla="*/ 6 w 26"/>
                  <a:gd name="T41" fmla="*/ 40 h 53"/>
                  <a:gd name="T42" fmla="*/ 3 w 26"/>
                  <a:gd name="T43" fmla="*/ 40 h 53"/>
                  <a:gd name="T44" fmla="*/ 2 w 26"/>
                  <a:gd name="T45" fmla="*/ 38 h 53"/>
                  <a:gd name="T46" fmla="*/ 1 w 26"/>
                  <a:gd name="T47" fmla="*/ 37 h 53"/>
                  <a:gd name="T48" fmla="*/ 0 w 26"/>
                  <a:gd name="T49" fmla="*/ 36 h 53"/>
                  <a:gd name="T50" fmla="*/ 0 w 26"/>
                  <a:gd name="T51" fmla="*/ 36 h 53"/>
                  <a:gd name="T52" fmla="*/ 0 w 26"/>
                  <a:gd name="T53" fmla="*/ 34 h 53"/>
                  <a:gd name="T54" fmla="*/ 0 w 26"/>
                  <a:gd name="T55" fmla="*/ 30 h 53"/>
                  <a:gd name="T56" fmla="*/ 0 w 26"/>
                  <a:gd name="T57" fmla="*/ 24 h 53"/>
                  <a:gd name="T58" fmla="*/ 1 w 26"/>
                  <a:gd name="T59" fmla="*/ 21 h 53"/>
                  <a:gd name="T60" fmla="*/ 2 w 26"/>
                  <a:gd name="T61" fmla="*/ 19 h 53"/>
                  <a:gd name="T62" fmla="*/ 2 w 26"/>
                  <a:gd name="T63" fmla="*/ 16 h 53"/>
                  <a:gd name="T64" fmla="*/ 3 w 26"/>
                  <a:gd name="T65" fmla="*/ 15 h 53"/>
                  <a:gd name="T66" fmla="*/ 4 w 26"/>
                  <a:gd name="T67" fmla="*/ 12 h 53"/>
                  <a:gd name="T68" fmla="*/ 5 w 26"/>
                  <a:gd name="T69" fmla="*/ 9 h 53"/>
                  <a:gd name="T70" fmla="*/ 5 w 26"/>
                  <a:gd name="T71" fmla="*/ 6 h 53"/>
                  <a:gd name="T72" fmla="*/ 6 w 26"/>
                  <a:gd name="T73" fmla="*/ 4 h 53"/>
                  <a:gd name="T74" fmla="*/ 6 w 26"/>
                  <a:gd name="T75" fmla="*/ 3 h 53"/>
                  <a:gd name="T76" fmla="*/ 6 w 26"/>
                  <a:gd name="T77" fmla="*/ 2 h 53"/>
                  <a:gd name="T78" fmla="*/ 7 w 26"/>
                  <a:gd name="T79" fmla="*/ 1 h 53"/>
                  <a:gd name="T80" fmla="*/ 8 w 26"/>
                  <a:gd name="T81" fmla="*/ 0 h 53"/>
                  <a:gd name="T82" fmla="*/ 13 w 26"/>
                  <a:gd name="T83" fmla="*/ 0 h 53"/>
                  <a:gd name="T84" fmla="*/ 16 w 26"/>
                  <a:gd name="T8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53">
                    <a:moveTo>
                      <a:pt x="16" y="0"/>
                    </a:moveTo>
                    <a:lnTo>
                      <a:pt x="15" y="3"/>
                    </a:lnTo>
                    <a:lnTo>
                      <a:pt x="14" y="9"/>
                    </a:lnTo>
                    <a:lnTo>
                      <a:pt x="14" y="15"/>
                    </a:lnTo>
                    <a:lnTo>
                      <a:pt x="14" y="20"/>
                    </a:lnTo>
                    <a:lnTo>
                      <a:pt x="16" y="28"/>
                    </a:lnTo>
                    <a:lnTo>
                      <a:pt x="17" y="32"/>
                    </a:lnTo>
                    <a:lnTo>
                      <a:pt x="18" y="37"/>
                    </a:lnTo>
                    <a:lnTo>
                      <a:pt x="20" y="41"/>
                    </a:lnTo>
                    <a:lnTo>
                      <a:pt x="22" y="45"/>
                    </a:lnTo>
                    <a:lnTo>
                      <a:pt x="24" y="48"/>
                    </a:lnTo>
                    <a:lnTo>
                      <a:pt x="25" y="50"/>
                    </a:lnTo>
                    <a:lnTo>
                      <a:pt x="26" y="52"/>
                    </a:lnTo>
                    <a:lnTo>
                      <a:pt x="25" y="52"/>
                    </a:lnTo>
                    <a:lnTo>
                      <a:pt x="25" y="53"/>
                    </a:lnTo>
                    <a:lnTo>
                      <a:pt x="23" y="53"/>
                    </a:lnTo>
                    <a:lnTo>
                      <a:pt x="22" y="52"/>
                    </a:lnTo>
                    <a:lnTo>
                      <a:pt x="17" y="48"/>
                    </a:lnTo>
                    <a:lnTo>
                      <a:pt x="12" y="44"/>
                    </a:lnTo>
                    <a:lnTo>
                      <a:pt x="9" y="42"/>
                    </a:lnTo>
                    <a:lnTo>
                      <a:pt x="6" y="40"/>
                    </a:lnTo>
                    <a:lnTo>
                      <a:pt x="3" y="40"/>
                    </a:lnTo>
                    <a:lnTo>
                      <a:pt x="2" y="38"/>
                    </a:lnTo>
                    <a:lnTo>
                      <a:pt x="1" y="37"/>
                    </a:lnTo>
                    <a:lnTo>
                      <a:pt x="0" y="36"/>
                    </a:lnTo>
                    <a:lnTo>
                      <a:pt x="0" y="36"/>
                    </a:lnTo>
                    <a:lnTo>
                      <a:pt x="0" y="34"/>
                    </a:lnTo>
                    <a:lnTo>
                      <a:pt x="0" y="30"/>
                    </a:lnTo>
                    <a:lnTo>
                      <a:pt x="0" y="24"/>
                    </a:lnTo>
                    <a:lnTo>
                      <a:pt x="1" y="21"/>
                    </a:lnTo>
                    <a:lnTo>
                      <a:pt x="2" y="19"/>
                    </a:lnTo>
                    <a:lnTo>
                      <a:pt x="2" y="16"/>
                    </a:lnTo>
                    <a:lnTo>
                      <a:pt x="3" y="15"/>
                    </a:lnTo>
                    <a:lnTo>
                      <a:pt x="4" y="12"/>
                    </a:lnTo>
                    <a:lnTo>
                      <a:pt x="5" y="9"/>
                    </a:lnTo>
                    <a:lnTo>
                      <a:pt x="5" y="6"/>
                    </a:lnTo>
                    <a:lnTo>
                      <a:pt x="6" y="4"/>
                    </a:lnTo>
                    <a:lnTo>
                      <a:pt x="6" y="3"/>
                    </a:lnTo>
                    <a:lnTo>
                      <a:pt x="6" y="2"/>
                    </a:lnTo>
                    <a:lnTo>
                      <a:pt x="7" y="1"/>
                    </a:lnTo>
                    <a:lnTo>
                      <a:pt x="8" y="0"/>
                    </a:lnTo>
                    <a:lnTo>
                      <a:pt x="13" y="0"/>
                    </a:lnTo>
                    <a:lnTo>
                      <a:pt x="16" y="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8" name="işľíḋe"/>
              <p:cNvSpPr/>
              <p:nvPr userDrawn="1"/>
            </p:nvSpPr>
            <p:spPr bwMode="auto">
              <a:xfrm>
                <a:off x="3241676" y="2805113"/>
                <a:ext cx="220663" cy="111125"/>
              </a:xfrm>
              <a:custGeom>
                <a:avLst/>
                <a:gdLst>
                  <a:gd name="T0" fmla="*/ 121 w 139"/>
                  <a:gd name="T1" fmla="*/ 7 h 70"/>
                  <a:gd name="T2" fmla="*/ 121 w 139"/>
                  <a:gd name="T3" fmla="*/ 4 h 70"/>
                  <a:gd name="T4" fmla="*/ 124 w 139"/>
                  <a:gd name="T5" fmla="*/ 2 h 70"/>
                  <a:gd name="T6" fmla="*/ 130 w 139"/>
                  <a:gd name="T7" fmla="*/ 0 h 70"/>
                  <a:gd name="T8" fmla="*/ 134 w 139"/>
                  <a:gd name="T9" fmla="*/ 4 h 70"/>
                  <a:gd name="T10" fmla="*/ 139 w 139"/>
                  <a:gd name="T11" fmla="*/ 12 h 70"/>
                  <a:gd name="T12" fmla="*/ 137 w 139"/>
                  <a:gd name="T13" fmla="*/ 18 h 70"/>
                  <a:gd name="T14" fmla="*/ 125 w 139"/>
                  <a:gd name="T15" fmla="*/ 31 h 70"/>
                  <a:gd name="T16" fmla="*/ 122 w 139"/>
                  <a:gd name="T17" fmla="*/ 37 h 70"/>
                  <a:gd name="T18" fmla="*/ 124 w 139"/>
                  <a:gd name="T19" fmla="*/ 38 h 70"/>
                  <a:gd name="T20" fmla="*/ 124 w 139"/>
                  <a:gd name="T21" fmla="*/ 37 h 70"/>
                  <a:gd name="T22" fmla="*/ 129 w 139"/>
                  <a:gd name="T23" fmla="*/ 37 h 70"/>
                  <a:gd name="T24" fmla="*/ 133 w 139"/>
                  <a:gd name="T25" fmla="*/ 38 h 70"/>
                  <a:gd name="T26" fmla="*/ 135 w 139"/>
                  <a:gd name="T27" fmla="*/ 41 h 70"/>
                  <a:gd name="T28" fmla="*/ 133 w 139"/>
                  <a:gd name="T29" fmla="*/ 46 h 70"/>
                  <a:gd name="T30" fmla="*/ 129 w 139"/>
                  <a:gd name="T31" fmla="*/ 50 h 70"/>
                  <a:gd name="T32" fmla="*/ 127 w 139"/>
                  <a:gd name="T33" fmla="*/ 50 h 70"/>
                  <a:gd name="T34" fmla="*/ 119 w 139"/>
                  <a:gd name="T35" fmla="*/ 45 h 70"/>
                  <a:gd name="T36" fmla="*/ 113 w 139"/>
                  <a:gd name="T37" fmla="*/ 45 h 70"/>
                  <a:gd name="T38" fmla="*/ 99 w 139"/>
                  <a:gd name="T39" fmla="*/ 53 h 70"/>
                  <a:gd name="T40" fmla="*/ 84 w 139"/>
                  <a:gd name="T41" fmla="*/ 61 h 70"/>
                  <a:gd name="T42" fmla="*/ 70 w 139"/>
                  <a:gd name="T43" fmla="*/ 66 h 70"/>
                  <a:gd name="T44" fmla="*/ 47 w 139"/>
                  <a:gd name="T45" fmla="*/ 69 h 70"/>
                  <a:gd name="T46" fmla="*/ 31 w 139"/>
                  <a:gd name="T47" fmla="*/ 69 h 70"/>
                  <a:gd name="T48" fmla="*/ 14 w 139"/>
                  <a:gd name="T49" fmla="*/ 69 h 70"/>
                  <a:gd name="T50" fmla="*/ 0 w 139"/>
                  <a:gd name="T51" fmla="*/ 67 h 70"/>
                  <a:gd name="T52" fmla="*/ 0 w 139"/>
                  <a:gd name="T53" fmla="*/ 66 h 70"/>
                  <a:gd name="T54" fmla="*/ 4 w 139"/>
                  <a:gd name="T55" fmla="*/ 64 h 70"/>
                  <a:gd name="T56" fmla="*/ 16 w 139"/>
                  <a:gd name="T57" fmla="*/ 62 h 70"/>
                  <a:gd name="T58" fmla="*/ 37 w 139"/>
                  <a:gd name="T59" fmla="*/ 59 h 70"/>
                  <a:gd name="T60" fmla="*/ 49 w 139"/>
                  <a:gd name="T61" fmla="*/ 58 h 70"/>
                  <a:gd name="T62" fmla="*/ 65 w 139"/>
                  <a:gd name="T63" fmla="*/ 54 h 70"/>
                  <a:gd name="T64" fmla="*/ 83 w 139"/>
                  <a:gd name="T65" fmla="*/ 49 h 70"/>
                  <a:gd name="T66" fmla="*/ 87 w 139"/>
                  <a:gd name="T67" fmla="*/ 47 h 70"/>
                  <a:gd name="T68" fmla="*/ 89 w 139"/>
                  <a:gd name="T69" fmla="*/ 43 h 70"/>
                  <a:gd name="T70" fmla="*/ 87 w 139"/>
                  <a:gd name="T71" fmla="*/ 42 h 70"/>
                  <a:gd name="T72" fmla="*/ 75 w 139"/>
                  <a:gd name="T73" fmla="*/ 43 h 70"/>
                  <a:gd name="T74" fmla="*/ 68 w 139"/>
                  <a:gd name="T75" fmla="*/ 40 h 70"/>
                  <a:gd name="T76" fmla="*/ 65 w 139"/>
                  <a:gd name="T77" fmla="*/ 35 h 70"/>
                  <a:gd name="T78" fmla="*/ 65 w 139"/>
                  <a:gd name="T79" fmla="*/ 32 h 70"/>
                  <a:gd name="T80" fmla="*/ 67 w 139"/>
                  <a:gd name="T81" fmla="*/ 29 h 70"/>
                  <a:gd name="T82" fmla="*/ 78 w 139"/>
                  <a:gd name="T83" fmla="*/ 30 h 70"/>
                  <a:gd name="T84" fmla="*/ 94 w 139"/>
                  <a:gd name="T85" fmla="*/ 32 h 70"/>
                  <a:gd name="T86" fmla="*/ 103 w 139"/>
                  <a:gd name="T87" fmla="*/ 33 h 70"/>
                  <a:gd name="T88" fmla="*/ 106 w 139"/>
                  <a:gd name="T89" fmla="*/ 31 h 70"/>
                  <a:gd name="T90" fmla="*/ 118 w 139"/>
                  <a:gd name="T91" fmla="*/ 1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9" h="70">
                    <a:moveTo>
                      <a:pt x="121" y="10"/>
                    </a:moveTo>
                    <a:lnTo>
                      <a:pt x="121" y="9"/>
                    </a:lnTo>
                    <a:lnTo>
                      <a:pt x="121" y="7"/>
                    </a:lnTo>
                    <a:lnTo>
                      <a:pt x="121" y="6"/>
                    </a:lnTo>
                    <a:lnTo>
                      <a:pt x="121" y="5"/>
                    </a:lnTo>
                    <a:lnTo>
                      <a:pt x="121" y="4"/>
                    </a:lnTo>
                    <a:lnTo>
                      <a:pt x="122" y="3"/>
                    </a:lnTo>
                    <a:lnTo>
                      <a:pt x="122" y="2"/>
                    </a:lnTo>
                    <a:lnTo>
                      <a:pt x="124" y="2"/>
                    </a:lnTo>
                    <a:lnTo>
                      <a:pt x="125" y="2"/>
                    </a:lnTo>
                    <a:lnTo>
                      <a:pt x="128" y="1"/>
                    </a:lnTo>
                    <a:lnTo>
                      <a:pt x="130" y="0"/>
                    </a:lnTo>
                    <a:lnTo>
                      <a:pt x="131" y="1"/>
                    </a:lnTo>
                    <a:lnTo>
                      <a:pt x="133" y="2"/>
                    </a:lnTo>
                    <a:lnTo>
                      <a:pt x="134" y="4"/>
                    </a:lnTo>
                    <a:lnTo>
                      <a:pt x="137" y="7"/>
                    </a:lnTo>
                    <a:lnTo>
                      <a:pt x="138" y="10"/>
                    </a:lnTo>
                    <a:lnTo>
                      <a:pt x="139" y="12"/>
                    </a:lnTo>
                    <a:lnTo>
                      <a:pt x="139" y="14"/>
                    </a:lnTo>
                    <a:lnTo>
                      <a:pt x="138" y="15"/>
                    </a:lnTo>
                    <a:lnTo>
                      <a:pt x="137" y="18"/>
                    </a:lnTo>
                    <a:lnTo>
                      <a:pt x="133" y="22"/>
                    </a:lnTo>
                    <a:lnTo>
                      <a:pt x="128" y="29"/>
                    </a:lnTo>
                    <a:lnTo>
                      <a:pt x="125" y="31"/>
                    </a:lnTo>
                    <a:lnTo>
                      <a:pt x="124" y="34"/>
                    </a:lnTo>
                    <a:lnTo>
                      <a:pt x="123" y="36"/>
                    </a:lnTo>
                    <a:lnTo>
                      <a:pt x="122" y="37"/>
                    </a:lnTo>
                    <a:lnTo>
                      <a:pt x="123" y="38"/>
                    </a:lnTo>
                    <a:lnTo>
                      <a:pt x="123" y="38"/>
                    </a:lnTo>
                    <a:lnTo>
                      <a:pt x="124" y="38"/>
                    </a:lnTo>
                    <a:lnTo>
                      <a:pt x="124" y="38"/>
                    </a:lnTo>
                    <a:lnTo>
                      <a:pt x="124" y="37"/>
                    </a:lnTo>
                    <a:lnTo>
                      <a:pt x="124" y="37"/>
                    </a:lnTo>
                    <a:lnTo>
                      <a:pt x="125" y="37"/>
                    </a:lnTo>
                    <a:lnTo>
                      <a:pt x="125" y="37"/>
                    </a:lnTo>
                    <a:lnTo>
                      <a:pt x="129" y="37"/>
                    </a:lnTo>
                    <a:lnTo>
                      <a:pt x="131" y="38"/>
                    </a:lnTo>
                    <a:lnTo>
                      <a:pt x="133" y="38"/>
                    </a:lnTo>
                    <a:lnTo>
                      <a:pt x="133" y="38"/>
                    </a:lnTo>
                    <a:lnTo>
                      <a:pt x="134" y="38"/>
                    </a:lnTo>
                    <a:lnTo>
                      <a:pt x="135" y="38"/>
                    </a:lnTo>
                    <a:lnTo>
                      <a:pt x="135" y="41"/>
                    </a:lnTo>
                    <a:lnTo>
                      <a:pt x="135" y="42"/>
                    </a:lnTo>
                    <a:lnTo>
                      <a:pt x="134" y="45"/>
                    </a:lnTo>
                    <a:lnTo>
                      <a:pt x="133" y="46"/>
                    </a:lnTo>
                    <a:lnTo>
                      <a:pt x="132" y="48"/>
                    </a:lnTo>
                    <a:lnTo>
                      <a:pt x="130" y="49"/>
                    </a:lnTo>
                    <a:lnTo>
                      <a:pt x="129" y="50"/>
                    </a:lnTo>
                    <a:lnTo>
                      <a:pt x="129" y="50"/>
                    </a:lnTo>
                    <a:lnTo>
                      <a:pt x="128" y="50"/>
                    </a:lnTo>
                    <a:lnTo>
                      <a:pt x="127" y="50"/>
                    </a:lnTo>
                    <a:lnTo>
                      <a:pt x="125" y="48"/>
                    </a:lnTo>
                    <a:lnTo>
                      <a:pt x="121" y="46"/>
                    </a:lnTo>
                    <a:lnTo>
                      <a:pt x="119" y="45"/>
                    </a:lnTo>
                    <a:lnTo>
                      <a:pt x="117" y="45"/>
                    </a:lnTo>
                    <a:lnTo>
                      <a:pt x="115" y="45"/>
                    </a:lnTo>
                    <a:lnTo>
                      <a:pt x="113" y="45"/>
                    </a:lnTo>
                    <a:lnTo>
                      <a:pt x="109" y="48"/>
                    </a:lnTo>
                    <a:lnTo>
                      <a:pt x="104" y="51"/>
                    </a:lnTo>
                    <a:lnTo>
                      <a:pt x="99" y="53"/>
                    </a:lnTo>
                    <a:lnTo>
                      <a:pt x="95" y="54"/>
                    </a:lnTo>
                    <a:lnTo>
                      <a:pt x="89" y="58"/>
                    </a:lnTo>
                    <a:lnTo>
                      <a:pt x="84" y="61"/>
                    </a:lnTo>
                    <a:lnTo>
                      <a:pt x="78" y="63"/>
                    </a:lnTo>
                    <a:lnTo>
                      <a:pt x="75" y="64"/>
                    </a:lnTo>
                    <a:lnTo>
                      <a:pt x="70" y="66"/>
                    </a:lnTo>
                    <a:lnTo>
                      <a:pt x="62" y="66"/>
                    </a:lnTo>
                    <a:lnTo>
                      <a:pt x="53" y="68"/>
                    </a:lnTo>
                    <a:lnTo>
                      <a:pt x="47" y="69"/>
                    </a:lnTo>
                    <a:lnTo>
                      <a:pt x="41" y="70"/>
                    </a:lnTo>
                    <a:lnTo>
                      <a:pt x="36" y="70"/>
                    </a:lnTo>
                    <a:lnTo>
                      <a:pt x="31" y="69"/>
                    </a:lnTo>
                    <a:lnTo>
                      <a:pt x="27" y="69"/>
                    </a:lnTo>
                    <a:lnTo>
                      <a:pt x="21" y="69"/>
                    </a:lnTo>
                    <a:lnTo>
                      <a:pt x="14" y="69"/>
                    </a:lnTo>
                    <a:lnTo>
                      <a:pt x="7" y="68"/>
                    </a:lnTo>
                    <a:lnTo>
                      <a:pt x="0" y="67"/>
                    </a:lnTo>
                    <a:lnTo>
                      <a:pt x="0" y="67"/>
                    </a:lnTo>
                    <a:lnTo>
                      <a:pt x="0" y="67"/>
                    </a:lnTo>
                    <a:lnTo>
                      <a:pt x="0" y="66"/>
                    </a:lnTo>
                    <a:lnTo>
                      <a:pt x="0" y="66"/>
                    </a:lnTo>
                    <a:lnTo>
                      <a:pt x="1" y="65"/>
                    </a:lnTo>
                    <a:lnTo>
                      <a:pt x="2" y="64"/>
                    </a:lnTo>
                    <a:lnTo>
                      <a:pt x="4" y="64"/>
                    </a:lnTo>
                    <a:lnTo>
                      <a:pt x="6" y="63"/>
                    </a:lnTo>
                    <a:lnTo>
                      <a:pt x="9" y="63"/>
                    </a:lnTo>
                    <a:lnTo>
                      <a:pt x="16" y="62"/>
                    </a:lnTo>
                    <a:lnTo>
                      <a:pt x="23" y="61"/>
                    </a:lnTo>
                    <a:lnTo>
                      <a:pt x="31" y="60"/>
                    </a:lnTo>
                    <a:lnTo>
                      <a:pt x="37" y="59"/>
                    </a:lnTo>
                    <a:lnTo>
                      <a:pt x="43" y="59"/>
                    </a:lnTo>
                    <a:lnTo>
                      <a:pt x="46" y="59"/>
                    </a:lnTo>
                    <a:lnTo>
                      <a:pt x="49" y="58"/>
                    </a:lnTo>
                    <a:lnTo>
                      <a:pt x="52" y="58"/>
                    </a:lnTo>
                    <a:lnTo>
                      <a:pt x="54" y="58"/>
                    </a:lnTo>
                    <a:lnTo>
                      <a:pt x="65" y="54"/>
                    </a:lnTo>
                    <a:lnTo>
                      <a:pt x="75" y="51"/>
                    </a:lnTo>
                    <a:lnTo>
                      <a:pt x="80" y="50"/>
                    </a:lnTo>
                    <a:lnTo>
                      <a:pt x="83" y="49"/>
                    </a:lnTo>
                    <a:lnTo>
                      <a:pt x="85" y="49"/>
                    </a:lnTo>
                    <a:lnTo>
                      <a:pt x="86" y="47"/>
                    </a:lnTo>
                    <a:lnTo>
                      <a:pt x="87" y="47"/>
                    </a:lnTo>
                    <a:lnTo>
                      <a:pt x="88" y="46"/>
                    </a:lnTo>
                    <a:lnTo>
                      <a:pt x="89" y="44"/>
                    </a:lnTo>
                    <a:lnTo>
                      <a:pt x="89" y="43"/>
                    </a:lnTo>
                    <a:lnTo>
                      <a:pt x="89" y="42"/>
                    </a:lnTo>
                    <a:lnTo>
                      <a:pt x="89" y="42"/>
                    </a:lnTo>
                    <a:lnTo>
                      <a:pt x="87" y="42"/>
                    </a:lnTo>
                    <a:lnTo>
                      <a:pt x="84" y="43"/>
                    </a:lnTo>
                    <a:lnTo>
                      <a:pt x="80" y="43"/>
                    </a:lnTo>
                    <a:lnTo>
                      <a:pt x="75" y="43"/>
                    </a:lnTo>
                    <a:lnTo>
                      <a:pt x="72" y="42"/>
                    </a:lnTo>
                    <a:lnTo>
                      <a:pt x="70" y="42"/>
                    </a:lnTo>
                    <a:lnTo>
                      <a:pt x="68" y="40"/>
                    </a:lnTo>
                    <a:lnTo>
                      <a:pt x="65" y="38"/>
                    </a:lnTo>
                    <a:lnTo>
                      <a:pt x="65" y="36"/>
                    </a:lnTo>
                    <a:lnTo>
                      <a:pt x="65" y="35"/>
                    </a:lnTo>
                    <a:lnTo>
                      <a:pt x="65" y="34"/>
                    </a:lnTo>
                    <a:lnTo>
                      <a:pt x="65" y="33"/>
                    </a:lnTo>
                    <a:lnTo>
                      <a:pt x="65" y="32"/>
                    </a:lnTo>
                    <a:lnTo>
                      <a:pt x="65" y="30"/>
                    </a:lnTo>
                    <a:lnTo>
                      <a:pt x="66" y="30"/>
                    </a:lnTo>
                    <a:lnTo>
                      <a:pt x="67" y="29"/>
                    </a:lnTo>
                    <a:lnTo>
                      <a:pt x="70" y="29"/>
                    </a:lnTo>
                    <a:lnTo>
                      <a:pt x="73" y="30"/>
                    </a:lnTo>
                    <a:lnTo>
                      <a:pt x="78" y="30"/>
                    </a:lnTo>
                    <a:lnTo>
                      <a:pt x="85" y="31"/>
                    </a:lnTo>
                    <a:lnTo>
                      <a:pt x="90" y="32"/>
                    </a:lnTo>
                    <a:lnTo>
                      <a:pt x="94" y="32"/>
                    </a:lnTo>
                    <a:lnTo>
                      <a:pt x="97" y="33"/>
                    </a:lnTo>
                    <a:lnTo>
                      <a:pt x="101" y="33"/>
                    </a:lnTo>
                    <a:lnTo>
                      <a:pt x="103" y="33"/>
                    </a:lnTo>
                    <a:lnTo>
                      <a:pt x="105" y="32"/>
                    </a:lnTo>
                    <a:lnTo>
                      <a:pt x="105" y="32"/>
                    </a:lnTo>
                    <a:lnTo>
                      <a:pt x="106" y="31"/>
                    </a:lnTo>
                    <a:lnTo>
                      <a:pt x="109" y="28"/>
                    </a:lnTo>
                    <a:lnTo>
                      <a:pt x="114" y="21"/>
                    </a:lnTo>
                    <a:lnTo>
                      <a:pt x="118" y="14"/>
                    </a:lnTo>
                    <a:lnTo>
                      <a:pt x="121" y="1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9" name="isḷiḑé"/>
              <p:cNvSpPr/>
              <p:nvPr userDrawn="1"/>
            </p:nvSpPr>
            <p:spPr bwMode="auto">
              <a:xfrm>
                <a:off x="3446463" y="3074988"/>
                <a:ext cx="247650" cy="138113"/>
              </a:xfrm>
              <a:custGeom>
                <a:avLst/>
                <a:gdLst>
                  <a:gd name="T0" fmla="*/ 107 w 156"/>
                  <a:gd name="T1" fmla="*/ 43 h 87"/>
                  <a:gd name="T2" fmla="*/ 105 w 156"/>
                  <a:gd name="T3" fmla="*/ 49 h 87"/>
                  <a:gd name="T4" fmla="*/ 101 w 156"/>
                  <a:gd name="T5" fmla="*/ 28 h 87"/>
                  <a:gd name="T6" fmla="*/ 109 w 156"/>
                  <a:gd name="T7" fmla="*/ 32 h 87"/>
                  <a:gd name="T8" fmla="*/ 104 w 156"/>
                  <a:gd name="T9" fmla="*/ 35 h 87"/>
                  <a:gd name="T10" fmla="*/ 98 w 156"/>
                  <a:gd name="T11" fmla="*/ 18 h 87"/>
                  <a:gd name="T12" fmla="*/ 105 w 156"/>
                  <a:gd name="T13" fmla="*/ 20 h 87"/>
                  <a:gd name="T14" fmla="*/ 99 w 156"/>
                  <a:gd name="T15" fmla="*/ 22 h 87"/>
                  <a:gd name="T16" fmla="*/ 97 w 156"/>
                  <a:gd name="T17" fmla="*/ 25 h 87"/>
                  <a:gd name="T18" fmla="*/ 89 w 156"/>
                  <a:gd name="T19" fmla="*/ 28 h 87"/>
                  <a:gd name="T20" fmla="*/ 90 w 156"/>
                  <a:gd name="T21" fmla="*/ 36 h 87"/>
                  <a:gd name="T22" fmla="*/ 80 w 156"/>
                  <a:gd name="T23" fmla="*/ 37 h 87"/>
                  <a:gd name="T24" fmla="*/ 78 w 156"/>
                  <a:gd name="T25" fmla="*/ 41 h 87"/>
                  <a:gd name="T26" fmla="*/ 93 w 156"/>
                  <a:gd name="T27" fmla="*/ 48 h 87"/>
                  <a:gd name="T28" fmla="*/ 85 w 156"/>
                  <a:gd name="T29" fmla="*/ 52 h 87"/>
                  <a:gd name="T30" fmla="*/ 95 w 156"/>
                  <a:gd name="T31" fmla="*/ 53 h 87"/>
                  <a:gd name="T32" fmla="*/ 110 w 156"/>
                  <a:gd name="T33" fmla="*/ 55 h 87"/>
                  <a:gd name="T34" fmla="*/ 119 w 156"/>
                  <a:gd name="T35" fmla="*/ 49 h 87"/>
                  <a:gd name="T36" fmla="*/ 128 w 156"/>
                  <a:gd name="T37" fmla="*/ 62 h 87"/>
                  <a:gd name="T38" fmla="*/ 92 w 156"/>
                  <a:gd name="T39" fmla="*/ 59 h 87"/>
                  <a:gd name="T40" fmla="*/ 74 w 156"/>
                  <a:gd name="T41" fmla="*/ 49 h 87"/>
                  <a:gd name="T42" fmla="*/ 53 w 156"/>
                  <a:gd name="T43" fmla="*/ 33 h 87"/>
                  <a:gd name="T44" fmla="*/ 60 w 156"/>
                  <a:gd name="T45" fmla="*/ 45 h 87"/>
                  <a:gd name="T46" fmla="*/ 73 w 156"/>
                  <a:gd name="T47" fmla="*/ 61 h 87"/>
                  <a:gd name="T48" fmla="*/ 52 w 156"/>
                  <a:gd name="T49" fmla="*/ 53 h 87"/>
                  <a:gd name="T50" fmla="*/ 32 w 156"/>
                  <a:gd name="T51" fmla="*/ 45 h 87"/>
                  <a:gd name="T52" fmla="*/ 11 w 156"/>
                  <a:gd name="T53" fmla="*/ 29 h 87"/>
                  <a:gd name="T54" fmla="*/ 9 w 156"/>
                  <a:gd name="T55" fmla="*/ 41 h 87"/>
                  <a:gd name="T56" fmla="*/ 35 w 156"/>
                  <a:gd name="T57" fmla="*/ 60 h 87"/>
                  <a:gd name="T58" fmla="*/ 25 w 156"/>
                  <a:gd name="T59" fmla="*/ 69 h 87"/>
                  <a:gd name="T60" fmla="*/ 6 w 156"/>
                  <a:gd name="T61" fmla="*/ 69 h 87"/>
                  <a:gd name="T62" fmla="*/ 0 w 156"/>
                  <a:gd name="T63" fmla="*/ 66 h 87"/>
                  <a:gd name="T64" fmla="*/ 5 w 156"/>
                  <a:gd name="T65" fmla="*/ 86 h 87"/>
                  <a:gd name="T66" fmla="*/ 37 w 156"/>
                  <a:gd name="T67" fmla="*/ 73 h 87"/>
                  <a:gd name="T68" fmla="*/ 51 w 156"/>
                  <a:gd name="T69" fmla="*/ 71 h 87"/>
                  <a:gd name="T70" fmla="*/ 44 w 156"/>
                  <a:gd name="T71" fmla="*/ 75 h 87"/>
                  <a:gd name="T72" fmla="*/ 61 w 156"/>
                  <a:gd name="T73" fmla="*/ 86 h 87"/>
                  <a:gd name="T74" fmla="*/ 64 w 156"/>
                  <a:gd name="T75" fmla="*/ 72 h 87"/>
                  <a:gd name="T76" fmla="*/ 53 w 156"/>
                  <a:gd name="T77" fmla="*/ 61 h 87"/>
                  <a:gd name="T78" fmla="*/ 75 w 156"/>
                  <a:gd name="T79" fmla="*/ 67 h 87"/>
                  <a:gd name="T80" fmla="*/ 95 w 156"/>
                  <a:gd name="T81" fmla="*/ 76 h 87"/>
                  <a:gd name="T82" fmla="*/ 94 w 156"/>
                  <a:gd name="T83" fmla="*/ 65 h 87"/>
                  <a:gd name="T84" fmla="*/ 117 w 156"/>
                  <a:gd name="T85" fmla="*/ 67 h 87"/>
                  <a:gd name="T86" fmla="*/ 143 w 156"/>
                  <a:gd name="T87" fmla="*/ 67 h 87"/>
                  <a:gd name="T88" fmla="*/ 132 w 156"/>
                  <a:gd name="T89" fmla="*/ 51 h 87"/>
                  <a:gd name="T90" fmla="*/ 118 w 156"/>
                  <a:gd name="T91" fmla="*/ 41 h 87"/>
                  <a:gd name="T92" fmla="*/ 120 w 156"/>
                  <a:gd name="T93" fmla="*/ 32 h 87"/>
                  <a:gd name="T94" fmla="*/ 145 w 156"/>
                  <a:gd name="T95" fmla="*/ 39 h 87"/>
                  <a:gd name="T96" fmla="*/ 155 w 156"/>
                  <a:gd name="T97" fmla="*/ 37 h 87"/>
                  <a:gd name="T98" fmla="*/ 150 w 156"/>
                  <a:gd name="T99" fmla="*/ 23 h 87"/>
                  <a:gd name="T100" fmla="*/ 137 w 156"/>
                  <a:gd name="T101" fmla="*/ 29 h 87"/>
                  <a:gd name="T102" fmla="*/ 112 w 156"/>
                  <a:gd name="T103" fmla="*/ 21 h 87"/>
                  <a:gd name="T104" fmla="*/ 105 w 156"/>
                  <a:gd name="T105" fmla="*/ 11 h 87"/>
                  <a:gd name="T106" fmla="*/ 105 w 156"/>
                  <a:gd name="T107" fmla="*/ 1 h 87"/>
                  <a:gd name="T108" fmla="*/ 93 w 156"/>
                  <a:gd name="T109" fmla="*/ 13 h 87"/>
                  <a:gd name="T110" fmla="*/ 78 w 156"/>
                  <a:gd name="T111" fmla="*/ 24 h 87"/>
                  <a:gd name="T112" fmla="*/ 79 w 156"/>
                  <a:gd name="T113" fmla="*/ 6 h 87"/>
                  <a:gd name="T114" fmla="*/ 68 w 156"/>
                  <a:gd name="T115" fmla="*/ 22 h 87"/>
                  <a:gd name="T116" fmla="*/ 67 w 156"/>
                  <a:gd name="T117" fmla="*/ 2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6" h="87">
                    <a:moveTo>
                      <a:pt x="96" y="49"/>
                    </a:moveTo>
                    <a:lnTo>
                      <a:pt x="97" y="47"/>
                    </a:lnTo>
                    <a:lnTo>
                      <a:pt x="97" y="45"/>
                    </a:lnTo>
                    <a:lnTo>
                      <a:pt x="97" y="45"/>
                    </a:lnTo>
                    <a:lnTo>
                      <a:pt x="98" y="44"/>
                    </a:lnTo>
                    <a:lnTo>
                      <a:pt x="99" y="44"/>
                    </a:lnTo>
                    <a:lnTo>
                      <a:pt x="100" y="44"/>
                    </a:lnTo>
                    <a:lnTo>
                      <a:pt x="104" y="44"/>
                    </a:lnTo>
                    <a:lnTo>
                      <a:pt x="107" y="43"/>
                    </a:lnTo>
                    <a:lnTo>
                      <a:pt x="108" y="44"/>
                    </a:lnTo>
                    <a:lnTo>
                      <a:pt x="109" y="45"/>
                    </a:lnTo>
                    <a:lnTo>
                      <a:pt x="109" y="46"/>
                    </a:lnTo>
                    <a:lnTo>
                      <a:pt x="109" y="47"/>
                    </a:lnTo>
                    <a:lnTo>
                      <a:pt x="109" y="48"/>
                    </a:lnTo>
                    <a:lnTo>
                      <a:pt x="109" y="48"/>
                    </a:lnTo>
                    <a:lnTo>
                      <a:pt x="108" y="49"/>
                    </a:lnTo>
                    <a:lnTo>
                      <a:pt x="105" y="49"/>
                    </a:lnTo>
                    <a:lnTo>
                      <a:pt x="105" y="49"/>
                    </a:lnTo>
                    <a:lnTo>
                      <a:pt x="104" y="50"/>
                    </a:lnTo>
                    <a:lnTo>
                      <a:pt x="102" y="50"/>
                    </a:lnTo>
                    <a:lnTo>
                      <a:pt x="101" y="50"/>
                    </a:lnTo>
                    <a:lnTo>
                      <a:pt x="97" y="49"/>
                    </a:lnTo>
                    <a:lnTo>
                      <a:pt x="96" y="49"/>
                    </a:lnTo>
                    <a:lnTo>
                      <a:pt x="96" y="49"/>
                    </a:lnTo>
                    <a:close/>
                    <a:moveTo>
                      <a:pt x="101" y="32"/>
                    </a:moveTo>
                    <a:lnTo>
                      <a:pt x="100" y="30"/>
                    </a:lnTo>
                    <a:lnTo>
                      <a:pt x="101" y="28"/>
                    </a:lnTo>
                    <a:lnTo>
                      <a:pt x="101" y="28"/>
                    </a:lnTo>
                    <a:lnTo>
                      <a:pt x="101" y="27"/>
                    </a:lnTo>
                    <a:lnTo>
                      <a:pt x="102" y="27"/>
                    </a:lnTo>
                    <a:lnTo>
                      <a:pt x="104" y="28"/>
                    </a:lnTo>
                    <a:lnTo>
                      <a:pt x="106" y="29"/>
                    </a:lnTo>
                    <a:lnTo>
                      <a:pt x="108" y="31"/>
                    </a:lnTo>
                    <a:lnTo>
                      <a:pt x="108" y="31"/>
                    </a:lnTo>
                    <a:lnTo>
                      <a:pt x="109" y="32"/>
                    </a:lnTo>
                    <a:lnTo>
                      <a:pt x="109" y="32"/>
                    </a:lnTo>
                    <a:lnTo>
                      <a:pt x="109" y="33"/>
                    </a:lnTo>
                    <a:lnTo>
                      <a:pt x="109" y="35"/>
                    </a:lnTo>
                    <a:lnTo>
                      <a:pt x="109" y="36"/>
                    </a:lnTo>
                    <a:lnTo>
                      <a:pt x="108" y="37"/>
                    </a:lnTo>
                    <a:lnTo>
                      <a:pt x="108" y="37"/>
                    </a:lnTo>
                    <a:lnTo>
                      <a:pt x="108" y="36"/>
                    </a:lnTo>
                    <a:lnTo>
                      <a:pt x="107" y="36"/>
                    </a:lnTo>
                    <a:lnTo>
                      <a:pt x="105" y="35"/>
                    </a:lnTo>
                    <a:lnTo>
                      <a:pt x="104" y="35"/>
                    </a:lnTo>
                    <a:lnTo>
                      <a:pt x="102" y="33"/>
                    </a:lnTo>
                    <a:lnTo>
                      <a:pt x="101" y="32"/>
                    </a:lnTo>
                    <a:lnTo>
                      <a:pt x="101" y="32"/>
                    </a:lnTo>
                    <a:close/>
                    <a:moveTo>
                      <a:pt x="99" y="21"/>
                    </a:moveTo>
                    <a:lnTo>
                      <a:pt x="98" y="21"/>
                    </a:lnTo>
                    <a:lnTo>
                      <a:pt x="98" y="20"/>
                    </a:lnTo>
                    <a:lnTo>
                      <a:pt x="97" y="20"/>
                    </a:lnTo>
                    <a:lnTo>
                      <a:pt x="97" y="19"/>
                    </a:lnTo>
                    <a:lnTo>
                      <a:pt x="98" y="18"/>
                    </a:lnTo>
                    <a:lnTo>
                      <a:pt x="99" y="17"/>
                    </a:lnTo>
                    <a:lnTo>
                      <a:pt x="101" y="16"/>
                    </a:lnTo>
                    <a:lnTo>
                      <a:pt x="101" y="16"/>
                    </a:lnTo>
                    <a:lnTo>
                      <a:pt x="101" y="16"/>
                    </a:lnTo>
                    <a:lnTo>
                      <a:pt x="102" y="16"/>
                    </a:lnTo>
                    <a:lnTo>
                      <a:pt x="102" y="16"/>
                    </a:lnTo>
                    <a:lnTo>
                      <a:pt x="103" y="16"/>
                    </a:lnTo>
                    <a:lnTo>
                      <a:pt x="104" y="18"/>
                    </a:lnTo>
                    <a:lnTo>
                      <a:pt x="105" y="20"/>
                    </a:lnTo>
                    <a:lnTo>
                      <a:pt x="105" y="21"/>
                    </a:lnTo>
                    <a:lnTo>
                      <a:pt x="105" y="21"/>
                    </a:lnTo>
                    <a:lnTo>
                      <a:pt x="105" y="22"/>
                    </a:lnTo>
                    <a:lnTo>
                      <a:pt x="105" y="23"/>
                    </a:lnTo>
                    <a:lnTo>
                      <a:pt x="105" y="24"/>
                    </a:lnTo>
                    <a:lnTo>
                      <a:pt x="103" y="24"/>
                    </a:lnTo>
                    <a:lnTo>
                      <a:pt x="102" y="24"/>
                    </a:lnTo>
                    <a:lnTo>
                      <a:pt x="101" y="24"/>
                    </a:lnTo>
                    <a:lnTo>
                      <a:pt x="99" y="22"/>
                    </a:lnTo>
                    <a:lnTo>
                      <a:pt x="99" y="21"/>
                    </a:lnTo>
                    <a:lnTo>
                      <a:pt x="99" y="21"/>
                    </a:lnTo>
                    <a:close/>
                    <a:moveTo>
                      <a:pt x="89" y="29"/>
                    </a:moveTo>
                    <a:lnTo>
                      <a:pt x="92" y="29"/>
                    </a:lnTo>
                    <a:lnTo>
                      <a:pt x="96" y="29"/>
                    </a:lnTo>
                    <a:lnTo>
                      <a:pt x="97" y="28"/>
                    </a:lnTo>
                    <a:lnTo>
                      <a:pt x="97" y="28"/>
                    </a:lnTo>
                    <a:lnTo>
                      <a:pt x="97" y="27"/>
                    </a:lnTo>
                    <a:lnTo>
                      <a:pt x="97" y="25"/>
                    </a:lnTo>
                    <a:lnTo>
                      <a:pt x="97" y="24"/>
                    </a:lnTo>
                    <a:lnTo>
                      <a:pt x="97" y="24"/>
                    </a:lnTo>
                    <a:lnTo>
                      <a:pt x="96" y="23"/>
                    </a:lnTo>
                    <a:lnTo>
                      <a:pt x="94" y="23"/>
                    </a:lnTo>
                    <a:lnTo>
                      <a:pt x="93" y="24"/>
                    </a:lnTo>
                    <a:lnTo>
                      <a:pt x="91" y="24"/>
                    </a:lnTo>
                    <a:lnTo>
                      <a:pt x="91" y="26"/>
                    </a:lnTo>
                    <a:lnTo>
                      <a:pt x="90" y="27"/>
                    </a:lnTo>
                    <a:lnTo>
                      <a:pt x="89" y="28"/>
                    </a:lnTo>
                    <a:lnTo>
                      <a:pt x="89" y="29"/>
                    </a:lnTo>
                    <a:lnTo>
                      <a:pt x="89" y="29"/>
                    </a:lnTo>
                    <a:close/>
                    <a:moveTo>
                      <a:pt x="85" y="31"/>
                    </a:moveTo>
                    <a:lnTo>
                      <a:pt x="86" y="32"/>
                    </a:lnTo>
                    <a:lnTo>
                      <a:pt x="88" y="32"/>
                    </a:lnTo>
                    <a:lnTo>
                      <a:pt x="89" y="32"/>
                    </a:lnTo>
                    <a:lnTo>
                      <a:pt x="89" y="33"/>
                    </a:lnTo>
                    <a:lnTo>
                      <a:pt x="90" y="35"/>
                    </a:lnTo>
                    <a:lnTo>
                      <a:pt x="90" y="36"/>
                    </a:lnTo>
                    <a:lnTo>
                      <a:pt x="91" y="37"/>
                    </a:lnTo>
                    <a:lnTo>
                      <a:pt x="91" y="37"/>
                    </a:lnTo>
                    <a:lnTo>
                      <a:pt x="90" y="38"/>
                    </a:lnTo>
                    <a:lnTo>
                      <a:pt x="89" y="39"/>
                    </a:lnTo>
                    <a:lnTo>
                      <a:pt x="88" y="39"/>
                    </a:lnTo>
                    <a:lnTo>
                      <a:pt x="87" y="39"/>
                    </a:lnTo>
                    <a:lnTo>
                      <a:pt x="84" y="38"/>
                    </a:lnTo>
                    <a:lnTo>
                      <a:pt x="81" y="37"/>
                    </a:lnTo>
                    <a:lnTo>
                      <a:pt x="80" y="37"/>
                    </a:lnTo>
                    <a:lnTo>
                      <a:pt x="79" y="37"/>
                    </a:lnTo>
                    <a:lnTo>
                      <a:pt x="78" y="37"/>
                    </a:lnTo>
                    <a:lnTo>
                      <a:pt x="77" y="37"/>
                    </a:lnTo>
                    <a:lnTo>
                      <a:pt x="77" y="37"/>
                    </a:lnTo>
                    <a:lnTo>
                      <a:pt x="77" y="38"/>
                    </a:lnTo>
                    <a:lnTo>
                      <a:pt x="77" y="38"/>
                    </a:lnTo>
                    <a:lnTo>
                      <a:pt x="77" y="39"/>
                    </a:lnTo>
                    <a:lnTo>
                      <a:pt x="77" y="40"/>
                    </a:lnTo>
                    <a:lnTo>
                      <a:pt x="78" y="41"/>
                    </a:lnTo>
                    <a:lnTo>
                      <a:pt x="79" y="41"/>
                    </a:lnTo>
                    <a:lnTo>
                      <a:pt x="81" y="41"/>
                    </a:lnTo>
                    <a:lnTo>
                      <a:pt x="84" y="42"/>
                    </a:lnTo>
                    <a:lnTo>
                      <a:pt x="89" y="44"/>
                    </a:lnTo>
                    <a:lnTo>
                      <a:pt x="91" y="45"/>
                    </a:lnTo>
                    <a:lnTo>
                      <a:pt x="92" y="46"/>
                    </a:lnTo>
                    <a:lnTo>
                      <a:pt x="93" y="47"/>
                    </a:lnTo>
                    <a:lnTo>
                      <a:pt x="93" y="48"/>
                    </a:lnTo>
                    <a:lnTo>
                      <a:pt x="93" y="48"/>
                    </a:lnTo>
                    <a:lnTo>
                      <a:pt x="93" y="49"/>
                    </a:lnTo>
                    <a:lnTo>
                      <a:pt x="92" y="49"/>
                    </a:lnTo>
                    <a:lnTo>
                      <a:pt x="91" y="49"/>
                    </a:lnTo>
                    <a:lnTo>
                      <a:pt x="89" y="49"/>
                    </a:lnTo>
                    <a:lnTo>
                      <a:pt x="88" y="49"/>
                    </a:lnTo>
                    <a:lnTo>
                      <a:pt x="87" y="49"/>
                    </a:lnTo>
                    <a:lnTo>
                      <a:pt x="86" y="50"/>
                    </a:lnTo>
                    <a:lnTo>
                      <a:pt x="85" y="51"/>
                    </a:lnTo>
                    <a:lnTo>
                      <a:pt x="85" y="52"/>
                    </a:lnTo>
                    <a:lnTo>
                      <a:pt x="84" y="52"/>
                    </a:lnTo>
                    <a:lnTo>
                      <a:pt x="84" y="52"/>
                    </a:lnTo>
                    <a:lnTo>
                      <a:pt x="85" y="53"/>
                    </a:lnTo>
                    <a:lnTo>
                      <a:pt x="85" y="53"/>
                    </a:lnTo>
                    <a:lnTo>
                      <a:pt x="86" y="53"/>
                    </a:lnTo>
                    <a:lnTo>
                      <a:pt x="88" y="53"/>
                    </a:lnTo>
                    <a:lnTo>
                      <a:pt x="91" y="53"/>
                    </a:lnTo>
                    <a:lnTo>
                      <a:pt x="94" y="53"/>
                    </a:lnTo>
                    <a:lnTo>
                      <a:pt x="95" y="53"/>
                    </a:lnTo>
                    <a:lnTo>
                      <a:pt x="97" y="53"/>
                    </a:lnTo>
                    <a:lnTo>
                      <a:pt x="97" y="54"/>
                    </a:lnTo>
                    <a:lnTo>
                      <a:pt x="100" y="55"/>
                    </a:lnTo>
                    <a:lnTo>
                      <a:pt x="101" y="56"/>
                    </a:lnTo>
                    <a:lnTo>
                      <a:pt x="104" y="56"/>
                    </a:lnTo>
                    <a:lnTo>
                      <a:pt x="106" y="56"/>
                    </a:lnTo>
                    <a:lnTo>
                      <a:pt x="108" y="56"/>
                    </a:lnTo>
                    <a:lnTo>
                      <a:pt x="109" y="55"/>
                    </a:lnTo>
                    <a:lnTo>
                      <a:pt x="110" y="55"/>
                    </a:lnTo>
                    <a:lnTo>
                      <a:pt x="111" y="54"/>
                    </a:lnTo>
                    <a:lnTo>
                      <a:pt x="112" y="53"/>
                    </a:lnTo>
                    <a:lnTo>
                      <a:pt x="112" y="52"/>
                    </a:lnTo>
                    <a:lnTo>
                      <a:pt x="113" y="49"/>
                    </a:lnTo>
                    <a:lnTo>
                      <a:pt x="113" y="47"/>
                    </a:lnTo>
                    <a:lnTo>
                      <a:pt x="115" y="46"/>
                    </a:lnTo>
                    <a:lnTo>
                      <a:pt x="116" y="46"/>
                    </a:lnTo>
                    <a:lnTo>
                      <a:pt x="117" y="47"/>
                    </a:lnTo>
                    <a:lnTo>
                      <a:pt x="119" y="49"/>
                    </a:lnTo>
                    <a:lnTo>
                      <a:pt x="121" y="51"/>
                    </a:lnTo>
                    <a:lnTo>
                      <a:pt x="123" y="53"/>
                    </a:lnTo>
                    <a:lnTo>
                      <a:pt x="126" y="55"/>
                    </a:lnTo>
                    <a:lnTo>
                      <a:pt x="129" y="57"/>
                    </a:lnTo>
                    <a:lnTo>
                      <a:pt x="130" y="60"/>
                    </a:lnTo>
                    <a:lnTo>
                      <a:pt x="130" y="61"/>
                    </a:lnTo>
                    <a:lnTo>
                      <a:pt x="129" y="61"/>
                    </a:lnTo>
                    <a:lnTo>
                      <a:pt x="129" y="61"/>
                    </a:lnTo>
                    <a:lnTo>
                      <a:pt x="128" y="62"/>
                    </a:lnTo>
                    <a:lnTo>
                      <a:pt x="125" y="62"/>
                    </a:lnTo>
                    <a:lnTo>
                      <a:pt x="122" y="61"/>
                    </a:lnTo>
                    <a:lnTo>
                      <a:pt x="119" y="61"/>
                    </a:lnTo>
                    <a:lnTo>
                      <a:pt x="114" y="61"/>
                    </a:lnTo>
                    <a:lnTo>
                      <a:pt x="109" y="61"/>
                    </a:lnTo>
                    <a:lnTo>
                      <a:pt x="105" y="61"/>
                    </a:lnTo>
                    <a:lnTo>
                      <a:pt x="100" y="60"/>
                    </a:lnTo>
                    <a:lnTo>
                      <a:pt x="95" y="59"/>
                    </a:lnTo>
                    <a:lnTo>
                      <a:pt x="92" y="59"/>
                    </a:lnTo>
                    <a:lnTo>
                      <a:pt x="89" y="59"/>
                    </a:lnTo>
                    <a:lnTo>
                      <a:pt x="89" y="59"/>
                    </a:lnTo>
                    <a:lnTo>
                      <a:pt x="88" y="59"/>
                    </a:lnTo>
                    <a:lnTo>
                      <a:pt x="87" y="59"/>
                    </a:lnTo>
                    <a:lnTo>
                      <a:pt x="86" y="58"/>
                    </a:lnTo>
                    <a:lnTo>
                      <a:pt x="84" y="57"/>
                    </a:lnTo>
                    <a:lnTo>
                      <a:pt x="81" y="53"/>
                    </a:lnTo>
                    <a:lnTo>
                      <a:pt x="77" y="51"/>
                    </a:lnTo>
                    <a:lnTo>
                      <a:pt x="74" y="49"/>
                    </a:lnTo>
                    <a:lnTo>
                      <a:pt x="72" y="48"/>
                    </a:lnTo>
                    <a:lnTo>
                      <a:pt x="69" y="46"/>
                    </a:lnTo>
                    <a:lnTo>
                      <a:pt x="65" y="44"/>
                    </a:lnTo>
                    <a:lnTo>
                      <a:pt x="63" y="42"/>
                    </a:lnTo>
                    <a:lnTo>
                      <a:pt x="60" y="39"/>
                    </a:lnTo>
                    <a:lnTo>
                      <a:pt x="57" y="36"/>
                    </a:lnTo>
                    <a:lnTo>
                      <a:pt x="56" y="35"/>
                    </a:lnTo>
                    <a:lnTo>
                      <a:pt x="54" y="33"/>
                    </a:lnTo>
                    <a:lnTo>
                      <a:pt x="53" y="33"/>
                    </a:lnTo>
                    <a:lnTo>
                      <a:pt x="52" y="33"/>
                    </a:lnTo>
                    <a:lnTo>
                      <a:pt x="50" y="33"/>
                    </a:lnTo>
                    <a:lnTo>
                      <a:pt x="50" y="35"/>
                    </a:lnTo>
                    <a:lnTo>
                      <a:pt x="50" y="36"/>
                    </a:lnTo>
                    <a:lnTo>
                      <a:pt x="50" y="37"/>
                    </a:lnTo>
                    <a:lnTo>
                      <a:pt x="53" y="39"/>
                    </a:lnTo>
                    <a:lnTo>
                      <a:pt x="56" y="41"/>
                    </a:lnTo>
                    <a:lnTo>
                      <a:pt x="57" y="42"/>
                    </a:lnTo>
                    <a:lnTo>
                      <a:pt x="60" y="45"/>
                    </a:lnTo>
                    <a:lnTo>
                      <a:pt x="63" y="49"/>
                    </a:lnTo>
                    <a:lnTo>
                      <a:pt x="66" y="51"/>
                    </a:lnTo>
                    <a:lnTo>
                      <a:pt x="73" y="56"/>
                    </a:lnTo>
                    <a:lnTo>
                      <a:pt x="77" y="58"/>
                    </a:lnTo>
                    <a:lnTo>
                      <a:pt x="77" y="59"/>
                    </a:lnTo>
                    <a:lnTo>
                      <a:pt x="77" y="59"/>
                    </a:lnTo>
                    <a:lnTo>
                      <a:pt x="77" y="60"/>
                    </a:lnTo>
                    <a:lnTo>
                      <a:pt x="74" y="61"/>
                    </a:lnTo>
                    <a:lnTo>
                      <a:pt x="73" y="61"/>
                    </a:lnTo>
                    <a:lnTo>
                      <a:pt x="70" y="61"/>
                    </a:lnTo>
                    <a:lnTo>
                      <a:pt x="68" y="61"/>
                    </a:lnTo>
                    <a:lnTo>
                      <a:pt x="65" y="60"/>
                    </a:lnTo>
                    <a:lnTo>
                      <a:pt x="61" y="59"/>
                    </a:lnTo>
                    <a:lnTo>
                      <a:pt x="58" y="58"/>
                    </a:lnTo>
                    <a:lnTo>
                      <a:pt x="57" y="57"/>
                    </a:lnTo>
                    <a:lnTo>
                      <a:pt x="54" y="55"/>
                    </a:lnTo>
                    <a:lnTo>
                      <a:pt x="53" y="54"/>
                    </a:lnTo>
                    <a:lnTo>
                      <a:pt x="52" y="53"/>
                    </a:lnTo>
                    <a:lnTo>
                      <a:pt x="51" y="53"/>
                    </a:lnTo>
                    <a:lnTo>
                      <a:pt x="49" y="53"/>
                    </a:lnTo>
                    <a:lnTo>
                      <a:pt x="47" y="53"/>
                    </a:lnTo>
                    <a:lnTo>
                      <a:pt x="45" y="53"/>
                    </a:lnTo>
                    <a:lnTo>
                      <a:pt x="43" y="52"/>
                    </a:lnTo>
                    <a:lnTo>
                      <a:pt x="40" y="50"/>
                    </a:lnTo>
                    <a:lnTo>
                      <a:pt x="38" y="49"/>
                    </a:lnTo>
                    <a:lnTo>
                      <a:pt x="35" y="47"/>
                    </a:lnTo>
                    <a:lnTo>
                      <a:pt x="32" y="45"/>
                    </a:lnTo>
                    <a:lnTo>
                      <a:pt x="29" y="44"/>
                    </a:lnTo>
                    <a:lnTo>
                      <a:pt x="25" y="42"/>
                    </a:lnTo>
                    <a:lnTo>
                      <a:pt x="24" y="42"/>
                    </a:lnTo>
                    <a:lnTo>
                      <a:pt x="21" y="41"/>
                    </a:lnTo>
                    <a:lnTo>
                      <a:pt x="17" y="38"/>
                    </a:lnTo>
                    <a:lnTo>
                      <a:pt x="15" y="35"/>
                    </a:lnTo>
                    <a:lnTo>
                      <a:pt x="13" y="32"/>
                    </a:lnTo>
                    <a:lnTo>
                      <a:pt x="12" y="31"/>
                    </a:lnTo>
                    <a:lnTo>
                      <a:pt x="11" y="29"/>
                    </a:lnTo>
                    <a:lnTo>
                      <a:pt x="9" y="28"/>
                    </a:lnTo>
                    <a:lnTo>
                      <a:pt x="8" y="27"/>
                    </a:lnTo>
                    <a:lnTo>
                      <a:pt x="8" y="27"/>
                    </a:lnTo>
                    <a:lnTo>
                      <a:pt x="6" y="28"/>
                    </a:lnTo>
                    <a:lnTo>
                      <a:pt x="4" y="29"/>
                    </a:lnTo>
                    <a:lnTo>
                      <a:pt x="4" y="31"/>
                    </a:lnTo>
                    <a:lnTo>
                      <a:pt x="6" y="35"/>
                    </a:lnTo>
                    <a:lnTo>
                      <a:pt x="8" y="39"/>
                    </a:lnTo>
                    <a:lnTo>
                      <a:pt x="9" y="41"/>
                    </a:lnTo>
                    <a:lnTo>
                      <a:pt x="10" y="42"/>
                    </a:lnTo>
                    <a:lnTo>
                      <a:pt x="12" y="44"/>
                    </a:lnTo>
                    <a:lnTo>
                      <a:pt x="13" y="45"/>
                    </a:lnTo>
                    <a:lnTo>
                      <a:pt x="17" y="47"/>
                    </a:lnTo>
                    <a:lnTo>
                      <a:pt x="20" y="49"/>
                    </a:lnTo>
                    <a:lnTo>
                      <a:pt x="26" y="53"/>
                    </a:lnTo>
                    <a:lnTo>
                      <a:pt x="32" y="57"/>
                    </a:lnTo>
                    <a:lnTo>
                      <a:pt x="33" y="58"/>
                    </a:lnTo>
                    <a:lnTo>
                      <a:pt x="35" y="60"/>
                    </a:lnTo>
                    <a:lnTo>
                      <a:pt x="36" y="61"/>
                    </a:lnTo>
                    <a:lnTo>
                      <a:pt x="36" y="62"/>
                    </a:lnTo>
                    <a:lnTo>
                      <a:pt x="35" y="62"/>
                    </a:lnTo>
                    <a:lnTo>
                      <a:pt x="35" y="63"/>
                    </a:lnTo>
                    <a:lnTo>
                      <a:pt x="34" y="64"/>
                    </a:lnTo>
                    <a:lnTo>
                      <a:pt x="33" y="65"/>
                    </a:lnTo>
                    <a:lnTo>
                      <a:pt x="31" y="66"/>
                    </a:lnTo>
                    <a:lnTo>
                      <a:pt x="29" y="68"/>
                    </a:lnTo>
                    <a:lnTo>
                      <a:pt x="25" y="69"/>
                    </a:lnTo>
                    <a:lnTo>
                      <a:pt x="22" y="72"/>
                    </a:lnTo>
                    <a:lnTo>
                      <a:pt x="18" y="73"/>
                    </a:lnTo>
                    <a:lnTo>
                      <a:pt x="14" y="73"/>
                    </a:lnTo>
                    <a:lnTo>
                      <a:pt x="12" y="74"/>
                    </a:lnTo>
                    <a:lnTo>
                      <a:pt x="10" y="74"/>
                    </a:lnTo>
                    <a:lnTo>
                      <a:pt x="9" y="74"/>
                    </a:lnTo>
                    <a:lnTo>
                      <a:pt x="8" y="73"/>
                    </a:lnTo>
                    <a:lnTo>
                      <a:pt x="8" y="72"/>
                    </a:lnTo>
                    <a:lnTo>
                      <a:pt x="6" y="69"/>
                    </a:lnTo>
                    <a:lnTo>
                      <a:pt x="4" y="66"/>
                    </a:lnTo>
                    <a:lnTo>
                      <a:pt x="3" y="62"/>
                    </a:lnTo>
                    <a:lnTo>
                      <a:pt x="2" y="61"/>
                    </a:lnTo>
                    <a:lnTo>
                      <a:pt x="2" y="61"/>
                    </a:lnTo>
                    <a:lnTo>
                      <a:pt x="1" y="61"/>
                    </a:lnTo>
                    <a:lnTo>
                      <a:pt x="0" y="61"/>
                    </a:lnTo>
                    <a:lnTo>
                      <a:pt x="0" y="63"/>
                    </a:lnTo>
                    <a:lnTo>
                      <a:pt x="0" y="65"/>
                    </a:lnTo>
                    <a:lnTo>
                      <a:pt x="0" y="66"/>
                    </a:lnTo>
                    <a:lnTo>
                      <a:pt x="0" y="69"/>
                    </a:lnTo>
                    <a:lnTo>
                      <a:pt x="2" y="73"/>
                    </a:lnTo>
                    <a:lnTo>
                      <a:pt x="2" y="77"/>
                    </a:lnTo>
                    <a:lnTo>
                      <a:pt x="3" y="81"/>
                    </a:lnTo>
                    <a:lnTo>
                      <a:pt x="3" y="85"/>
                    </a:lnTo>
                    <a:lnTo>
                      <a:pt x="4" y="85"/>
                    </a:lnTo>
                    <a:lnTo>
                      <a:pt x="4" y="85"/>
                    </a:lnTo>
                    <a:lnTo>
                      <a:pt x="4" y="86"/>
                    </a:lnTo>
                    <a:lnTo>
                      <a:pt x="5" y="86"/>
                    </a:lnTo>
                    <a:lnTo>
                      <a:pt x="7" y="87"/>
                    </a:lnTo>
                    <a:lnTo>
                      <a:pt x="9" y="87"/>
                    </a:lnTo>
                    <a:lnTo>
                      <a:pt x="13" y="87"/>
                    </a:lnTo>
                    <a:lnTo>
                      <a:pt x="16" y="86"/>
                    </a:lnTo>
                    <a:lnTo>
                      <a:pt x="19" y="85"/>
                    </a:lnTo>
                    <a:lnTo>
                      <a:pt x="25" y="81"/>
                    </a:lnTo>
                    <a:lnTo>
                      <a:pt x="30" y="78"/>
                    </a:lnTo>
                    <a:lnTo>
                      <a:pt x="34" y="76"/>
                    </a:lnTo>
                    <a:lnTo>
                      <a:pt x="37" y="73"/>
                    </a:lnTo>
                    <a:lnTo>
                      <a:pt x="42" y="70"/>
                    </a:lnTo>
                    <a:lnTo>
                      <a:pt x="43" y="69"/>
                    </a:lnTo>
                    <a:lnTo>
                      <a:pt x="44" y="69"/>
                    </a:lnTo>
                    <a:lnTo>
                      <a:pt x="45" y="68"/>
                    </a:lnTo>
                    <a:lnTo>
                      <a:pt x="46" y="68"/>
                    </a:lnTo>
                    <a:lnTo>
                      <a:pt x="47" y="68"/>
                    </a:lnTo>
                    <a:lnTo>
                      <a:pt x="48" y="69"/>
                    </a:lnTo>
                    <a:lnTo>
                      <a:pt x="49" y="69"/>
                    </a:lnTo>
                    <a:lnTo>
                      <a:pt x="51" y="71"/>
                    </a:lnTo>
                    <a:lnTo>
                      <a:pt x="52" y="72"/>
                    </a:lnTo>
                    <a:lnTo>
                      <a:pt x="53" y="73"/>
                    </a:lnTo>
                    <a:lnTo>
                      <a:pt x="53" y="73"/>
                    </a:lnTo>
                    <a:lnTo>
                      <a:pt x="53" y="73"/>
                    </a:lnTo>
                    <a:lnTo>
                      <a:pt x="51" y="74"/>
                    </a:lnTo>
                    <a:lnTo>
                      <a:pt x="49" y="74"/>
                    </a:lnTo>
                    <a:lnTo>
                      <a:pt x="47" y="74"/>
                    </a:lnTo>
                    <a:lnTo>
                      <a:pt x="45" y="74"/>
                    </a:lnTo>
                    <a:lnTo>
                      <a:pt x="44" y="75"/>
                    </a:lnTo>
                    <a:lnTo>
                      <a:pt x="43" y="75"/>
                    </a:lnTo>
                    <a:lnTo>
                      <a:pt x="43" y="75"/>
                    </a:lnTo>
                    <a:lnTo>
                      <a:pt x="43" y="76"/>
                    </a:lnTo>
                    <a:lnTo>
                      <a:pt x="44" y="77"/>
                    </a:lnTo>
                    <a:lnTo>
                      <a:pt x="47" y="77"/>
                    </a:lnTo>
                    <a:lnTo>
                      <a:pt x="50" y="80"/>
                    </a:lnTo>
                    <a:lnTo>
                      <a:pt x="55" y="82"/>
                    </a:lnTo>
                    <a:lnTo>
                      <a:pt x="58" y="85"/>
                    </a:lnTo>
                    <a:lnTo>
                      <a:pt x="61" y="86"/>
                    </a:lnTo>
                    <a:lnTo>
                      <a:pt x="61" y="86"/>
                    </a:lnTo>
                    <a:lnTo>
                      <a:pt x="63" y="85"/>
                    </a:lnTo>
                    <a:lnTo>
                      <a:pt x="64" y="85"/>
                    </a:lnTo>
                    <a:lnTo>
                      <a:pt x="65" y="83"/>
                    </a:lnTo>
                    <a:lnTo>
                      <a:pt x="65" y="81"/>
                    </a:lnTo>
                    <a:lnTo>
                      <a:pt x="65" y="79"/>
                    </a:lnTo>
                    <a:lnTo>
                      <a:pt x="65" y="77"/>
                    </a:lnTo>
                    <a:lnTo>
                      <a:pt x="65" y="74"/>
                    </a:lnTo>
                    <a:lnTo>
                      <a:pt x="64" y="72"/>
                    </a:lnTo>
                    <a:lnTo>
                      <a:pt x="62" y="70"/>
                    </a:lnTo>
                    <a:lnTo>
                      <a:pt x="61" y="69"/>
                    </a:lnTo>
                    <a:lnTo>
                      <a:pt x="61" y="69"/>
                    </a:lnTo>
                    <a:lnTo>
                      <a:pt x="59" y="68"/>
                    </a:lnTo>
                    <a:lnTo>
                      <a:pt x="57" y="67"/>
                    </a:lnTo>
                    <a:lnTo>
                      <a:pt x="56" y="65"/>
                    </a:lnTo>
                    <a:lnTo>
                      <a:pt x="54" y="62"/>
                    </a:lnTo>
                    <a:lnTo>
                      <a:pt x="54" y="62"/>
                    </a:lnTo>
                    <a:lnTo>
                      <a:pt x="53" y="61"/>
                    </a:lnTo>
                    <a:lnTo>
                      <a:pt x="54" y="61"/>
                    </a:lnTo>
                    <a:lnTo>
                      <a:pt x="54" y="61"/>
                    </a:lnTo>
                    <a:lnTo>
                      <a:pt x="55" y="61"/>
                    </a:lnTo>
                    <a:lnTo>
                      <a:pt x="57" y="61"/>
                    </a:lnTo>
                    <a:lnTo>
                      <a:pt x="61" y="62"/>
                    </a:lnTo>
                    <a:lnTo>
                      <a:pt x="65" y="63"/>
                    </a:lnTo>
                    <a:lnTo>
                      <a:pt x="69" y="65"/>
                    </a:lnTo>
                    <a:lnTo>
                      <a:pt x="73" y="66"/>
                    </a:lnTo>
                    <a:lnTo>
                      <a:pt x="75" y="67"/>
                    </a:lnTo>
                    <a:lnTo>
                      <a:pt x="77" y="69"/>
                    </a:lnTo>
                    <a:lnTo>
                      <a:pt x="80" y="70"/>
                    </a:lnTo>
                    <a:lnTo>
                      <a:pt x="82" y="73"/>
                    </a:lnTo>
                    <a:lnTo>
                      <a:pt x="85" y="75"/>
                    </a:lnTo>
                    <a:lnTo>
                      <a:pt x="87" y="76"/>
                    </a:lnTo>
                    <a:lnTo>
                      <a:pt x="89" y="77"/>
                    </a:lnTo>
                    <a:lnTo>
                      <a:pt x="90" y="77"/>
                    </a:lnTo>
                    <a:lnTo>
                      <a:pt x="93" y="77"/>
                    </a:lnTo>
                    <a:lnTo>
                      <a:pt x="95" y="76"/>
                    </a:lnTo>
                    <a:lnTo>
                      <a:pt x="95" y="76"/>
                    </a:lnTo>
                    <a:lnTo>
                      <a:pt x="95" y="75"/>
                    </a:lnTo>
                    <a:lnTo>
                      <a:pt x="95" y="73"/>
                    </a:lnTo>
                    <a:lnTo>
                      <a:pt x="95" y="72"/>
                    </a:lnTo>
                    <a:lnTo>
                      <a:pt x="94" y="70"/>
                    </a:lnTo>
                    <a:lnTo>
                      <a:pt x="94" y="69"/>
                    </a:lnTo>
                    <a:lnTo>
                      <a:pt x="93" y="68"/>
                    </a:lnTo>
                    <a:lnTo>
                      <a:pt x="94" y="66"/>
                    </a:lnTo>
                    <a:lnTo>
                      <a:pt x="94" y="65"/>
                    </a:lnTo>
                    <a:lnTo>
                      <a:pt x="95" y="65"/>
                    </a:lnTo>
                    <a:lnTo>
                      <a:pt x="96" y="64"/>
                    </a:lnTo>
                    <a:lnTo>
                      <a:pt x="97" y="64"/>
                    </a:lnTo>
                    <a:lnTo>
                      <a:pt x="101" y="65"/>
                    </a:lnTo>
                    <a:lnTo>
                      <a:pt x="105" y="65"/>
                    </a:lnTo>
                    <a:lnTo>
                      <a:pt x="109" y="65"/>
                    </a:lnTo>
                    <a:lnTo>
                      <a:pt x="112" y="65"/>
                    </a:lnTo>
                    <a:lnTo>
                      <a:pt x="114" y="66"/>
                    </a:lnTo>
                    <a:lnTo>
                      <a:pt x="117" y="67"/>
                    </a:lnTo>
                    <a:lnTo>
                      <a:pt x="123" y="69"/>
                    </a:lnTo>
                    <a:lnTo>
                      <a:pt x="128" y="71"/>
                    </a:lnTo>
                    <a:lnTo>
                      <a:pt x="130" y="72"/>
                    </a:lnTo>
                    <a:lnTo>
                      <a:pt x="132" y="72"/>
                    </a:lnTo>
                    <a:lnTo>
                      <a:pt x="135" y="72"/>
                    </a:lnTo>
                    <a:lnTo>
                      <a:pt x="137" y="72"/>
                    </a:lnTo>
                    <a:lnTo>
                      <a:pt x="140" y="70"/>
                    </a:lnTo>
                    <a:lnTo>
                      <a:pt x="141" y="69"/>
                    </a:lnTo>
                    <a:lnTo>
                      <a:pt x="143" y="67"/>
                    </a:lnTo>
                    <a:lnTo>
                      <a:pt x="144" y="65"/>
                    </a:lnTo>
                    <a:lnTo>
                      <a:pt x="144" y="64"/>
                    </a:lnTo>
                    <a:lnTo>
                      <a:pt x="145" y="61"/>
                    </a:lnTo>
                    <a:lnTo>
                      <a:pt x="144" y="60"/>
                    </a:lnTo>
                    <a:lnTo>
                      <a:pt x="144" y="59"/>
                    </a:lnTo>
                    <a:lnTo>
                      <a:pt x="143" y="58"/>
                    </a:lnTo>
                    <a:lnTo>
                      <a:pt x="141" y="57"/>
                    </a:lnTo>
                    <a:lnTo>
                      <a:pt x="137" y="55"/>
                    </a:lnTo>
                    <a:lnTo>
                      <a:pt x="132" y="51"/>
                    </a:lnTo>
                    <a:lnTo>
                      <a:pt x="126" y="48"/>
                    </a:lnTo>
                    <a:lnTo>
                      <a:pt x="123" y="46"/>
                    </a:lnTo>
                    <a:lnTo>
                      <a:pt x="122" y="46"/>
                    </a:lnTo>
                    <a:lnTo>
                      <a:pt x="121" y="45"/>
                    </a:lnTo>
                    <a:lnTo>
                      <a:pt x="121" y="45"/>
                    </a:lnTo>
                    <a:lnTo>
                      <a:pt x="120" y="44"/>
                    </a:lnTo>
                    <a:lnTo>
                      <a:pt x="119" y="43"/>
                    </a:lnTo>
                    <a:lnTo>
                      <a:pt x="119" y="42"/>
                    </a:lnTo>
                    <a:lnTo>
                      <a:pt x="118" y="41"/>
                    </a:lnTo>
                    <a:lnTo>
                      <a:pt x="119" y="41"/>
                    </a:lnTo>
                    <a:lnTo>
                      <a:pt x="119" y="39"/>
                    </a:lnTo>
                    <a:lnTo>
                      <a:pt x="118" y="37"/>
                    </a:lnTo>
                    <a:lnTo>
                      <a:pt x="118" y="37"/>
                    </a:lnTo>
                    <a:lnTo>
                      <a:pt x="118" y="36"/>
                    </a:lnTo>
                    <a:lnTo>
                      <a:pt x="118" y="35"/>
                    </a:lnTo>
                    <a:lnTo>
                      <a:pt x="119" y="33"/>
                    </a:lnTo>
                    <a:lnTo>
                      <a:pt x="119" y="32"/>
                    </a:lnTo>
                    <a:lnTo>
                      <a:pt x="120" y="32"/>
                    </a:lnTo>
                    <a:lnTo>
                      <a:pt x="121" y="32"/>
                    </a:lnTo>
                    <a:lnTo>
                      <a:pt x="122" y="32"/>
                    </a:lnTo>
                    <a:lnTo>
                      <a:pt x="125" y="32"/>
                    </a:lnTo>
                    <a:lnTo>
                      <a:pt x="127" y="32"/>
                    </a:lnTo>
                    <a:lnTo>
                      <a:pt x="130" y="34"/>
                    </a:lnTo>
                    <a:lnTo>
                      <a:pt x="135" y="35"/>
                    </a:lnTo>
                    <a:lnTo>
                      <a:pt x="140" y="37"/>
                    </a:lnTo>
                    <a:lnTo>
                      <a:pt x="143" y="38"/>
                    </a:lnTo>
                    <a:lnTo>
                      <a:pt x="145" y="39"/>
                    </a:lnTo>
                    <a:lnTo>
                      <a:pt x="147" y="40"/>
                    </a:lnTo>
                    <a:lnTo>
                      <a:pt x="148" y="40"/>
                    </a:lnTo>
                    <a:lnTo>
                      <a:pt x="149" y="39"/>
                    </a:lnTo>
                    <a:lnTo>
                      <a:pt x="151" y="38"/>
                    </a:lnTo>
                    <a:lnTo>
                      <a:pt x="153" y="38"/>
                    </a:lnTo>
                    <a:lnTo>
                      <a:pt x="153" y="38"/>
                    </a:lnTo>
                    <a:lnTo>
                      <a:pt x="154" y="37"/>
                    </a:lnTo>
                    <a:lnTo>
                      <a:pt x="154" y="37"/>
                    </a:lnTo>
                    <a:lnTo>
                      <a:pt x="155" y="37"/>
                    </a:lnTo>
                    <a:lnTo>
                      <a:pt x="156" y="33"/>
                    </a:lnTo>
                    <a:lnTo>
                      <a:pt x="156" y="29"/>
                    </a:lnTo>
                    <a:lnTo>
                      <a:pt x="156" y="27"/>
                    </a:lnTo>
                    <a:lnTo>
                      <a:pt x="155" y="24"/>
                    </a:lnTo>
                    <a:lnTo>
                      <a:pt x="154" y="24"/>
                    </a:lnTo>
                    <a:lnTo>
                      <a:pt x="153" y="23"/>
                    </a:lnTo>
                    <a:lnTo>
                      <a:pt x="153" y="22"/>
                    </a:lnTo>
                    <a:lnTo>
                      <a:pt x="151" y="22"/>
                    </a:lnTo>
                    <a:lnTo>
                      <a:pt x="150" y="23"/>
                    </a:lnTo>
                    <a:lnTo>
                      <a:pt x="150" y="23"/>
                    </a:lnTo>
                    <a:lnTo>
                      <a:pt x="150" y="24"/>
                    </a:lnTo>
                    <a:lnTo>
                      <a:pt x="149" y="24"/>
                    </a:lnTo>
                    <a:lnTo>
                      <a:pt x="147" y="25"/>
                    </a:lnTo>
                    <a:lnTo>
                      <a:pt x="143" y="28"/>
                    </a:lnTo>
                    <a:lnTo>
                      <a:pt x="142" y="28"/>
                    </a:lnTo>
                    <a:lnTo>
                      <a:pt x="141" y="28"/>
                    </a:lnTo>
                    <a:lnTo>
                      <a:pt x="138" y="28"/>
                    </a:lnTo>
                    <a:lnTo>
                      <a:pt x="137" y="29"/>
                    </a:lnTo>
                    <a:lnTo>
                      <a:pt x="132" y="28"/>
                    </a:lnTo>
                    <a:lnTo>
                      <a:pt x="127" y="28"/>
                    </a:lnTo>
                    <a:lnTo>
                      <a:pt x="118" y="27"/>
                    </a:lnTo>
                    <a:lnTo>
                      <a:pt x="114" y="26"/>
                    </a:lnTo>
                    <a:lnTo>
                      <a:pt x="113" y="25"/>
                    </a:lnTo>
                    <a:lnTo>
                      <a:pt x="113" y="25"/>
                    </a:lnTo>
                    <a:lnTo>
                      <a:pt x="113" y="24"/>
                    </a:lnTo>
                    <a:lnTo>
                      <a:pt x="112" y="24"/>
                    </a:lnTo>
                    <a:lnTo>
                      <a:pt x="112" y="21"/>
                    </a:lnTo>
                    <a:lnTo>
                      <a:pt x="110" y="20"/>
                    </a:lnTo>
                    <a:lnTo>
                      <a:pt x="109" y="18"/>
                    </a:lnTo>
                    <a:lnTo>
                      <a:pt x="108" y="16"/>
                    </a:lnTo>
                    <a:lnTo>
                      <a:pt x="106" y="15"/>
                    </a:lnTo>
                    <a:lnTo>
                      <a:pt x="105" y="14"/>
                    </a:lnTo>
                    <a:lnTo>
                      <a:pt x="105" y="14"/>
                    </a:lnTo>
                    <a:lnTo>
                      <a:pt x="105" y="12"/>
                    </a:lnTo>
                    <a:lnTo>
                      <a:pt x="105" y="12"/>
                    </a:lnTo>
                    <a:lnTo>
                      <a:pt x="105" y="11"/>
                    </a:lnTo>
                    <a:lnTo>
                      <a:pt x="105" y="8"/>
                    </a:lnTo>
                    <a:lnTo>
                      <a:pt x="105" y="8"/>
                    </a:lnTo>
                    <a:lnTo>
                      <a:pt x="105" y="8"/>
                    </a:lnTo>
                    <a:lnTo>
                      <a:pt x="106" y="6"/>
                    </a:lnTo>
                    <a:lnTo>
                      <a:pt x="106" y="5"/>
                    </a:lnTo>
                    <a:lnTo>
                      <a:pt x="106" y="4"/>
                    </a:lnTo>
                    <a:lnTo>
                      <a:pt x="106" y="3"/>
                    </a:lnTo>
                    <a:lnTo>
                      <a:pt x="105" y="2"/>
                    </a:lnTo>
                    <a:lnTo>
                      <a:pt x="105" y="1"/>
                    </a:lnTo>
                    <a:lnTo>
                      <a:pt x="105" y="0"/>
                    </a:lnTo>
                    <a:lnTo>
                      <a:pt x="104" y="0"/>
                    </a:lnTo>
                    <a:lnTo>
                      <a:pt x="102" y="0"/>
                    </a:lnTo>
                    <a:lnTo>
                      <a:pt x="102" y="1"/>
                    </a:lnTo>
                    <a:lnTo>
                      <a:pt x="101" y="2"/>
                    </a:lnTo>
                    <a:lnTo>
                      <a:pt x="101" y="3"/>
                    </a:lnTo>
                    <a:lnTo>
                      <a:pt x="100" y="4"/>
                    </a:lnTo>
                    <a:lnTo>
                      <a:pt x="97" y="8"/>
                    </a:lnTo>
                    <a:lnTo>
                      <a:pt x="93" y="13"/>
                    </a:lnTo>
                    <a:lnTo>
                      <a:pt x="89" y="18"/>
                    </a:lnTo>
                    <a:lnTo>
                      <a:pt x="86" y="22"/>
                    </a:lnTo>
                    <a:lnTo>
                      <a:pt x="84" y="24"/>
                    </a:lnTo>
                    <a:lnTo>
                      <a:pt x="83" y="24"/>
                    </a:lnTo>
                    <a:lnTo>
                      <a:pt x="81" y="25"/>
                    </a:lnTo>
                    <a:lnTo>
                      <a:pt x="80" y="25"/>
                    </a:lnTo>
                    <a:lnTo>
                      <a:pt x="79" y="25"/>
                    </a:lnTo>
                    <a:lnTo>
                      <a:pt x="78" y="25"/>
                    </a:lnTo>
                    <a:lnTo>
                      <a:pt x="78" y="24"/>
                    </a:lnTo>
                    <a:lnTo>
                      <a:pt x="78" y="24"/>
                    </a:lnTo>
                    <a:lnTo>
                      <a:pt x="80" y="19"/>
                    </a:lnTo>
                    <a:lnTo>
                      <a:pt x="81" y="14"/>
                    </a:lnTo>
                    <a:lnTo>
                      <a:pt x="82" y="13"/>
                    </a:lnTo>
                    <a:lnTo>
                      <a:pt x="82" y="11"/>
                    </a:lnTo>
                    <a:lnTo>
                      <a:pt x="81" y="9"/>
                    </a:lnTo>
                    <a:lnTo>
                      <a:pt x="80" y="7"/>
                    </a:lnTo>
                    <a:lnTo>
                      <a:pt x="80" y="7"/>
                    </a:lnTo>
                    <a:lnTo>
                      <a:pt x="79" y="6"/>
                    </a:lnTo>
                    <a:lnTo>
                      <a:pt x="78" y="7"/>
                    </a:lnTo>
                    <a:lnTo>
                      <a:pt x="78" y="7"/>
                    </a:lnTo>
                    <a:lnTo>
                      <a:pt x="77" y="9"/>
                    </a:lnTo>
                    <a:lnTo>
                      <a:pt x="76" y="12"/>
                    </a:lnTo>
                    <a:lnTo>
                      <a:pt x="74" y="16"/>
                    </a:lnTo>
                    <a:lnTo>
                      <a:pt x="73" y="18"/>
                    </a:lnTo>
                    <a:lnTo>
                      <a:pt x="71" y="20"/>
                    </a:lnTo>
                    <a:lnTo>
                      <a:pt x="69" y="21"/>
                    </a:lnTo>
                    <a:lnTo>
                      <a:pt x="68" y="22"/>
                    </a:lnTo>
                    <a:lnTo>
                      <a:pt x="67" y="23"/>
                    </a:lnTo>
                    <a:lnTo>
                      <a:pt x="65" y="24"/>
                    </a:lnTo>
                    <a:lnTo>
                      <a:pt x="65" y="25"/>
                    </a:lnTo>
                    <a:lnTo>
                      <a:pt x="64" y="26"/>
                    </a:lnTo>
                    <a:lnTo>
                      <a:pt x="64" y="27"/>
                    </a:lnTo>
                    <a:lnTo>
                      <a:pt x="64" y="27"/>
                    </a:lnTo>
                    <a:lnTo>
                      <a:pt x="64" y="28"/>
                    </a:lnTo>
                    <a:lnTo>
                      <a:pt x="65" y="28"/>
                    </a:lnTo>
                    <a:lnTo>
                      <a:pt x="67" y="28"/>
                    </a:lnTo>
                    <a:lnTo>
                      <a:pt x="71" y="29"/>
                    </a:lnTo>
                    <a:lnTo>
                      <a:pt x="76" y="30"/>
                    </a:lnTo>
                    <a:lnTo>
                      <a:pt x="81" y="31"/>
                    </a:lnTo>
                    <a:lnTo>
                      <a:pt x="85" y="3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0" name="ís1iďé"/>
              <p:cNvSpPr/>
              <p:nvPr userDrawn="1"/>
            </p:nvSpPr>
            <p:spPr bwMode="auto">
              <a:xfrm>
                <a:off x="2492376" y="3494088"/>
                <a:ext cx="1190625" cy="766763"/>
              </a:xfrm>
              <a:custGeom>
                <a:avLst/>
                <a:gdLst>
                  <a:gd name="T0" fmla="*/ 238 w 750"/>
                  <a:gd name="T1" fmla="*/ 410 h 483"/>
                  <a:gd name="T2" fmla="*/ 260 w 750"/>
                  <a:gd name="T3" fmla="*/ 439 h 483"/>
                  <a:gd name="T4" fmla="*/ 256 w 750"/>
                  <a:gd name="T5" fmla="*/ 482 h 483"/>
                  <a:gd name="T6" fmla="*/ 230 w 750"/>
                  <a:gd name="T7" fmla="*/ 454 h 483"/>
                  <a:gd name="T8" fmla="*/ 255 w 750"/>
                  <a:gd name="T9" fmla="*/ 473 h 483"/>
                  <a:gd name="T10" fmla="*/ 249 w 750"/>
                  <a:gd name="T11" fmla="*/ 443 h 483"/>
                  <a:gd name="T12" fmla="*/ 234 w 750"/>
                  <a:gd name="T13" fmla="*/ 401 h 483"/>
                  <a:gd name="T14" fmla="*/ 260 w 750"/>
                  <a:gd name="T15" fmla="*/ 397 h 483"/>
                  <a:gd name="T16" fmla="*/ 28 w 750"/>
                  <a:gd name="T17" fmla="*/ 433 h 483"/>
                  <a:gd name="T18" fmla="*/ 13 w 750"/>
                  <a:gd name="T19" fmla="*/ 428 h 483"/>
                  <a:gd name="T20" fmla="*/ 0 w 750"/>
                  <a:gd name="T21" fmla="*/ 419 h 483"/>
                  <a:gd name="T22" fmla="*/ 37 w 750"/>
                  <a:gd name="T23" fmla="*/ 447 h 483"/>
                  <a:gd name="T24" fmla="*/ 123 w 750"/>
                  <a:gd name="T25" fmla="*/ 381 h 483"/>
                  <a:gd name="T26" fmla="*/ 160 w 750"/>
                  <a:gd name="T27" fmla="*/ 436 h 483"/>
                  <a:gd name="T28" fmla="*/ 224 w 750"/>
                  <a:gd name="T29" fmla="*/ 423 h 483"/>
                  <a:gd name="T30" fmla="*/ 193 w 750"/>
                  <a:gd name="T31" fmla="*/ 391 h 483"/>
                  <a:gd name="T32" fmla="*/ 216 w 750"/>
                  <a:gd name="T33" fmla="*/ 409 h 483"/>
                  <a:gd name="T34" fmla="*/ 278 w 750"/>
                  <a:gd name="T35" fmla="*/ 482 h 483"/>
                  <a:gd name="T36" fmla="*/ 351 w 750"/>
                  <a:gd name="T37" fmla="*/ 426 h 483"/>
                  <a:gd name="T38" fmla="*/ 437 w 750"/>
                  <a:gd name="T39" fmla="*/ 430 h 483"/>
                  <a:gd name="T40" fmla="*/ 411 w 750"/>
                  <a:gd name="T41" fmla="*/ 359 h 483"/>
                  <a:gd name="T42" fmla="*/ 388 w 750"/>
                  <a:gd name="T43" fmla="*/ 381 h 483"/>
                  <a:gd name="T44" fmla="*/ 423 w 750"/>
                  <a:gd name="T45" fmla="*/ 447 h 483"/>
                  <a:gd name="T46" fmla="*/ 405 w 750"/>
                  <a:gd name="T47" fmla="*/ 417 h 483"/>
                  <a:gd name="T48" fmla="*/ 401 w 750"/>
                  <a:gd name="T49" fmla="*/ 366 h 483"/>
                  <a:gd name="T50" fmla="*/ 427 w 750"/>
                  <a:gd name="T51" fmla="*/ 408 h 483"/>
                  <a:gd name="T52" fmla="*/ 448 w 750"/>
                  <a:gd name="T53" fmla="*/ 334 h 483"/>
                  <a:gd name="T54" fmla="*/ 498 w 750"/>
                  <a:gd name="T55" fmla="*/ 301 h 483"/>
                  <a:gd name="T56" fmla="*/ 551 w 750"/>
                  <a:gd name="T57" fmla="*/ 375 h 483"/>
                  <a:gd name="T58" fmla="*/ 583 w 750"/>
                  <a:gd name="T59" fmla="*/ 330 h 483"/>
                  <a:gd name="T60" fmla="*/ 544 w 750"/>
                  <a:gd name="T61" fmla="*/ 279 h 483"/>
                  <a:gd name="T62" fmla="*/ 565 w 750"/>
                  <a:gd name="T63" fmla="*/ 265 h 483"/>
                  <a:gd name="T64" fmla="*/ 537 w 750"/>
                  <a:gd name="T65" fmla="*/ 269 h 483"/>
                  <a:gd name="T66" fmla="*/ 572 w 750"/>
                  <a:gd name="T67" fmla="*/ 333 h 483"/>
                  <a:gd name="T68" fmla="*/ 602 w 750"/>
                  <a:gd name="T69" fmla="*/ 327 h 483"/>
                  <a:gd name="T70" fmla="*/ 589 w 750"/>
                  <a:gd name="T71" fmla="*/ 271 h 483"/>
                  <a:gd name="T72" fmla="*/ 650 w 750"/>
                  <a:gd name="T73" fmla="*/ 233 h 483"/>
                  <a:gd name="T74" fmla="*/ 668 w 750"/>
                  <a:gd name="T75" fmla="*/ 220 h 483"/>
                  <a:gd name="T76" fmla="*/ 613 w 750"/>
                  <a:gd name="T77" fmla="*/ 169 h 483"/>
                  <a:gd name="T78" fmla="*/ 644 w 750"/>
                  <a:gd name="T79" fmla="*/ 157 h 483"/>
                  <a:gd name="T80" fmla="*/ 690 w 750"/>
                  <a:gd name="T81" fmla="*/ 213 h 483"/>
                  <a:gd name="T82" fmla="*/ 658 w 750"/>
                  <a:gd name="T83" fmla="*/ 175 h 483"/>
                  <a:gd name="T84" fmla="*/ 620 w 750"/>
                  <a:gd name="T85" fmla="*/ 169 h 483"/>
                  <a:gd name="T86" fmla="*/ 664 w 750"/>
                  <a:gd name="T87" fmla="*/ 208 h 483"/>
                  <a:gd name="T88" fmla="*/ 710 w 750"/>
                  <a:gd name="T89" fmla="*/ 149 h 483"/>
                  <a:gd name="T90" fmla="*/ 697 w 750"/>
                  <a:gd name="T91" fmla="*/ 143 h 483"/>
                  <a:gd name="T92" fmla="*/ 641 w 750"/>
                  <a:gd name="T93" fmla="*/ 104 h 483"/>
                  <a:gd name="T94" fmla="*/ 692 w 750"/>
                  <a:gd name="T95" fmla="*/ 96 h 483"/>
                  <a:gd name="T96" fmla="*/ 709 w 750"/>
                  <a:gd name="T97" fmla="*/ 135 h 483"/>
                  <a:gd name="T98" fmla="*/ 650 w 750"/>
                  <a:gd name="T99" fmla="*/ 108 h 483"/>
                  <a:gd name="T100" fmla="*/ 667 w 750"/>
                  <a:gd name="T101" fmla="*/ 97 h 483"/>
                  <a:gd name="T102" fmla="*/ 718 w 750"/>
                  <a:gd name="T103" fmla="*/ 126 h 483"/>
                  <a:gd name="T104" fmla="*/ 706 w 750"/>
                  <a:gd name="T105" fmla="*/ 61 h 483"/>
                  <a:gd name="T106" fmla="*/ 732 w 750"/>
                  <a:gd name="T107" fmla="*/ 81 h 483"/>
                  <a:gd name="T108" fmla="*/ 669 w 750"/>
                  <a:gd name="T109" fmla="*/ 73 h 483"/>
                  <a:gd name="T110" fmla="*/ 673 w 750"/>
                  <a:gd name="T111" fmla="*/ 53 h 483"/>
                  <a:gd name="T112" fmla="*/ 654 w 750"/>
                  <a:gd name="T113" fmla="*/ 62 h 483"/>
                  <a:gd name="T114" fmla="*/ 698 w 750"/>
                  <a:gd name="T115" fmla="*/ 91 h 483"/>
                  <a:gd name="T116" fmla="*/ 741 w 750"/>
                  <a:gd name="T117" fmla="*/ 77 h 483"/>
                  <a:gd name="T118" fmla="*/ 662 w 750"/>
                  <a:gd name="T119" fmla="*/ 9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50" h="483">
                    <a:moveTo>
                      <a:pt x="265" y="417"/>
                    </a:moveTo>
                    <a:lnTo>
                      <a:pt x="258" y="417"/>
                    </a:lnTo>
                    <a:lnTo>
                      <a:pt x="258" y="414"/>
                    </a:lnTo>
                    <a:lnTo>
                      <a:pt x="257" y="411"/>
                    </a:lnTo>
                    <a:lnTo>
                      <a:pt x="257" y="408"/>
                    </a:lnTo>
                    <a:lnTo>
                      <a:pt x="256" y="405"/>
                    </a:lnTo>
                    <a:lnTo>
                      <a:pt x="255" y="404"/>
                    </a:lnTo>
                    <a:lnTo>
                      <a:pt x="253" y="403"/>
                    </a:lnTo>
                    <a:lnTo>
                      <a:pt x="251" y="401"/>
                    </a:lnTo>
                    <a:lnTo>
                      <a:pt x="249" y="401"/>
                    </a:lnTo>
                    <a:lnTo>
                      <a:pt x="246" y="401"/>
                    </a:lnTo>
                    <a:lnTo>
                      <a:pt x="244" y="402"/>
                    </a:lnTo>
                    <a:lnTo>
                      <a:pt x="241" y="404"/>
                    </a:lnTo>
                    <a:lnTo>
                      <a:pt x="241" y="405"/>
                    </a:lnTo>
                    <a:lnTo>
                      <a:pt x="239" y="408"/>
                    </a:lnTo>
                    <a:lnTo>
                      <a:pt x="238" y="410"/>
                    </a:lnTo>
                    <a:lnTo>
                      <a:pt x="238" y="414"/>
                    </a:lnTo>
                    <a:lnTo>
                      <a:pt x="238" y="417"/>
                    </a:lnTo>
                    <a:lnTo>
                      <a:pt x="238" y="420"/>
                    </a:lnTo>
                    <a:lnTo>
                      <a:pt x="238" y="421"/>
                    </a:lnTo>
                    <a:lnTo>
                      <a:pt x="238" y="423"/>
                    </a:lnTo>
                    <a:lnTo>
                      <a:pt x="239" y="425"/>
                    </a:lnTo>
                    <a:lnTo>
                      <a:pt x="240" y="426"/>
                    </a:lnTo>
                    <a:lnTo>
                      <a:pt x="241" y="428"/>
                    </a:lnTo>
                    <a:lnTo>
                      <a:pt x="242" y="429"/>
                    </a:lnTo>
                    <a:lnTo>
                      <a:pt x="244" y="430"/>
                    </a:lnTo>
                    <a:lnTo>
                      <a:pt x="245" y="431"/>
                    </a:lnTo>
                    <a:lnTo>
                      <a:pt x="249" y="433"/>
                    </a:lnTo>
                    <a:lnTo>
                      <a:pt x="251" y="434"/>
                    </a:lnTo>
                    <a:lnTo>
                      <a:pt x="253" y="434"/>
                    </a:lnTo>
                    <a:lnTo>
                      <a:pt x="257" y="437"/>
                    </a:lnTo>
                    <a:lnTo>
                      <a:pt x="260" y="439"/>
                    </a:lnTo>
                    <a:lnTo>
                      <a:pt x="262" y="442"/>
                    </a:lnTo>
                    <a:lnTo>
                      <a:pt x="264" y="444"/>
                    </a:lnTo>
                    <a:lnTo>
                      <a:pt x="265" y="447"/>
                    </a:lnTo>
                    <a:lnTo>
                      <a:pt x="266" y="450"/>
                    </a:lnTo>
                    <a:lnTo>
                      <a:pt x="267" y="454"/>
                    </a:lnTo>
                    <a:lnTo>
                      <a:pt x="267" y="458"/>
                    </a:lnTo>
                    <a:lnTo>
                      <a:pt x="266" y="463"/>
                    </a:lnTo>
                    <a:lnTo>
                      <a:pt x="265" y="469"/>
                    </a:lnTo>
                    <a:lnTo>
                      <a:pt x="265" y="471"/>
                    </a:lnTo>
                    <a:lnTo>
                      <a:pt x="264" y="473"/>
                    </a:lnTo>
                    <a:lnTo>
                      <a:pt x="263" y="475"/>
                    </a:lnTo>
                    <a:lnTo>
                      <a:pt x="261" y="477"/>
                    </a:lnTo>
                    <a:lnTo>
                      <a:pt x="261" y="478"/>
                    </a:lnTo>
                    <a:lnTo>
                      <a:pt x="259" y="479"/>
                    </a:lnTo>
                    <a:lnTo>
                      <a:pt x="257" y="481"/>
                    </a:lnTo>
                    <a:lnTo>
                      <a:pt x="256" y="482"/>
                    </a:lnTo>
                    <a:lnTo>
                      <a:pt x="254" y="482"/>
                    </a:lnTo>
                    <a:lnTo>
                      <a:pt x="253" y="483"/>
                    </a:lnTo>
                    <a:lnTo>
                      <a:pt x="250" y="483"/>
                    </a:lnTo>
                    <a:lnTo>
                      <a:pt x="248" y="483"/>
                    </a:lnTo>
                    <a:lnTo>
                      <a:pt x="245" y="483"/>
                    </a:lnTo>
                    <a:lnTo>
                      <a:pt x="242" y="482"/>
                    </a:lnTo>
                    <a:lnTo>
                      <a:pt x="240" y="482"/>
                    </a:lnTo>
                    <a:lnTo>
                      <a:pt x="237" y="481"/>
                    </a:lnTo>
                    <a:lnTo>
                      <a:pt x="236" y="478"/>
                    </a:lnTo>
                    <a:lnTo>
                      <a:pt x="234" y="476"/>
                    </a:lnTo>
                    <a:lnTo>
                      <a:pt x="232" y="474"/>
                    </a:lnTo>
                    <a:lnTo>
                      <a:pt x="231" y="470"/>
                    </a:lnTo>
                    <a:lnTo>
                      <a:pt x="231" y="468"/>
                    </a:lnTo>
                    <a:lnTo>
                      <a:pt x="230" y="464"/>
                    </a:lnTo>
                    <a:lnTo>
                      <a:pt x="230" y="459"/>
                    </a:lnTo>
                    <a:lnTo>
                      <a:pt x="230" y="454"/>
                    </a:lnTo>
                    <a:lnTo>
                      <a:pt x="236" y="454"/>
                    </a:lnTo>
                    <a:lnTo>
                      <a:pt x="236" y="459"/>
                    </a:lnTo>
                    <a:lnTo>
                      <a:pt x="236" y="464"/>
                    </a:lnTo>
                    <a:lnTo>
                      <a:pt x="237" y="467"/>
                    </a:lnTo>
                    <a:lnTo>
                      <a:pt x="239" y="470"/>
                    </a:lnTo>
                    <a:lnTo>
                      <a:pt x="240" y="471"/>
                    </a:lnTo>
                    <a:lnTo>
                      <a:pt x="241" y="473"/>
                    </a:lnTo>
                    <a:lnTo>
                      <a:pt x="241" y="474"/>
                    </a:lnTo>
                    <a:lnTo>
                      <a:pt x="243" y="474"/>
                    </a:lnTo>
                    <a:lnTo>
                      <a:pt x="244" y="474"/>
                    </a:lnTo>
                    <a:lnTo>
                      <a:pt x="245" y="475"/>
                    </a:lnTo>
                    <a:lnTo>
                      <a:pt x="247" y="475"/>
                    </a:lnTo>
                    <a:lnTo>
                      <a:pt x="249" y="475"/>
                    </a:lnTo>
                    <a:lnTo>
                      <a:pt x="251" y="475"/>
                    </a:lnTo>
                    <a:lnTo>
                      <a:pt x="253" y="474"/>
                    </a:lnTo>
                    <a:lnTo>
                      <a:pt x="255" y="473"/>
                    </a:lnTo>
                    <a:lnTo>
                      <a:pt x="257" y="471"/>
                    </a:lnTo>
                    <a:lnTo>
                      <a:pt x="258" y="469"/>
                    </a:lnTo>
                    <a:lnTo>
                      <a:pt x="259" y="466"/>
                    </a:lnTo>
                    <a:lnTo>
                      <a:pt x="260" y="463"/>
                    </a:lnTo>
                    <a:lnTo>
                      <a:pt x="260" y="460"/>
                    </a:lnTo>
                    <a:lnTo>
                      <a:pt x="260" y="457"/>
                    </a:lnTo>
                    <a:lnTo>
                      <a:pt x="259" y="454"/>
                    </a:lnTo>
                    <a:lnTo>
                      <a:pt x="258" y="453"/>
                    </a:lnTo>
                    <a:lnTo>
                      <a:pt x="257" y="450"/>
                    </a:lnTo>
                    <a:lnTo>
                      <a:pt x="257" y="449"/>
                    </a:lnTo>
                    <a:lnTo>
                      <a:pt x="255" y="447"/>
                    </a:lnTo>
                    <a:lnTo>
                      <a:pt x="253" y="446"/>
                    </a:lnTo>
                    <a:lnTo>
                      <a:pt x="251" y="445"/>
                    </a:lnTo>
                    <a:lnTo>
                      <a:pt x="251" y="445"/>
                    </a:lnTo>
                    <a:lnTo>
                      <a:pt x="250" y="444"/>
                    </a:lnTo>
                    <a:lnTo>
                      <a:pt x="249" y="443"/>
                    </a:lnTo>
                    <a:lnTo>
                      <a:pt x="246" y="442"/>
                    </a:lnTo>
                    <a:lnTo>
                      <a:pt x="241" y="439"/>
                    </a:lnTo>
                    <a:lnTo>
                      <a:pt x="238" y="437"/>
                    </a:lnTo>
                    <a:lnTo>
                      <a:pt x="236" y="436"/>
                    </a:lnTo>
                    <a:lnTo>
                      <a:pt x="234" y="434"/>
                    </a:lnTo>
                    <a:lnTo>
                      <a:pt x="233" y="432"/>
                    </a:lnTo>
                    <a:lnTo>
                      <a:pt x="232" y="430"/>
                    </a:lnTo>
                    <a:lnTo>
                      <a:pt x="232" y="427"/>
                    </a:lnTo>
                    <a:lnTo>
                      <a:pt x="231" y="424"/>
                    </a:lnTo>
                    <a:lnTo>
                      <a:pt x="231" y="421"/>
                    </a:lnTo>
                    <a:lnTo>
                      <a:pt x="231" y="417"/>
                    </a:lnTo>
                    <a:lnTo>
                      <a:pt x="231" y="412"/>
                    </a:lnTo>
                    <a:lnTo>
                      <a:pt x="232" y="407"/>
                    </a:lnTo>
                    <a:lnTo>
                      <a:pt x="232" y="405"/>
                    </a:lnTo>
                    <a:lnTo>
                      <a:pt x="233" y="403"/>
                    </a:lnTo>
                    <a:lnTo>
                      <a:pt x="234" y="401"/>
                    </a:lnTo>
                    <a:lnTo>
                      <a:pt x="235" y="399"/>
                    </a:lnTo>
                    <a:lnTo>
                      <a:pt x="236" y="397"/>
                    </a:lnTo>
                    <a:lnTo>
                      <a:pt x="237" y="397"/>
                    </a:lnTo>
                    <a:lnTo>
                      <a:pt x="239" y="395"/>
                    </a:lnTo>
                    <a:lnTo>
                      <a:pt x="241" y="394"/>
                    </a:lnTo>
                    <a:lnTo>
                      <a:pt x="242" y="393"/>
                    </a:lnTo>
                    <a:lnTo>
                      <a:pt x="244" y="393"/>
                    </a:lnTo>
                    <a:lnTo>
                      <a:pt x="245" y="393"/>
                    </a:lnTo>
                    <a:lnTo>
                      <a:pt x="248" y="393"/>
                    </a:lnTo>
                    <a:lnTo>
                      <a:pt x="249" y="393"/>
                    </a:lnTo>
                    <a:lnTo>
                      <a:pt x="252" y="393"/>
                    </a:lnTo>
                    <a:lnTo>
                      <a:pt x="253" y="393"/>
                    </a:lnTo>
                    <a:lnTo>
                      <a:pt x="256" y="394"/>
                    </a:lnTo>
                    <a:lnTo>
                      <a:pt x="257" y="395"/>
                    </a:lnTo>
                    <a:lnTo>
                      <a:pt x="258" y="396"/>
                    </a:lnTo>
                    <a:lnTo>
                      <a:pt x="260" y="397"/>
                    </a:lnTo>
                    <a:lnTo>
                      <a:pt x="261" y="399"/>
                    </a:lnTo>
                    <a:lnTo>
                      <a:pt x="262" y="401"/>
                    </a:lnTo>
                    <a:lnTo>
                      <a:pt x="263" y="403"/>
                    </a:lnTo>
                    <a:lnTo>
                      <a:pt x="264" y="405"/>
                    </a:lnTo>
                    <a:lnTo>
                      <a:pt x="264" y="407"/>
                    </a:lnTo>
                    <a:lnTo>
                      <a:pt x="265" y="412"/>
                    </a:lnTo>
                    <a:lnTo>
                      <a:pt x="265" y="417"/>
                    </a:lnTo>
                    <a:lnTo>
                      <a:pt x="265" y="417"/>
                    </a:lnTo>
                    <a:close/>
                    <a:moveTo>
                      <a:pt x="16" y="438"/>
                    </a:moveTo>
                    <a:lnTo>
                      <a:pt x="18" y="438"/>
                    </a:lnTo>
                    <a:lnTo>
                      <a:pt x="20" y="438"/>
                    </a:lnTo>
                    <a:lnTo>
                      <a:pt x="21" y="437"/>
                    </a:lnTo>
                    <a:lnTo>
                      <a:pt x="23" y="436"/>
                    </a:lnTo>
                    <a:lnTo>
                      <a:pt x="24" y="435"/>
                    </a:lnTo>
                    <a:lnTo>
                      <a:pt x="27" y="434"/>
                    </a:lnTo>
                    <a:lnTo>
                      <a:pt x="28" y="433"/>
                    </a:lnTo>
                    <a:lnTo>
                      <a:pt x="29" y="431"/>
                    </a:lnTo>
                    <a:lnTo>
                      <a:pt x="30" y="430"/>
                    </a:lnTo>
                    <a:lnTo>
                      <a:pt x="32" y="428"/>
                    </a:lnTo>
                    <a:lnTo>
                      <a:pt x="32" y="425"/>
                    </a:lnTo>
                    <a:lnTo>
                      <a:pt x="34" y="423"/>
                    </a:lnTo>
                    <a:lnTo>
                      <a:pt x="58" y="358"/>
                    </a:lnTo>
                    <a:lnTo>
                      <a:pt x="51" y="355"/>
                    </a:lnTo>
                    <a:lnTo>
                      <a:pt x="27" y="420"/>
                    </a:lnTo>
                    <a:lnTo>
                      <a:pt x="25" y="423"/>
                    </a:lnTo>
                    <a:lnTo>
                      <a:pt x="24" y="425"/>
                    </a:lnTo>
                    <a:lnTo>
                      <a:pt x="23" y="426"/>
                    </a:lnTo>
                    <a:lnTo>
                      <a:pt x="20" y="428"/>
                    </a:lnTo>
                    <a:lnTo>
                      <a:pt x="19" y="429"/>
                    </a:lnTo>
                    <a:lnTo>
                      <a:pt x="17" y="429"/>
                    </a:lnTo>
                    <a:lnTo>
                      <a:pt x="15" y="429"/>
                    </a:lnTo>
                    <a:lnTo>
                      <a:pt x="13" y="428"/>
                    </a:lnTo>
                    <a:lnTo>
                      <a:pt x="12" y="427"/>
                    </a:lnTo>
                    <a:lnTo>
                      <a:pt x="10" y="425"/>
                    </a:lnTo>
                    <a:lnTo>
                      <a:pt x="9" y="424"/>
                    </a:lnTo>
                    <a:lnTo>
                      <a:pt x="8" y="421"/>
                    </a:lnTo>
                    <a:lnTo>
                      <a:pt x="8" y="419"/>
                    </a:lnTo>
                    <a:lnTo>
                      <a:pt x="8" y="417"/>
                    </a:lnTo>
                    <a:lnTo>
                      <a:pt x="8" y="414"/>
                    </a:lnTo>
                    <a:lnTo>
                      <a:pt x="8" y="411"/>
                    </a:lnTo>
                    <a:lnTo>
                      <a:pt x="33" y="346"/>
                    </a:lnTo>
                    <a:lnTo>
                      <a:pt x="26" y="342"/>
                    </a:lnTo>
                    <a:lnTo>
                      <a:pt x="2" y="407"/>
                    </a:lnTo>
                    <a:lnTo>
                      <a:pt x="1" y="410"/>
                    </a:lnTo>
                    <a:lnTo>
                      <a:pt x="0" y="412"/>
                    </a:lnTo>
                    <a:lnTo>
                      <a:pt x="0" y="414"/>
                    </a:lnTo>
                    <a:lnTo>
                      <a:pt x="0" y="417"/>
                    </a:lnTo>
                    <a:lnTo>
                      <a:pt x="0" y="419"/>
                    </a:lnTo>
                    <a:lnTo>
                      <a:pt x="0" y="421"/>
                    </a:lnTo>
                    <a:lnTo>
                      <a:pt x="0" y="423"/>
                    </a:lnTo>
                    <a:lnTo>
                      <a:pt x="1" y="425"/>
                    </a:lnTo>
                    <a:lnTo>
                      <a:pt x="3" y="428"/>
                    </a:lnTo>
                    <a:lnTo>
                      <a:pt x="4" y="430"/>
                    </a:lnTo>
                    <a:lnTo>
                      <a:pt x="5" y="432"/>
                    </a:lnTo>
                    <a:lnTo>
                      <a:pt x="7" y="434"/>
                    </a:lnTo>
                    <a:lnTo>
                      <a:pt x="8" y="435"/>
                    </a:lnTo>
                    <a:lnTo>
                      <a:pt x="11" y="436"/>
                    </a:lnTo>
                    <a:lnTo>
                      <a:pt x="14" y="438"/>
                    </a:lnTo>
                    <a:lnTo>
                      <a:pt x="16" y="438"/>
                    </a:lnTo>
                    <a:lnTo>
                      <a:pt x="16" y="438"/>
                    </a:lnTo>
                    <a:close/>
                    <a:moveTo>
                      <a:pt x="68" y="458"/>
                    </a:moveTo>
                    <a:lnTo>
                      <a:pt x="68" y="373"/>
                    </a:lnTo>
                    <a:lnTo>
                      <a:pt x="44" y="450"/>
                    </a:lnTo>
                    <a:lnTo>
                      <a:pt x="37" y="447"/>
                    </a:lnTo>
                    <a:lnTo>
                      <a:pt x="64" y="361"/>
                    </a:lnTo>
                    <a:lnTo>
                      <a:pt x="75" y="365"/>
                    </a:lnTo>
                    <a:lnTo>
                      <a:pt x="74" y="435"/>
                    </a:lnTo>
                    <a:lnTo>
                      <a:pt x="91" y="370"/>
                    </a:lnTo>
                    <a:lnTo>
                      <a:pt x="98" y="373"/>
                    </a:lnTo>
                    <a:lnTo>
                      <a:pt x="75" y="460"/>
                    </a:lnTo>
                    <a:lnTo>
                      <a:pt x="68" y="458"/>
                    </a:lnTo>
                    <a:lnTo>
                      <a:pt x="68" y="458"/>
                    </a:lnTo>
                    <a:close/>
                    <a:moveTo>
                      <a:pt x="92" y="466"/>
                    </a:moveTo>
                    <a:lnTo>
                      <a:pt x="111" y="377"/>
                    </a:lnTo>
                    <a:lnTo>
                      <a:pt x="104" y="375"/>
                    </a:lnTo>
                    <a:lnTo>
                      <a:pt x="84" y="463"/>
                    </a:lnTo>
                    <a:lnTo>
                      <a:pt x="92" y="466"/>
                    </a:lnTo>
                    <a:lnTo>
                      <a:pt x="92" y="466"/>
                    </a:lnTo>
                    <a:close/>
                    <a:moveTo>
                      <a:pt x="124" y="454"/>
                    </a:moveTo>
                    <a:lnTo>
                      <a:pt x="123" y="381"/>
                    </a:lnTo>
                    <a:lnTo>
                      <a:pt x="116" y="378"/>
                    </a:lnTo>
                    <a:lnTo>
                      <a:pt x="117" y="471"/>
                    </a:lnTo>
                    <a:lnTo>
                      <a:pt x="124" y="474"/>
                    </a:lnTo>
                    <a:lnTo>
                      <a:pt x="152" y="386"/>
                    </a:lnTo>
                    <a:lnTo>
                      <a:pt x="144" y="385"/>
                    </a:lnTo>
                    <a:lnTo>
                      <a:pt x="124" y="454"/>
                    </a:lnTo>
                    <a:lnTo>
                      <a:pt x="124" y="454"/>
                    </a:lnTo>
                    <a:close/>
                    <a:moveTo>
                      <a:pt x="146" y="477"/>
                    </a:moveTo>
                    <a:lnTo>
                      <a:pt x="157" y="387"/>
                    </a:lnTo>
                    <a:lnTo>
                      <a:pt x="187" y="392"/>
                    </a:lnTo>
                    <a:lnTo>
                      <a:pt x="186" y="401"/>
                    </a:lnTo>
                    <a:lnTo>
                      <a:pt x="164" y="397"/>
                    </a:lnTo>
                    <a:lnTo>
                      <a:pt x="160" y="426"/>
                    </a:lnTo>
                    <a:lnTo>
                      <a:pt x="177" y="429"/>
                    </a:lnTo>
                    <a:lnTo>
                      <a:pt x="176" y="438"/>
                    </a:lnTo>
                    <a:lnTo>
                      <a:pt x="160" y="436"/>
                    </a:lnTo>
                    <a:lnTo>
                      <a:pt x="155" y="469"/>
                    </a:lnTo>
                    <a:lnTo>
                      <a:pt x="179" y="472"/>
                    </a:lnTo>
                    <a:lnTo>
                      <a:pt x="177" y="481"/>
                    </a:lnTo>
                    <a:lnTo>
                      <a:pt x="146" y="477"/>
                    </a:lnTo>
                    <a:lnTo>
                      <a:pt x="146" y="477"/>
                    </a:lnTo>
                    <a:close/>
                    <a:moveTo>
                      <a:pt x="224" y="483"/>
                    </a:moveTo>
                    <a:lnTo>
                      <a:pt x="214" y="438"/>
                    </a:lnTo>
                    <a:lnTo>
                      <a:pt x="216" y="438"/>
                    </a:lnTo>
                    <a:lnTo>
                      <a:pt x="216" y="437"/>
                    </a:lnTo>
                    <a:lnTo>
                      <a:pt x="217" y="436"/>
                    </a:lnTo>
                    <a:lnTo>
                      <a:pt x="219" y="434"/>
                    </a:lnTo>
                    <a:lnTo>
                      <a:pt x="220" y="432"/>
                    </a:lnTo>
                    <a:lnTo>
                      <a:pt x="222" y="430"/>
                    </a:lnTo>
                    <a:lnTo>
                      <a:pt x="223" y="426"/>
                    </a:lnTo>
                    <a:lnTo>
                      <a:pt x="224" y="423"/>
                    </a:lnTo>
                    <a:lnTo>
                      <a:pt x="224" y="423"/>
                    </a:lnTo>
                    <a:lnTo>
                      <a:pt x="224" y="422"/>
                    </a:lnTo>
                    <a:lnTo>
                      <a:pt x="225" y="420"/>
                    </a:lnTo>
                    <a:lnTo>
                      <a:pt x="225" y="414"/>
                    </a:lnTo>
                    <a:lnTo>
                      <a:pt x="225" y="410"/>
                    </a:lnTo>
                    <a:lnTo>
                      <a:pt x="224" y="407"/>
                    </a:lnTo>
                    <a:lnTo>
                      <a:pt x="223" y="403"/>
                    </a:lnTo>
                    <a:lnTo>
                      <a:pt x="221" y="400"/>
                    </a:lnTo>
                    <a:lnTo>
                      <a:pt x="220" y="398"/>
                    </a:lnTo>
                    <a:lnTo>
                      <a:pt x="220" y="397"/>
                    </a:lnTo>
                    <a:lnTo>
                      <a:pt x="218" y="395"/>
                    </a:lnTo>
                    <a:lnTo>
                      <a:pt x="216" y="394"/>
                    </a:lnTo>
                    <a:lnTo>
                      <a:pt x="215" y="393"/>
                    </a:lnTo>
                    <a:lnTo>
                      <a:pt x="213" y="393"/>
                    </a:lnTo>
                    <a:lnTo>
                      <a:pt x="211" y="392"/>
                    </a:lnTo>
                    <a:lnTo>
                      <a:pt x="209" y="392"/>
                    </a:lnTo>
                    <a:lnTo>
                      <a:pt x="193" y="391"/>
                    </a:lnTo>
                    <a:lnTo>
                      <a:pt x="189" y="482"/>
                    </a:lnTo>
                    <a:lnTo>
                      <a:pt x="197" y="482"/>
                    </a:lnTo>
                    <a:lnTo>
                      <a:pt x="199" y="439"/>
                    </a:lnTo>
                    <a:lnTo>
                      <a:pt x="206" y="440"/>
                    </a:lnTo>
                    <a:lnTo>
                      <a:pt x="216" y="483"/>
                    </a:lnTo>
                    <a:lnTo>
                      <a:pt x="224" y="483"/>
                    </a:lnTo>
                    <a:lnTo>
                      <a:pt x="224" y="483"/>
                    </a:lnTo>
                    <a:close/>
                    <a:moveTo>
                      <a:pt x="199" y="430"/>
                    </a:moveTo>
                    <a:lnTo>
                      <a:pt x="200" y="401"/>
                    </a:lnTo>
                    <a:lnTo>
                      <a:pt x="208" y="401"/>
                    </a:lnTo>
                    <a:lnTo>
                      <a:pt x="209" y="401"/>
                    </a:lnTo>
                    <a:lnTo>
                      <a:pt x="212" y="402"/>
                    </a:lnTo>
                    <a:lnTo>
                      <a:pt x="213" y="403"/>
                    </a:lnTo>
                    <a:lnTo>
                      <a:pt x="214" y="405"/>
                    </a:lnTo>
                    <a:lnTo>
                      <a:pt x="216" y="407"/>
                    </a:lnTo>
                    <a:lnTo>
                      <a:pt x="216" y="409"/>
                    </a:lnTo>
                    <a:lnTo>
                      <a:pt x="216" y="412"/>
                    </a:lnTo>
                    <a:lnTo>
                      <a:pt x="216" y="415"/>
                    </a:lnTo>
                    <a:lnTo>
                      <a:pt x="216" y="418"/>
                    </a:lnTo>
                    <a:lnTo>
                      <a:pt x="216" y="421"/>
                    </a:lnTo>
                    <a:lnTo>
                      <a:pt x="214" y="425"/>
                    </a:lnTo>
                    <a:lnTo>
                      <a:pt x="213" y="427"/>
                    </a:lnTo>
                    <a:lnTo>
                      <a:pt x="212" y="429"/>
                    </a:lnTo>
                    <a:lnTo>
                      <a:pt x="210" y="430"/>
                    </a:lnTo>
                    <a:lnTo>
                      <a:pt x="208" y="430"/>
                    </a:lnTo>
                    <a:lnTo>
                      <a:pt x="206" y="430"/>
                    </a:lnTo>
                    <a:lnTo>
                      <a:pt x="199" y="430"/>
                    </a:lnTo>
                    <a:lnTo>
                      <a:pt x="199" y="430"/>
                    </a:lnTo>
                    <a:close/>
                    <a:moveTo>
                      <a:pt x="285" y="481"/>
                    </a:moveTo>
                    <a:lnTo>
                      <a:pt x="278" y="390"/>
                    </a:lnTo>
                    <a:lnTo>
                      <a:pt x="270" y="391"/>
                    </a:lnTo>
                    <a:lnTo>
                      <a:pt x="278" y="482"/>
                    </a:lnTo>
                    <a:lnTo>
                      <a:pt x="285" y="481"/>
                    </a:lnTo>
                    <a:lnTo>
                      <a:pt x="285" y="481"/>
                    </a:lnTo>
                    <a:close/>
                    <a:moveTo>
                      <a:pt x="282" y="398"/>
                    </a:moveTo>
                    <a:lnTo>
                      <a:pt x="282" y="389"/>
                    </a:lnTo>
                    <a:lnTo>
                      <a:pt x="318" y="385"/>
                    </a:lnTo>
                    <a:lnTo>
                      <a:pt x="319" y="393"/>
                    </a:lnTo>
                    <a:lnTo>
                      <a:pt x="305" y="395"/>
                    </a:lnTo>
                    <a:lnTo>
                      <a:pt x="314" y="477"/>
                    </a:lnTo>
                    <a:lnTo>
                      <a:pt x="307" y="478"/>
                    </a:lnTo>
                    <a:lnTo>
                      <a:pt x="297" y="397"/>
                    </a:lnTo>
                    <a:lnTo>
                      <a:pt x="282" y="398"/>
                    </a:lnTo>
                    <a:lnTo>
                      <a:pt x="282" y="398"/>
                    </a:lnTo>
                    <a:close/>
                    <a:moveTo>
                      <a:pt x="344" y="428"/>
                    </a:moveTo>
                    <a:lnTo>
                      <a:pt x="353" y="470"/>
                    </a:lnTo>
                    <a:lnTo>
                      <a:pt x="361" y="468"/>
                    </a:lnTo>
                    <a:lnTo>
                      <a:pt x="351" y="426"/>
                    </a:lnTo>
                    <a:lnTo>
                      <a:pt x="357" y="374"/>
                    </a:lnTo>
                    <a:lnTo>
                      <a:pt x="350" y="377"/>
                    </a:lnTo>
                    <a:lnTo>
                      <a:pt x="345" y="416"/>
                    </a:lnTo>
                    <a:lnTo>
                      <a:pt x="329" y="381"/>
                    </a:lnTo>
                    <a:lnTo>
                      <a:pt x="322" y="384"/>
                    </a:lnTo>
                    <a:lnTo>
                      <a:pt x="344" y="428"/>
                    </a:lnTo>
                    <a:lnTo>
                      <a:pt x="344" y="428"/>
                    </a:lnTo>
                    <a:close/>
                    <a:moveTo>
                      <a:pt x="427" y="446"/>
                    </a:moveTo>
                    <a:lnTo>
                      <a:pt x="429" y="445"/>
                    </a:lnTo>
                    <a:lnTo>
                      <a:pt x="431" y="443"/>
                    </a:lnTo>
                    <a:lnTo>
                      <a:pt x="433" y="442"/>
                    </a:lnTo>
                    <a:lnTo>
                      <a:pt x="434" y="440"/>
                    </a:lnTo>
                    <a:lnTo>
                      <a:pt x="436" y="438"/>
                    </a:lnTo>
                    <a:lnTo>
                      <a:pt x="437" y="436"/>
                    </a:lnTo>
                    <a:lnTo>
                      <a:pt x="437" y="433"/>
                    </a:lnTo>
                    <a:lnTo>
                      <a:pt x="437" y="430"/>
                    </a:lnTo>
                    <a:lnTo>
                      <a:pt x="438" y="427"/>
                    </a:lnTo>
                    <a:lnTo>
                      <a:pt x="437" y="423"/>
                    </a:lnTo>
                    <a:lnTo>
                      <a:pt x="437" y="419"/>
                    </a:lnTo>
                    <a:lnTo>
                      <a:pt x="436" y="414"/>
                    </a:lnTo>
                    <a:lnTo>
                      <a:pt x="433" y="403"/>
                    </a:lnTo>
                    <a:lnTo>
                      <a:pt x="431" y="393"/>
                    </a:lnTo>
                    <a:lnTo>
                      <a:pt x="429" y="388"/>
                    </a:lnTo>
                    <a:lnTo>
                      <a:pt x="427" y="383"/>
                    </a:lnTo>
                    <a:lnTo>
                      <a:pt x="425" y="379"/>
                    </a:lnTo>
                    <a:lnTo>
                      <a:pt x="423" y="374"/>
                    </a:lnTo>
                    <a:lnTo>
                      <a:pt x="421" y="370"/>
                    </a:lnTo>
                    <a:lnTo>
                      <a:pt x="419" y="367"/>
                    </a:lnTo>
                    <a:lnTo>
                      <a:pt x="417" y="364"/>
                    </a:lnTo>
                    <a:lnTo>
                      <a:pt x="415" y="362"/>
                    </a:lnTo>
                    <a:lnTo>
                      <a:pt x="413" y="360"/>
                    </a:lnTo>
                    <a:lnTo>
                      <a:pt x="411" y="359"/>
                    </a:lnTo>
                    <a:lnTo>
                      <a:pt x="409" y="358"/>
                    </a:lnTo>
                    <a:lnTo>
                      <a:pt x="407" y="357"/>
                    </a:lnTo>
                    <a:lnTo>
                      <a:pt x="405" y="357"/>
                    </a:lnTo>
                    <a:lnTo>
                      <a:pt x="403" y="357"/>
                    </a:lnTo>
                    <a:lnTo>
                      <a:pt x="401" y="357"/>
                    </a:lnTo>
                    <a:lnTo>
                      <a:pt x="398" y="358"/>
                    </a:lnTo>
                    <a:lnTo>
                      <a:pt x="396" y="360"/>
                    </a:lnTo>
                    <a:lnTo>
                      <a:pt x="394" y="361"/>
                    </a:lnTo>
                    <a:lnTo>
                      <a:pt x="393" y="362"/>
                    </a:lnTo>
                    <a:lnTo>
                      <a:pt x="391" y="364"/>
                    </a:lnTo>
                    <a:lnTo>
                      <a:pt x="390" y="366"/>
                    </a:lnTo>
                    <a:lnTo>
                      <a:pt x="389" y="369"/>
                    </a:lnTo>
                    <a:lnTo>
                      <a:pt x="388" y="371"/>
                    </a:lnTo>
                    <a:lnTo>
                      <a:pt x="388" y="374"/>
                    </a:lnTo>
                    <a:lnTo>
                      <a:pt x="388" y="377"/>
                    </a:lnTo>
                    <a:lnTo>
                      <a:pt x="388" y="381"/>
                    </a:lnTo>
                    <a:lnTo>
                      <a:pt x="389" y="385"/>
                    </a:lnTo>
                    <a:lnTo>
                      <a:pt x="389" y="389"/>
                    </a:lnTo>
                    <a:lnTo>
                      <a:pt x="392" y="399"/>
                    </a:lnTo>
                    <a:lnTo>
                      <a:pt x="395" y="409"/>
                    </a:lnTo>
                    <a:lnTo>
                      <a:pt x="398" y="419"/>
                    </a:lnTo>
                    <a:lnTo>
                      <a:pt x="402" y="429"/>
                    </a:lnTo>
                    <a:lnTo>
                      <a:pt x="405" y="433"/>
                    </a:lnTo>
                    <a:lnTo>
                      <a:pt x="407" y="437"/>
                    </a:lnTo>
                    <a:lnTo>
                      <a:pt x="409" y="440"/>
                    </a:lnTo>
                    <a:lnTo>
                      <a:pt x="410" y="442"/>
                    </a:lnTo>
                    <a:lnTo>
                      <a:pt x="413" y="444"/>
                    </a:lnTo>
                    <a:lnTo>
                      <a:pt x="414" y="446"/>
                    </a:lnTo>
                    <a:lnTo>
                      <a:pt x="416" y="446"/>
                    </a:lnTo>
                    <a:lnTo>
                      <a:pt x="418" y="447"/>
                    </a:lnTo>
                    <a:lnTo>
                      <a:pt x="421" y="447"/>
                    </a:lnTo>
                    <a:lnTo>
                      <a:pt x="423" y="447"/>
                    </a:lnTo>
                    <a:lnTo>
                      <a:pt x="425" y="446"/>
                    </a:lnTo>
                    <a:lnTo>
                      <a:pt x="427" y="446"/>
                    </a:lnTo>
                    <a:lnTo>
                      <a:pt x="427" y="446"/>
                    </a:lnTo>
                    <a:close/>
                    <a:moveTo>
                      <a:pt x="425" y="438"/>
                    </a:moveTo>
                    <a:lnTo>
                      <a:pt x="422" y="438"/>
                    </a:lnTo>
                    <a:lnTo>
                      <a:pt x="421" y="438"/>
                    </a:lnTo>
                    <a:lnTo>
                      <a:pt x="419" y="438"/>
                    </a:lnTo>
                    <a:lnTo>
                      <a:pt x="417" y="438"/>
                    </a:lnTo>
                    <a:lnTo>
                      <a:pt x="417" y="437"/>
                    </a:lnTo>
                    <a:lnTo>
                      <a:pt x="416" y="436"/>
                    </a:lnTo>
                    <a:lnTo>
                      <a:pt x="414" y="434"/>
                    </a:lnTo>
                    <a:lnTo>
                      <a:pt x="413" y="432"/>
                    </a:lnTo>
                    <a:lnTo>
                      <a:pt x="411" y="430"/>
                    </a:lnTo>
                    <a:lnTo>
                      <a:pt x="410" y="427"/>
                    </a:lnTo>
                    <a:lnTo>
                      <a:pt x="408" y="423"/>
                    </a:lnTo>
                    <a:lnTo>
                      <a:pt x="405" y="417"/>
                    </a:lnTo>
                    <a:lnTo>
                      <a:pt x="404" y="411"/>
                    </a:lnTo>
                    <a:lnTo>
                      <a:pt x="401" y="405"/>
                    </a:lnTo>
                    <a:lnTo>
                      <a:pt x="400" y="401"/>
                    </a:lnTo>
                    <a:lnTo>
                      <a:pt x="398" y="395"/>
                    </a:lnTo>
                    <a:lnTo>
                      <a:pt x="397" y="389"/>
                    </a:lnTo>
                    <a:lnTo>
                      <a:pt x="396" y="386"/>
                    </a:lnTo>
                    <a:lnTo>
                      <a:pt x="396" y="382"/>
                    </a:lnTo>
                    <a:lnTo>
                      <a:pt x="395" y="380"/>
                    </a:lnTo>
                    <a:lnTo>
                      <a:pt x="395" y="377"/>
                    </a:lnTo>
                    <a:lnTo>
                      <a:pt x="396" y="375"/>
                    </a:lnTo>
                    <a:lnTo>
                      <a:pt x="396" y="373"/>
                    </a:lnTo>
                    <a:lnTo>
                      <a:pt x="396" y="372"/>
                    </a:lnTo>
                    <a:lnTo>
                      <a:pt x="397" y="370"/>
                    </a:lnTo>
                    <a:lnTo>
                      <a:pt x="397" y="369"/>
                    </a:lnTo>
                    <a:lnTo>
                      <a:pt x="399" y="368"/>
                    </a:lnTo>
                    <a:lnTo>
                      <a:pt x="401" y="366"/>
                    </a:lnTo>
                    <a:lnTo>
                      <a:pt x="403" y="365"/>
                    </a:lnTo>
                    <a:lnTo>
                      <a:pt x="405" y="365"/>
                    </a:lnTo>
                    <a:lnTo>
                      <a:pt x="407" y="366"/>
                    </a:lnTo>
                    <a:lnTo>
                      <a:pt x="408" y="367"/>
                    </a:lnTo>
                    <a:lnTo>
                      <a:pt x="409" y="368"/>
                    </a:lnTo>
                    <a:lnTo>
                      <a:pt x="410" y="369"/>
                    </a:lnTo>
                    <a:lnTo>
                      <a:pt x="412" y="370"/>
                    </a:lnTo>
                    <a:lnTo>
                      <a:pt x="413" y="372"/>
                    </a:lnTo>
                    <a:lnTo>
                      <a:pt x="414" y="374"/>
                    </a:lnTo>
                    <a:lnTo>
                      <a:pt x="416" y="377"/>
                    </a:lnTo>
                    <a:lnTo>
                      <a:pt x="417" y="381"/>
                    </a:lnTo>
                    <a:lnTo>
                      <a:pt x="420" y="385"/>
                    </a:lnTo>
                    <a:lnTo>
                      <a:pt x="421" y="391"/>
                    </a:lnTo>
                    <a:lnTo>
                      <a:pt x="423" y="396"/>
                    </a:lnTo>
                    <a:lnTo>
                      <a:pt x="425" y="401"/>
                    </a:lnTo>
                    <a:lnTo>
                      <a:pt x="427" y="408"/>
                    </a:lnTo>
                    <a:lnTo>
                      <a:pt x="429" y="414"/>
                    </a:lnTo>
                    <a:lnTo>
                      <a:pt x="429" y="418"/>
                    </a:lnTo>
                    <a:lnTo>
                      <a:pt x="430" y="421"/>
                    </a:lnTo>
                    <a:lnTo>
                      <a:pt x="430" y="425"/>
                    </a:lnTo>
                    <a:lnTo>
                      <a:pt x="430" y="427"/>
                    </a:lnTo>
                    <a:lnTo>
                      <a:pt x="430" y="429"/>
                    </a:lnTo>
                    <a:lnTo>
                      <a:pt x="430" y="431"/>
                    </a:lnTo>
                    <a:lnTo>
                      <a:pt x="429" y="433"/>
                    </a:lnTo>
                    <a:lnTo>
                      <a:pt x="429" y="434"/>
                    </a:lnTo>
                    <a:lnTo>
                      <a:pt x="429" y="435"/>
                    </a:lnTo>
                    <a:lnTo>
                      <a:pt x="427" y="437"/>
                    </a:lnTo>
                    <a:lnTo>
                      <a:pt x="425" y="438"/>
                    </a:lnTo>
                    <a:lnTo>
                      <a:pt x="425" y="438"/>
                    </a:lnTo>
                    <a:close/>
                    <a:moveTo>
                      <a:pt x="454" y="434"/>
                    </a:moveTo>
                    <a:lnTo>
                      <a:pt x="421" y="349"/>
                    </a:lnTo>
                    <a:lnTo>
                      <a:pt x="448" y="334"/>
                    </a:lnTo>
                    <a:lnTo>
                      <a:pt x="452" y="343"/>
                    </a:lnTo>
                    <a:lnTo>
                      <a:pt x="431" y="353"/>
                    </a:lnTo>
                    <a:lnTo>
                      <a:pt x="441" y="377"/>
                    </a:lnTo>
                    <a:lnTo>
                      <a:pt x="459" y="367"/>
                    </a:lnTo>
                    <a:lnTo>
                      <a:pt x="462" y="375"/>
                    </a:lnTo>
                    <a:lnTo>
                      <a:pt x="444" y="385"/>
                    </a:lnTo>
                    <a:lnTo>
                      <a:pt x="461" y="430"/>
                    </a:lnTo>
                    <a:lnTo>
                      <a:pt x="454" y="434"/>
                    </a:lnTo>
                    <a:lnTo>
                      <a:pt x="454" y="434"/>
                    </a:lnTo>
                    <a:close/>
                    <a:moveTo>
                      <a:pt x="471" y="330"/>
                    </a:moveTo>
                    <a:lnTo>
                      <a:pt x="484" y="321"/>
                    </a:lnTo>
                    <a:lnTo>
                      <a:pt x="526" y="392"/>
                    </a:lnTo>
                    <a:lnTo>
                      <a:pt x="533" y="388"/>
                    </a:lnTo>
                    <a:lnTo>
                      <a:pt x="490" y="317"/>
                    </a:lnTo>
                    <a:lnTo>
                      <a:pt x="503" y="308"/>
                    </a:lnTo>
                    <a:lnTo>
                      <a:pt x="498" y="301"/>
                    </a:lnTo>
                    <a:lnTo>
                      <a:pt x="466" y="323"/>
                    </a:lnTo>
                    <a:lnTo>
                      <a:pt x="471" y="330"/>
                    </a:lnTo>
                    <a:lnTo>
                      <a:pt x="471" y="330"/>
                    </a:lnTo>
                    <a:close/>
                    <a:moveTo>
                      <a:pt x="551" y="375"/>
                    </a:moveTo>
                    <a:lnTo>
                      <a:pt x="503" y="297"/>
                    </a:lnTo>
                    <a:lnTo>
                      <a:pt x="527" y="277"/>
                    </a:lnTo>
                    <a:lnTo>
                      <a:pt x="532" y="284"/>
                    </a:lnTo>
                    <a:lnTo>
                      <a:pt x="514" y="299"/>
                    </a:lnTo>
                    <a:lnTo>
                      <a:pt x="529" y="324"/>
                    </a:lnTo>
                    <a:lnTo>
                      <a:pt x="542" y="312"/>
                    </a:lnTo>
                    <a:lnTo>
                      <a:pt x="547" y="319"/>
                    </a:lnTo>
                    <a:lnTo>
                      <a:pt x="533" y="331"/>
                    </a:lnTo>
                    <a:lnTo>
                      <a:pt x="553" y="363"/>
                    </a:lnTo>
                    <a:lnTo>
                      <a:pt x="572" y="346"/>
                    </a:lnTo>
                    <a:lnTo>
                      <a:pt x="576" y="353"/>
                    </a:lnTo>
                    <a:lnTo>
                      <a:pt x="551" y="375"/>
                    </a:lnTo>
                    <a:lnTo>
                      <a:pt x="551" y="375"/>
                    </a:lnTo>
                    <a:close/>
                    <a:moveTo>
                      <a:pt x="588" y="306"/>
                    </a:moveTo>
                    <a:lnTo>
                      <a:pt x="591" y="311"/>
                    </a:lnTo>
                    <a:lnTo>
                      <a:pt x="593" y="315"/>
                    </a:lnTo>
                    <a:lnTo>
                      <a:pt x="595" y="319"/>
                    </a:lnTo>
                    <a:lnTo>
                      <a:pt x="595" y="321"/>
                    </a:lnTo>
                    <a:lnTo>
                      <a:pt x="595" y="324"/>
                    </a:lnTo>
                    <a:lnTo>
                      <a:pt x="595" y="326"/>
                    </a:lnTo>
                    <a:lnTo>
                      <a:pt x="594" y="328"/>
                    </a:lnTo>
                    <a:lnTo>
                      <a:pt x="593" y="329"/>
                    </a:lnTo>
                    <a:lnTo>
                      <a:pt x="590" y="330"/>
                    </a:lnTo>
                    <a:lnTo>
                      <a:pt x="589" y="332"/>
                    </a:lnTo>
                    <a:lnTo>
                      <a:pt x="588" y="332"/>
                    </a:lnTo>
                    <a:lnTo>
                      <a:pt x="586" y="332"/>
                    </a:lnTo>
                    <a:lnTo>
                      <a:pt x="585" y="331"/>
                    </a:lnTo>
                    <a:lnTo>
                      <a:pt x="583" y="330"/>
                    </a:lnTo>
                    <a:lnTo>
                      <a:pt x="581" y="330"/>
                    </a:lnTo>
                    <a:lnTo>
                      <a:pt x="580" y="329"/>
                    </a:lnTo>
                    <a:lnTo>
                      <a:pt x="577" y="327"/>
                    </a:lnTo>
                    <a:lnTo>
                      <a:pt x="575" y="325"/>
                    </a:lnTo>
                    <a:lnTo>
                      <a:pt x="573" y="322"/>
                    </a:lnTo>
                    <a:lnTo>
                      <a:pt x="569" y="317"/>
                    </a:lnTo>
                    <a:lnTo>
                      <a:pt x="565" y="313"/>
                    </a:lnTo>
                    <a:lnTo>
                      <a:pt x="561" y="309"/>
                    </a:lnTo>
                    <a:lnTo>
                      <a:pt x="557" y="304"/>
                    </a:lnTo>
                    <a:lnTo>
                      <a:pt x="553" y="298"/>
                    </a:lnTo>
                    <a:lnTo>
                      <a:pt x="550" y="293"/>
                    </a:lnTo>
                    <a:lnTo>
                      <a:pt x="548" y="289"/>
                    </a:lnTo>
                    <a:lnTo>
                      <a:pt x="546" y="286"/>
                    </a:lnTo>
                    <a:lnTo>
                      <a:pt x="545" y="283"/>
                    </a:lnTo>
                    <a:lnTo>
                      <a:pt x="545" y="281"/>
                    </a:lnTo>
                    <a:lnTo>
                      <a:pt x="544" y="279"/>
                    </a:lnTo>
                    <a:lnTo>
                      <a:pt x="544" y="277"/>
                    </a:lnTo>
                    <a:lnTo>
                      <a:pt x="544" y="275"/>
                    </a:lnTo>
                    <a:lnTo>
                      <a:pt x="544" y="274"/>
                    </a:lnTo>
                    <a:lnTo>
                      <a:pt x="544" y="273"/>
                    </a:lnTo>
                    <a:lnTo>
                      <a:pt x="545" y="270"/>
                    </a:lnTo>
                    <a:lnTo>
                      <a:pt x="546" y="269"/>
                    </a:lnTo>
                    <a:lnTo>
                      <a:pt x="548" y="268"/>
                    </a:lnTo>
                    <a:lnTo>
                      <a:pt x="549" y="266"/>
                    </a:lnTo>
                    <a:lnTo>
                      <a:pt x="551" y="265"/>
                    </a:lnTo>
                    <a:lnTo>
                      <a:pt x="553" y="266"/>
                    </a:lnTo>
                    <a:lnTo>
                      <a:pt x="555" y="267"/>
                    </a:lnTo>
                    <a:lnTo>
                      <a:pt x="557" y="269"/>
                    </a:lnTo>
                    <a:lnTo>
                      <a:pt x="561" y="271"/>
                    </a:lnTo>
                    <a:lnTo>
                      <a:pt x="564" y="275"/>
                    </a:lnTo>
                    <a:lnTo>
                      <a:pt x="569" y="269"/>
                    </a:lnTo>
                    <a:lnTo>
                      <a:pt x="565" y="265"/>
                    </a:lnTo>
                    <a:lnTo>
                      <a:pt x="562" y="261"/>
                    </a:lnTo>
                    <a:lnTo>
                      <a:pt x="560" y="260"/>
                    </a:lnTo>
                    <a:lnTo>
                      <a:pt x="558" y="259"/>
                    </a:lnTo>
                    <a:lnTo>
                      <a:pt x="557" y="258"/>
                    </a:lnTo>
                    <a:lnTo>
                      <a:pt x="555" y="257"/>
                    </a:lnTo>
                    <a:lnTo>
                      <a:pt x="553" y="257"/>
                    </a:lnTo>
                    <a:lnTo>
                      <a:pt x="551" y="257"/>
                    </a:lnTo>
                    <a:lnTo>
                      <a:pt x="549" y="257"/>
                    </a:lnTo>
                    <a:lnTo>
                      <a:pt x="548" y="258"/>
                    </a:lnTo>
                    <a:lnTo>
                      <a:pt x="546" y="258"/>
                    </a:lnTo>
                    <a:lnTo>
                      <a:pt x="545" y="260"/>
                    </a:lnTo>
                    <a:lnTo>
                      <a:pt x="543" y="261"/>
                    </a:lnTo>
                    <a:lnTo>
                      <a:pt x="541" y="262"/>
                    </a:lnTo>
                    <a:lnTo>
                      <a:pt x="540" y="264"/>
                    </a:lnTo>
                    <a:lnTo>
                      <a:pt x="538" y="266"/>
                    </a:lnTo>
                    <a:lnTo>
                      <a:pt x="537" y="269"/>
                    </a:lnTo>
                    <a:lnTo>
                      <a:pt x="537" y="271"/>
                    </a:lnTo>
                    <a:lnTo>
                      <a:pt x="537" y="273"/>
                    </a:lnTo>
                    <a:lnTo>
                      <a:pt x="536" y="276"/>
                    </a:lnTo>
                    <a:lnTo>
                      <a:pt x="536" y="278"/>
                    </a:lnTo>
                    <a:lnTo>
                      <a:pt x="537" y="281"/>
                    </a:lnTo>
                    <a:lnTo>
                      <a:pt x="537" y="284"/>
                    </a:lnTo>
                    <a:lnTo>
                      <a:pt x="539" y="288"/>
                    </a:lnTo>
                    <a:lnTo>
                      <a:pt x="541" y="292"/>
                    </a:lnTo>
                    <a:lnTo>
                      <a:pt x="544" y="297"/>
                    </a:lnTo>
                    <a:lnTo>
                      <a:pt x="546" y="301"/>
                    </a:lnTo>
                    <a:lnTo>
                      <a:pt x="549" y="305"/>
                    </a:lnTo>
                    <a:lnTo>
                      <a:pt x="552" y="310"/>
                    </a:lnTo>
                    <a:lnTo>
                      <a:pt x="555" y="314"/>
                    </a:lnTo>
                    <a:lnTo>
                      <a:pt x="562" y="322"/>
                    </a:lnTo>
                    <a:lnTo>
                      <a:pt x="569" y="329"/>
                    </a:lnTo>
                    <a:lnTo>
                      <a:pt x="572" y="333"/>
                    </a:lnTo>
                    <a:lnTo>
                      <a:pt x="575" y="336"/>
                    </a:lnTo>
                    <a:lnTo>
                      <a:pt x="578" y="338"/>
                    </a:lnTo>
                    <a:lnTo>
                      <a:pt x="581" y="339"/>
                    </a:lnTo>
                    <a:lnTo>
                      <a:pt x="583" y="340"/>
                    </a:lnTo>
                    <a:lnTo>
                      <a:pt x="585" y="341"/>
                    </a:lnTo>
                    <a:lnTo>
                      <a:pt x="587" y="341"/>
                    </a:lnTo>
                    <a:lnTo>
                      <a:pt x="589" y="340"/>
                    </a:lnTo>
                    <a:lnTo>
                      <a:pt x="592" y="340"/>
                    </a:lnTo>
                    <a:lnTo>
                      <a:pt x="593" y="338"/>
                    </a:lnTo>
                    <a:lnTo>
                      <a:pt x="596" y="337"/>
                    </a:lnTo>
                    <a:lnTo>
                      <a:pt x="597" y="336"/>
                    </a:lnTo>
                    <a:lnTo>
                      <a:pt x="599" y="334"/>
                    </a:lnTo>
                    <a:lnTo>
                      <a:pt x="600" y="333"/>
                    </a:lnTo>
                    <a:lnTo>
                      <a:pt x="601" y="330"/>
                    </a:lnTo>
                    <a:lnTo>
                      <a:pt x="601" y="329"/>
                    </a:lnTo>
                    <a:lnTo>
                      <a:pt x="602" y="327"/>
                    </a:lnTo>
                    <a:lnTo>
                      <a:pt x="603" y="325"/>
                    </a:lnTo>
                    <a:lnTo>
                      <a:pt x="603" y="322"/>
                    </a:lnTo>
                    <a:lnTo>
                      <a:pt x="603" y="321"/>
                    </a:lnTo>
                    <a:lnTo>
                      <a:pt x="602" y="318"/>
                    </a:lnTo>
                    <a:lnTo>
                      <a:pt x="601" y="316"/>
                    </a:lnTo>
                    <a:lnTo>
                      <a:pt x="601" y="313"/>
                    </a:lnTo>
                    <a:lnTo>
                      <a:pt x="600" y="311"/>
                    </a:lnTo>
                    <a:lnTo>
                      <a:pt x="597" y="306"/>
                    </a:lnTo>
                    <a:lnTo>
                      <a:pt x="593" y="301"/>
                    </a:lnTo>
                    <a:lnTo>
                      <a:pt x="588" y="306"/>
                    </a:lnTo>
                    <a:lnTo>
                      <a:pt x="588" y="306"/>
                    </a:lnTo>
                    <a:close/>
                    <a:moveTo>
                      <a:pt x="642" y="284"/>
                    </a:moveTo>
                    <a:lnTo>
                      <a:pt x="579" y="218"/>
                    </a:lnTo>
                    <a:lnTo>
                      <a:pt x="573" y="225"/>
                    </a:lnTo>
                    <a:lnTo>
                      <a:pt x="603" y="253"/>
                    </a:lnTo>
                    <a:lnTo>
                      <a:pt x="589" y="271"/>
                    </a:lnTo>
                    <a:lnTo>
                      <a:pt x="560" y="241"/>
                    </a:lnTo>
                    <a:lnTo>
                      <a:pt x="555" y="248"/>
                    </a:lnTo>
                    <a:lnTo>
                      <a:pt x="617" y="313"/>
                    </a:lnTo>
                    <a:lnTo>
                      <a:pt x="622" y="307"/>
                    </a:lnTo>
                    <a:lnTo>
                      <a:pt x="594" y="277"/>
                    </a:lnTo>
                    <a:lnTo>
                      <a:pt x="609" y="260"/>
                    </a:lnTo>
                    <a:lnTo>
                      <a:pt x="637" y="290"/>
                    </a:lnTo>
                    <a:lnTo>
                      <a:pt x="642" y="284"/>
                    </a:lnTo>
                    <a:lnTo>
                      <a:pt x="642" y="284"/>
                    </a:lnTo>
                    <a:close/>
                    <a:moveTo>
                      <a:pt x="668" y="249"/>
                    </a:moveTo>
                    <a:lnTo>
                      <a:pt x="596" y="215"/>
                    </a:lnTo>
                    <a:lnTo>
                      <a:pt x="654" y="268"/>
                    </a:lnTo>
                    <a:lnTo>
                      <a:pt x="650" y="274"/>
                    </a:lnTo>
                    <a:lnTo>
                      <a:pt x="582" y="213"/>
                    </a:lnTo>
                    <a:lnTo>
                      <a:pt x="589" y="202"/>
                    </a:lnTo>
                    <a:lnTo>
                      <a:pt x="650" y="233"/>
                    </a:lnTo>
                    <a:lnTo>
                      <a:pt x="600" y="188"/>
                    </a:lnTo>
                    <a:lnTo>
                      <a:pt x="604" y="181"/>
                    </a:lnTo>
                    <a:lnTo>
                      <a:pt x="673" y="241"/>
                    </a:lnTo>
                    <a:lnTo>
                      <a:pt x="668" y="249"/>
                    </a:lnTo>
                    <a:lnTo>
                      <a:pt x="668" y="249"/>
                    </a:lnTo>
                    <a:close/>
                    <a:moveTo>
                      <a:pt x="690" y="213"/>
                    </a:moveTo>
                    <a:lnTo>
                      <a:pt x="689" y="215"/>
                    </a:lnTo>
                    <a:lnTo>
                      <a:pt x="687" y="217"/>
                    </a:lnTo>
                    <a:lnTo>
                      <a:pt x="686" y="219"/>
                    </a:lnTo>
                    <a:lnTo>
                      <a:pt x="683" y="220"/>
                    </a:lnTo>
                    <a:lnTo>
                      <a:pt x="682" y="221"/>
                    </a:lnTo>
                    <a:lnTo>
                      <a:pt x="679" y="221"/>
                    </a:lnTo>
                    <a:lnTo>
                      <a:pt x="678" y="222"/>
                    </a:lnTo>
                    <a:lnTo>
                      <a:pt x="675" y="222"/>
                    </a:lnTo>
                    <a:lnTo>
                      <a:pt x="672" y="221"/>
                    </a:lnTo>
                    <a:lnTo>
                      <a:pt x="668" y="220"/>
                    </a:lnTo>
                    <a:lnTo>
                      <a:pt x="665" y="218"/>
                    </a:lnTo>
                    <a:lnTo>
                      <a:pt x="660" y="216"/>
                    </a:lnTo>
                    <a:lnTo>
                      <a:pt x="650" y="210"/>
                    </a:lnTo>
                    <a:lnTo>
                      <a:pt x="642" y="205"/>
                    </a:lnTo>
                    <a:lnTo>
                      <a:pt x="638" y="202"/>
                    </a:lnTo>
                    <a:lnTo>
                      <a:pt x="634" y="199"/>
                    </a:lnTo>
                    <a:lnTo>
                      <a:pt x="630" y="195"/>
                    </a:lnTo>
                    <a:lnTo>
                      <a:pt x="626" y="192"/>
                    </a:lnTo>
                    <a:lnTo>
                      <a:pt x="622" y="189"/>
                    </a:lnTo>
                    <a:lnTo>
                      <a:pt x="619" y="185"/>
                    </a:lnTo>
                    <a:lnTo>
                      <a:pt x="617" y="182"/>
                    </a:lnTo>
                    <a:lnTo>
                      <a:pt x="615" y="179"/>
                    </a:lnTo>
                    <a:lnTo>
                      <a:pt x="614" y="177"/>
                    </a:lnTo>
                    <a:lnTo>
                      <a:pt x="613" y="174"/>
                    </a:lnTo>
                    <a:lnTo>
                      <a:pt x="613" y="172"/>
                    </a:lnTo>
                    <a:lnTo>
                      <a:pt x="613" y="169"/>
                    </a:lnTo>
                    <a:lnTo>
                      <a:pt x="613" y="167"/>
                    </a:lnTo>
                    <a:lnTo>
                      <a:pt x="613" y="165"/>
                    </a:lnTo>
                    <a:lnTo>
                      <a:pt x="614" y="162"/>
                    </a:lnTo>
                    <a:lnTo>
                      <a:pt x="615" y="160"/>
                    </a:lnTo>
                    <a:lnTo>
                      <a:pt x="616" y="157"/>
                    </a:lnTo>
                    <a:lnTo>
                      <a:pt x="618" y="156"/>
                    </a:lnTo>
                    <a:lnTo>
                      <a:pt x="620" y="153"/>
                    </a:lnTo>
                    <a:lnTo>
                      <a:pt x="622" y="153"/>
                    </a:lnTo>
                    <a:lnTo>
                      <a:pt x="623" y="151"/>
                    </a:lnTo>
                    <a:lnTo>
                      <a:pt x="626" y="151"/>
                    </a:lnTo>
                    <a:lnTo>
                      <a:pt x="627" y="151"/>
                    </a:lnTo>
                    <a:lnTo>
                      <a:pt x="630" y="151"/>
                    </a:lnTo>
                    <a:lnTo>
                      <a:pt x="633" y="151"/>
                    </a:lnTo>
                    <a:lnTo>
                      <a:pt x="637" y="153"/>
                    </a:lnTo>
                    <a:lnTo>
                      <a:pt x="640" y="154"/>
                    </a:lnTo>
                    <a:lnTo>
                      <a:pt x="644" y="157"/>
                    </a:lnTo>
                    <a:lnTo>
                      <a:pt x="654" y="161"/>
                    </a:lnTo>
                    <a:lnTo>
                      <a:pt x="662" y="167"/>
                    </a:lnTo>
                    <a:lnTo>
                      <a:pt x="670" y="173"/>
                    </a:lnTo>
                    <a:lnTo>
                      <a:pt x="678" y="181"/>
                    </a:lnTo>
                    <a:lnTo>
                      <a:pt x="682" y="184"/>
                    </a:lnTo>
                    <a:lnTo>
                      <a:pt x="686" y="188"/>
                    </a:lnTo>
                    <a:lnTo>
                      <a:pt x="688" y="190"/>
                    </a:lnTo>
                    <a:lnTo>
                      <a:pt x="690" y="193"/>
                    </a:lnTo>
                    <a:lnTo>
                      <a:pt x="691" y="196"/>
                    </a:lnTo>
                    <a:lnTo>
                      <a:pt x="692" y="198"/>
                    </a:lnTo>
                    <a:lnTo>
                      <a:pt x="692" y="201"/>
                    </a:lnTo>
                    <a:lnTo>
                      <a:pt x="692" y="203"/>
                    </a:lnTo>
                    <a:lnTo>
                      <a:pt x="692" y="205"/>
                    </a:lnTo>
                    <a:lnTo>
                      <a:pt x="692" y="208"/>
                    </a:lnTo>
                    <a:lnTo>
                      <a:pt x="691" y="210"/>
                    </a:lnTo>
                    <a:lnTo>
                      <a:pt x="690" y="213"/>
                    </a:lnTo>
                    <a:lnTo>
                      <a:pt x="690" y="213"/>
                    </a:lnTo>
                    <a:close/>
                    <a:moveTo>
                      <a:pt x="684" y="209"/>
                    </a:moveTo>
                    <a:lnTo>
                      <a:pt x="685" y="206"/>
                    </a:lnTo>
                    <a:lnTo>
                      <a:pt x="685" y="204"/>
                    </a:lnTo>
                    <a:lnTo>
                      <a:pt x="685" y="202"/>
                    </a:lnTo>
                    <a:lnTo>
                      <a:pt x="685" y="201"/>
                    </a:lnTo>
                    <a:lnTo>
                      <a:pt x="684" y="199"/>
                    </a:lnTo>
                    <a:lnTo>
                      <a:pt x="683" y="197"/>
                    </a:lnTo>
                    <a:lnTo>
                      <a:pt x="682" y="196"/>
                    </a:lnTo>
                    <a:lnTo>
                      <a:pt x="681" y="193"/>
                    </a:lnTo>
                    <a:lnTo>
                      <a:pt x="679" y="192"/>
                    </a:lnTo>
                    <a:lnTo>
                      <a:pt x="678" y="189"/>
                    </a:lnTo>
                    <a:lnTo>
                      <a:pt x="674" y="186"/>
                    </a:lnTo>
                    <a:lnTo>
                      <a:pt x="668" y="182"/>
                    </a:lnTo>
                    <a:lnTo>
                      <a:pt x="662" y="178"/>
                    </a:lnTo>
                    <a:lnTo>
                      <a:pt x="658" y="175"/>
                    </a:lnTo>
                    <a:lnTo>
                      <a:pt x="654" y="171"/>
                    </a:lnTo>
                    <a:lnTo>
                      <a:pt x="648" y="168"/>
                    </a:lnTo>
                    <a:lnTo>
                      <a:pt x="642" y="164"/>
                    </a:lnTo>
                    <a:lnTo>
                      <a:pt x="638" y="162"/>
                    </a:lnTo>
                    <a:lnTo>
                      <a:pt x="636" y="161"/>
                    </a:lnTo>
                    <a:lnTo>
                      <a:pt x="634" y="160"/>
                    </a:lnTo>
                    <a:lnTo>
                      <a:pt x="632" y="160"/>
                    </a:lnTo>
                    <a:lnTo>
                      <a:pt x="630" y="159"/>
                    </a:lnTo>
                    <a:lnTo>
                      <a:pt x="628" y="159"/>
                    </a:lnTo>
                    <a:lnTo>
                      <a:pt x="627" y="160"/>
                    </a:lnTo>
                    <a:lnTo>
                      <a:pt x="626" y="160"/>
                    </a:lnTo>
                    <a:lnTo>
                      <a:pt x="625" y="161"/>
                    </a:lnTo>
                    <a:lnTo>
                      <a:pt x="623" y="162"/>
                    </a:lnTo>
                    <a:lnTo>
                      <a:pt x="622" y="164"/>
                    </a:lnTo>
                    <a:lnTo>
                      <a:pt x="620" y="166"/>
                    </a:lnTo>
                    <a:lnTo>
                      <a:pt x="620" y="169"/>
                    </a:lnTo>
                    <a:lnTo>
                      <a:pt x="620" y="170"/>
                    </a:lnTo>
                    <a:lnTo>
                      <a:pt x="620" y="172"/>
                    </a:lnTo>
                    <a:lnTo>
                      <a:pt x="621" y="173"/>
                    </a:lnTo>
                    <a:lnTo>
                      <a:pt x="622" y="175"/>
                    </a:lnTo>
                    <a:lnTo>
                      <a:pt x="622" y="177"/>
                    </a:lnTo>
                    <a:lnTo>
                      <a:pt x="624" y="178"/>
                    </a:lnTo>
                    <a:lnTo>
                      <a:pt x="626" y="181"/>
                    </a:lnTo>
                    <a:lnTo>
                      <a:pt x="627" y="183"/>
                    </a:lnTo>
                    <a:lnTo>
                      <a:pt x="631" y="186"/>
                    </a:lnTo>
                    <a:lnTo>
                      <a:pt x="636" y="189"/>
                    </a:lnTo>
                    <a:lnTo>
                      <a:pt x="642" y="194"/>
                    </a:lnTo>
                    <a:lnTo>
                      <a:pt x="646" y="197"/>
                    </a:lnTo>
                    <a:lnTo>
                      <a:pt x="650" y="201"/>
                    </a:lnTo>
                    <a:lnTo>
                      <a:pt x="655" y="204"/>
                    </a:lnTo>
                    <a:lnTo>
                      <a:pt x="660" y="206"/>
                    </a:lnTo>
                    <a:lnTo>
                      <a:pt x="664" y="208"/>
                    </a:lnTo>
                    <a:lnTo>
                      <a:pt x="666" y="209"/>
                    </a:lnTo>
                    <a:lnTo>
                      <a:pt x="670" y="211"/>
                    </a:lnTo>
                    <a:lnTo>
                      <a:pt x="673" y="213"/>
                    </a:lnTo>
                    <a:lnTo>
                      <a:pt x="675" y="213"/>
                    </a:lnTo>
                    <a:lnTo>
                      <a:pt x="677" y="213"/>
                    </a:lnTo>
                    <a:lnTo>
                      <a:pt x="678" y="213"/>
                    </a:lnTo>
                    <a:lnTo>
                      <a:pt x="679" y="213"/>
                    </a:lnTo>
                    <a:lnTo>
                      <a:pt x="681" y="212"/>
                    </a:lnTo>
                    <a:lnTo>
                      <a:pt x="682" y="210"/>
                    </a:lnTo>
                    <a:lnTo>
                      <a:pt x="684" y="209"/>
                    </a:lnTo>
                    <a:lnTo>
                      <a:pt x="684" y="209"/>
                    </a:lnTo>
                    <a:close/>
                    <a:moveTo>
                      <a:pt x="630" y="130"/>
                    </a:moveTo>
                    <a:lnTo>
                      <a:pt x="626" y="137"/>
                    </a:lnTo>
                    <a:lnTo>
                      <a:pt x="705" y="183"/>
                    </a:lnTo>
                    <a:lnTo>
                      <a:pt x="718" y="153"/>
                    </a:lnTo>
                    <a:lnTo>
                      <a:pt x="710" y="149"/>
                    </a:lnTo>
                    <a:lnTo>
                      <a:pt x="701" y="171"/>
                    </a:lnTo>
                    <a:lnTo>
                      <a:pt x="630" y="130"/>
                    </a:lnTo>
                    <a:lnTo>
                      <a:pt x="630" y="130"/>
                    </a:lnTo>
                    <a:close/>
                    <a:moveTo>
                      <a:pt x="726" y="133"/>
                    </a:moveTo>
                    <a:lnTo>
                      <a:pt x="725" y="135"/>
                    </a:lnTo>
                    <a:lnTo>
                      <a:pt x="723" y="137"/>
                    </a:lnTo>
                    <a:lnTo>
                      <a:pt x="722" y="139"/>
                    </a:lnTo>
                    <a:lnTo>
                      <a:pt x="720" y="141"/>
                    </a:lnTo>
                    <a:lnTo>
                      <a:pt x="718" y="141"/>
                    </a:lnTo>
                    <a:lnTo>
                      <a:pt x="715" y="142"/>
                    </a:lnTo>
                    <a:lnTo>
                      <a:pt x="713" y="143"/>
                    </a:lnTo>
                    <a:lnTo>
                      <a:pt x="710" y="144"/>
                    </a:lnTo>
                    <a:lnTo>
                      <a:pt x="707" y="144"/>
                    </a:lnTo>
                    <a:lnTo>
                      <a:pt x="704" y="144"/>
                    </a:lnTo>
                    <a:lnTo>
                      <a:pt x="701" y="143"/>
                    </a:lnTo>
                    <a:lnTo>
                      <a:pt x="697" y="143"/>
                    </a:lnTo>
                    <a:lnTo>
                      <a:pt x="692" y="141"/>
                    </a:lnTo>
                    <a:lnTo>
                      <a:pt x="688" y="141"/>
                    </a:lnTo>
                    <a:lnTo>
                      <a:pt x="684" y="139"/>
                    </a:lnTo>
                    <a:lnTo>
                      <a:pt x="679" y="137"/>
                    </a:lnTo>
                    <a:lnTo>
                      <a:pt x="670" y="133"/>
                    </a:lnTo>
                    <a:lnTo>
                      <a:pt x="661" y="129"/>
                    </a:lnTo>
                    <a:lnTo>
                      <a:pt x="656" y="126"/>
                    </a:lnTo>
                    <a:lnTo>
                      <a:pt x="652" y="124"/>
                    </a:lnTo>
                    <a:lnTo>
                      <a:pt x="649" y="121"/>
                    </a:lnTo>
                    <a:lnTo>
                      <a:pt x="647" y="119"/>
                    </a:lnTo>
                    <a:lnTo>
                      <a:pt x="646" y="117"/>
                    </a:lnTo>
                    <a:lnTo>
                      <a:pt x="644" y="114"/>
                    </a:lnTo>
                    <a:lnTo>
                      <a:pt x="642" y="112"/>
                    </a:lnTo>
                    <a:lnTo>
                      <a:pt x="642" y="109"/>
                    </a:lnTo>
                    <a:lnTo>
                      <a:pt x="641" y="106"/>
                    </a:lnTo>
                    <a:lnTo>
                      <a:pt x="641" y="104"/>
                    </a:lnTo>
                    <a:lnTo>
                      <a:pt x="641" y="101"/>
                    </a:lnTo>
                    <a:lnTo>
                      <a:pt x="642" y="98"/>
                    </a:lnTo>
                    <a:lnTo>
                      <a:pt x="642" y="96"/>
                    </a:lnTo>
                    <a:lnTo>
                      <a:pt x="644" y="93"/>
                    </a:lnTo>
                    <a:lnTo>
                      <a:pt x="646" y="92"/>
                    </a:lnTo>
                    <a:lnTo>
                      <a:pt x="647" y="90"/>
                    </a:lnTo>
                    <a:lnTo>
                      <a:pt x="650" y="89"/>
                    </a:lnTo>
                    <a:lnTo>
                      <a:pt x="651" y="88"/>
                    </a:lnTo>
                    <a:lnTo>
                      <a:pt x="654" y="88"/>
                    </a:lnTo>
                    <a:lnTo>
                      <a:pt x="657" y="87"/>
                    </a:lnTo>
                    <a:lnTo>
                      <a:pt x="659" y="87"/>
                    </a:lnTo>
                    <a:lnTo>
                      <a:pt x="663" y="87"/>
                    </a:lnTo>
                    <a:lnTo>
                      <a:pt x="667" y="88"/>
                    </a:lnTo>
                    <a:lnTo>
                      <a:pt x="672" y="89"/>
                    </a:lnTo>
                    <a:lnTo>
                      <a:pt x="682" y="92"/>
                    </a:lnTo>
                    <a:lnTo>
                      <a:pt x="692" y="96"/>
                    </a:lnTo>
                    <a:lnTo>
                      <a:pt x="701" y="100"/>
                    </a:lnTo>
                    <a:lnTo>
                      <a:pt x="709" y="104"/>
                    </a:lnTo>
                    <a:lnTo>
                      <a:pt x="712" y="105"/>
                    </a:lnTo>
                    <a:lnTo>
                      <a:pt x="715" y="108"/>
                    </a:lnTo>
                    <a:lnTo>
                      <a:pt x="718" y="110"/>
                    </a:lnTo>
                    <a:lnTo>
                      <a:pt x="720" y="112"/>
                    </a:lnTo>
                    <a:lnTo>
                      <a:pt x="722" y="114"/>
                    </a:lnTo>
                    <a:lnTo>
                      <a:pt x="723" y="117"/>
                    </a:lnTo>
                    <a:lnTo>
                      <a:pt x="724" y="119"/>
                    </a:lnTo>
                    <a:lnTo>
                      <a:pt x="726" y="122"/>
                    </a:lnTo>
                    <a:lnTo>
                      <a:pt x="726" y="125"/>
                    </a:lnTo>
                    <a:lnTo>
                      <a:pt x="726" y="127"/>
                    </a:lnTo>
                    <a:lnTo>
                      <a:pt x="726" y="130"/>
                    </a:lnTo>
                    <a:lnTo>
                      <a:pt x="726" y="133"/>
                    </a:lnTo>
                    <a:lnTo>
                      <a:pt x="726" y="133"/>
                    </a:lnTo>
                    <a:close/>
                    <a:moveTo>
                      <a:pt x="709" y="135"/>
                    </a:moveTo>
                    <a:lnTo>
                      <a:pt x="707" y="135"/>
                    </a:lnTo>
                    <a:lnTo>
                      <a:pt x="705" y="135"/>
                    </a:lnTo>
                    <a:lnTo>
                      <a:pt x="702" y="135"/>
                    </a:lnTo>
                    <a:lnTo>
                      <a:pt x="700" y="134"/>
                    </a:lnTo>
                    <a:lnTo>
                      <a:pt x="696" y="134"/>
                    </a:lnTo>
                    <a:lnTo>
                      <a:pt x="691" y="133"/>
                    </a:lnTo>
                    <a:lnTo>
                      <a:pt x="686" y="131"/>
                    </a:lnTo>
                    <a:lnTo>
                      <a:pt x="682" y="129"/>
                    </a:lnTo>
                    <a:lnTo>
                      <a:pt x="677" y="127"/>
                    </a:lnTo>
                    <a:lnTo>
                      <a:pt x="670" y="125"/>
                    </a:lnTo>
                    <a:lnTo>
                      <a:pt x="664" y="121"/>
                    </a:lnTo>
                    <a:lnTo>
                      <a:pt x="660" y="119"/>
                    </a:lnTo>
                    <a:lnTo>
                      <a:pt x="655" y="116"/>
                    </a:lnTo>
                    <a:lnTo>
                      <a:pt x="653" y="113"/>
                    </a:lnTo>
                    <a:lnTo>
                      <a:pt x="650" y="110"/>
                    </a:lnTo>
                    <a:lnTo>
                      <a:pt x="650" y="108"/>
                    </a:lnTo>
                    <a:lnTo>
                      <a:pt x="649" y="106"/>
                    </a:lnTo>
                    <a:lnTo>
                      <a:pt x="649" y="105"/>
                    </a:lnTo>
                    <a:lnTo>
                      <a:pt x="649" y="104"/>
                    </a:lnTo>
                    <a:lnTo>
                      <a:pt x="649" y="102"/>
                    </a:lnTo>
                    <a:lnTo>
                      <a:pt x="650" y="101"/>
                    </a:lnTo>
                    <a:lnTo>
                      <a:pt x="650" y="101"/>
                    </a:lnTo>
                    <a:lnTo>
                      <a:pt x="650" y="99"/>
                    </a:lnTo>
                    <a:lnTo>
                      <a:pt x="651" y="98"/>
                    </a:lnTo>
                    <a:lnTo>
                      <a:pt x="653" y="97"/>
                    </a:lnTo>
                    <a:lnTo>
                      <a:pt x="654" y="97"/>
                    </a:lnTo>
                    <a:lnTo>
                      <a:pt x="656" y="96"/>
                    </a:lnTo>
                    <a:lnTo>
                      <a:pt x="658" y="96"/>
                    </a:lnTo>
                    <a:lnTo>
                      <a:pt x="660" y="95"/>
                    </a:lnTo>
                    <a:lnTo>
                      <a:pt x="662" y="95"/>
                    </a:lnTo>
                    <a:lnTo>
                      <a:pt x="664" y="96"/>
                    </a:lnTo>
                    <a:lnTo>
                      <a:pt x="667" y="97"/>
                    </a:lnTo>
                    <a:lnTo>
                      <a:pt x="671" y="97"/>
                    </a:lnTo>
                    <a:lnTo>
                      <a:pt x="678" y="100"/>
                    </a:lnTo>
                    <a:lnTo>
                      <a:pt x="684" y="102"/>
                    </a:lnTo>
                    <a:lnTo>
                      <a:pt x="690" y="104"/>
                    </a:lnTo>
                    <a:lnTo>
                      <a:pt x="694" y="106"/>
                    </a:lnTo>
                    <a:lnTo>
                      <a:pt x="699" y="108"/>
                    </a:lnTo>
                    <a:lnTo>
                      <a:pt x="703" y="110"/>
                    </a:lnTo>
                    <a:lnTo>
                      <a:pt x="706" y="112"/>
                    </a:lnTo>
                    <a:lnTo>
                      <a:pt x="711" y="115"/>
                    </a:lnTo>
                    <a:lnTo>
                      <a:pt x="714" y="117"/>
                    </a:lnTo>
                    <a:lnTo>
                      <a:pt x="715" y="119"/>
                    </a:lnTo>
                    <a:lnTo>
                      <a:pt x="716" y="121"/>
                    </a:lnTo>
                    <a:lnTo>
                      <a:pt x="718" y="121"/>
                    </a:lnTo>
                    <a:lnTo>
                      <a:pt x="718" y="123"/>
                    </a:lnTo>
                    <a:lnTo>
                      <a:pt x="718" y="125"/>
                    </a:lnTo>
                    <a:lnTo>
                      <a:pt x="718" y="126"/>
                    </a:lnTo>
                    <a:lnTo>
                      <a:pt x="719" y="127"/>
                    </a:lnTo>
                    <a:lnTo>
                      <a:pt x="718" y="129"/>
                    </a:lnTo>
                    <a:lnTo>
                      <a:pt x="718" y="129"/>
                    </a:lnTo>
                    <a:lnTo>
                      <a:pt x="718" y="131"/>
                    </a:lnTo>
                    <a:lnTo>
                      <a:pt x="717" y="132"/>
                    </a:lnTo>
                    <a:lnTo>
                      <a:pt x="716" y="133"/>
                    </a:lnTo>
                    <a:lnTo>
                      <a:pt x="714" y="133"/>
                    </a:lnTo>
                    <a:lnTo>
                      <a:pt x="713" y="134"/>
                    </a:lnTo>
                    <a:lnTo>
                      <a:pt x="710" y="135"/>
                    </a:lnTo>
                    <a:lnTo>
                      <a:pt x="709" y="135"/>
                    </a:lnTo>
                    <a:lnTo>
                      <a:pt x="709" y="135"/>
                    </a:lnTo>
                    <a:close/>
                    <a:moveTo>
                      <a:pt x="745" y="59"/>
                    </a:moveTo>
                    <a:lnTo>
                      <a:pt x="701" y="49"/>
                    </a:lnTo>
                    <a:lnTo>
                      <a:pt x="698" y="69"/>
                    </a:lnTo>
                    <a:lnTo>
                      <a:pt x="705" y="71"/>
                    </a:lnTo>
                    <a:lnTo>
                      <a:pt x="706" y="61"/>
                    </a:lnTo>
                    <a:lnTo>
                      <a:pt x="710" y="61"/>
                    </a:lnTo>
                    <a:lnTo>
                      <a:pt x="716" y="62"/>
                    </a:lnTo>
                    <a:lnTo>
                      <a:pt x="721" y="63"/>
                    </a:lnTo>
                    <a:lnTo>
                      <a:pt x="724" y="64"/>
                    </a:lnTo>
                    <a:lnTo>
                      <a:pt x="727" y="65"/>
                    </a:lnTo>
                    <a:lnTo>
                      <a:pt x="730" y="67"/>
                    </a:lnTo>
                    <a:lnTo>
                      <a:pt x="731" y="68"/>
                    </a:lnTo>
                    <a:lnTo>
                      <a:pt x="732" y="69"/>
                    </a:lnTo>
                    <a:lnTo>
                      <a:pt x="733" y="69"/>
                    </a:lnTo>
                    <a:lnTo>
                      <a:pt x="733" y="71"/>
                    </a:lnTo>
                    <a:lnTo>
                      <a:pt x="734" y="72"/>
                    </a:lnTo>
                    <a:lnTo>
                      <a:pt x="734" y="73"/>
                    </a:lnTo>
                    <a:lnTo>
                      <a:pt x="734" y="75"/>
                    </a:lnTo>
                    <a:lnTo>
                      <a:pt x="734" y="77"/>
                    </a:lnTo>
                    <a:lnTo>
                      <a:pt x="733" y="79"/>
                    </a:lnTo>
                    <a:lnTo>
                      <a:pt x="732" y="81"/>
                    </a:lnTo>
                    <a:lnTo>
                      <a:pt x="731" y="82"/>
                    </a:lnTo>
                    <a:lnTo>
                      <a:pt x="730" y="82"/>
                    </a:lnTo>
                    <a:lnTo>
                      <a:pt x="729" y="83"/>
                    </a:lnTo>
                    <a:lnTo>
                      <a:pt x="727" y="84"/>
                    </a:lnTo>
                    <a:lnTo>
                      <a:pt x="724" y="84"/>
                    </a:lnTo>
                    <a:lnTo>
                      <a:pt x="722" y="85"/>
                    </a:lnTo>
                    <a:lnTo>
                      <a:pt x="718" y="85"/>
                    </a:lnTo>
                    <a:lnTo>
                      <a:pt x="714" y="85"/>
                    </a:lnTo>
                    <a:lnTo>
                      <a:pt x="707" y="84"/>
                    </a:lnTo>
                    <a:lnTo>
                      <a:pt x="700" y="83"/>
                    </a:lnTo>
                    <a:lnTo>
                      <a:pt x="692" y="81"/>
                    </a:lnTo>
                    <a:lnTo>
                      <a:pt x="685" y="80"/>
                    </a:lnTo>
                    <a:lnTo>
                      <a:pt x="679" y="77"/>
                    </a:lnTo>
                    <a:lnTo>
                      <a:pt x="674" y="75"/>
                    </a:lnTo>
                    <a:lnTo>
                      <a:pt x="671" y="74"/>
                    </a:lnTo>
                    <a:lnTo>
                      <a:pt x="669" y="73"/>
                    </a:lnTo>
                    <a:lnTo>
                      <a:pt x="667" y="72"/>
                    </a:lnTo>
                    <a:lnTo>
                      <a:pt x="666" y="71"/>
                    </a:lnTo>
                    <a:lnTo>
                      <a:pt x="665" y="69"/>
                    </a:lnTo>
                    <a:lnTo>
                      <a:pt x="664" y="68"/>
                    </a:lnTo>
                    <a:lnTo>
                      <a:pt x="663" y="67"/>
                    </a:lnTo>
                    <a:lnTo>
                      <a:pt x="662" y="65"/>
                    </a:lnTo>
                    <a:lnTo>
                      <a:pt x="662" y="64"/>
                    </a:lnTo>
                    <a:lnTo>
                      <a:pt x="662" y="62"/>
                    </a:lnTo>
                    <a:lnTo>
                      <a:pt x="662" y="61"/>
                    </a:lnTo>
                    <a:lnTo>
                      <a:pt x="662" y="59"/>
                    </a:lnTo>
                    <a:lnTo>
                      <a:pt x="663" y="57"/>
                    </a:lnTo>
                    <a:lnTo>
                      <a:pt x="665" y="56"/>
                    </a:lnTo>
                    <a:lnTo>
                      <a:pt x="666" y="55"/>
                    </a:lnTo>
                    <a:lnTo>
                      <a:pt x="668" y="54"/>
                    </a:lnTo>
                    <a:lnTo>
                      <a:pt x="670" y="53"/>
                    </a:lnTo>
                    <a:lnTo>
                      <a:pt x="673" y="53"/>
                    </a:lnTo>
                    <a:lnTo>
                      <a:pt x="676" y="54"/>
                    </a:lnTo>
                    <a:lnTo>
                      <a:pt x="679" y="54"/>
                    </a:lnTo>
                    <a:lnTo>
                      <a:pt x="681" y="46"/>
                    </a:lnTo>
                    <a:lnTo>
                      <a:pt x="677" y="45"/>
                    </a:lnTo>
                    <a:lnTo>
                      <a:pt x="673" y="45"/>
                    </a:lnTo>
                    <a:lnTo>
                      <a:pt x="669" y="45"/>
                    </a:lnTo>
                    <a:lnTo>
                      <a:pt x="665" y="46"/>
                    </a:lnTo>
                    <a:lnTo>
                      <a:pt x="662" y="47"/>
                    </a:lnTo>
                    <a:lnTo>
                      <a:pt x="661" y="48"/>
                    </a:lnTo>
                    <a:lnTo>
                      <a:pt x="659" y="49"/>
                    </a:lnTo>
                    <a:lnTo>
                      <a:pt x="657" y="51"/>
                    </a:lnTo>
                    <a:lnTo>
                      <a:pt x="655" y="53"/>
                    </a:lnTo>
                    <a:lnTo>
                      <a:pt x="654" y="56"/>
                    </a:lnTo>
                    <a:lnTo>
                      <a:pt x="654" y="57"/>
                    </a:lnTo>
                    <a:lnTo>
                      <a:pt x="654" y="60"/>
                    </a:lnTo>
                    <a:lnTo>
                      <a:pt x="654" y="62"/>
                    </a:lnTo>
                    <a:lnTo>
                      <a:pt x="654" y="65"/>
                    </a:lnTo>
                    <a:lnTo>
                      <a:pt x="654" y="67"/>
                    </a:lnTo>
                    <a:lnTo>
                      <a:pt x="655" y="69"/>
                    </a:lnTo>
                    <a:lnTo>
                      <a:pt x="656" y="72"/>
                    </a:lnTo>
                    <a:lnTo>
                      <a:pt x="657" y="74"/>
                    </a:lnTo>
                    <a:lnTo>
                      <a:pt x="659" y="76"/>
                    </a:lnTo>
                    <a:lnTo>
                      <a:pt x="661" y="77"/>
                    </a:lnTo>
                    <a:lnTo>
                      <a:pt x="663" y="80"/>
                    </a:lnTo>
                    <a:lnTo>
                      <a:pt x="666" y="81"/>
                    </a:lnTo>
                    <a:lnTo>
                      <a:pt x="670" y="83"/>
                    </a:lnTo>
                    <a:lnTo>
                      <a:pt x="674" y="85"/>
                    </a:lnTo>
                    <a:lnTo>
                      <a:pt x="678" y="86"/>
                    </a:lnTo>
                    <a:lnTo>
                      <a:pt x="683" y="88"/>
                    </a:lnTo>
                    <a:lnTo>
                      <a:pt x="689" y="89"/>
                    </a:lnTo>
                    <a:lnTo>
                      <a:pt x="694" y="90"/>
                    </a:lnTo>
                    <a:lnTo>
                      <a:pt x="698" y="91"/>
                    </a:lnTo>
                    <a:lnTo>
                      <a:pt x="703" y="92"/>
                    </a:lnTo>
                    <a:lnTo>
                      <a:pt x="709" y="93"/>
                    </a:lnTo>
                    <a:lnTo>
                      <a:pt x="713" y="93"/>
                    </a:lnTo>
                    <a:lnTo>
                      <a:pt x="718" y="93"/>
                    </a:lnTo>
                    <a:lnTo>
                      <a:pt x="722" y="93"/>
                    </a:lnTo>
                    <a:lnTo>
                      <a:pt x="726" y="93"/>
                    </a:lnTo>
                    <a:lnTo>
                      <a:pt x="729" y="92"/>
                    </a:lnTo>
                    <a:lnTo>
                      <a:pt x="731" y="91"/>
                    </a:lnTo>
                    <a:lnTo>
                      <a:pt x="733" y="90"/>
                    </a:lnTo>
                    <a:lnTo>
                      <a:pt x="735" y="89"/>
                    </a:lnTo>
                    <a:lnTo>
                      <a:pt x="737" y="88"/>
                    </a:lnTo>
                    <a:lnTo>
                      <a:pt x="738" y="86"/>
                    </a:lnTo>
                    <a:lnTo>
                      <a:pt x="739" y="84"/>
                    </a:lnTo>
                    <a:lnTo>
                      <a:pt x="740" y="82"/>
                    </a:lnTo>
                    <a:lnTo>
                      <a:pt x="741" y="79"/>
                    </a:lnTo>
                    <a:lnTo>
                      <a:pt x="741" y="77"/>
                    </a:lnTo>
                    <a:lnTo>
                      <a:pt x="741" y="75"/>
                    </a:lnTo>
                    <a:lnTo>
                      <a:pt x="741" y="73"/>
                    </a:lnTo>
                    <a:lnTo>
                      <a:pt x="741" y="71"/>
                    </a:lnTo>
                    <a:lnTo>
                      <a:pt x="740" y="69"/>
                    </a:lnTo>
                    <a:lnTo>
                      <a:pt x="739" y="68"/>
                    </a:lnTo>
                    <a:lnTo>
                      <a:pt x="738" y="66"/>
                    </a:lnTo>
                    <a:lnTo>
                      <a:pt x="738" y="65"/>
                    </a:lnTo>
                    <a:lnTo>
                      <a:pt x="743" y="66"/>
                    </a:lnTo>
                    <a:lnTo>
                      <a:pt x="745" y="59"/>
                    </a:lnTo>
                    <a:lnTo>
                      <a:pt x="745" y="59"/>
                    </a:lnTo>
                    <a:close/>
                    <a:moveTo>
                      <a:pt x="707" y="32"/>
                    </a:moveTo>
                    <a:lnTo>
                      <a:pt x="748" y="39"/>
                    </a:lnTo>
                    <a:lnTo>
                      <a:pt x="750" y="30"/>
                    </a:lnTo>
                    <a:lnTo>
                      <a:pt x="708" y="23"/>
                    </a:lnTo>
                    <a:lnTo>
                      <a:pt x="663" y="0"/>
                    </a:lnTo>
                    <a:lnTo>
                      <a:pt x="662" y="9"/>
                    </a:lnTo>
                    <a:lnTo>
                      <a:pt x="698" y="26"/>
                    </a:lnTo>
                    <a:lnTo>
                      <a:pt x="658" y="33"/>
                    </a:lnTo>
                    <a:lnTo>
                      <a:pt x="657" y="42"/>
                    </a:lnTo>
                    <a:lnTo>
                      <a:pt x="707" y="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1" name="íṥḻîḋè"/>
              <p:cNvSpPr/>
              <p:nvPr userDrawn="1"/>
            </p:nvSpPr>
            <p:spPr bwMode="auto">
              <a:xfrm>
                <a:off x="2030413" y="3495676"/>
                <a:ext cx="242888" cy="368300"/>
              </a:xfrm>
              <a:custGeom>
                <a:avLst/>
                <a:gdLst>
                  <a:gd name="T0" fmla="*/ 85 w 153"/>
                  <a:gd name="T1" fmla="*/ 34 h 232"/>
                  <a:gd name="T2" fmla="*/ 90 w 153"/>
                  <a:gd name="T3" fmla="*/ 26 h 232"/>
                  <a:gd name="T4" fmla="*/ 90 w 153"/>
                  <a:gd name="T5" fmla="*/ 13 h 232"/>
                  <a:gd name="T6" fmla="*/ 86 w 153"/>
                  <a:gd name="T7" fmla="*/ 5 h 232"/>
                  <a:gd name="T8" fmla="*/ 78 w 153"/>
                  <a:gd name="T9" fmla="*/ 0 h 232"/>
                  <a:gd name="T10" fmla="*/ 58 w 153"/>
                  <a:gd name="T11" fmla="*/ 4 h 232"/>
                  <a:gd name="T12" fmla="*/ 38 w 153"/>
                  <a:gd name="T13" fmla="*/ 22 h 232"/>
                  <a:gd name="T14" fmla="*/ 21 w 153"/>
                  <a:gd name="T15" fmla="*/ 38 h 232"/>
                  <a:gd name="T16" fmla="*/ 10 w 153"/>
                  <a:gd name="T17" fmla="*/ 36 h 232"/>
                  <a:gd name="T18" fmla="*/ 7 w 153"/>
                  <a:gd name="T19" fmla="*/ 27 h 232"/>
                  <a:gd name="T20" fmla="*/ 14 w 153"/>
                  <a:gd name="T21" fmla="*/ 18 h 232"/>
                  <a:gd name="T22" fmla="*/ 15 w 153"/>
                  <a:gd name="T23" fmla="*/ 9 h 232"/>
                  <a:gd name="T24" fmla="*/ 3 w 153"/>
                  <a:gd name="T25" fmla="*/ 16 h 232"/>
                  <a:gd name="T26" fmla="*/ 1 w 153"/>
                  <a:gd name="T27" fmla="*/ 31 h 232"/>
                  <a:gd name="T28" fmla="*/ 4 w 153"/>
                  <a:gd name="T29" fmla="*/ 40 h 232"/>
                  <a:gd name="T30" fmla="*/ 14 w 153"/>
                  <a:gd name="T31" fmla="*/ 46 h 232"/>
                  <a:gd name="T32" fmla="*/ 28 w 153"/>
                  <a:gd name="T33" fmla="*/ 45 h 232"/>
                  <a:gd name="T34" fmla="*/ 39 w 153"/>
                  <a:gd name="T35" fmla="*/ 33 h 232"/>
                  <a:gd name="T36" fmla="*/ 62 w 153"/>
                  <a:gd name="T37" fmla="*/ 9 h 232"/>
                  <a:gd name="T38" fmla="*/ 74 w 153"/>
                  <a:gd name="T39" fmla="*/ 7 h 232"/>
                  <a:gd name="T40" fmla="*/ 82 w 153"/>
                  <a:gd name="T41" fmla="*/ 13 h 232"/>
                  <a:gd name="T42" fmla="*/ 83 w 153"/>
                  <a:gd name="T43" fmla="*/ 23 h 232"/>
                  <a:gd name="T44" fmla="*/ 77 w 153"/>
                  <a:gd name="T45" fmla="*/ 29 h 232"/>
                  <a:gd name="T46" fmla="*/ 73 w 153"/>
                  <a:gd name="T47" fmla="*/ 39 h 232"/>
                  <a:gd name="T48" fmla="*/ 9 w 153"/>
                  <a:gd name="T49" fmla="*/ 69 h 232"/>
                  <a:gd name="T50" fmla="*/ 17 w 153"/>
                  <a:gd name="T51" fmla="*/ 60 h 232"/>
                  <a:gd name="T52" fmla="*/ 36 w 153"/>
                  <a:gd name="T53" fmla="*/ 52 h 232"/>
                  <a:gd name="T54" fmla="*/ 71 w 153"/>
                  <a:gd name="T55" fmla="*/ 44 h 232"/>
                  <a:gd name="T56" fmla="*/ 91 w 153"/>
                  <a:gd name="T57" fmla="*/ 47 h 232"/>
                  <a:gd name="T58" fmla="*/ 98 w 153"/>
                  <a:gd name="T59" fmla="*/ 56 h 232"/>
                  <a:gd name="T60" fmla="*/ 98 w 153"/>
                  <a:gd name="T61" fmla="*/ 67 h 232"/>
                  <a:gd name="T62" fmla="*/ 90 w 153"/>
                  <a:gd name="T63" fmla="*/ 76 h 232"/>
                  <a:gd name="T64" fmla="*/ 68 w 153"/>
                  <a:gd name="T65" fmla="*/ 85 h 232"/>
                  <a:gd name="T66" fmla="*/ 42 w 153"/>
                  <a:gd name="T67" fmla="*/ 90 h 232"/>
                  <a:gd name="T68" fmla="*/ 20 w 153"/>
                  <a:gd name="T69" fmla="*/ 91 h 232"/>
                  <a:gd name="T70" fmla="*/ 11 w 153"/>
                  <a:gd name="T71" fmla="*/ 84 h 232"/>
                  <a:gd name="T72" fmla="*/ 16 w 153"/>
                  <a:gd name="T73" fmla="*/ 76 h 232"/>
                  <a:gd name="T74" fmla="*/ 21 w 153"/>
                  <a:gd name="T75" fmla="*/ 82 h 232"/>
                  <a:gd name="T76" fmla="*/ 31 w 153"/>
                  <a:gd name="T77" fmla="*/ 84 h 232"/>
                  <a:gd name="T78" fmla="*/ 62 w 153"/>
                  <a:gd name="T79" fmla="*/ 77 h 232"/>
                  <a:gd name="T80" fmla="*/ 84 w 153"/>
                  <a:gd name="T81" fmla="*/ 70 h 232"/>
                  <a:gd name="T82" fmla="*/ 90 w 153"/>
                  <a:gd name="T83" fmla="*/ 64 h 232"/>
                  <a:gd name="T84" fmla="*/ 89 w 153"/>
                  <a:gd name="T85" fmla="*/ 56 h 232"/>
                  <a:gd name="T86" fmla="*/ 82 w 153"/>
                  <a:gd name="T87" fmla="*/ 52 h 232"/>
                  <a:gd name="T88" fmla="*/ 64 w 153"/>
                  <a:gd name="T89" fmla="*/ 53 h 232"/>
                  <a:gd name="T90" fmla="*/ 32 w 153"/>
                  <a:gd name="T91" fmla="*/ 61 h 232"/>
                  <a:gd name="T92" fmla="*/ 19 w 153"/>
                  <a:gd name="T93" fmla="*/ 68 h 232"/>
                  <a:gd name="T94" fmla="*/ 15 w 153"/>
                  <a:gd name="T95" fmla="*/ 75 h 232"/>
                  <a:gd name="T96" fmla="*/ 26 w 153"/>
                  <a:gd name="T97" fmla="*/ 135 h 232"/>
                  <a:gd name="T98" fmla="*/ 34 w 153"/>
                  <a:gd name="T99" fmla="*/ 140 h 232"/>
                  <a:gd name="T100" fmla="*/ 43 w 153"/>
                  <a:gd name="T101" fmla="*/ 141 h 232"/>
                  <a:gd name="T102" fmla="*/ 44 w 153"/>
                  <a:gd name="T103" fmla="*/ 132 h 232"/>
                  <a:gd name="T104" fmla="*/ 34 w 153"/>
                  <a:gd name="T105" fmla="*/ 130 h 232"/>
                  <a:gd name="T106" fmla="*/ 30 w 153"/>
                  <a:gd name="T107" fmla="*/ 121 h 232"/>
                  <a:gd name="T108" fmla="*/ 36 w 153"/>
                  <a:gd name="T109" fmla="*/ 112 h 232"/>
                  <a:gd name="T110" fmla="*/ 34 w 153"/>
                  <a:gd name="T111" fmla="*/ 103 h 232"/>
                  <a:gd name="T112" fmla="*/ 26 w 153"/>
                  <a:gd name="T113" fmla="*/ 109 h 232"/>
                  <a:gd name="T114" fmla="*/ 22 w 153"/>
                  <a:gd name="T115" fmla="*/ 119 h 232"/>
                  <a:gd name="T116" fmla="*/ 110 w 153"/>
                  <a:gd name="T117" fmla="*/ 122 h 232"/>
                  <a:gd name="T118" fmla="*/ 42 w 153"/>
                  <a:gd name="T119" fmla="*/ 172 h 232"/>
                  <a:gd name="T120" fmla="*/ 73 w 153"/>
                  <a:gd name="T121" fmla="*/ 232 h 232"/>
                  <a:gd name="T122" fmla="*/ 137 w 153"/>
                  <a:gd name="T123" fmla="*/ 163 h 232"/>
                  <a:gd name="T124" fmla="*/ 108 w 153"/>
                  <a:gd name="T125" fmla="*/ 204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3" h="232">
                    <a:moveTo>
                      <a:pt x="73" y="39"/>
                    </a:moveTo>
                    <a:lnTo>
                      <a:pt x="75" y="38"/>
                    </a:lnTo>
                    <a:lnTo>
                      <a:pt x="78" y="37"/>
                    </a:lnTo>
                    <a:lnTo>
                      <a:pt x="82" y="36"/>
                    </a:lnTo>
                    <a:lnTo>
                      <a:pt x="85" y="34"/>
                    </a:lnTo>
                    <a:lnTo>
                      <a:pt x="86" y="33"/>
                    </a:lnTo>
                    <a:lnTo>
                      <a:pt x="87" y="31"/>
                    </a:lnTo>
                    <a:lnTo>
                      <a:pt x="89" y="29"/>
                    </a:lnTo>
                    <a:lnTo>
                      <a:pt x="90" y="28"/>
                    </a:lnTo>
                    <a:lnTo>
                      <a:pt x="90" y="26"/>
                    </a:lnTo>
                    <a:lnTo>
                      <a:pt x="91" y="24"/>
                    </a:lnTo>
                    <a:lnTo>
                      <a:pt x="91" y="21"/>
                    </a:lnTo>
                    <a:lnTo>
                      <a:pt x="91" y="18"/>
                    </a:lnTo>
                    <a:lnTo>
                      <a:pt x="90" y="16"/>
                    </a:lnTo>
                    <a:lnTo>
                      <a:pt x="90" y="13"/>
                    </a:lnTo>
                    <a:lnTo>
                      <a:pt x="90" y="12"/>
                    </a:lnTo>
                    <a:lnTo>
                      <a:pt x="89" y="9"/>
                    </a:lnTo>
                    <a:lnTo>
                      <a:pt x="87" y="8"/>
                    </a:lnTo>
                    <a:lnTo>
                      <a:pt x="86" y="6"/>
                    </a:lnTo>
                    <a:lnTo>
                      <a:pt x="86" y="5"/>
                    </a:lnTo>
                    <a:lnTo>
                      <a:pt x="84" y="4"/>
                    </a:lnTo>
                    <a:lnTo>
                      <a:pt x="82" y="3"/>
                    </a:lnTo>
                    <a:lnTo>
                      <a:pt x="81" y="2"/>
                    </a:lnTo>
                    <a:lnTo>
                      <a:pt x="80" y="1"/>
                    </a:lnTo>
                    <a:lnTo>
                      <a:pt x="78" y="0"/>
                    </a:lnTo>
                    <a:lnTo>
                      <a:pt x="74" y="0"/>
                    </a:lnTo>
                    <a:lnTo>
                      <a:pt x="69" y="0"/>
                    </a:lnTo>
                    <a:lnTo>
                      <a:pt x="66" y="0"/>
                    </a:lnTo>
                    <a:lnTo>
                      <a:pt x="62" y="1"/>
                    </a:lnTo>
                    <a:lnTo>
                      <a:pt x="58" y="4"/>
                    </a:lnTo>
                    <a:lnTo>
                      <a:pt x="54" y="5"/>
                    </a:lnTo>
                    <a:lnTo>
                      <a:pt x="51" y="8"/>
                    </a:lnTo>
                    <a:lnTo>
                      <a:pt x="49" y="10"/>
                    </a:lnTo>
                    <a:lnTo>
                      <a:pt x="43" y="16"/>
                    </a:lnTo>
                    <a:lnTo>
                      <a:pt x="38" y="22"/>
                    </a:lnTo>
                    <a:lnTo>
                      <a:pt x="32" y="28"/>
                    </a:lnTo>
                    <a:lnTo>
                      <a:pt x="26" y="35"/>
                    </a:lnTo>
                    <a:lnTo>
                      <a:pt x="25" y="36"/>
                    </a:lnTo>
                    <a:lnTo>
                      <a:pt x="23" y="36"/>
                    </a:lnTo>
                    <a:lnTo>
                      <a:pt x="21" y="38"/>
                    </a:lnTo>
                    <a:lnTo>
                      <a:pt x="18" y="38"/>
                    </a:lnTo>
                    <a:lnTo>
                      <a:pt x="16" y="38"/>
                    </a:lnTo>
                    <a:lnTo>
                      <a:pt x="14" y="38"/>
                    </a:lnTo>
                    <a:lnTo>
                      <a:pt x="12" y="37"/>
                    </a:lnTo>
                    <a:lnTo>
                      <a:pt x="10" y="36"/>
                    </a:lnTo>
                    <a:lnTo>
                      <a:pt x="10" y="36"/>
                    </a:lnTo>
                    <a:lnTo>
                      <a:pt x="9" y="34"/>
                    </a:lnTo>
                    <a:lnTo>
                      <a:pt x="8" y="32"/>
                    </a:lnTo>
                    <a:lnTo>
                      <a:pt x="7" y="30"/>
                    </a:lnTo>
                    <a:lnTo>
                      <a:pt x="7" y="27"/>
                    </a:lnTo>
                    <a:lnTo>
                      <a:pt x="8" y="24"/>
                    </a:lnTo>
                    <a:lnTo>
                      <a:pt x="9" y="22"/>
                    </a:lnTo>
                    <a:lnTo>
                      <a:pt x="10" y="20"/>
                    </a:lnTo>
                    <a:lnTo>
                      <a:pt x="12" y="19"/>
                    </a:lnTo>
                    <a:lnTo>
                      <a:pt x="14" y="18"/>
                    </a:lnTo>
                    <a:lnTo>
                      <a:pt x="18" y="17"/>
                    </a:lnTo>
                    <a:lnTo>
                      <a:pt x="22" y="16"/>
                    </a:lnTo>
                    <a:lnTo>
                      <a:pt x="21" y="8"/>
                    </a:lnTo>
                    <a:lnTo>
                      <a:pt x="18" y="8"/>
                    </a:lnTo>
                    <a:lnTo>
                      <a:pt x="15" y="9"/>
                    </a:lnTo>
                    <a:lnTo>
                      <a:pt x="12" y="10"/>
                    </a:lnTo>
                    <a:lnTo>
                      <a:pt x="8" y="12"/>
                    </a:lnTo>
                    <a:lnTo>
                      <a:pt x="6" y="13"/>
                    </a:lnTo>
                    <a:lnTo>
                      <a:pt x="5" y="15"/>
                    </a:lnTo>
                    <a:lnTo>
                      <a:pt x="3" y="16"/>
                    </a:lnTo>
                    <a:lnTo>
                      <a:pt x="2" y="19"/>
                    </a:lnTo>
                    <a:lnTo>
                      <a:pt x="1" y="21"/>
                    </a:lnTo>
                    <a:lnTo>
                      <a:pt x="1" y="24"/>
                    </a:lnTo>
                    <a:lnTo>
                      <a:pt x="0" y="28"/>
                    </a:lnTo>
                    <a:lnTo>
                      <a:pt x="1" y="31"/>
                    </a:lnTo>
                    <a:lnTo>
                      <a:pt x="1" y="33"/>
                    </a:lnTo>
                    <a:lnTo>
                      <a:pt x="1" y="35"/>
                    </a:lnTo>
                    <a:lnTo>
                      <a:pt x="2" y="37"/>
                    </a:lnTo>
                    <a:lnTo>
                      <a:pt x="3" y="39"/>
                    </a:lnTo>
                    <a:lnTo>
                      <a:pt x="4" y="40"/>
                    </a:lnTo>
                    <a:lnTo>
                      <a:pt x="6" y="42"/>
                    </a:lnTo>
                    <a:lnTo>
                      <a:pt x="6" y="43"/>
                    </a:lnTo>
                    <a:lnTo>
                      <a:pt x="8" y="44"/>
                    </a:lnTo>
                    <a:lnTo>
                      <a:pt x="11" y="46"/>
                    </a:lnTo>
                    <a:lnTo>
                      <a:pt x="14" y="46"/>
                    </a:lnTo>
                    <a:lnTo>
                      <a:pt x="17" y="47"/>
                    </a:lnTo>
                    <a:lnTo>
                      <a:pt x="19" y="47"/>
                    </a:lnTo>
                    <a:lnTo>
                      <a:pt x="22" y="46"/>
                    </a:lnTo>
                    <a:lnTo>
                      <a:pt x="26" y="46"/>
                    </a:lnTo>
                    <a:lnTo>
                      <a:pt x="28" y="45"/>
                    </a:lnTo>
                    <a:lnTo>
                      <a:pt x="30" y="44"/>
                    </a:lnTo>
                    <a:lnTo>
                      <a:pt x="32" y="42"/>
                    </a:lnTo>
                    <a:lnTo>
                      <a:pt x="34" y="40"/>
                    </a:lnTo>
                    <a:lnTo>
                      <a:pt x="36" y="36"/>
                    </a:lnTo>
                    <a:lnTo>
                      <a:pt x="39" y="33"/>
                    </a:lnTo>
                    <a:lnTo>
                      <a:pt x="45" y="25"/>
                    </a:lnTo>
                    <a:lnTo>
                      <a:pt x="52" y="18"/>
                    </a:lnTo>
                    <a:lnTo>
                      <a:pt x="55" y="14"/>
                    </a:lnTo>
                    <a:lnTo>
                      <a:pt x="59" y="12"/>
                    </a:lnTo>
                    <a:lnTo>
                      <a:pt x="62" y="9"/>
                    </a:lnTo>
                    <a:lnTo>
                      <a:pt x="66" y="8"/>
                    </a:lnTo>
                    <a:lnTo>
                      <a:pt x="68" y="7"/>
                    </a:lnTo>
                    <a:lnTo>
                      <a:pt x="70" y="7"/>
                    </a:lnTo>
                    <a:lnTo>
                      <a:pt x="71" y="7"/>
                    </a:lnTo>
                    <a:lnTo>
                      <a:pt x="74" y="7"/>
                    </a:lnTo>
                    <a:lnTo>
                      <a:pt x="75" y="8"/>
                    </a:lnTo>
                    <a:lnTo>
                      <a:pt x="77" y="9"/>
                    </a:lnTo>
                    <a:lnTo>
                      <a:pt x="78" y="10"/>
                    </a:lnTo>
                    <a:lnTo>
                      <a:pt x="80" y="12"/>
                    </a:lnTo>
                    <a:lnTo>
                      <a:pt x="82" y="13"/>
                    </a:lnTo>
                    <a:lnTo>
                      <a:pt x="82" y="15"/>
                    </a:lnTo>
                    <a:lnTo>
                      <a:pt x="83" y="17"/>
                    </a:lnTo>
                    <a:lnTo>
                      <a:pt x="84" y="20"/>
                    </a:lnTo>
                    <a:lnTo>
                      <a:pt x="84" y="21"/>
                    </a:lnTo>
                    <a:lnTo>
                      <a:pt x="83" y="23"/>
                    </a:lnTo>
                    <a:lnTo>
                      <a:pt x="83" y="24"/>
                    </a:lnTo>
                    <a:lnTo>
                      <a:pt x="82" y="25"/>
                    </a:lnTo>
                    <a:lnTo>
                      <a:pt x="81" y="27"/>
                    </a:lnTo>
                    <a:lnTo>
                      <a:pt x="79" y="28"/>
                    </a:lnTo>
                    <a:lnTo>
                      <a:pt x="77" y="29"/>
                    </a:lnTo>
                    <a:lnTo>
                      <a:pt x="75" y="29"/>
                    </a:lnTo>
                    <a:lnTo>
                      <a:pt x="73" y="29"/>
                    </a:lnTo>
                    <a:lnTo>
                      <a:pt x="71" y="30"/>
                    </a:lnTo>
                    <a:lnTo>
                      <a:pt x="73" y="39"/>
                    </a:lnTo>
                    <a:lnTo>
                      <a:pt x="73" y="39"/>
                    </a:lnTo>
                    <a:close/>
                    <a:moveTo>
                      <a:pt x="9" y="78"/>
                    </a:moveTo>
                    <a:lnTo>
                      <a:pt x="8" y="76"/>
                    </a:lnTo>
                    <a:lnTo>
                      <a:pt x="8" y="73"/>
                    </a:lnTo>
                    <a:lnTo>
                      <a:pt x="9" y="72"/>
                    </a:lnTo>
                    <a:lnTo>
                      <a:pt x="9" y="69"/>
                    </a:lnTo>
                    <a:lnTo>
                      <a:pt x="10" y="68"/>
                    </a:lnTo>
                    <a:lnTo>
                      <a:pt x="11" y="66"/>
                    </a:lnTo>
                    <a:lnTo>
                      <a:pt x="13" y="64"/>
                    </a:lnTo>
                    <a:lnTo>
                      <a:pt x="14" y="63"/>
                    </a:lnTo>
                    <a:lnTo>
                      <a:pt x="17" y="60"/>
                    </a:lnTo>
                    <a:lnTo>
                      <a:pt x="20" y="58"/>
                    </a:lnTo>
                    <a:lnTo>
                      <a:pt x="23" y="56"/>
                    </a:lnTo>
                    <a:lnTo>
                      <a:pt x="27" y="55"/>
                    </a:lnTo>
                    <a:lnTo>
                      <a:pt x="31" y="53"/>
                    </a:lnTo>
                    <a:lnTo>
                      <a:pt x="36" y="52"/>
                    </a:lnTo>
                    <a:lnTo>
                      <a:pt x="40" y="50"/>
                    </a:lnTo>
                    <a:lnTo>
                      <a:pt x="45" y="48"/>
                    </a:lnTo>
                    <a:lnTo>
                      <a:pt x="54" y="47"/>
                    </a:lnTo>
                    <a:lnTo>
                      <a:pt x="63" y="45"/>
                    </a:lnTo>
                    <a:lnTo>
                      <a:pt x="71" y="44"/>
                    </a:lnTo>
                    <a:lnTo>
                      <a:pt x="78" y="44"/>
                    </a:lnTo>
                    <a:lnTo>
                      <a:pt x="82" y="44"/>
                    </a:lnTo>
                    <a:lnTo>
                      <a:pt x="86" y="44"/>
                    </a:lnTo>
                    <a:lnTo>
                      <a:pt x="89" y="46"/>
                    </a:lnTo>
                    <a:lnTo>
                      <a:pt x="91" y="47"/>
                    </a:lnTo>
                    <a:lnTo>
                      <a:pt x="94" y="49"/>
                    </a:lnTo>
                    <a:lnTo>
                      <a:pt x="95" y="52"/>
                    </a:lnTo>
                    <a:lnTo>
                      <a:pt x="97" y="52"/>
                    </a:lnTo>
                    <a:lnTo>
                      <a:pt x="97" y="54"/>
                    </a:lnTo>
                    <a:lnTo>
                      <a:pt x="98" y="56"/>
                    </a:lnTo>
                    <a:lnTo>
                      <a:pt x="98" y="57"/>
                    </a:lnTo>
                    <a:lnTo>
                      <a:pt x="98" y="60"/>
                    </a:lnTo>
                    <a:lnTo>
                      <a:pt x="98" y="63"/>
                    </a:lnTo>
                    <a:lnTo>
                      <a:pt x="98" y="64"/>
                    </a:lnTo>
                    <a:lnTo>
                      <a:pt x="98" y="67"/>
                    </a:lnTo>
                    <a:lnTo>
                      <a:pt x="97" y="68"/>
                    </a:lnTo>
                    <a:lnTo>
                      <a:pt x="95" y="70"/>
                    </a:lnTo>
                    <a:lnTo>
                      <a:pt x="94" y="72"/>
                    </a:lnTo>
                    <a:lnTo>
                      <a:pt x="92" y="74"/>
                    </a:lnTo>
                    <a:lnTo>
                      <a:pt x="90" y="76"/>
                    </a:lnTo>
                    <a:lnTo>
                      <a:pt x="86" y="77"/>
                    </a:lnTo>
                    <a:lnTo>
                      <a:pt x="82" y="80"/>
                    </a:lnTo>
                    <a:lnTo>
                      <a:pt x="78" y="81"/>
                    </a:lnTo>
                    <a:lnTo>
                      <a:pt x="73" y="84"/>
                    </a:lnTo>
                    <a:lnTo>
                      <a:pt x="68" y="85"/>
                    </a:lnTo>
                    <a:lnTo>
                      <a:pt x="63" y="87"/>
                    </a:lnTo>
                    <a:lnTo>
                      <a:pt x="58" y="88"/>
                    </a:lnTo>
                    <a:lnTo>
                      <a:pt x="53" y="88"/>
                    </a:lnTo>
                    <a:lnTo>
                      <a:pt x="48" y="90"/>
                    </a:lnTo>
                    <a:lnTo>
                      <a:pt x="42" y="90"/>
                    </a:lnTo>
                    <a:lnTo>
                      <a:pt x="37" y="91"/>
                    </a:lnTo>
                    <a:lnTo>
                      <a:pt x="32" y="92"/>
                    </a:lnTo>
                    <a:lnTo>
                      <a:pt x="26" y="92"/>
                    </a:lnTo>
                    <a:lnTo>
                      <a:pt x="22" y="92"/>
                    </a:lnTo>
                    <a:lnTo>
                      <a:pt x="20" y="91"/>
                    </a:lnTo>
                    <a:lnTo>
                      <a:pt x="18" y="90"/>
                    </a:lnTo>
                    <a:lnTo>
                      <a:pt x="15" y="89"/>
                    </a:lnTo>
                    <a:lnTo>
                      <a:pt x="14" y="88"/>
                    </a:lnTo>
                    <a:lnTo>
                      <a:pt x="12" y="87"/>
                    </a:lnTo>
                    <a:lnTo>
                      <a:pt x="11" y="84"/>
                    </a:lnTo>
                    <a:lnTo>
                      <a:pt x="10" y="83"/>
                    </a:lnTo>
                    <a:lnTo>
                      <a:pt x="10" y="81"/>
                    </a:lnTo>
                    <a:lnTo>
                      <a:pt x="9" y="78"/>
                    </a:lnTo>
                    <a:lnTo>
                      <a:pt x="9" y="78"/>
                    </a:lnTo>
                    <a:close/>
                    <a:moveTo>
                      <a:pt x="16" y="76"/>
                    </a:moveTo>
                    <a:lnTo>
                      <a:pt x="16" y="78"/>
                    </a:lnTo>
                    <a:lnTo>
                      <a:pt x="18" y="80"/>
                    </a:lnTo>
                    <a:lnTo>
                      <a:pt x="18" y="80"/>
                    </a:lnTo>
                    <a:lnTo>
                      <a:pt x="19" y="81"/>
                    </a:lnTo>
                    <a:lnTo>
                      <a:pt x="21" y="82"/>
                    </a:lnTo>
                    <a:lnTo>
                      <a:pt x="22" y="83"/>
                    </a:lnTo>
                    <a:lnTo>
                      <a:pt x="24" y="83"/>
                    </a:lnTo>
                    <a:lnTo>
                      <a:pt x="26" y="84"/>
                    </a:lnTo>
                    <a:lnTo>
                      <a:pt x="28" y="84"/>
                    </a:lnTo>
                    <a:lnTo>
                      <a:pt x="31" y="84"/>
                    </a:lnTo>
                    <a:lnTo>
                      <a:pt x="36" y="83"/>
                    </a:lnTo>
                    <a:lnTo>
                      <a:pt x="43" y="82"/>
                    </a:lnTo>
                    <a:lnTo>
                      <a:pt x="50" y="80"/>
                    </a:lnTo>
                    <a:lnTo>
                      <a:pt x="56" y="80"/>
                    </a:lnTo>
                    <a:lnTo>
                      <a:pt x="62" y="77"/>
                    </a:lnTo>
                    <a:lnTo>
                      <a:pt x="69" y="76"/>
                    </a:lnTo>
                    <a:lnTo>
                      <a:pt x="74" y="74"/>
                    </a:lnTo>
                    <a:lnTo>
                      <a:pt x="79" y="72"/>
                    </a:lnTo>
                    <a:lnTo>
                      <a:pt x="82" y="71"/>
                    </a:lnTo>
                    <a:lnTo>
                      <a:pt x="84" y="70"/>
                    </a:lnTo>
                    <a:lnTo>
                      <a:pt x="86" y="68"/>
                    </a:lnTo>
                    <a:lnTo>
                      <a:pt x="87" y="68"/>
                    </a:lnTo>
                    <a:lnTo>
                      <a:pt x="88" y="66"/>
                    </a:lnTo>
                    <a:lnTo>
                      <a:pt x="90" y="64"/>
                    </a:lnTo>
                    <a:lnTo>
                      <a:pt x="90" y="64"/>
                    </a:lnTo>
                    <a:lnTo>
                      <a:pt x="90" y="63"/>
                    </a:lnTo>
                    <a:lnTo>
                      <a:pt x="91" y="60"/>
                    </a:lnTo>
                    <a:lnTo>
                      <a:pt x="91" y="59"/>
                    </a:lnTo>
                    <a:lnTo>
                      <a:pt x="90" y="57"/>
                    </a:lnTo>
                    <a:lnTo>
                      <a:pt x="89" y="56"/>
                    </a:lnTo>
                    <a:lnTo>
                      <a:pt x="88" y="56"/>
                    </a:lnTo>
                    <a:lnTo>
                      <a:pt x="87" y="55"/>
                    </a:lnTo>
                    <a:lnTo>
                      <a:pt x="86" y="54"/>
                    </a:lnTo>
                    <a:lnTo>
                      <a:pt x="84" y="53"/>
                    </a:lnTo>
                    <a:lnTo>
                      <a:pt x="82" y="52"/>
                    </a:lnTo>
                    <a:lnTo>
                      <a:pt x="80" y="52"/>
                    </a:lnTo>
                    <a:lnTo>
                      <a:pt x="78" y="52"/>
                    </a:lnTo>
                    <a:lnTo>
                      <a:pt x="75" y="52"/>
                    </a:lnTo>
                    <a:lnTo>
                      <a:pt x="70" y="52"/>
                    </a:lnTo>
                    <a:lnTo>
                      <a:pt x="64" y="53"/>
                    </a:lnTo>
                    <a:lnTo>
                      <a:pt x="58" y="55"/>
                    </a:lnTo>
                    <a:lnTo>
                      <a:pt x="50" y="56"/>
                    </a:lnTo>
                    <a:lnTo>
                      <a:pt x="44" y="58"/>
                    </a:lnTo>
                    <a:lnTo>
                      <a:pt x="38" y="60"/>
                    </a:lnTo>
                    <a:lnTo>
                      <a:pt x="32" y="61"/>
                    </a:lnTo>
                    <a:lnTo>
                      <a:pt x="27" y="64"/>
                    </a:lnTo>
                    <a:lnTo>
                      <a:pt x="25" y="64"/>
                    </a:lnTo>
                    <a:lnTo>
                      <a:pt x="22" y="66"/>
                    </a:lnTo>
                    <a:lnTo>
                      <a:pt x="21" y="67"/>
                    </a:lnTo>
                    <a:lnTo>
                      <a:pt x="19" y="68"/>
                    </a:lnTo>
                    <a:lnTo>
                      <a:pt x="18" y="70"/>
                    </a:lnTo>
                    <a:lnTo>
                      <a:pt x="17" y="71"/>
                    </a:lnTo>
                    <a:lnTo>
                      <a:pt x="17" y="72"/>
                    </a:lnTo>
                    <a:lnTo>
                      <a:pt x="16" y="74"/>
                    </a:lnTo>
                    <a:lnTo>
                      <a:pt x="15" y="75"/>
                    </a:lnTo>
                    <a:lnTo>
                      <a:pt x="16" y="76"/>
                    </a:lnTo>
                    <a:lnTo>
                      <a:pt x="16" y="76"/>
                    </a:lnTo>
                    <a:close/>
                    <a:moveTo>
                      <a:pt x="23" y="128"/>
                    </a:moveTo>
                    <a:lnTo>
                      <a:pt x="25" y="132"/>
                    </a:lnTo>
                    <a:lnTo>
                      <a:pt x="26" y="135"/>
                    </a:lnTo>
                    <a:lnTo>
                      <a:pt x="27" y="136"/>
                    </a:lnTo>
                    <a:lnTo>
                      <a:pt x="29" y="137"/>
                    </a:lnTo>
                    <a:lnTo>
                      <a:pt x="30" y="139"/>
                    </a:lnTo>
                    <a:lnTo>
                      <a:pt x="32" y="140"/>
                    </a:lnTo>
                    <a:lnTo>
                      <a:pt x="34" y="140"/>
                    </a:lnTo>
                    <a:lnTo>
                      <a:pt x="35" y="140"/>
                    </a:lnTo>
                    <a:lnTo>
                      <a:pt x="37" y="141"/>
                    </a:lnTo>
                    <a:lnTo>
                      <a:pt x="39" y="141"/>
                    </a:lnTo>
                    <a:lnTo>
                      <a:pt x="41" y="141"/>
                    </a:lnTo>
                    <a:lnTo>
                      <a:pt x="43" y="141"/>
                    </a:lnTo>
                    <a:lnTo>
                      <a:pt x="45" y="140"/>
                    </a:lnTo>
                    <a:lnTo>
                      <a:pt x="47" y="140"/>
                    </a:lnTo>
                    <a:lnTo>
                      <a:pt x="115" y="116"/>
                    </a:lnTo>
                    <a:lnTo>
                      <a:pt x="112" y="108"/>
                    </a:lnTo>
                    <a:lnTo>
                      <a:pt x="44" y="132"/>
                    </a:lnTo>
                    <a:lnTo>
                      <a:pt x="42" y="132"/>
                    </a:lnTo>
                    <a:lnTo>
                      <a:pt x="39" y="132"/>
                    </a:lnTo>
                    <a:lnTo>
                      <a:pt x="38" y="132"/>
                    </a:lnTo>
                    <a:lnTo>
                      <a:pt x="36" y="132"/>
                    </a:lnTo>
                    <a:lnTo>
                      <a:pt x="34" y="130"/>
                    </a:lnTo>
                    <a:lnTo>
                      <a:pt x="32" y="129"/>
                    </a:lnTo>
                    <a:lnTo>
                      <a:pt x="31" y="128"/>
                    </a:lnTo>
                    <a:lnTo>
                      <a:pt x="30" y="125"/>
                    </a:lnTo>
                    <a:lnTo>
                      <a:pt x="30" y="124"/>
                    </a:lnTo>
                    <a:lnTo>
                      <a:pt x="30" y="121"/>
                    </a:lnTo>
                    <a:lnTo>
                      <a:pt x="30" y="119"/>
                    </a:lnTo>
                    <a:lnTo>
                      <a:pt x="31" y="116"/>
                    </a:lnTo>
                    <a:lnTo>
                      <a:pt x="32" y="115"/>
                    </a:lnTo>
                    <a:lnTo>
                      <a:pt x="34" y="112"/>
                    </a:lnTo>
                    <a:lnTo>
                      <a:pt x="36" y="112"/>
                    </a:lnTo>
                    <a:lnTo>
                      <a:pt x="38" y="110"/>
                    </a:lnTo>
                    <a:lnTo>
                      <a:pt x="105" y="88"/>
                    </a:lnTo>
                    <a:lnTo>
                      <a:pt x="103" y="80"/>
                    </a:lnTo>
                    <a:lnTo>
                      <a:pt x="36" y="102"/>
                    </a:lnTo>
                    <a:lnTo>
                      <a:pt x="34" y="103"/>
                    </a:lnTo>
                    <a:lnTo>
                      <a:pt x="32" y="104"/>
                    </a:lnTo>
                    <a:lnTo>
                      <a:pt x="30" y="105"/>
                    </a:lnTo>
                    <a:lnTo>
                      <a:pt x="29" y="107"/>
                    </a:lnTo>
                    <a:lnTo>
                      <a:pt x="27" y="108"/>
                    </a:lnTo>
                    <a:lnTo>
                      <a:pt x="26" y="109"/>
                    </a:lnTo>
                    <a:lnTo>
                      <a:pt x="25" y="112"/>
                    </a:lnTo>
                    <a:lnTo>
                      <a:pt x="24" y="113"/>
                    </a:lnTo>
                    <a:lnTo>
                      <a:pt x="23" y="115"/>
                    </a:lnTo>
                    <a:lnTo>
                      <a:pt x="22" y="117"/>
                    </a:lnTo>
                    <a:lnTo>
                      <a:pt x="22" y="119"/>
                    </a:lnTo>
                    <a:lnTo>
                      <a:pt x="22" y="120"/>
                    </a:lnTo>
                    <a:lnTo>
                      <a:pt x="22" y="124"/>
                    </a:lnTo>
                    <a:lnTo>
                      <a:pt x="23" y="128"/>
                    </a:lnTo>
                    <a:lnTo>
                      <a:pt x="23" y="128"/>
                    </a:lnTo>
                    <a:close/>
                    <a:moveTo>
                      <a:pt x="110" y="122"/>
                    </a:moveTo>
                    <a:lnTo>
                      <a:pt x="116" y="119"/>
                    </a:lnTo>
                    <a:lnTo>
                      <a:pt x="130" y="151"/>
                    </a:lnTo>
                    <a:lnTo>
                      <a:pt x="123" y="153"/>
                    </a:lnTo>
                    <a:lnTo>
                      <a:pt x="118" y="141"/>
                    </a:lnTo>
                    <a:lnTo>
                      <a:pt x="42" y="172"/>
                    </a:lnTo>
                    <a:lnTo>
                      <a:pt x="38" y="164"/>
                    </a:lnTo>
                    <a:lnTo>
                      <a:pt x="114" y="133"/>
                    </a:lnTo>
                    <a:lnTo>
                      <a:pt x="110" y="122"/>
                    </a:lnTo>
                    <a:lnTo>
                      <a:pt x="110" y="122"/>
                    </a:lnTo>
                    <a:close/>
                    <a:moveTo>
                      <a:pt x="73" y="232"/>
                    </a:moveTo>
                    <a:lnTo>
                      <a:pt x="153" y="190"/>
                    </a:lnTo>
                    <a:lnTo>
                      <a:pt x="149" y="183"/>
                    </a:lnTo>
                    <a:lnTo>
                      <a:pt x="115" y="200"/>
                    </a:lnTo>
                    <a:lnTo>
                      <a:pt x="103" y="177"/>
                    </a:lnTo>
                    <a:lnTo>
                      <a:pt x="137" y="163"/>
                    </a:lnTo>
                    <a:lnTo>
                      <a:pt x="133" y="155"/>
                    </a:lnTo>
                    <a:lnTo>
                      <a:pt x="50" y="192"/>
                    </a:lnTo>
                    <a:lnTo>
                      <a:pt x="54" y="200"/>
                    </a:lnTo>
                    <a:lnTo>
                      <a:pt x="95" y="180"/>
                    </a:lnTo>
                    <a:lnTo>
                      <a:pt x="108" y="204"/>
                    </a:lnTo>
                    <a:lnTo>
                      <a:pt x="69" y="225"/>
                    </a:lnTo>
                    <a:lnTo>
                      <a:pt x="73" y="2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2" name="iṩ1íḋé"/>
              <p:cNvSpPr/>
              <p:nvPr userDrawn="1"/>
            </p:nvSpPr>
            <p:spPr bwMode="auto">
              <a:xfrm>
                <a:off x="2192338" y="3840163"/>
                <a:ext cx="303213" cy="306388"/>
              </a:xfrm>
              <a:custGeom>
                <a:avLst/>
                <a:gdLst>
                  <a:gd name="T0" fmla="*/ 20 w 191"/>
                  <a:gd name="T1" fmla="*/ 59 h 193"/>
                  <a:gd name="T2" fmla="*/ 13 w 191"/>
                  <a:gd name="T3" fmla="*/ 60 h 193"/>
                  <a:gd name="T4" fmla="*/ 9 w 191"/>
                  <a:gd name="T5" fmla="*/ 56 h 193"/>
                  <a:gd name="T6" fmla="*/ 8 w 191"/>
                  <a:gd name="T7" fmla="*/ 50 h 193"/>
                  <a:gd name="T8" fmla="*/ 10 w 191"/>
                  <a:gd name="T9" fmla="*/ 45 h 193"/>
                  <a:gd name="T10" fmla="*/ 14 w 191"/>
                  <a:gd name="T11" fmla="*/ 39 h 193"/>
                  <a:gd name="T12" fmla="*/ 24 w 191"/>
                  <a:gd name="T13" fmla="*/ 30 h 193"/>
                  <a:gd name="T14" fmla="*/ 38 w 191"/>
                  <a:gd name="T15" fmla="*/ 19 h 193"/>
                  <a:gd name="T16" fmla="*/ 52 w 191"/>
                  <a:gd name="T17" fmla="*/ 12 h 193"/>
                  <a:gd name="T18" fmla="*/ 60 w 191"/>
                  <a:gd name="T19" fmla="*/ 10 h 193"/>
                  <a:gd name="T20" fmla="*/ 65 w 191"/>
                  <a:gd name="T21" fmla="*/ 10 h 193"/>
                  <a:gd name="T22" fmla="*/ 69 w 191"/>
                  <a:gd name="T23" fmla="*/ 12 h 193"/>
                  <a:gd name="T24" fmla="*/ 71 w 191"/>
                  <a:gd name="T25" fmla="*/ 18 h 193"/>
                  <a:gd name="T26" fmla="*/ 69 w 191"/>
                  <a:gd name="T27" fmla="*/ 24 h 193"/>
                  <a:gd name="T28" fmla="*/ 61 w 191"/>
                  <a:gd name="T29" fmla="*/ 32 h 193"/>
                  <a:gd name="T30" fmla="*/ 69 w 191"/>
                  <a:gd name="T31" fmla="*/ 36 h 193"/>
                  <a:gd name="T32" fmla="*/ 75 w 191"/>
                  <a:gd name="T33" fmla="*/ 31 h 193"/>
                  <a:gd name="T34" fmla="*/ 77 w 191"/>
                  <a:gd name="T35" fmla="*/ 25 h 193"/>
                  <a:gd name="T36" fmla="*/ 79 w 191"/>
                  <a:gd name="T37" fmla="*/ 19 h 193"/>
                  <a:gd name="T38" fmla="*/ 78 w 191"/>
                  <a:gd name="T39" fmla="*/ 13 h 193"/>
                  <a:gd name="T40" fmla="*/ 75 w 191"/>
                  <a:gd name="T41" fmla="*/ 7 h 193"/>
                  <a:gd name="T42" fmla="*/ 71 w 191"/>
                  <a:gd name="T43" fmla="*/ 3 h 193"/>
                  <a:gd name="T44" fmla="*/ 64 w 191"/>
                  <a:gd name="T45" fmla="*/ 0 h 193"/>
                  <a:gd name="T46" fmla="*/ 55 w 191"/>
                  <a:gd name="T47" fmla="*/ 2 h 193"/>
                  <a:gd name="T48" fmla="*/ 42 w 191"/>
                  <a:gd name="T49" fmla="*/ 7 h 193"/>
                  <a:gd name="T50" fmla="*/ 29 w 191"/>
                  <a:gd name="T51" fmla="*/ 16 h 193"/>
                  <a:gd name="T52" fmla="*/ 17 w 191"/>
                  <a:gd name="T53" fmla="*/ 25 h 193"/>
                  <a:gd name="T54" fmla="*/ 8 w 191"/>
                  <a:gd name="T55" fmla="*/ 35 h 193"/>
                  <a:gd name="T56" fmla="*/ 2 w 191"/>
                  <a:gd name="T57" fmla="*/ 43 h 193"/>
                  <a:gd name="T58" fmla="*/ 0 w 191"/>
                  <a:gd name="T59" fmla="*/ 51 h 193"/>
                  <a:gd name="T60" fmla="*/ 2 w 191"/>
                  <a:gd name="T61" fmla="*/ 58 h 193"/>
                  <a:gd name="T62" fmla="*/ 5 w 191"/>
                  <a:gd name="T63" fmla="*/ 64 h 193"/>
                  <a:gd name="T64" fmla="*/ 9 w 191"/>
                  <a:gd name="T65" fmla="*/ 67 h 193"/>
                  <a:gd name="T66" fmla="*/ 14 w 191"/>
                  <a:gd name="T67" fmla="*/ 69 h 193"/>
                  <a:gd name="T68" fmla="*/ 20 w 191"/>
                  <a:gd name="T69" fmla="*/ 68 h 193"/>
                  <a:gd name="T70" fmla="*/ 28 w 191"/>
                  <a:gd name="T71" fmla="*/ 65 h 193"/>
                  <a:gd name="T72" fmla="*/ 29 w 191"/>
                  <a:gd name="T73" fmla="*/ 55 h 193"/>
                  <a:gd name="T74" fmla="*/ 43 w 191"/>
                  <a:gd name="T75" fmla="*/ 107 h 193"/>
                  <a:gd name="T76" fmla="*/ 27 w 191"/>
                  <a:gd name="T77" fmla="*/ 89 h 193"/>
                  <a:gd name="T78" fmla="*/ 97 w 191"/>
                  <a:gd name="T79" fmla="*/ 33 h 193"/>
                  <a:gd name="T80" fmla="*/ 110 w 191"/>
                  <a:gd name="T81" fmla="*/ 47 h 193"/>
                  <a:gd name="T82" fmla="*/ 48 w 191"/>
                  <a:gd name="T83" fmla="*/ 112 h 193"/>
                  <a:gd name="T84" fmla="*/ 124 w 191"/>
                  <a:gd name="T85" fmla="*/ 60 h 193"/>
                  <a:gd name="T86" fmla="*/ 64 w 191"/>
                  <a:gd name="T87" fmla="*/ 127 h 193"/>
                  <a:gd name="T88" fmla="*/ 169 w 191"/>
                  <a:gd name="T89" fmla="*/ 95 h 193"/>
                  <a:gd name="T90" fmla="*/ 149 w 191"/>
                  <a:gd name="T91" fmla="*/ 82 h 193"/>
                  <a:gd name="T92" fmla="*/ 82 w 191"/>
                  <a:gd name="T93" fmla="*/ 143 h 193"/>
                  <a:gd name="T94" fmla="*/ 99 w 191"/>
                  <a:gd name="T95" fmla="*/ 156 h 193"/>
                  <a:gd name="T96" fmla="*/ 145 w 191"/>
                  <a:gd name="T97" fmla="*/ 188 h 193"/>
                  <a:gd name="T98" fmla="*/ 182 w 191"/>
                  <a:gd name="T99" fmla="*/ 105 h 193"/>
                  <a:gd name="T100" fmla="*/ 147 w 191"/>
                  <a:gd name="T101" fmla="*/ 148 h 193"/>
                  <a:gd name="T102" fmla="*/ 153 w 191"/>
                  <a:gd name="T103" fmla="*/ 14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1" h="193">
                    <a:moveTo>
                      <a:pt x="29" y="55"/>
                    </a:moveTo>
                    <a:lnTo>
                      <a:pt x="24" y="57"/>
                    </a:lnTo>
                    <a:lnTo>
                      <a:pt x="20" y="59"/>
                    </a:lnTo>
                    <a:lnTo>
                      <a:pt x="17" y="60"/>
                    </a:lnTo>
                    <a:lnTo>
                      <a:pt x="15" y="60"/>
                    </a:lnTo>
                    <a:lnTo>
                      <a:pt x="13" y="60"/>
                    </a:lnTo>
                    <a:lnTo>
                      <a:pt x="12" y="59"/>
                    </a:lnTo>
                    <a:lnTo>
                      <a:pt x="10" y="58"/>
                    </a:lnTo>
                    <a:lnTo>
                      <a:pt x="9" y="56"/>
                    </a:lnTo>
                    <a:lnTo>
                      <a:pt x="8" y="54"/>
                    </a:lnTo>
                    <a:lnTo>
                      <a:pt x="8" y="51"/>
                    </a:lnTo>
                    <a:lnTo>
                      <a:pt x="8" y="50"/>
                    </a:lnTo>
                    <a:lnTo>
                      <a:pt x="8" y="48"/>
                    </a:lnTo>
                    <a:lnTo>
                      <a:pt x="9" y="47"/>
                    </a:lnTo>
                    <a:lnTo>
                      <a:pt x="10" y="45"/>
                    </a:lnTo>
                    <a:lnTo>
                      <a:pt x="11" y="43"/>
                    </a:lnTo>
                    <a:lnTo>
                      <a:pt x="12" y="42"/>
                    </a:lnTo>
                    <a:lnTo>
                      <a:pt x="14" y="39"/>
                    </a:lnTo>
                    <a:lnTo>
                      <a:pt x="16" y="37"/>
                    </a:lnTo>
                    <a:lnTo>
                      <a:pt x="20" y="33"/>
                    </a:lnTo>
                    <a:lnTo>
                      <a:pt x="24" y="30"/>
                    </a:lnTo>
                    <a:lnTo>
                      <a:pt x="28" y="27"/>
                    </a:lnTo>
                    <a:lnTo>
                      <a:pt x="33" y="23"/>
                    </a:lnTo>
                    <a:lnTo>
                      <a:pt x="38" y="19"/>
                    </a:lnTo>
                    <a:lnTo>
                      <a:pt x="43" y="17"/>
                    </a:lnTo>
                    <a:lnTo>
                      <a:pt x="48" y="15"/>
                    </a:lnTo>
                    <a:lnTo>
                      <a:pt x="52" y="12"/>
                    </a:lnTo>
                    <a:lnTo>
                      <a:pt x="56" y="11"/>
                    </a:lnTo>
                    <a:lnTo>
                      <a:pt x="58" y="10"/>
                    </a:lnTo>
                    <a:lnTo>
                      <a:pt x="60" y="10"/>
                    </a:lnTo>
                    <a:lnTo>
                      <a:pt x="61" y="9"/>
                    </a:lnTo>
                    <a:lnTo>
                      <a:pt x="64" y="9"/>
                    </a:lnTo>
                    <a:lnTo>
                      <a:pt x="65" y="10"/>
                    </a:lnTo>
                    <a:lnTo>
                      <a:pt x="66" y="10"/>
                    </a:lnTo>
                    <a:lnTo>
                      <a:pt x="67" y="11"/>
                    </a:lnTo>
                    <a:lnTo>
                      <a:pt x="69" y="12"/>
                    </a:lnTo>
                    <a:lnTo>
                      <a:pt x="70" y="14"/>
                    </a:lnTo>
                    <a:lnTo>
                      <a:pt x="71" y="16"/>
                    </a:lnTo>
                    <a:lnTo>
                      <a:pt x="71" y="18"/>
                    </a:lnTo>
                    <a:lnTo>
                      <a:pt x="71" y="19"/>
                    </a:lnTo>
                    <a:lnTo>
                      <a:pt x="71" y="22"/>
                    </a:lnTo>
                    <a:lnTo>
                      <a:pt x="69" y="24"/>
                    </a:lnTo>
                    <a:lnTo>
                      <a:pt x="68" y="27"/>
                    </a:lnTo>
                    <a:lnTo>
                      <a:pt x="65" y="29"/>
                    </a:lnTo>
                    <a:lnTo>
                      <a:pt x="61" y="32"/>
                    </a:lnTo>
                    <a:lnTo>
                      <a:pt x="65" y="39"/>
                    </a:lnTo>
                    <a:lnTo>
                      <a:pt x="67" y="38"/>
                    </a:lnTo>
                    <a:lnTo>
                      <a:pt x="69" y="36"/>
                    </a:lnTo>
                    <a:lnTo>
                      <a:pt x="71" y="35"/>
                    </a:lnTo>
                    <a:lnTo>
                      <a:pt x="73" y="33"/>
                    </a:lnTo>
                    <a:lnTo>
                      <a:pt x="75" y="31"/>
                    </a:lnTo>
                    <a:lnTo>
                      <a:pt x="76" y="29"/>
                    </a:lnTo>
                    <a:lnTo>
                      <a:pt x="77" y="27"/>
                    </a:lnTo>
                    <a:lnTo>
                      <a:pt x="77" y="25"/>
                    </a:lnTo>
                    <a:lnTo>
                      <a:pt x="78" y="23"/>
                    </a:lnTo>
                    <a:lnTo>
                      <a:pt x="79" y="21"/>
                    </a:lnTo>
                    <a:lnTo>
                      <a:pt x="79" y="19"/>
                    </a:lnTo>
                    <a:lnTo>
                      <a:pt x="79" y="17"/>
                    </a:lnTo>
                    <a:lnTo>
                      <a:pt x="78" y="15"/>
                    </a:lnTo>
                    <a:lnTo>
                      <a:pt x="78" y="13"/>
                    </a:lnTo>
                    <a:lnTo>
                      <a:pt x="77" y="11"/>
                    </a:lnTo>
                    <a:lnTo>
                      <a:pt x="77" y="9"/>
                    </a:lnTo>
                    <a:lnTo>
                      <a:pt x="75" y="7"/>
                    </a:lnTo>
                    <a:lnTo>
                      <a:pt x="74" y="5"/>
                    </a:lnTo>
                    <a:lnTo>
                      <a:pt x="73" y="3"/>
                    </a:lnTo>
                    <a:lnTo>
                      <a:pt x="71" y="3"/>
                    </a:lnTo>
                    <a:lnTo>
                      <a:pt x="69" y="1"/>
                    </a:lnTo>
                    <a:lnTo>
                      <a:pt x="66" y="1"/>
                    </a:lnTo>
                    <a:lnTo>
                      <a:pt x="64" y="0"/>
                    </a:lnTo>
                    <a:lnTo>
                      <a:pt x="61" y="0"/>
                    </a:lnTo>
                    <a:lnTo>
                      <a:pt x="58" y="1"/>
                    </a:lnTo>
                    <a:lnTo>
                      <a:pt x="55" y="2"/>
                    </a:lnTo>
                    <a:lnTo>
                      <a:pt x="51" y="3"/>
                    </a:lnTo>
                    <a:lnTo>
                      <a:pt x="47" y="5"/>
                    </a:lnTo>
                    <a:lnTo>
                      <a:pt x="42" y="7"/>
                    </a:lnTo>
                    <a:lnTo>
                      <a:pt x="38" y="10"/>
                    </a:lnTo>
                    <a:lnTo>
                      <a:pt x="34" y="13"/>
                    </a:lnTo>
                    <a:lnTo>
                      <a:pt x="29" y="16"/>
                    </a:lnTo>
                    <a:lnTo>
                      <a:pt x="24" y="19"/>
                    </a:lnTo>
                    <a:lnTo>
                      <a:pt x="20" y="22"/>
                    </a:lnTo>
                    <a:lnTo>
                      <a:pt x="17" y="25"/>
                    </a:lnTo>
                    <a:lnTo>
                      <a:pt x="13" y="29"/>
                    </a:lnTo>
                    <a:lnTo>
                      <a:pt x="10" y="32"/>
                    </a:lnTo>
                    <a:lnTo>
                      <a:pt x="8" y="35"/>
                    </a:lnTo>
                    <a:lnTo>
                      <a:pt x="5" y="38"/>
                    </a:lnTo>
                    <a:lnTo>
                      <a:pt x="4" y="41"/>
                    </a:lnTo>
                    <a:lnTo>
                      <a:pt x="2" y="43"/>
                    </a:lnTo>
                    <a:lnTo>
                      <a:pt x="1" y="46"/>
                    </a:lnTo>
                    <a:lnTo>
                      <a:pt x="0" y="48"/>
                    </a:lnTo>
                    <a:lnTo>
                      <a:pt x="0" y="51"/>
                    </a:lnTo>
                    <a:lnTo>
                      <a:pt x="0" y="53"/>
                    </a:lnTo>
                    <a:lnTo>
                      <a:pt x="0" y="55"/>
                    </a:lnTo>
                    <a:lnTo>
                      <a:pt x="2" y="58"/>
                    </a:lnTo>
                    <a:lnTo>
                      <a:pt x="3" y="60"/>
                    </a:lnTo>
                    <a:lnTo>
                      <a:pt x="4" y="63"/>
                    </a:lnTo>
                    <a:lnTo>
                      <a:pt x="5" y="64"/>
                    </a:lnTo>
                    <a:lnTo>
                      <a:pt x="6" y="66"/>
                    </a:lnTo>
                    <a:lnTo>
                      <a:pt x="8" y="67"/>
                    </a:lnTo>
                    <a:lnTo>
                      <a:pt x="9" y="67"/>
                    </a:lnTo>
                    <a:lnTo>
                      <a:pt x="11" y="68"/>
                    </a:lnTo>
                    <a:lnTo>
                      <a:pt x="12" y="69"/>
                    </a:lnTo>
                    <a:lnTo>
                      <a:pt x="14" y="69"/>
                    </a:lnTo>
                    <a:lnTo>
                      <a:pt x="16" y="69"/>
                    </a:lnTo>
                    <a:lnTo>
                      <a:pt x="19" y="69"/>
                    </a:lnTo>
                    <a:lnTo>
                      <a:pt x="20" y="68"/>
                    </a:lnTo>
                    <a:lnTo>
                      <a:pt x="23" y="67"/>
                    </a:lnTo>
                    <a:lnTo>
                      <a:pt x="25" y="67"/>
                    </a:lnTo>
                    <a:lnTo>
                      <a:pt x="28" y="65"/>
                    </a:lnTo>
                    <a:lnTo>
                      <a:pt x="30" y="63"/>
                    </a:lnTo>
                    <a:lnTo>
                      <a:pt x="33" y="62"/>
                    </a:lnTo>
                    <a:lnTo>
                      <a:pt x="29" y="55"/>
                    </a:lnTo>
                    <a:lnTo>
                      <a:pt x="29" y="55"/>
                    </a:lnTo>
                    <a:close/>
                    <a:moveTo>
                      <a:pt x="48" y="112"/>
                    </a:moveTo>
                    <a:lnTo>
                      <a:pt x="43" y="107"/>
                    </a:lnTo>
                    <a:lnTo>
                      <a:pt x="78" y="76"/>
                    </a:lnTo>
                    <a:lnTo>
                      <a:pt x="64" y="59"/>
                    </a:lnTo>
                    <a:lnTo>
                      <a:pt x="27" y="89"/>
                    </a:lnTo>
                    <a:lnTo>
                      <a:pt x="21" y="83"/>
                    </a:lnTo>
                    <a:lnTo>
                      <a:pt x="91" y="27"/>
                    </a:lnTo>
                    <a:lnTo>
                      <a:pt x="97" y="33"/>
                    </a:lnTo>
                    <a:lnTo>
                      <a:pt x="70" y="54"/>
                    </a:lnTo>
                    <a:lnTo>
                      <a:pt x="84" y="71"/>
                    </a:lnTo>
                    <a:lnTo>
                      <a:pt x="110" y="47"/>
                    </a:lnTo>
                    <a:lnTo>
                      <a:pt x="116" y="53"/>
                    </a:lnTo>
                    <a:lnTo>
                      <a:pt x="48" y="112"/>
                    </a:lnTo>
                    <a:lnTo>
                      <a:pt x="48" y="112"/>
                    </a:lnTo>
                    <a:close/>
                    <a:moveTo>
                      <a:pt x="64" y="127"/>
                    </a:moveTo>
                    <a:lnTo>
                      <a:pt x="58" y="121"/>
                    </a:lnTo>
                    <a:lnTo>
                      <a:pt x="124" y="60"/>
                    </a:lnTo>
                    <a:lnTo>
                      <a:pt x="130" y="66"/>
                    </a:lnTo>
                    <a:lnTo>
                      <a:pt x="64" y="127"/>
                    </a:lnTo>
                    <a:lnTo>
                      <a:pt x="64" y="127"/>
                    </a:lnTo>
                    <a:close/>
                    <a:moveTo>
                      <a:pt x="99" y="156"/>
                    </a:moveTo>
                    <a:lnTo>
                      <a:pt x="105" y="161"/>
                    </a:lnTo>
                    <a:lnTo>
                      <a:pt x="169" y="95"/>
                    </a:lnTo>
                    <a:lnTo>
                      <a:pt x="163" y="91"/>
                    </a:lnTo>
                    <a:lnTo>
                      <a:pt x="122" y="131"/>
                    </a:lnTo>
                    <a:lnTo>
                      <a:pt x="149" y="82"/>
                    </a:lnTo>
                    <a:lnTo>
                      <a:pt x="139" y="74"/>
                    </a:lnTo>
                    <a:lnTo>
                      <a:pt x="75" y="136"/>
                    </a:lnTo>
                    <a:lnTo>
                      <a:pt x="82" y="143"/>
                    </a:lnTo>
                    <a:lnTo>
                      <a:pt x="137" y="86"/>
                    </a:lnTo>
                    <a:lnTo>
                      <a:pt x="99" y="156"/>
                    </a:lnTo>
                    <a:lnTo>
                      <a:pt x="99" y="156"/>
                    </a:lnTo>
                    <a:close/>
                    <a:moveTo>
                      <a:pt x="147" y="148"/>
                    </a:moveTo>
                    <a:lnTo>
                      <a:pt x="160" y="159"/>
                    </a:lnTo>
                    <a:lnTo>
                      <a:pt x="145" y="188"/>
                    </a:lnTo>
                    <a:lnTo>
                      <a:pt x="153" y="193"/>
                    </a:lnTo>
                    <a:lnTo>
                      <a:pt x="191" y="111"/>
                    </a:lnTo>
                    <a:lnTo>
                      <a:pt x="182" y="105"/>
                    </a:lnTo>
                    <a:lnTo>
                      <a:pt x="115" y="168"/>
                    </a:lnTo>
                    <a:lnTo>
                      <a:pt x="121" y="173"/>
                    </a:lnTo>
                    <a:lnTo>
                      <a:pt x="147" y="148"/>
                    </a:lnTo>
                    <a:lnTo>
                      <a:pt x="147" y="148"/>
                    </a:lnTo>
                    <a:close/>
                    <a:moveTo>
                      <a:pt x="163" y="151"/>
                    </a:moveTo>
                    <a:lnTo>
                      <a:pt x="153" y="143"/>
                    </a:lnTo>
                    <a:lnTo>
                      <a:pt x="178" y="119"/>
                    </a:lnTo>
                    <a:lnTo>
                      <a:pt x="163" y="15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3" name="ïś1ïḋe"/>
              <p:cNvSpPr/>
              <p:nvPr userDrawn="1"/>
            </p:nvSpPr>
            <p:spPr bwMode="auto">
              <a:xfrm>
                <a:off x="2944813" y="3957638"/>
                <a:ext cx="39688" cy="73025"/>
              </a:xfrm>
              <a:custGeom>
                <a:avLst/>
                <a:gdLst>
                  <a:gd name="T0" fmla="*/ 13 w 25"/>
                  <a:gd name="T1" fmla="*/ 0 h 46"/>
                  <a:gd name="T2" fmla="*/ 20 w 25"/>
                  <a:gd name="T3" fmla="*/ 29 h 46"/>
                  <a:gd name="T4" fmla="*/ 24 w 25"/>
                  <a:gd name="T5" fmla="*/ 28 h 46"/>
                  <a:gd name="T6" fmla="*/ 25 w 25"/>
                  <a:gd name="T7" fmla="*/ 32 h 46"/>
                  <a:gd name="T8" fmla="*/ 21 w 25"/>
                  <a:gd name="T9" fmla="*/ 33 h 46"/>
                  <a:gd name="T10" fmla="*/ 24 w 25"/>
                  <a:gd name="T11" fmla="*/ 45 h 46"/>
                  <a:gd name="T12" fmla="*/ 20 w 25"/>
                  <a:gd name="T13" fmla="*/ 46 h 46"/>
                  <a:gd name="T14" fmla="*/ 17 w 25"/>
                  <a:gd name="T15" fmla="*/ 33 h 46"/>
                  <a:gd name="T16" fmla="*/ 2 w 25"/>
                  <a:gd name="T17" fmla="*/ 37 h 46"/>
                  <a:gd name="T18" fmla="*/ 0 w 25"/>
                  <a:gd name="T19" fmla="*/ 33 h 46"/>
                  <a:gd name="T20" fmla="*/ 11 w 25"/>
                  <a:gd name="T21" fmla="*/ 0 h 46"/>
                  <a:gd name="T22" fmla="*/ 13 w 25"/>
                  <a:gd name="T23" fmla="*/ 0 h 46"/>
                  <a:gd name="T24" fmla="*/ 13 w 25"/>
                  <a:gd name="T25" fmla="*/ 0 h 46"/>
                  <a:gd name="T26" fmla="*/ 16 w 25"/>
                  <a:gd name="T27" fmla="*/ 29 h 46"/>
                  <a:gd name="T28" fmla="*/ 11 w 25"/>
                  <a:gd name="T29" fmla="*/ 7 h 46"/>
                  <a:gd name="T30" fmla="*/ 3 w 25"/>
                  <a:gd name="T31" fmla="*/ 33 h 46"/>
                  <a:gd name="T32" fmla="*/ 16 w 25"/>
                  <a:gd name="T33" fmla="*/ 2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46">
                    <a:moveTo>
                      <a:pt x="13" y="0"/>
                    </a:moveTo>
                    <a:lnTo>
                      <a:pt x="20" y="29"/>
                    </a:lnTo>
                    <a:lnTo>
                      <a:pt x="24" y="28"/>
                    </a:lnTo>
                    <a:lnTo>
                      <a:pt x="25" y="32"/>
                    </a:lnTo>
                    <a:lnTo>
                      <a:pt x="21" y="33"/>
                    </a:lnTo>
                    <a:lnTo>
                      <a:pt x="24" y="45"/>
                    </a:lnTo>
                    <a:lnTo>
                      <a:pt x="20" y="46"/>
                    </a:lnTo>
                    <a:lnTo>
                      <a:pt x="17" y="33"/>
                    </a:lnTo>
                    <a:lnTo>
                      <a:pt x="2" y="37"/>
                    </a:lnTo>
                    <a:lnTo>
                      <a:pt x="0" y="33"/>
                    </a:lnTo>
                    <a:lnTo>
                      <a:pt x="11" y="0"/>
                    </a:lnTo>
                    <a:lnTo>
                      <a:pt x="13" y="0"/>
                    </a:lnTo>
                    <a:lnTo>
                      <a:pt x="13" y="0"/>
                    </a:lnTo>
                    <a:close/>
                    <a:moveTo>
                      <a:pt x="16" y="29"/>
                    </a:moveTo>
                    <a:lnTo>
                      <a:pt x="11" y="7"/>
                    </a:lnTo>
                    <a:lnTo>
                      <a:pt x="3" y="33"/>
                    </a:lnTo>
                    <a:lnTo>
                      <a:pt x="16" y="29"/>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4" name="ís1íďe"/>
              <p:cNvSpPr/>
              <p:nvPr userDrawn="1"/>
            </p:nvSpPr>
            <p:spPr bwMode="auto">
              <a:xfrm>
                <a:off x="2720976" y="3960813"/>
                <a:ext cx="38100" cy="71438"/>
              </a:xfrm>
              <a:custGeom>
                <a:avLst/>
                <a:gdLst>
                  <a:gd name="T0" fmla="*/ 16 w 24"/>
                  <a:gd name="T1" fmla="*/ 10 h 45"/>
                  <a:gd name="T2" fmla="*/ 16 w 24"/>
                  <a:gd name="T3" fmla="*/ 8 h 45"/>
                  <a:gd name="T4" fmla="*/ 16 w 24"/>
                  <a:gd name="T5" fmla="*/ 7 h 45"/>
                  <a:gd name="T6" fmla="*/ 16 w 24"/>
                  <a:gd name="T7" fmla="*/ 6 h 45"/>
                  <a:gd name="T8" fmla="*/ 15 w 24"/>
                  <a:gd name="T9" fmla="*/ 5 h 45"/>
                  <a:gd name="T10" fmla="*/ 12 w 24"/>
                  <a:gd name="T11" fmla="*/ 5 h 45"/>
                  <a:gd name="T12" fmla="*/ 9 w 24"/>
                  <a:gd name="T13" fmla="*/ 5 h 45"/>
                  <a:gd name="T14" fmla="*/ 10 w 24"/>
                  <a:gd name="T15" fmla="*/ 3 h 45"/>
                  <a:gd name="T16" fmla="*/ 13 w 24"/>
                  <a:gd name="T17" fmla="*/ 3 h 45"/>
                  <a:gd name="T18" fmla="*/ 17 w 24"/>
                  <a:gd name="T19" fmla="*/ 3 h 45"/>
                  <a:gd name="T20" fmla="*/ 20 w 24"/>
                  <a:gd name="T21" fmla="*/ 2 h 45"/>
                  <a:gd name="T22" fmla="*/ 24 w 24"/>
                  <a:gd name="T23" fmla="*/ 0 h 45"/>
                  <a:gd name="T24" fmla="*/ 14 w 24"/>
                  <a:gd name="T25" fmla="*/ 39 h 45"/>
                  <a:gd name="T26" fmla="*/ 14 w 24"/>
                  <a:gd name="T27" fmla="*/ 39 h 45"/>
                  <a:gd name="T28" fmla="*/ 14 w 24"/>
                  <a:gd name="T29" fmla="*/ 40 h 45"/>
                  <a:gd name="T30" fmla="*/ 14 w 24"/>
                  <a:gd name="T31" fmla="*/ 41 h 45"/>
                  <a:gd name="T32" fmla="*/ 14 w 24"/>
                  <a:gd name="T33" fmla="*/ 42 h 45"/>
                  <a:gd name="T34" fmla="*/ 16 w 24"/>
                  <a:gd name="T35" fmla="*/ 43 h 45"/>
                  <a:gd name="T36" fmla="*/ 18 w 24"/>
                  <a:gd name="T37" fmla="*/ 43 h 45"/>
                  <a:gd name="T38" fmla="*/ 18 w 24"/>
                  <a:gd name="T39" fmla="*/ 45 h 45"/>
                  <a:gd name="T40" fmla="*/ 0 w 24"/>
                  <a:gd name="T41" fmla="*/ 40 h 45"/>
                  <a:gd name="T42" fmla="*/ 1 w 24"/>
                  <a:gd name="T43" fmla="*/ 39 h 45"/>
                  <a:gd name="T44" fmla="*/ 4 w 24"/>
                  <a:gd name="T45" fmla="*/ 39 h 45"/>
                  <a:gd name="T46" fmla="*/ 6 w 24"/>
                  <a:gd name="T47" fmla="*/ 39 h 45"/>
                  <a:gd name="T48" fmla="*/ 7 w 24"/>
                  <a:gd name="T49" fmla="*/ 39 h 45"/>
                  <a:gd name="T50" fmla="*/ 8 w 24"/>
                  <a:gd name="T51" fmla="*/ 39 h 45"/>
                  <a:gd name="T52" fmla="*/ 8 w 24"/>
                  <a:gd name="T53" fmla="*/ 39 h 45"/>
                  <a:gd name="T54" fmla="*/ 8 w 24"/>
                  <a:gd name="T55" fmla="*/ 39 h 45"/>
                  <a:gd name="T56" fmla="*/ 16 w 24"/>
                  <a:gd name="T57" fmla="*/ 1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45">
                    <a:moveTo>
                      <a:pt x="16" y="10"/>
                    </a:moveTo>
                    <a:lnTo>
                      <a:pt x="16" y="8"/>
                    </a:lnTo>
                    <a:lnTo>
                      <a:pt x="16" y="7"/>
                    </a:lnTo>
                    <a:lnTo>
                      <a:pt x="16" y="6"/>
                    </a:lnTo>
                    <a:lnTo>
                      <a:pt x="15" y="5"/>
                    </a:lnTo>
                    <a:lnTo>
                      <a:pt x="12" y="5"/>
                    </a:lnTo>
                    <a:lnTo>
                      <a:pt x="9" y="5"/>
                    </a:lnTo>
                    <a:lnTo>
                      <a:pt x="10" y="3"/>
                    </a:lnTo>
                    <a:lnTo>
                      <a:pt x="13" y="3"/>
                    </a:lnTo>
                    <a:lnTo>
                      <a:pt x="17" y="3"/>
                    </a:lnTo>
                    <a:lnTo>
                      <a:pt x="20" y="2"/>
                    </a:lnTo>
                    <a:lnTo>
                      <a:pt x="24" y="0"/>
                    </a:lnTo>
                    <a:lnTo>
                      <a:pt x="14" y="39"/>
                    </a:lnTo>
                    <a:lnTo>
                      <a:pt x="14" y="39"/>
                    </a:lnTo>
                    <a:lnTo>
                      <a:pt x="14" y="40"/>
                    </a:lnTo>
                    <a:lnTo>
                      <a:pt x="14" y="41"/>
                    </a:lnTo>
                    <a:lnTo>
                      <a:pt x="14" y="42"/>
                    </a:lnTo>
                    <a:lnTo>
                      <a:pt x="16" y="43"/>
                    </a:lnTo>
                    <a:lnTo>
                      <a:pt x="18" y="43"/>
                    </a:lnTo>
                    <a:lnTo>
                      <a:pt x="18" y="45"/>
                    </a:lnTo>
                    <a:lnTo>
                      <a:pt x="0" y="40"/>
                    </a:lnTo>
                    <a:lnTo>
                      <a:pt x="1" y="39"/>
                    </a:lnTo>
                    <a:lnTo>
                      <a:pt x="4" y="39"/>
                    </a:lnTo>
                    <a:lnTo>
                      <a:pt x="6" y="39"/>
                    </a:lnTo>
                    <a:lnTo>
                      <a:pt x="7" y="39"/>
                    </a:lnTo>
                    <a:lnTo>
                      <a:pt x="8" y="39"/>
                    </a:lnTo>
                    <a:lnTo>
                      <a:pt x="8" y="39"/>
                    </a:lnTo>
                    <a:lnTo>
                      <a:pt x="8" y="39"/>
                    </a:lnTo>
                    <a:lnTo>
                      <a:pt x="16" y="1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5" name="i$ľide"/>
              <p:cNvSpPr/>
              <p:nvPr userDrawn="1"/>
            </p:nvSpPr>
            <p:spPr bwMode="auto">
              <a:xfrm>
                <a:off x="2797176" y="3963988"/>
                <a:ext cx="36513" cy="71438"/>
              </a:xfrm>
              <a:custGeom>
                <a:avLst/>
                <a:gdLst>
                  <a:gd name="T0" fmla="*/ 1 w 23"/>
                  <a:gd name="T1" fmla="*/ 45 h 45"/>
                  <a:gd name="T2" fmla="*/ 6 w 23"/>
                  <a:gd name="T3" fmla="*/ 42 h 45"/>
                  <a:gd name="T4" fmla="*/ 10 w 23"/>
                  <a:gd name="T5" fmla="*/ 39 h 45"/>
                  <a:gd name="T6" fmla="*/ 14 w 23"/>
                  <a:gd name="T7" fmla="*/ 33 h 45"/>
                  <a:gd name="T8" fmla="*/ 16 w 23"/>
                  <a:gd name="T9" fmla="*/ 25 h 45"/>
                  <a:gd name="T10" fmla="*/ 12 w 23"/>
                  <a:gd name="T11" fmla="*/ 28 h 45"/>
                  <a:gd name="T12" fmla="*/ 11 w 23"/>
                  <a:gd name="T13" fmla="*/ 29 h 45"/>
                  <a:gd name="T14" fmla="*/ 8 w 23"/>
                  <a:gd name="T15" fmla="*/ 29 h 45"/>
                  <a:gd name="T16" fmla="*/ 5 w 23"/>
                  <a:gd name="T17" fmla="*/ 27 h 45"/>
                  <a:gd name="T18" fmla="*/ 3 w 23"/>
                  <a:gd name="T19" fmla="*/ 24 h 45"/>
                  <a:gd name="T20" fmla="*/ 1 w 23"/>
                  <a:gd name="T21" fmla="*/ 20 h 45"/>
                  <a:gd name="T22" fmla="*/ 0 w 23"/>
                  <a:gd name="T23" fmla="*/ 14 h 45"/>
                  <a:gd name="T24" fmla="*/ 1 w 23"/>
                  <a:gd name="T25" fmla="*/ 9 h 45"/>
                  <a:gd name="T26" fmla="*/ 4 w 23"/>
                  <a:gd name="T27" fmla="*/ 5 h 45"/>
                  <a:gd name="T28" fmla="*/ 5 w 23"/>
                  <a:gd name="T29" fmla="*/ 2 h 45"/>
                  <a:gd name="T30" fmla="*/ 8 w 23"/>
                  <a:gd name="T31" fmla="*/ 1 h 45"/>
                  <a:gd name="T32" fmla="*/ 12 w 23"/>
                  <a:gd name="T33" fmla="*/ 0 h 45"/>
                  <a:gd name="T34" fmla="*/ 14 w 23"/>
                  <a:gd name="T35" fmla="*/ 0 h 45"/>
                  <a:gd name="T36" fmla="*/ 16 w 23"/>
                  <a:gd name="T37" fmla="*/ 1 h 45"/>
                  <a:gd name="T38" fmla="*/ 20 w 23"/>
                  <a:gd name="T39" fmla="*/ 6 h 45"/>
                  <a:gd name="T40" fmla="*/ 23 w 23"/>
                  <a:gd name="T41" fmla="*/ 13 h 45"/>
                  <a:gd name="T42" fmla="*/ 23 w 23"/>
                  <a:gd name="T43" fmla="*/ 21 h 45"/>
                  <a:gd name="T44" fmla="*/ 22 w 23"/>
                  <a:gd name="T45" fmla="*/ 29 h 45"/>
                  <a:gd name="T46" fmla="*/ 20 w 23"/>
                  <a:gd name="T47" fmla="*/ 33 h 45"/>
                  <a:gd name="T48" fmla="*/ 18 w 23"/>
                  <a:gd name="T49" fmla="*/ 37 h 45"/>
                  <a:gd name="T50" fmla="*/ 15 w 23"/>
                  <a:gd name="T51" fmla="*/ 40 h 45"/>
                  <a:gd name="T52" fmla="*/ 11 w 23"/>
                  <a:gd name="T53" fmla="*/ 42 h 45"/>
                  <a:gd name="T54" fmla="*/ 7 w 23"/>
                  <a:gd name="T55" fmla="*/ 45 h 45"/>
                  <a:gd name="T56" fmla="*/ 1 w 23"/>
                  <a:gd name="T57" fmla="*/ 45 h 45"/>
                  <a:gd name="T58" fmla="*/ 16 w 23"/>
                  <a:gd name="T59" fmla="*/ 7 h 45"/>
                  <a:gd name="T60" fmla="*/ 13 w 23"/>
                  <a:gd name="T61" fmla="*/ 4 h 45"/>
                  <a:gd name="T62" fmla="*/ 12 w 23"/>
                  <a:gd name="T63" fmla="*/ 3 h 45"/>
                  <a:gd name="T64" fmla="*/ 9 w 23"/>
                  <a:gd name="T65" fmla="*/ 3 h 45"/>
                  <a:gd name="T66" fmla="*/ 8 w 23"/>
                  <a:gd name="T67" fmla="*/ 4 h 45"/>
                  <a:gd name="T68" fmla="*/ 6 w 23"/>
                  <a:gd name="T69" fmla="*/ 5 h 45"/>
                  <a:gd name="T70" fmla="*/ 5 w 23"/>
                  <a:gd name="T71" fmla="*/ 9 h 45"/>
                  <a:gd name="T72" fmla="*/ 5 w 23"/>
                  <a:gd name="T73" fmla="*/ 13 h 45"/>
                  <a:gd name="T74" fmla="*/ 5 w 23"/>
                  <a:gd name="T75" fmla="*/ 21 h 45"/>
                  <a:gd name="T76" fmla="*/ 7 w 23"/>
                  <a:gd name="T77" fmla="*/ 25 h 45"/>
                  <a:gd name="T78" fmla="*/ 8 w 23"/>
                  <a:gd name="T79" fmla="*/ 25 h 45"/>
                  <a:gd name="T80" fmla="*/ 11 w 23"/>
                  <a:gd name="T81" fmla="*/ 25 h 45"/>
                  <a:gd name="T82" fmla="*/ 15 w 23"/>
                  <a:gd name="T83" fmla="*/ 24 h 45"/>
                  <a:gd name="T84" fmla="*/ 16 w 23"/>
                  <a:gd name="T85" fmla="*/ 23 h 45"/>
                  <a:gd name="T86" fmla="*/ 17 w 23"/>
                  <a:gd name="T87" fmla="*/ 21 h 45"/>
                  <a:gd name="T88" fmla="*/ 18 w 23"/>
                  <a:gd name="T89" fmla="*/ 16 h 45"/>
                  <a:gd name="T90" fmla="*/ 17 w 23"/>
                  <a:gd name="T91" fmla="*/ 11 h 45"/>
                  <a:gd name="T92" fmla="*/ 16 w 23"/>
                  <a:gd name="T93" fmla="*/ 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 h="45">
                    <a:moveTo>
                      <a:pt x="1" y="45"/>
                    </a:moveTo>
                    <a:lnTo>
                      <a:pt x="1" y="45"/>
                    </a:lnTo>
                    <a:lnTo>
                      <a:pt x="4" y="44"/>
                    </a:lnTo>
                    <a:lnTo>
                      <a:pt x="6" y="42"/>
                    </a:lnTo>
                    <a:lnTo>
                      <a:pt x="8" y="41"/>
                    </a:lnTo>
                    <a:lnTo>
                      <a:pt x="10" y="39"/>
                    </a:lnTo>
                    <a:lnTo>
                      <a:pt x="12" y="36"/>
                    </a:lnTo>
                    <a:lnTo>
                      <a:pt x="14" y="33"/>
                    </a:lnTo>
                    <a:lnTo>
                      <a:pt x="16" y="29"/>
                    </a:lnTo>
                    <a:lnTo>
                      <a:pt x="16" y="25"/>
                    </a:lnTo>
                    <a:lnTo>
                      <a:pt x="14" y="26"/>
                    </a:lnTo>
                    <a:lnTo>
                      <a:pt x="12" y="28"/>
                    </a:lnTo>
                    <a:lnTo>
                      <a:pt x="12" y="28"/>
                    </a:lnTo>
                    <a:lnTo>
                      <a:pt x="11" y="29"/>
                    </a:lnTo>
                    <a:lnTo>
                      <a:pt x="9" y="29"/>
                    </a:lnTo>
                    <a:lnTo>
                      <a:pt x="8" y="29"/>
                    </a:lnTo>
                    <a:lnTo>
                      <a:pt x="7" y="28"/>
                    </a:lnTo>
                    <a:lnTo>
                      <a:pt x="5" y="27"/>
                    </a:lnTo>
                    <a:lnTo>
                      <a:pt x="4" y="26"/>
                    </a:lnTo>
                    <a:lnTo>
                      <a:pt x="3" y="24"/>
                    </a:lnTo>
                    <a:lnTo>
                      <a:pt x="2" y="22"/>
                    </a:lnTo>
                    <a:lnTo>
                      <a:pt x="1" y="20"/>
                    </a:lnTo>
                    <a:lnTo>
                      <a:pt x="0" y="17"/>
                    </a:lnTo>
                    <a:lnTo>
                      <a:pt x="0" y="14"/>
                    </a:lnTo>
                    <a:lnTo>
                      <a:pt x="1" y="12"/>
                    </a:lnTo>
                    <a:lnTo>
                      <a:pt x="1" y="9"/>
                    </a:lnTo>
                    <a:lnTo>
                      <a:pt x="2" y="7"/>
                    </a:lnTo>
                    <a:lnTo>
                      <a:pt x="4" y="5"/>
                    </a:lnTo>
                    <a:lnTo>
                      <a:pt x="4" y="3"/>
                    </a:lnTo>
                    <a:lnTo>
                      <a:pt x="5" y="2"/>
                    </a:lnTo>
                    <a:lnTo>
                      <a:pt x="7" y="1"/>
                    </a:lnTo>
                    <a:lnTo>
                      <a:pt x="8" y="1"/>
                    </a:lnTo>
                    <a:lnTo>
                      <a:pt x="10" y="0"/>
                    </a:lnTo>
                    <a:lnTo>
                      <a:pt x="12" y="0"/>
                    </a:lnTo>
                    <a:lnTo>
                      <a:pt x="13" y="0"/>
                    </a:lnTo>
                    <a:lnTo>
                      <a:pt x="14" y="0"/>
                    </a:lnTo>
                    <a:lnTo>
                      <a:pt x="16" y="1"/>
                    </a:lnTo>
                    <a:lnTo>
                      <a:pt x="16" y="1"/>
                    </a:lnTo>
                    <a:lnTo>
                      <a:pt x="19" y="4"/>
                    </a:lnTo>
                    <a:lnTo>
                      <a:pt x="20" y="6"/>
                    </a:lnTo>
                    <a:lnTo>
                      <a:pt x="22" y="9"/>
                    </a:lnTo>
                    <a:lnTo>
                      <a:pt x="23" y="13"/>
                    </a:lnTo>
                    <a:lnTo>
                      <a:pt x="23" y="17"/>
                    </a:lnTo>
                    <a:lnTo>
                      <a:pt x="23" y="21"/>
                    </a:lnTo>
                    <a:lnTo>
                      <a:pt x="23" y="25"/>
                    </a:lnTo>
                    <a:lnTo>
                      <a:pt x="22" y="29"/>
                    </a:lnTo>
                    <a:lnTo>
                      <a:pt x="21" y="31"/>
                    </a:lnTo>
                    <a:lnTo>
                      <a:pt x="20" y="33"/>
                    </a:lnTo>
                    <a:lnTo>
                      <a:pt x="19" y="35"/>
                    </a:lnTo>
                    <a:lnTo>
                      <a:pt x="18" y="37"/>
                    </a:lnTo>
                    <a:lnTo>
                      <a:pt x="16" y="38"/>
                    </a:lnTo>
                    <a:lnTo>
                      <a:pt x="15" y="40"/>
                    </a:lnTo>
                    <a:lnTo>
                      <a:pt x="12" y="41"/>
                    </a:lnTo>
                    <a:lnTo>
                      <a:pt x="11" y="42"/>
                    </a:lnTo>
                    <a:lnTo>
                      <a:pt x="8" y="44"/>
                    </a:lnTo>
                    <a:lnTo>
                      <a:pt x="7" y="45"/>
                    </a:lnTo>
                    <a:lnTo>
                      <a:pt x="4" y="45"/>
                    </a:lnTo>
                    <a:lnTo>
                      <a:pt x="1" y="45"/>
                    </a:lnTo>
                    <a:lnTo>
                      <a:pt x="1" y="45"/>
                    </a:lnTo>
                    <a:close/>
                    <a:moveTo>
                      <a:pt x="16" y="7"/>
                    </a:moveTo>
                    <a:lnTo>
                      <a:pt x="15" y="5"/>
                    </a:lnTo>
                    <a:lnTo>
                      <a:pt x="13" y="4"/>
                    </a:lnTo>
                    <a:lnTo>
                      <a:pt x="12" y="3"/>
                    </a:lnTo>
                    <a:lnTo>
                      <a:pt x="12" y="3"/>
                    </a:lnTo>
                    <a:lnTo>
                      <a:pt x="11" y="3"/>
                    </a:lnTo>
                    <a:lnTo>
                      <a:pt x="9" y="3"/>
                    </a:lnTo>
                    <a:lnTo>
                      <a:pt x="8" y="3"/>
                    </a:lnTo>
                    <a:lnTo>
                      <a:pt x="8" y="4"/>
                    </a:lnTo>
                    <a:lnTo>
                      <a:pt x="7" y="5"/>
                    </a:lnTo>
                    <a:lnTo>
                      <a:pt x="6" y="5"/>
                    </a:lnTo>
                    <a:lnTo>
                      <a:pt x="5" y="7"/>
                    </a:lnTo>
                    <a:lnTo>
                      <a:pt x="5" y="9"/>
                    </a:lnTo>
                    <a:lnTo>
                      <a:pt x="5" y="10"/>
                    </a:lnTo>
                    <a:lnTo>
                      <a:pt x="5" y="13"/>
                    </a:lnTo>
                    <a:lnTo>
                      <a:pt x="5" y="17"/>
                    </a:lnTo>
                    <a:lnTo>
                      <a:pt x="5" y="21"/>
                    </a:lnTo>
                    <a:lnTo>
                      <a:pt x="6" y="23"/>
                    </a:lnTo>
                    <a:lnTo>
                      <a:pt x="7" y="25"/>
                    </a:lnTo>
                    <a:lnTo>
                      <a:pt x="8" y="25"/>
                    </a:lnTo>
                    <a:lnTo>
                      <a:pt x="8" y="25"/>
                    </a:lnTo>
                    <a:lnTo>
                      <a:pt x="10" y="25"/>
                    </a:lnTo>
                    <a:lnTo>
                      <a:pt x="11" y="25"/>
                    </a:lnTo>
                    <a:lnTo>
                      <a:pt x="13" y="25"/>
                    </a:lnTo>
                    <a:lnTo>
                      <a:pt x="15" y="24"/>
                    </a:lnTo>
                    <a:lnTo>
                      <a:pt x="16" y="23"/>
                    </a:lnTo>
                    <a:lnTo>
                      <a:pt x="16" y="23"/>
                    </a:lnTo>
                    <a:lnTo>
                      <a:pt x="16" y="22"/>
                    </a:lnTo>
                    <a:lnTo>
                      <a:pt x="17" y="21"/>
                    </a:lnTo>
                    <a:lnTo>
                      <a:pt x="17" y="19"/>
                    </a:lnTo>
                    <a:lnTo>
                      <a:pt x="18" y="16"/>
                    </a:lnTo>
                    <a:lnTo>
                      <a:pt x="17" y="13"/>
                    </a:lnTo>
                    <a:lnTo>
                      <a:pt x="17" y="11"/>
                    </a:lnTo>
                    <a:lnTo>
                      <a:pt x="16" y="9"/>
                    </a:lnTo>
                    <a:lnTo>
                      <a:pt x="16" y="7"/>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6" name="í$lïḓé"/>
              <p:cNvSpPr/>
              <p:nvPr userDrawn="1"/>
            </p:nvSpPr>
            <p:spPr bwMode="auto">
              <a:xfrm>
                <a:off x="2874963" y="3962401"/>
                <a:ext cx="34925" cy="74613"/>
              </a:xfrm>
              <a:custGeom>
                <a:avLst/>
                <a:gdLst>
                  <a:gd name="T0" fmla="*/ 0 w 22"/>
                  <a:gd name="T1" fmla="*/ 10 h 47"/>
                  <a:gd name="T2" fmla="*/ 1 w 22"/>
                  <a:gd name="T3" fmla="*/ 6 h 47"/>
                  <a:gd name="T4" fmla="*/ 4 w 22"/>
                  <a:gd name="T5" fmla="*/ 2 h 47"/>
                  <a:gd name="T6" fmla="*/ 8 w 22"/>
                  <a:gd name="T7" fmla="*/ 1 h 47"/>
                  <a:gd name="T8" fmla="*/ 12 w 22"/>
                  <a:gd name="T9" fmla="*/ 1 h 47"/>
                  <a:gd name="T10" fmla="*/ 16 w 22"/>
                  <a:gd name="T11" fmla="*/ 2 h 47"/>
                  <a:gd name="T12" fmla="*/ 18 w 22"/>
                  <a:gd name="T13" fmla="*/ 6 h 47"/>
                  <a:gd name="T14" fmla="*/ 20 w 22"/>
                  <a:gd name="T15" fmla="*/ 10 h 47"/>
                  <a:gd name="T16" fmla="*/ 19 w 22"/>
                  <a:gd name="T17" fmla="*/ 14 h 47"/>
                  <a:gd name="T18" fmla="*/ 16 w 22"/>
                  <a:gd name="T19" fmla="*/ 18 h 47"/>
                  <a:gd name="T20" fmla="*/ 15 w 22"/>
                  <a:gd name="T21" fmla="*/ 22 h 47"/>
                  <a:gd name="T22" fmla="*/ 17 w 22"/>
                  <a:gd name="T23" fmla="*/ 24 h 47"/>
                  <a:gd name="T24" fmla="*/ 20 w 22"/>
                  <a:gd name="T25" fmla="*/ 26 h 47"/>
                  <a:gd name="T26" fmla="*/ 21 w 22"/>
                  <a:gd name="T27" fmla="*/ 29 h 47"/>
                  <a:gd name="T28" fmla="*/ 22 w 22"/>
                  <a:gd name="T29" fmla="*/ 33 h 47"/>
                  <a:gd name="T30" fmla="*/ 21 w 22"/>
                  <a:gd name="T31" fmla="*/ 38 h 47"/>
                  <a:gd name="T32" fmla="*/ 18 w 22"/>
                  <a:gd name="T33" fmla="*/ 42 h 47"/>
                  <a:gd name="T34" fmla="*/ 14 w 22"/>
                  <a:gd name="T35" fmla="*/ 46 h 47"/>
                  <a:gd name="T36" fmla="*/ 10 w 22"/>
                  <a:gd name="T37" fmla="*/ 47 h 47"/>
                  <a:gd name="T38" fmla="*/ 6 w 22"/>
                  <a:gd name="T39" fmla="*/ 47 h 47"/>
                  <a:gd name="T40" fmla="*/ 4 w 22"/>
                  <a:gd name="T41" fmla="*/ 46 h 47"/>
                  <a:gd name="T42" fmla="*/ 1 w 22"/>
                  <a:gd name="T43" fmla="*/ 45 h 47"/>
                  <a:gd name="T44" fmla="*/ 0 w 22"/>
                  <a:gd name="T45" fmla="*/ 42 h 47"/>
                  <a:gd name="T46" fmla="*/ 1 w 22"/>
                  <a:gd name="T47" fmla="*/ 40 h 47"/>
                  <a:gd name="T48" fmla="*/ 4 w 22"/>
                  <a:gd name="T49" fmla="*/ 39 h 47"/>
                  <a:gd name="T50" fmla="*/ 5 w 22"/>
                  <a:gd name="T51" fmla="*/ 40 h 47"/>
                  <a:gd name="T52" fmla="*/ 7 w 22"/>
                  <a:gd name="T53" fmla="*/ 42 h 47"/>
                  <a:gd name="T54" fmla="*/ 9 w 22"/>
                  <a:gd name="T55" fmla="*/ 43 h 47"/>
                  <a:gd name="T56" fmla="*/ 12 w 22"/>
                  <a:gd name="T57" fmla="*/ 42 h 47"/>
                  <a:gd name="T58" fmla="*/ 14 w 22"/>
                  <a:gd name="T59" fmla="*/ 41 h 47"/>
                  <a:gd name="T60" fmla="*/ 16 w 22"/>
                  <a:gd name="T61" fmla="*/ 38 h 47"/>
                  <a:gd name="T62" fmla="*/ 17 w 22"/>
                  <a:gd name="T63" fmla="*/ 36 h 47"/>
                  <a:gd name="T64" fmla="*/ 17 w 22"/>
                  <a:gd name="T65" fmla="*/ 34 h 47"/>
                  <a:gd name="T66" fmla="*/ 17 w 22"/>
                  <a:gd name="T67" fmla="*/ 30 h 47"/>
                  <a:gd name="T68" fmla="*/ 16 w 22"/>
                  <a:gd name="T69" fmla="*/ 28 h 47"/>
                  <a:gd name="T70" fmla="*/ 13 w 22"/>
                  <a:gd name="T71" fmla="*/ 26 h 47"/>
                  <a:gd name="T72" fmla="*/ 9 w 22"/>
                  <a:gd name="T73" fmla="*/ 24 h 47"/>
                  <a:gd name="T74" fmla="*/ 6 w 22"/>
                  <a:gd name="T75" fmla="*/ 22 h 47"/>
                  <a:gd name="T76" fmla="*/ 9 w 22"/>
                  <a:gd name="T77" fmla="*/ 22 h 47"/>
                  <a:gd name="T78" fmla="*/ 12 w 22"/>
                  <a:gd name="T79" fmla="*/ 19 h 47"/>
                  <a:gd name="T80" fmla="*/ 14 w 22"/>
                  <a:gd name="T81" fmla="*/ 16 h 47"/>
                  <a:gd name="T82" fmla="*/ 14 w 22"/>
                  <a:gd name="T83" fmla="*/ 13 h 47"/>
                  <a:gd name="T84" fmla="*/ 14 w 22"/>
                  <a:gd name="T85" fmla="*/ 9 h 47"/>
                  <a:gd name="T86" fmla="*/ 12 w 22"/>
                  <a:gd name="T87" fmla="*/ 6 h 47"/>
                  <a:gd name="T88" fmla="*/ 11 w 22"/>
                  <a:gd name="T89" fmla="*/ 6 h 47"/>
                  <a:gd name="T90" fmla="*/ 8 w 22"/>
                  <a:gd name="T91" fmla="*/ 5 h 47"/>
                  <a:gd name="T92" fmla="*/ 6 w 22"/>
                  <a:gd name="T93" fmla="*/ 6 h 47"/>
                  <a:gd name="T94" fmla="*/ 4 w 22"/>
                  <a:gd name="T95" fmla="*/ 6 h 47"/>
                  <a:gd name="T96" fmla="*/ 3 w 22"/>
                  <a:gd name="T97" fmla="*/ 8 h 47"/>
                  <a:gd name="T98" fmla="*/ 2 w 22"/>
                  <a:gd name="T99"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 h="47">
                    <a:moveTo>
                      <a:pt x="0" y="11"/>
                    </a:moveTo>
                    <a:lnTo>
                      <a:pt x="0" y="10"/>
                    </a:lnTo>
                    <a:lnTo>
                      <a:pt x="1" y="8"/>
                    </a:lnTo>
                    <a:lnTo>
                      <a:pt x="1" y="6"/>
                    </a:lnTo>
                    <a:lnTo>
                      <a:pt x="3" y="5"/>
                    </a:lnTo>
                    <a:lnTo>
                      <a:pt x="4" y="2"/>
                    </a:lnTo>
                    <a:lnTo>
                      <a:pt x="6" y="2"/>
                    </a:lnTo>
                    <a:lnTo>
                      <a:pt x="8" y="1"/>
                    </a:lnTo>
                    <a:lnTo>
                      <a:pt x="10" y="0"/>
                    </a:lnTo>
                    <a:lnTo>
                      <a:pt x="12" y="1"/>
                    </a:lnTo>
                    <a:lnTo>
                      <a:pt x="14" y="2"/>
                    </a:lnTo>
                    <a:lnTo>
                      <a:pt x="16" y="2"/>
                    </a:lnTo>
                    <a:lnTo>
                      <a:pt x="17" y="4"/>
                    </a:lnTo>
                    <a:lnTo>
                      <a:pt x="18" y="6"/>
                    </a:lnTo>
                    <a:lnTo>
                      <a:pt x="19" y="8"/>
                    </a:lnTo>
                    <a:lnTo>
                      <a:pt x="20" y="10"/>
                    </a:lnTo>
                    <a:lnTo>
                      <a:pt x="20" y="12"/>
                    </a:lnTo>
                    <a:lnTo>
                      <a:pt x="19" y="14"/>
                    </a:lnTo>
                    <a:lnTo>
                      <a:pt x="17" y="17"/>
                    </a:lnTo>
                    <a:lnTo>
                      <a:pt x="16" y="18"/>
                    </a:lnTo>
                    <a:lnTo>
                      <a:pt x="13" y="21"/>
                    </a:lnTo>
                    <a:lnTo>
                      <a:pt x="15" y="22"/>
                    </a:lnTo>
                    <a:lnTo>
                      <a:pt x="16" y="22"/>
                    </a:lnTo>
                    <a:lnTo>
                      <a:pt x="17" y="24"/>
                    </a:lnTo>
                    <a:lnTo>
                      <a:pt x="19" y="25"/>
                    </a:lnTo>
                    <a:lnTo>
                      <a:pt x="20" y="26"/>
                    </a:lnTo>
                    <a:lnTo>
                      <a:pt x="20" y="27"/>
                    </a:lnTo>
                    <a:lnTo>
                      <a:pt x="21" y="29"/>
                    </a:lnTo>
                    <a:lnTo>
                      <a:pt x="21" y="30"/>
                    </a:lnTo>
                    <a:lnTo>
                      <a:pt x="22" y="33"/>
                    </a:lnTo>
                    <a:lnTo>
                      <a:pt x="22" y="35"/>
                    </a:lnTo>
                    <a:lnTo>
                      <a:pt x="21" y="38"/>
                    </a:lnTo>
                    <a:lnTo>
                      <a:pt x="20" y="40"/>
                    </a:lnTo>
                    <a:lnTo>
                      <a:pt x="18" y="42"/>
                    </a:lnTo>
                    <a:lnTo>
                      <a:pt x="16" y="44"/>
                    </a:lnTo>
                    <a:lnTo>
                      <a:pt x="14" y="46"/>
                    </a:lnTo>
                    <a:lnTo>
                      <a:pt x="12" y="46"/>
                    </a:lnTo>
                    <a:lnTo>
                      <a:pt x="10" y="47"/>
                    </a:lnTo>
                    <a:lnTo>
                      <a:pt x="7" y="47"/>
                    </a:lnTo>
                    <a:lnTo>
                      <a:pt x="6" y="47"/>
                    </a:lnTo>
                    <a:lnTo>
                      <a:pt x="4" y="46"/>
                    </a:lnTo>
                    <a:lnTo>
                      <a:pt x="4" y="46"/>
                    </a:lnTo>
                    <a:lnTo>
                      <a:pt x="2" y="46"/>
                    </a:lnTo>
                    <a:lnTo>
                      <a:pt x="1" y="45"/>
                    </a:lnTo>
                    <a:lnTo>
                      <a:pt x="0" y="44"/>
                    </a:lnTo>
                    <a:lnTo>
                      <a:pt x="0" y="42"/>
                    </a:lnTo>
                    <a:lnTo>
                      <a:pt x="0" y="41"/>
                    </a:lnTo>
                    <a:lnTo>
                      <a:pt x="1" y="40"/>
                    </a:lnTo>
                    <a:lnTo>
                      <a:pt x="3" y="39"/>
                    </a:lnTo>
                    <a:lnTo>
                      <a:pt x="4" y="39"/>
                    </a:lnTo>
                    <a:lnTo>
                      <a:pt x="4" y="39"/>
                    </a:lnTo>
                    <a:lnTo>
                      <a:pt x="5" y="40"/>
                    </a:lnTo>
                    <a:lnTo>
                      <a:pt x="6" y="41"/>
                    </a:lnTo>
                    <a:lnTo>
                      <a:pt x="7" y="42"/>
                    </a:lnTo>
                    <a:lnTo>
                      <a:pt x="8" y="43"/>
                    </a:lnTo>
                    <a:lnTo>
                      <a:pt x="9" y="43"/>
                    </a:lnTo>
                    <a:lnTo>
                      <a:pt x="11" y="43"/>
                    </a:lnTo>
                    <a:lnTo>
                      <a:pt x="12" y="42"/>
                    </a:lnTo>
                    <a:lnTo>
                      <a:pt x="13" y="42"/>
                    </a:lnTo>
                    <a:lnTo>
                      <a:pt x="14" y="41"/>
                    </a:lnTo>
                    <a:lnTo>
                      <a:pt x="16" y="40"/>
                    </a:lnTo>
                    <a:lnTo>
                      <a:pt x="16" y="38"/>
                    </a:lnTo>
                    <a:lnTo>
                      <a:pt x="17" y="38"/>
                    </a:lnTo>
                    <a:lnTo>
                      <a:pt x="17" y="36"/>
                    </a:lnTo>
                    <a:lnTo>
                      <a:pt x="17" y="34"/>
                    </a:lnTo>
                    <a:lnTo>
                      <a:pt x="17" y="34"/>
                    </a:lnTo>
                    <a:lnTo>
                      <a:pt x="17" y="32"/>
                    </a:lnTo>
                    <a:lnTo>
                      <a:pt x="17" y="30"/>
                    </a:lnTo>
                    <a:lnTo>
                      <a:pt x="16" y="29"/>
                    </a:lnTo>
                    <a:lnTo>
                      <a:pt x="16" y="28"/>
                    </a:lnTo>
                    <a:lnTo>
                      <a:pt x="15" y="26"/>
                    </a:lnTo>
                    <a:lnTo>
                      <a:pt x="13" y="26"/>
                    </a:lnTo>
                    <a:lnTo>
                      <a:pt x="12" y="24"/>
                    </a:lnTo>
                    <a:lnTo>
                      <a:pt x="9" y="24"/>
                    </a:lnTo>
                    <a:lnTo>
                      <a:pt x="6" y="24"/>
                    </a:lnTo>
                    <a:lnTo>
                      <a:pt x="6" y="22"/>
                    </a:lnTo>
                    <a:lnTo>
                      <a:pt x="8" y="22"/>
                    </a:lnTo>
                    <a:lnTo>
                      <a:pt x="9" y="22"/>
                    </a:lnTo>
                    <a:lnTo>
                      <a:pt x="10" y="21"/>
                    </a:lnTo>
                    <a:lnTo>
                      <a:pt x="12" y="19"/>
                    </a:lnTo>
                    <a:lnTo>
                      <a:pt x="13" y="18"/>
                    </a:lnTo>
                    <a:lnTo>
                      <a:pt x="14" y="16"/>
                    </a:lnTo>
                    <a:lnTo>
                      <a:pt x="14" y="14"/>
                    </a:lnTo>
                    <a:lnTo>
                      <a:pt x="14" y="13"/>
                    </a:lnTo>
                    <a:lnTo>
                      <a:pt x="14" y="10"/>
                    </a:lnTo>
                    <a:lnTo>
                      <a:pt x="14" y="9"/>
                    </a:lnTo>
                    <a:lnTo>
                      <a:pt x="13" y="8"/>
                    </a:lnTo>
                    <a:lnTo>
                      <a:pt x="12" y="6"/>
                    </a:lnTo>
                    <a:lnTo>
                      <a:pt x="12" y="6"/>
                    </a:lnTo>
                    <a:lnTo>
                      <a:pt x="11" y="6"/>
                    </a:lnTo>
                    <a:lnTo>
                      <a:pt x="10" y="5"/>
                    </a:lnTo>
                    <a:lnTo>
                      <a:pt x="8" y="5"/>
                    </a:lnTo>
                    <a:lnTo>
                      <a:pt x="7" y="5"/>
                    </a:lnTo>
                    <a:lnTo>
                      <a:pt x="6" y="6"/>
                    </a:lnTo>
                    <a:lnTo>
                      <a:pt x="4" y="6"/>
                    </a:lnTo>
                    <a:lnTo>
                      <a:pt x="4" y="6"/>
                    </a:lnTo>
                    <a:lnTo>
                      <a:pt x="4" y="7"/>
                    </a:lnTo>
                    <a:lnTo>
                      <a:pt x="3" y="8"/>
                    </a:lnTo>
                    <a:lnTo>
                      <a:pt x="3" y="10"/>
                    </a:lnTo>
                    <a:lnTo>
                      <a:pt x="2" y="11"/>
                    </a:lnTo>
                    <a:lnTo>
                      <a:pt x="0" y="1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nvGrpSpPr>
            <p:cNvPr id="16" name="íṧļïďê"/>
            <p:cNvGrpSpPr/>
            <p:nvPr userDrawn="1"/>
          </p:nvGrpSpPr>
          <p:grpSpPr>
            <a:xfrm>
              <a:off x="4119563" y="2551113"/>
              <a:ext cx="6130925" cy="1306513"/>
              <a:chOff x="4119563" y="2551113"/>
              <a:chExt cx="6130925" cy="1306513"/>
            </a:xfrm>
          </p:grpSpPr>
          <p:sp>
            <p:nvSpPr>
              <p:cNvPr id="53" name="ïṩḷïḋê"/>
              <p:cNvSpPr/>
              <p:nvPr userDrawn="1"/>
            </p:nvSpPr>
            <p:spPr bwMode="auto">
              <a:xfrm>
                <a:off x="9555163" y="2644776"/>
                <a:ext cx="695325" cy="1212850"/>
              </a:xfrm>
              <a:custGeom>
                <a:avLst/>
                <a:gdLst>
                  <a:gd name="T0" fmla="*/ 199 w 438"/>
                  <a:gd name="T1" fmla="*/ 337 h 764"/>
                  <a:gd name="T2" fmla="*/ 183 w 438"/>
                  <a:gd name="T3" fmla="*/ 308 h 764"/>
                  <a:gd name="T4" fmla="*/ 126 w 438"/>
                  <a:gd name="T5" fmla="*/ 371 h 764"/>
                  <a:gd name="T6" fmla="*/ 78 w 438"/>
                  <a:gd name="T7" fmla="*/ 348 h 764"/>
                  <a:gd name="T8" fmla="*/ 55 w 438"/>
                  <a:gd name="T9" fmla="*/ 290 h 764"/>
                  <a:gd name="T10" fmla="*/ 103 w 438"/>
                  <a:gd name="T11" fmla="*/ 283 h 764"/>
                  <a:gd name="T12" fmla="*/ 78 w 438"/>
                  <a:gd name="T13" fmla="*/ 216 h 764"/>
                  <a:gd name="T14" fmla="*/ 83 w 438"/>
                  <a:gd name="T15" fmla="*/ 183 h 764"/>
                  <a:gd name="T16" fmla="*/ 159 w 438"/>
                  <a:gd name="T17" fmla="*/ 189 h 764"/>
                  <a:gd name="T18" fmla="*/ 233 w 438"/>
                  <a:gd name="T19" fmla="*/ 120 h 764"/>
                  <a:gd name="T20" fmla="*/ 250 w 438"/>
                  <a:gd name="T21" fmla="*/ 27 h 764"/>
                  <a:gd name="T22" fmla="*/ 319 w 438"/>
                  <a:gd name="T23" fmla="*/ 21 h 764"/>
                  <a:gd name="T24" fmla="*/ 276 w 438"/>
                  <a:gd name="T25" fmla="*/ 123 h 764"/>
                  <a:gd name="T26" fmla="*/ 255 w 438"/>
                  <a:gd name="T27" fmla="*/ 180 h 764"/>
                  <a:gd name="T28" fmla="*/ 315 w 438"/>
                  <a:gd name="T29" fmla="*/ 172 h 764"/>
                  <a:gd name="T30" fmla="*/ 409 w 438"/>
                  <a:gd name="T31" fmla="*/ 132 h 764"/>
                  <a:gd name="T32" fmla="*/ 435 w 438"/>
                  <a:gd name="T33" fmla="*/ 194 h 764"/>
                  <a:gd name="T34" fmla="*/ 396 w 438"/>
                  <a:gd name="T35" fmla="*/ 231 h 764"/>
                  <a:gd name="T36" fmla="*/ 364 w 438"/>
                  <a:gd name="T37" fmla="*/ 260 h 764"/>
                  <a:gd name="T38" fmla="*/ 321 w 438"/>
                  <a:gd name="T39" fmla="*/ 307 h 764"/>
                  <a:gd name="T40" fmla="*/ 356 w 438"/>
                  <a:gd name="T41" fmla="*/ 387 h 764"/>
                  <a:gd name="T42" fmla="*/ 292 w 438"/>
                  <a:gd name="T43" fmla="*/ 434 h 764"/>
                  <a:gd name="T44" fmla="*/ 251 w 438"/>
                  <a:gd name="T45" fmla="*/ 469 h 764"/>
                  <a:gd name="T46" fmla="*/ 225 w 438"/>
                  <a:gd name="T47" fmla="*/ 504 h 764"/>
                  <a:gd name="T48" fmla="*/ 306 w 438"/>
                  <a:gd name="T49" fmla="*/ 484 h 764"/>
                  <a:gd name="T50" fmla="*/ 326 w 438"/>
                  <a:gd name="T51" fmla="*/ 532 h 764"/>
                  <a:gd name="T52" fmla="*/ 282 w 438"/>
                  <a:gd name="T53" fmla="*/ 553 h 764"/>
                  <a:gd name="T54" fmla="*/ 243 w 438"/>
                  <a:gd name="T55" fmla="*/ 541 h 764"/>
                  <a:gd name="T56" fmla="*/ 251 w 438"/>
                  <a:gd name="T57" fmla="*/ 613 h 764"/>
                  <a:gd name="T58" fmla="*/ 263 w 438"/>
                  <a:gd name="T59" fmla="*/ 691 h 764"/>
                  <a:gd name="T60" fmla="*/ 245 w 438"/>
                  <a:gd name="T61" fmla="*/ 760 h 764"/>
                  <a:gd name="T62" fmla="*/ 196 w 438"/>
                  <a:gd name="T63" fmla="*/ 749 h 764"/>
                  <a:gd name="T64" fmla="*/ 142 w 438"/>
                  <a:gd name="T65" fmla="*/ 719 h 764"/>
                  <a:gd name="T66" fmla="*/ 207 w 438"/>
                  <a:gd name="T67" fmla="*/ 700 h 764"/>
                  <a:gd name="T68" fmla="*/ 217 w 438"/>
                  <a:gd name="T69" fmla="*/ 634 h 764"/>
                  <a:gd name="T70" fmla="*/ 163 w 438"/>
                  <a:gd name="T71" fmla="*/ 584 h 764"/>
                  <a:gd name="T72" fmla="*/ 71 w 438"/>
                  <a:gd name="T73" fmla="*/ 634 h 764"/>
                  <a:gd name="T74" fmla="*/ 3 w 438"/>
                  <a:gd name="T75" fmla="*/ 622 h 764"/>
                  <a:gd name="T76" fmla="*/ 68 w 438"/>
                  <a:gd name="T77" fmla="*/ 588 h 764"/>
                  <a:gd name="T78" fmla="*/ 151 w 438"/>
                  <a:gd name="T79" fmla="*/ 536 h 764"/>
                  <a:gd name="T80" fmla="*/ 195 w 438"/>
                  <a:gd name="T81" fmla="*/ 496 h 764"/>
                  <a:gd name="T82" fmla="*/ 262 w 438"/>
                  <a:gd name="T83" fmla="*/ 432 h 764"/>
                  <a:gd name="T84" fmla="*/ 238 w 438"/>
                  <a:gd name="T85" fmla="*/ 413 h 764"/>
                  <a:gd name="T86" fmla="*/ 176 w 438"/>
                  <a:gd name="T87" fmla="*/ 445 h 764"/>
                  <a:gd name="T88" fmla="*/ 113 w 438"/>
                  <a:gd name="T89" fmla="*/ 449 h 764"/>
                  <a:gd name="T90" fmla="*/ 213 w 438"/>
                  <a:gd name="T91" fmla="*/ 395 h 764"/>
                  <a:gd name="T92" fmla="*/ 277 w 438"/>
                  <a:gd name="T93" fmla="*/ 361 h 764"/>
                  <a:gd name="T94" fmla="*/ 300 w 438"/>
                  <a:gd name="T95" fmla="*/ 303 h 764"/>
                  <a:gd name="T96" fmla="*/ 335 w 438"/>
                  <a:gd name="T97" fmla="*/ 263 h 764"/>
                  <a:gd name="T98" fmla="*/ 368 w 438"/>
                  <a:gd name="T99" fmla="*/ 191 h 764"/>
                  <a:gd name="T100" fmla="*/ 309 w 438"/>
                  <a:gd name="T101" fmla="*/ 206 h 764"/>
                  <a:gd name="T102" fmla="*/ 313 w 438"/>
                  <a:gd name="T103" fmla="*/ 245 h 764"/>
                  <a:gd name="T104" fmla="*/ 284 w 438"/>
                  <a:gd name="T105" fmla="*/ 301 h 764"/>
                  <a:gd name="T106" fmla="*/ 243 w 438"/>
                  <a:gd name="T107" fmla="*/ 356 h 764"/>
                  <a:gd name="T108" fmla="*/ 134 w 438"/>
                  <a:gd name="T109" fmla="*/ 220 h 764"/>
                  <a:gd name="T110" fmla="*/ 131 w 438"/>
                  <a:gd name="T111" fmla="*/ 279 h 764"/>
                  <a:gd name="T112" fmla="*/ 153 w 438"/>
                  <a:gd name="T113" fmla="*/ 279 h 764"/>
                  <a:gd name="T114" fmla="*/ 167 w 438"/>
                  <a:gd name="T115" fmla="*/ 224 h 764"/>
                  <a:gd name="T116" fmla="*/ 179 w 438"/>
                  <a:gd name="T117" fmla="*/ 250 h 764"/>
                  <a:gd name="T118" fmla="*/ 226 w 438"/>
                  <a:gd name="T119" fmla="*/ 228 h 764"/>
                  <a:gd name="T120" fmla="*/ 248 w 438"/>
                  <a:gd name="T121" fmla="*/ 279 h 764"/>
                  <a:gd name="T122" fmla="*/ 274 w 438"/>
                  <a:gd name="T123" fmla="*/ 254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764">
                    <a:moveTo>
                      <a:pt x="244" y="325"/>
                    </a:moveTo>
                    <a:lnTo>
                      <a:pt x="239" y="324"/>
                    </a:lnTo>
                    <a:lnTo>
                      <a:pt x="235" y="324"/>
                    </a:lnTo>
                    <a:lnTo>
                      <a:pt x="231" y="323"/>
                    </a:lnTo>
                    <a:lnTo>
                      <a:pt x="227" y="321"/>
                    </a:lnTo>
                    <a:lnTo>
                      <a:pt x="223" y="320"/>
                    </a:lnTo>
                    <a:lnTo>
                      <a:pt x="219" y="320"/>
                    </a:lnTo>
                    <a:lnTo>
                      <a:pt x="216" y="320"/>
                    </a:lnTo>
                    <a:lnTo>
                      <a:pt x="214" y="320"/>
                    </a:lnTo>
                    <a:lnTo>
                      <a:pt x="211" y="320"/>
                    </a:lnTo>
                    <a:lnTo>
                      <a:pt x="209" y="320"/>
                    </a:lnTo>
                    <a:lnTo>
                      <a:pt x="209" y="323"/>
                    </a:lnTo>
                    <a:lnTo>
                      <a:pt x="208" y="325"/>
                    </a:lnTo>
                    <a:lnTo>
                      <a:pt x="207" y="328"/>
                    </a:lnTo>
                    <a:lnTo>
                      <a:pt x="206" y="330"/>
                    </a:lnTo>
                    <a:lnTo>
                      <a:pt x="204" y="332"/>
                    </a:lnTo>
                    <a:lnTo>
                      <a:pt x="203" y="334"/>
                    </a:lnTo>
                    <a:lnTo>
                      <a:pt x="201" y="336"/>
                    </a:lnTo>
                    <a:lnTo>
                      <a:pt x="199" y="337"/>
                    </a:lnTo>
                    <a:lnTo>
                      <a:pt x="195" y="341"/>
                    </a:lnTo>
                    <a:lnTo>
                      <a:pt x="189" y="343"/>
                    </a:lnTo>
                    <a:lnTo>
                      <a:pt x="184" y="345"/>
                    </a:lnTo>
                    <a:lnTo>
                      <a:pt x="179" y="347"/>
                    </a:lnTo>
                    <a:lnTo>
                      <a:pt x="178" y="344"/>
                    </a:lnTo>
                    <a:lnTo>
                      <a:pt x="177" y="341"/>
                    </a:lnTo>
                    <a:lnTo>
                      <a:pt x="176" y="340"/>
                    </a:lnTo>
                    <a:lnTo>
                      <a:pt x="175" y="339"/>
                    </a:lnTo>
                    <a:lnTo>
                      <a:pt x="175" y="337"/>
                    </a:lnTo>
                    <a:lnTo>
                      <a:pt x="175" y="335"/>
                    </a:lnTo>
                    <a:lnTo>
                      <a:pt x="177" y="332"/>
                    </a:lnTo>
                    <a:lnTo>
                      <a:pt x="179" y="330"/>
                    </a:lnTo>
                    <a:lnTo>
                      <a:pt x="181" y="327"/>
                    </a:lnTo>
                    <a:lnTo>
                      <a:pt x="183" y="323"/>
                    </a:lnTo>
                    <a:lnTo>
                      <a:pt x="184" y="320"/>
                    </a:lnTo>
                    <a:lnTo>
                      <a:pt x="185" y="316"/>
                    </a:lnTo>
                    <a:lnTo>
                      <a:pt x="186" y="312"/>
                    </a:lnTo>
                    <a:lnTo>
                      <a:pt x="186" y="309"/>
                    </a:lnTo>
                    <a:lnTo>
                      <a:pt x="183" y="308"/>
                    </a:lnTo>
                    <a:lnTo>
                      <a:pt x="179" y="307"/>
                    </a:lnTo>
                    <a:lnTo>
                      <a:pt x="175" y="307"/>
                    </a:lnTo>
                    <a:lnTo>
                      <a:pt x="170" y="306"/>
                    </a:lnTo>
                    <a:lnTo>
                      <a:pt x="169" y="308"/>
                    </a:lnTo>
                    <a:lnTo>
                      <a:pt x="168" y="311"/>
                    </a:lnTo>
                    <a:lnTo>
                      <a:pt x="167" y="312"/>
                    </a:lnTo>
                    <a:lnTo>
                      <a:pt x="167" y="314"/>
                    </a:lnTo>
                    <a:lnTo>
                      <a:pt x="163" y="317"/>
                    </a:lnTo>
                    <a:lnTo>
                      <a:pt x="161" y="320"/>
                    </a:lnTo>
                    <a:lnTo>
                      <a:pt x="155" y="326"/>
                    </a:lnTo>
                    <a:lnTo>
                      <a:pt x="149" y="332"/>
                    </a:lnTo>
                    <a:lnTo>
                      <a:pt x="147" y="335"/>
                    </a:lnTo>
                    <a:lnTo>
                      <a:pt x="144" y="339"/>
                    </a:lnTo>
                    <a:lnTo>
                      <a:pt x="142" y="343"/>
                    </a:lnTo>
                    <a:lnTo>
                      <a:pt x="140" y="347"/>
                    </a:lnTo>
                    <a:lnTo>
                      <a:pt x="135" y="355"/>
                    </a:lnTo>
                    <a:lnTo>
                      <a:pt x="131" y="363"/>
                    </a:lnTo>
                    <a:lnTo>
                      <a:pt x="128" y="367"/>
                    </a:lnTo>
                    <a:lnTo>
                      <a:pt x="126" y="371"/>
                    </a:lnTo>
                    <a:lnTo>
                      <a:pt x="122" y="374"/>
                    </a:lnTo>
                    <a:lnTo>
                      <a:pt x="119" y="376"/>
                    </a:lnTo>
                    <a:lnTo>
                      <a:pt x="116" y="378"/>
                    </a:lnTo>
                    <a:lnTo>
                      <a:pt x="115" y="379"/>
                    </a:lnTo>
                    <a:lnTo>
                      <a:pt x="112" y="380"/>
                    </a:lnTo>
                    <a:lnTo>
                      <a:pt x="110" y="380"/>
                    </a:lnTo>
                    <a:lnTo>
                      <a:pt x="107" y="380"/>
                    </a:lnTo>
                    <a:lnTo>
                      <a:pt x="105" y="381"/>
                    </a:lnTo>
                    <a:lnTo>
                      <a:pt x="102" y="381"/>
                    </a:lnTo>
                    <a:lnTo>
                      <a:pt x="99" y="380"/>
                    </a:lnTo>
                    <a:lnTo>
                      <a:pt x="97" y="376"/>
                    </a:lnTo>
                    <a:lnTo>
                      <a:pt x="95" y="373"/>
                    </a:lnTo>
                    <a:lnTo>
                      <a:pt x="93" y="369"/>
                    </a:lnTo>
                    <a:lnTo>
                      <a:pt x="91" y="365"/>
                    </a:lnTo>
                    <a:lnTo>
                      <a:pt x="87" y="364"/>
                    </a:lnTo>
                    <a:lnTo>
                      <a:pt x="84" y="363"/>
                    </a:lnTo>
                    <a:lnTo>
                      <a:pt x="82" y="358"/>
                    </a:lnTo>
                    <a:lnTo>
                      <a:pt x="79" y="354"/>
                    </a:lnTo>
                    <a:lnTo>
                      <a:pt x="78" y="348"/>
                    </a:lnTo>
                    <a:lnTo>
                      <a:pt x="76" y="344"/>
                    </a:lnTo>
                    <a:lnTo>
                      <a:pt x="75" y="339"/>
                    </a:lnTo>
                    <a:lnTo>
                      <a:pt x="73" y="334"/>
                    </a:lnTo>
                    <a:lnTo>
                      <a:pt x="72" y="332"/>
                    </a:lnTo>
                    <a:lnTo>
                      <a:pt x="71" y="329"/>
                    </a:lnTo>
                    <a:lnTo>
                      <a:pt x="70" y="328"/>
                    </a:lnTo>
                    <a:lnTo>
                      <a:pt x="68" y="325"/>
                    </a:lnTo>
                    <a:lnTo>
                      <a:pt x="64" y="321"/>
                    </a:lnTo>
                    <a:lnTo>
                      <a:pt x="60" y="317"/>
                    </a:lnTo>
                    <a:lnTo>
                      <a:pt x="55" y="314"/>
                    </a:lnTo>
                    <a:lnTo>
                      <a:pt x="51" y="310"/>
                    </a:lnTo>
                    <a:lnTo>
                      <a:pt x="51" y="305"/>
                    </a:lnTo>
                    <a:lnTo>
                      <a:pt x="51" y="300"/>
                    </a:lnTo>
                    <a:lnTo>
                      <a:pt x="51" y="298"/>
                    </a:lnTo>
                    <a:lnTo>
                      <a:pt x="51" y="296"/>
                    </a:lnTo>
                    <a:lnTo>
                      <a:pt x="52" y="295"/>
                    </a:lnTo>
                    <a:lnTo>
                      <a:pt x="53" y="292"/>
                    </a:lnTo>
                    <a:lnTo>
                      <a:pt x="54" y="291"/>
                    </a:lnTo>
                    <a:lnTo>
                      <a:pt x="55" y="290"/>
                    </a:lnTo>
                    <a:lnTo>
                      <a:pt x="57" y="288"/>
                    </a:lnTo>
                    <a:lnTo>
                      <a:pt x="59" y="287"/>
                    </a:lnTo>
                    <a:lnTo>
                      <a:pt x="61" y="287"/>
                    </a:lnTo>
                    <a:lnTo>
                      <a:pt x="63" y="286"/>
                    </a:lnTo>
                    <a:lnTo>
                      <a:pt x="66" y="286"/>
                    </a:lnTo>
                    <a:lnTo>
                      <a:pt x="69" y="286"/>
                    </a:lnTo>
                    <a:lnTo>
                      <a:pt x="71" y="288"/>
                    </a:lnTo>
                    <a:lnTo>
                      <a:pt x="73" y="291"/>
                    </a:lnTo>
                    <a:lnTo>
                      <a:pt x="76" y="292"/>
                    </a:lnTo>
                    <a:lnTo>
                      <a:pt x="79" y="294"/>
                    </a:lnTo>
                    <a:lnTo>
                      <a:pt x="83" y="295"/>
                    </a:lnTo>
                    <a:lnTo>
                      <a:pt x="87" y="296"/>
                    </a:lnTo>
                    <a:lnTo>
                      <a:pt x="91" y="296"/>
                    </a:lnTo>
                    <a:lnTo>
                      <a:pt x="95" y="297"/>
                    </a:lnTo>
                    <a:lnTo>
                      <a:pt x="97" y="295"/>
                    </a:lnTo>
                    <a:lnTo>
                      <a:pt x="99" y="292"/>
                    </a:lnTo>
                    <a:lnTo>
                      <a:pt x="101" y="290"/>
                    </a:lnTo>
                    <a:lnTo>
                      <a:pt x="102" y="287"/>
                    </a:lnTo>
                    <a:lnTo>
                      <a:pt x="103" y="283"/>
                    </a:lnTo>
                    <a:lnTo>
                      <a:pt x="103" y="279"/>
                    </a:lnTo>
                    <a:lnTo>
                      <a:pt x="103" y="276"/>
                    </a:lnTo>
                    <a:lnTo>
                      <a:pt x="103" y="272"/>
                    </a:lnTo>
                    <a:lnTo>
                      <a:pt x="103" y="268"/>
                    </a:lnTo>
                    <a:lnTo>
                      <a:pt x="102" y="265"/>
                    </a:lnTo>
                    <a:lnTo>
                      <a:pt x="101" y="261"/>
                    </a:lnTo>
                    <a:lnTo>
                      <a:pt x="100" y="257"/>
                    </a:lnTo>
                    <a:lnTo>
                      <a:pt x="98" y="254"/>
                    </a:lnTo>
                    <a:lnTo>
                      <a:pt x="96" y="250"/>
                    </a:lnTo>
                    <a:lnTo>
                      <a:pt x="95" y="247"/>
                    </a:lnTo>
                    <a:lnTo>
                      <a:pt x="92" y="243"/>
                    </a:lnTo>
                    <a:lnTo>
                      <a:pt x="91" y="240"/>
                    </a:lnTo>
                    <a:lnTo>
                      <a:pt x="88" y="237"/>
                    </a:lnTo>
                    <a:lnTo>
                      <a:pt x="88" y="233"/>
                    </a:lnTo>
                    <a:lnTo>
                      <a:pt x="87" y="229"/>
                    </a:lnTo>
                    <a:lnTo>
                      <a:pt x="87" y="224"/>
                    </a:lnTo>
                    <a:lnTo>
                      <a:pt x="87" y="220"/>
                    </a:lnTo>
                    <a:lnTo>
                      <a:pt x="82" y="219"/>
                    </a:lnTo>
                    <a:lnTo>
                      <a:pt x="78" y="216"/>
                    </a:lnTo>
                    <a:lnTo>
                      <a:pt x="75" y="215"/>
                    </a:lnTo>
                    <a:lnTo>
                      <a:pt x="74" y="211"/>
                    </a:lnTo>
                    <a:lnTo>
                      <a:pt x="71" y="207"/>
                    </a:lnTo>
                    <a:lnTo>
                      <a:pt x="68" y="203"/>
                    </a:lnTo>
                    <a:lnTo>
                      <a:pt x="65" y="199"/>
                    </a:lnTo>
                    <a:lnTo>
                      <a:pt x="63" y="195"/>
                    </a:lnTo>
                    <a:lnTo>
                      <a:pt x="61" y="191"/>
                    </a:lnTo>
                    <a:lnTo>
                      <a:pt x="61" y="188"/>
                    </a:lnTo>
                    <a:lnTo>
                      <a:pt x="62" y="185"/>
                    </a:lnTo>
                    <a:lnTo>
                      <a:pt x="63" y="183"/>
                    </a:lnTo>
                    <a:lnTo>
                      <a:pt x="67" y="182"/>
                    </a:lnTo>
                    <a:lnTo>
                      <a:pt x="69" y="180"/>
                    </a:lnTo>
                    <a:lnTo>
                      <a:pt x="70" y="179"/>
                    </a:lnTo>
                    <a:lnTo>
                      <a:pt x="72" y="179"/>
                    </a:lnTo>
                    <a:lnTo>
                      <a:pt x="74" y="179"/>
                    </a:lnTo>
                    <a:lnTo>
                      <a:pt x="76" y="178"/>
                    </a:lnTo>
                    <a:lnTo>
                      <a:pt x="79" y="179"/>
                    </a:lnTo>
                    <a:lnTo>
                      <a:pt x="81" y="181"/>
                    </a:lnTo>
                    <a:lnTo>
                      <a:pt x="83" y="183"/>
                    </a:lnTo>
                    <a:lnTo>
                      <a:pt x="86" y="184"/>
                    </a:lnTo>
                    <a:lnTo>
                      <a:pt x="89" y="187"/>
                    </a:lnTo>
                    <a:lnTo>
                      <a:pt x="93" y="192"/>
                    </a:lnTo>
                    <a:lnTo>
                      <a:pt x="96" y="196"/>
                    </a:lnTo>
                    <a:lnTo>
                      <a:pt x="100" y="200"/>
                    </a:lnTo>
                    <a:lnTo>
                      <a:pt x="103" y="202"/>
                    </a:lnTo>
                    <a:lnTo>
                      <a:pt x="105" y="203"/>
                    </a:lnTo>
                    <a:lnTo>
                      <a:pt x="107" y="205"/>
                    </a:lnTo>
                    <a:lnTo>
                      <a:pt x="111" y="206"/>
                    </a:lnTo>
                    <a:lnTo>
                      <a:pt x="112" y="207"/>
                    </a:lnTo>
                    <a:lnTo>
                      <a:pt x="115" y="207"/>
                    </a:lnTo>
                    <a:lnTo>
                      <a:pt x="117" y="206"/>
                    </a:lnTo>
                    <a:lnTo>
                      <a:pt x="119" y="206"/>
                    </a:lnTo>
                    <a:lnTo>
                      <a:pt x="126" y="203"/>
                    </a:lnTo>
                    <a:lnTo>
                      <a:pt x="131" y="201"/>
                    </a:lnTo>
                    <a:lnTo>
                      <a:pt x="143" y="195"/>
                    </a:lnTo>
                    <a:lnTo>
                      <a:pt x="150" y="191"/>
                    </a:lnTo>
                    <a:lnTo>
                      <a:pt x="155" y="190"/>
                    </a:lnTo>
                    <a:lnTo>
                      <a:pt x="159" y="189"/>
                    </a:lnTo>
                    <a:lnTo>
                      <a:pt x="163" y="189"/>
                    </a:lnTo>
                    <a:lnTo>
                      <a:pt x="167" y="188"/>
                    </a:lnTo>
                    <a:lnTo>
                      <a:pt x="172" y="185"/>
                    </a:lnTo>
                    <a:lnTo>
                      <a:pt x="176" y="181"/>
                    </a:lnTo>
                    <a:lnTo>
                      <a:pt x="185" y="178"/>
                    </a:lnTo>
                    <a:lnTo>
                      <a:pt x="192" y="175"/>
                    </a:lnTo>
                    <a:lnTo>
                      <a:pt x="196" y="174"/>
                    </a:lnTo>
                    <a:lnTo>
                      <a:pt x="199" y="172"/>
                    </a:lnTo>
                    <a:lnTo>
                      <a:pt x="203" y="170"/>
                    </a:lnTo>
                    <a:lnTo>
                      <a:pt x="207" y="167"/>
                    </a:lnTo>
                    <a:lnTo>
                      <a:pt x="209" y="165"/>
                    </a:lnTo>
                    <a:lnTo>
                      <a:pt x="211" y="163"/>
                    </a:lnTo>
                    <a:lnTo>
                      <a:pt x="212" y="160"/>
                    </a:lnTo>
                    <a:lnTo>
                      <a:pt x="214" y="157"/>
                    </a:lnTo>
                    <a:lnTo>
                      <a:pt x="216" y="151"/>
                    </a:lnTo>
                    <a:lnTo>
                      <a:pt x="219" y="144"/>
                    </a:lnTo>
                    <a:lnTo>
                      <a:pt x="223" y="136"/>
                    </a:lnTo>
                    <a:lnTo>
                      <a:pt x="228" y="128"/>
                    </a:lnTo>
                    <a:lnTo>
                      <a:pt x="233" y="120"/>
                    </a:lnTo>
                    <a:lnTo>
                      <a:pt x="239" y="111"/>
                    </a:lnTo>
                    <a:lnTo>
                      <a:pt x="244" y="103"/>
                    </a:lnTo>
                    <a:lnTo>
                      <a:pt x="250" y="95"/>
                    </a:lnTo>
                    <a:lnTo>
                      <a:pt x="255" y="87"/>
                    </a:lnTo>
                    <a:lnTo>
                      <a:pt x="260" y="79"/>
                    </a:lnTo>
                    <a:lnTo>
                      <a:pt x="261" y="77"/>
                    </a:lnTo>
                    <a:lnTo>
                      <a:pt x="262" y="75"/>
                    </a:lnTo>
                    <a:lnTo>
                      <a:pt x="263" y="72"/>
                    </a:lnTo>
                    <a:lnTo>
                      <a:pt x="262" y="69"/>
                    </a:lnTo>
                    <a:lnTo>
                      <a:pt x="262" y="67"/>
                    </a:lnTo>
                    <a:lnTo>
                      <a:pt x="261" y="63"/>
                    </a:lnTo>
                    <a:lnTo>
                      <a:pt x="260" y="60"/>
                    </a:lnTo>
                    <a:lnTo>
                      <a:pt x="259" y="58"/>
                    </a:lnTo>
                    <a:lnTo>
                      <a:pt x="257" y="52"/>
                    </a:lnTo>
                    <a:lnTo>
                      <a:pt x="255" y="47"/>
                    </a:lnTo>
                    <a:lnTo>
                      <a:pt x="252" y="44"/>
                    </a:lnTo>
                    <a:lnTo>
                      <a:pt x="251" y="41"/>
                    </a:lnTo>
                    <a:lnTo>
                      <a:pt x="251" y="37"/>
                    </a:lnTo>
                    <a:lnTo>
                      <a:pt x="250" y="27"/>
                    </a:lnTo>
                    <a:lnTo>
                      <a:pt x="249" y="16"/>
                    </a:lnTo>
                    <a:lnTo>
                      <a:pt x="248" y="9"/>
                    </a:lnTo>
                    <a:lnTo>
                      <a:pt x="250" y="9"/>
                    </a:lnTo>
                    <a:lnTo>
                      <a:pt x="251" y="8"/>
                    </a:lnTo>
                    <a:lnTo>
                      <a:pt x="252" y="7"/>
                    </a:lnTo>
                    <a:lnTo>
                      <a:pt x="254" y="6"/>
                    </a:lnTo>
                    <a:lnTo>
                      <a:pt x="255" y="3"/>
                    </a:lnTo>
                    <a:lnTo>
                      <a:pt x="257" y="1"/>
                    </a:lnTo>
                    <a:lnTo>
                      <a:pt x="265" y="0"/>
                    </a:lnTo>
                    <a:lnTo>
                      <a:pt x="272" y="1"/>
                    </a:lnTo>
                    <a:lnTo>
                      <a:pt x="280" y="2"/>
                    </a:lnTo>
                    <a:lnTo>
                      <a:pt x="286" y="3"/>
                    </a:lnTo>
                    <a:lnTo>
                      <a:pt x="292" y="4"/>
                    </a:lnTo>
                    <a:lnTo>
                      <a:pt x="297" y="6"/>
                    </a:lnTo>
                    <a:lnTo>
                      <a:pt x="302" y="8"/>
                    </a:lnTo>
                    <a:lnTo>
                      <a:pt x="307" y="11"/>
                    </a:lnTo>
                    <a:lnTo>
                      <a:pt x="311" y="14"/>
                    </a:lnTo>
                    <a:lnTo>
                      <a:pt x="315" y="17"/>
                    </a:lnTo>
                    <a:lnTo>
                      <a:pt x="319" y="21"/>
                    </a:lnTo>
                    <a:lnTo>
                      <a:pt x="323" y="25"/>
                    </a:lnTo>
                    <a:lnTo>
                      <a:pt x="331" y="34"/>
                    </a:lnTo>
                    <a:lnTo>
                      <a:pt x="339" y="43"/>
                    </a:lnTo>
                    <a:lnTo>
                      <a:pt x="338" y="50"/>
                    </a:lnTo>
                    <a:lnTo>
                      <a:pt x="336" y="55"/>
                    </a:lnTo>
                    <a:lnTo>
                      <a:pt x="334" y="60"/>
                    </a:lnTo>
                    <a:lnTo>
                      <a:pt x="332" y="65"/>
                    </a:lnTo>
                    <a:lnTo>
                      <a:pt x="328" y="69"/>
                    </a:lnTo>
                    <a:lnTo>
                      <a:pt x="324" y="73"/>
                    </a:lnTo>
                    <a:lnTo>
                      <a:pt x="321" y="77"/>
                    </a:lnTo>
                    <a:lnTo>
                      <a:pt x="317" y="81"/>
                    </a:lnTo>
                    <a:lnTo>
                      <a:pt x="309" y="87"/>
                    </a:lnTo>
                    <a:lnTo>
                      <a:pt x="301" y="95"/>
                    </a:lnTo>
                    <a:lnTo>
                      <a:pt x="297" y="98"/>
                    </a:lnTo>
                    <a:lnTo>
                      <a:pt x="293" y="102"/>
                    </a:lnTo>
                    <a:lnTo>
                      <a:pt x="289" y="105"/>
                    </a:lnTo>
                    <a:lnTo>
                      <a:pt x="286" y="109"/>
                    </a:lnTo>
                    <a:lnTo>
                      <a:pt x="280" y="116"/>
                    </a:lnTo>
                    <a:lnTo>
                      <a:pt x="276" y="123"/>
                    </a:lnTo>
                    <a:lnTo>
                      <a:pt x="273" y="127"/>
                    </a:lnTo>
                    <a:lnTo>
                      <a:pt x="271" y="130"/>
                    </a:lnTo>
                    <a:lnTo>
                      <a:pt x="267" y="133"/>
                    </a:lnTo>
                    <a:lnTo>
                      <a:pt x="265" y="136"/>
                    </a:lnTo>
                    <a:lnTo>
                      <a:pt x="255" y="143"/>
                    </a:lnTo>
                    <a:lnTo>
                      <a:pt x="246" y="151"/>
                    </a:lnTo>
                    <a:lnTo>
                      <a:pt x="243" y="153"/>
                    </a:lnTo>
                    <a:lnTo>
                      <a:pt x="242" y="155"/>
                    </a:lnTo>
                    <a:lnTo>
                      <a:pt x="239" y="158"/>
                    </a:lnTo>
                    <a:lnTo>
                      <a:pt x="238" y="160"/>
                    </a:lnTo>
                    <a:lnTo>
                      <a:pt x="237" y="163"/>
                    </a:lnTo>
                    <a:lnTo>
                      <a:pt x="235" y="166"/>
                    </a:lnTo>
                    <a:lnTo>
                      <a:pt x="235" y="169"/>
                    </a:lnTo>
                    <a:lnTo>
                      <a:pt x="235" y="172"/>
                    </a:lnTo>
                    <a:lnTo>
                      <a:pt x="237" y="175"/>
                    </a:lnTo>
                    <a:lnTo>
                      <a:pt x="239" y="177"/>
                    </a:lnTo>
                    <a:lnTo>
                      <a:pt x="244" y="178"/>
                    </a:lnTo>
                    <a:lnTo>
                      <a:pt x="250" y="179"/>
                    </a:lnTo>
                    <a:lnTo>
                      <a:pt x="255" y="180"/>
                    </a:lnTo>
                    <a:lnTo>
                      <a:pt x="260" y="181"/>
                    </a:lnTo>
                    <a:lnTo>
                      <a:pt x="263" y="183"/>
                    </a:lnTo>
                    <a:lnTo>
                      <a:pt x="265" y="185"/>
                    </a:lnTo>
                    <a:lnTo>
                      <a:pt x="267" y="186"/>
                    </a:lnTo>
                    <a:lnTo>
                      <a:pt x="268" y="187"/>
                    </a:lnTo>
                    <a:lnTo>
                      <a:pt x="270" y="187"/>
                    </a:lnTo>
                    <a:lnTo>
                      <a:pt x="272" y="188"/>
                    </a:lnTo>
                    <a:lnTo>
                      <a:pt x="274" y="189"/>
                    </a:lnTo>
                    <a:lnTo>
                      <a:pt x="277" y="189"/>
                    </a:lnTo>
                    <a:lnTo>
                      <a:pt x="280" y="189"/>
                    </a:lnTo>
                    <a:lnTo>
                      <a:pt x="282" y="189"/>
                    </a:lnTo>
                    <a:lnTo>
                      <a:pt x="285" y="188"/>
                    </a:lnTo>
                    <a:lnTo>
                      <a:pt x="288" y="187"/>
                    </a:lnTo>
                    <a:lnTo>
                      <a:pt x="291" y="187"/>
                    </a:lnTo>
                    <a:lnTo>
                      <a:pt x="293" y="185"/>
                    </a:lnTo>
                    <a:lnTo>
                      <a:pt x="299" y="183"/>
                    </a:lnTo>
                    <a:lnTo>
                      <a:pt x="304" y="179"/>
                    </a:lnTo>
                    <a:lnTo>
                      <a:pt x="309" y="176"/>
                    </a:lnTo>
                    <a:lnTo>
                      <a:pt x="315" y="172"/>
                    </a:lnTo>
                    <a:lnTo>
                      <a:pt x="325" y="165"/>
                    </a:lnTo>
                    <a:lnTo>
                      <a:pt x="335" y="157"/>
                    </a:lnTo>
                    <a:lnTo>
                      <a:pt x="339" y="154"/>
                    </a:lnTo>
                    <a:lnTo>
                      <a:pt x="344" y="151"/>
                    </a:lnTo>
                    <a:lnTo>
                      <a:pt x="347" y="148"/>
                    </a:lnTo>
                    <a:lnTo>
                      <a:pt x="351" y="146"/>
                    </a:lnTo>
                    <a:lnTo>
                      <a:pt x="355" y="145"/>
                    </a:lnTo>
                    <a:lnTo>
                      <a:pt x="359" y="144"/>
                    </a:lnTo>
                    <a:lnTo>
                      <a:pt x="364" y="143"/>
                    </a:lnTo>
                    <a:lnTo>
                      <a:pt x="367" y="142"/>
                    </a:lnTo>
                    <a:lnTo>
                      <a:pt x="378" y="136"/>
                    </a:lnTo>
                    <a:lnTo>
                      <a:pt x="388" y="131"/>
                    </a:lnTo>
                    <a:lnTo>
                      <a:pt x="391" y="130"/>
                    </a:lnTo>
                    <a:lnTo>
                      <a:pt x="394" y="129"/>
                    </a:lnTo>
                    <a:lnTo>
                      <a:pt x="396" y="128"/>
                    </a:lnTo>
                    <a:lnTo>
                      <a:pt x="400" y="128"/>
                    </a:lnTo>
                    <a:lnTo>
                      <a:pt x="403" y="129"/>
                    </a:lnTo>
                    <a:lnTo>
                      <a:pt x="406" y="131"/>
                    </a:lnTo>
                    <a:lnTo>
                      <a:pt x="409" y="132"/>
                    </a:lnTo>
                    <a:lnTo>
                      <a:pt x="413" y="135"/>
                    </a:lnTo>
                    <a:lnTo>
                      <a:pt x="416" y="137"/>
                    </a:lnTo>
                    <a:lnTo>
                      <a:pt x="418" y="140"/>
                    </a:lnTo>
                    <a:lnTo>
                      <a:pt x="420" y="143"/>
                    </a:lnTo>
                    <a:lnTo>
                      <a:pt x="424" y="146"/>
                    </a:lnTo>
                    <a:lnTo>
                      <a:pt x="426" y="150"/>
                    </a:lnTo>
                    <a:lnTo>
                      <a:pt x="428" y="154"/>
                    </a:lnTo>
                    <a:lnTo>
                      <a:pt x="431" y="158"/>
                    </a:lnTo>
                    <a:lnTo>
                      <a:pt x="433" y="162"/>
                    </a:lnTo>
                    <a:lnTo>
                      <a:pt x="435" y="167"/>
                    </a:lnTo>
                    <a:lnTo>
                      <a:pt x="436" y="171"/>
                    </a:lnTo>
                    <a:lnTo>
                      <a:pt x="437" y="176"/>
                    </a:lnTo>
                    <a:lnTo>
                      <a:pt x="438" y="180"/>
                    </a:lnTo>
                    <a:lnTo>
                      <a:pt x="437" y="183"/>
                    </a:lnTo>
                    <a:lnTo>
                      <a:pt x="437" y="185"/>
                    </a:lnTo>
                    <a:lnTo>
                      <a:pt x="437" y="187"/>
                    </a:lnTo>
                    <a:lnTo>
                      <a:pt x="436" y="189"/>
                    </a:lnTo>
                    <a:lnTo>
                      <a:pt x="436" y="191"/>
                    </a:lnTo>
                    <a:lnTo>
                      <a:pt x="435" y="194"/>
                    </a:lnTo>
                    <a:lnTo>
                      <a:pt x="434" y="196"/>
                    </a:lnTo>
                    <a:lnTo>
                      <a:pt x="432" y="198"/>
                    </a:lnTo>
                    <a:lnTo>
                      <a:pt x="430" y="200"/>
                    </a:lnTo>
                    <a:lnTo>
                      <a:pt x="428" y="202"/>
                    </a:lnTo>
                    <a:lnTo>
                      <a:pt x="425" y="203"/>
                    </a:lnTo>
                    <a:lnTo>
                      <a:pt x="422" y="205"/>
                    </a:lnTo>
                    <a:lnTo>
                      <a:pt x="419" y="207"/>
                    </a:lnTo>
                    <a:lnTo>
                      <a:pt x="416" y="208"/>
                    </a:lnTo>
                    <a:lnTo>
                      <a:pt x="413" y="210"/>
                    </a:lnTo>
                    <a:lnTo>
                      <a:pt x="411" y="211"/>
                    </a:lnTo>
                    <a:lnTo>
                      <a:pt x="409" y="214"/>
                    </a:lnTo>
                    <a:lnTo>
                      <a:pt x="408" y="216"/>
                    </a:lnTo>
                    <a:lnTo>
                      <a:pt x="406" y="219"/>
                    </a:lnTo>
                    <a:lnTo>
                      <a:pt x="404" y="221"/>
                    </a:lnTo>
                    <a:lnTo>
                      <a:pt x="403" y="223"/>
                    </a:lnTo>
                    <a:lnTo>
                      <a:pt x="401" y="226"/>
                    </a:lnTo>
                    <a:lnTo>
                      <a:pt x="400" y="228"/>
                    </a:lnTo>
                    <a:lnTo>
                      <a:pt x="397" y="230"/>
                    </a:lnTo>
                    <a:lnTo>
                      <a:pt x="396" y="231"/>
                    </a:lnTo>
                    <a:lnTo>
                      <a:pt x="394" y="231"/>
                    </a:lnTo>
                    <a:lnTo>
                      <a:pt x="392" y="231"/>
                    </a:lnTo>
                    <a:lnTo>
                      <a:pt x="390" y="231"/>
                    </a:lnTo>
                    <a:lnTo>
                      <a:pt x="388" y="232"/>
                    </a:lnTo>
                    <a:lnTo>
                      <a:pt x="387" y="233"/>
                    </a:lnTo>
                    <a:lnTo>
                      <a:pt x="385" y="234"/>
                    </a:lnTo>
                    <a:lnTo>
                      <a:pt x="384" y="235"/>
                    </a:lnTo>
                    <a:lnTo>
                      <a:pt x="384" y="237"/>
                    </a:lnTo>
                    <a:lnTo>
                      <a:pt x="384" y="239"/>
                    </a:lnTo>
                    <a:lnTo>
                      <a:pt x="381" y="242"/>
                    </a:lnTo>
                    <a:lnTo>
                      <a:pt x="379" y="243"/>
                    </a:lnTo>
                    <a:lnTo>
                      <a:pt x="376" y="246"/>
                    </a:lnTo>
                    <a:lnTo>
                      <a:pt x="374" y="247"/>
                    </a:lnTo>
                    <a:lnTo>
                      <a:pt x="372" y="249"/>
                    </a:lnTo>
                    <a:lnTo>
                      <a:pt x="368" y="251"/>
                    </a:lnTo>
                    <a:lnTo>
                      <a:pt x="367" y="253"/>
                    </a:lnTo>
                    <a:lnTo>
                      <a:pt x="364" y="255"/>
                    </a:lnTo>
                    <a:lnTo>
                      <a:pt x="364" y="258"/>
                    </a:lnTo>
                    <a:lnTo>
                      <a:pt x="364" y="260"/>
                    </a:lnTo>
                    <a:lnTo>
                      <a:pt x="362" y="263"/>
                    </a:lnTo>
                    <a:lnTo>
                      <a:pt x="359" y="267"/>
                    </a:lnTo>
                    <a:lnTo>
                      <a:pt x="356" y="269"/>
                    </a:lnTo>
                    <a:lnTo>
                      <a:pt x="352" y="271"/>
                    </a:lnTo>
                    <a:lnTo>
                      <a:pt x="345" y="276"/>
                    </a:lnTo>
                    <a:lnTo>
                      <a:pt x="339" y="281"/>
                    </a:lnTo>
                    <a:lnTo>
                      <a:pt x="338" y="282"/>
                    </a:lnTo>
                    <a:lnTo>
                      <a:pt x="337" y="283"/>
                    </a:lnTo>
                    <a:lnTo>
                      <a:pt x="336" y="285"/>
                    </a:lnTo>
                    <a:lnTo>
                      <a:pt x="336" y="287"/>
                    </a:lnTo>
                    <a:lnTo>
                      <a:pt x="336" y="291"/>
                    </a:lnTo>
                    <a:lnTo>
                      <a:pt x="335" y="294"/>
                    </a:lnTo>
                    <a:lnTo>
                      <a:pt x="333" y="295"/>
                    </a:lnTo>
                    <a:lnTo>
                      <a:pt x="332" y="296"/>
                    </a:lnTo>
                    <a:lnTo>
                      <a:pt x="331" y="298"/>
                    </a:lnTo>
                    <a:lnTo>
                      <a:pt x="329" y="299"/>
                    </a:lnTo>
                    <a:lnTo>
                      <a:pt x="326" y="300"/>
                    </a:lnTo>
                    <a:lnTo>
                      <a:pt x="324" y="303"/>
                    </a:lnTo>
                    <a:lnTo>
                      <a:pt x="321" y="307"/>
                    </a:lnTo>
                    <a:lnTo>
                      <a:pt x="319" y="314"/>
                    </a:lnTo>
                    <a:lnTo>
                      <a:pt x="316" y="322"/>
                    </a:lnTo>
                    <a:lnTo>
                      <a:pt x="314" y="326"/>
                    </a:lnTo>
                    <a:lnTo>
                      <a:pt x="323" y="331"/>
                    </a:lnTo>
                    <a:lnTo>
                      <a:pt x="332" y="336"/>
                    </a:lnTo>
                    <a:lnTo>
                      <a:pt x="336" y="337"/>
                    </a:lnTo>
                    <a:lnTo>
                      <a:pt x="340" y="340"/>
                    </a:lnTo>
                    <a:lnTo>
                      <a:pt x="343" y="343"/>
                    </a:lnTo>
                    <a:lnTo>
                      <a:pt x="347" y="346"/>
                    </a:lnTo>
                    <a:lnTo>
                      <a:pt x="350" y="349"/>
                    </a:lnTo>
                    <a:lnTo>
                      <a:pt x="352" y="352"/>
                    </a:lnTo>
                    <a:lnTo>
                      <a:pt x="355" y="356"/>
                    </a:lnTo>
                    <a:lnTo>
                      <a:pt x="356" y="361"/>
                    </a:lnTo>
                    <a:lnTo>
                      <a:pt x="358" y="365"/>
                    </a:lnTo>
                    <a:lnTo>
                      <a:pt x="360" y="371"/>
                    </a:lnTo>
                    <a:lnTo>
                      <a:pt x="360" y="376"/>
                    </a:lnTo>
                    <a:lnTo>
                      <a:pt x="360" y="383"/>
                    </a:lnTo>
                    <a:lnTo>
                      <a:pt x="358" y="384"/>
                    </a:lnTo>
                    <a:lnTo>
                      <a:pt x="356" y="387"/>
                    </a:lnTo>
                    <a:lnTo>
                      <a:pt x="354" y="389"/>
                    </a:lnTo>
                    <a:lnTo>
                      <a:pt x="352" y="391"/>
                    </a:lnTo>
                    <a:lnTo>
                      <a:pt x="350" y="396"/>
                    </a:lnTo>
                    <a:lnTo>
                      <a:pt x="346" y="400"/>
                    </a:lnTo>
                    <a:lnTo>
                      <a:pt x="342" y="401"/>
                    </a:lnTo>
                    <a:lnTo>
                      <a:pt x="337" y="402"/>
                    </a:lnTo>
                    <a:lnTo>
                      <a:pt x="334" y="407"/>
                    </a:lnTo>
                    <a:lnTo>
                      <a:pt x="330" y="412"/>
                    </a:lnTo>
                    <a:lnTo>
                      <a:pt x="328" y="412"/>
                    </a:lnTo>
                    <a:lnTo>
                      <a:pt x="326" y="413"/>
                    </a:lnTo>
                    <a:lnTo>
                      <a:pt x="324" y="414"/>
                    </a:lnTo>
                    <a:lnTo>
                      <a:pt x="322" y="415"/>
                    </a:lnTo>
                    <a:lnTo>
                      <a:pt x="317" y="416"/>
                    </a:lnTo>
                    <a:lnTo>
                      <a:pt x="313" y="418"/>
                    </a:lnTo>
                    <a:lnTo>
                      <a:pt x="309" y="423"/>
                    </a:lnTo>
                    <a:lnTo>
                      <a:pt x="306" y="428"/>
                    </a:lnTo>
                    <a:lnTo>
                      <a:pt x="300" y="430"/>
                    </a:lnTo>
                    <a:lnTo>
                      <a:pt x="296" y="433"/>
                    </a:lnTo>
                    <a:lnTo>
                      <a:pt x="292" y="434"/>
                    </a:lnTo>
                    <a:lnTo>
                      <a:pt x="291" y="436"/>
                    </a:lnTo>
                    <a:lnTo>
                      <a:pt x="288" y="437"/>
                    </a:lnTo>
                    <a:lnTo>
                      <a:pt x="286" y="439"/>
                    </a:lnTo>
                    <a:lnTo>
                      <a:pt x="283" y="442"/>
                    </a:lnTo>
                    <a:lnTo>
                      <a:pt x="280" y="446"/>
                    </a:lnTo>
                    <a:lnTo>
                      <a:pt x="279" y="448"/>
                    </a:lnTo>
                    <a:lnTo>
                      <a:pt x="277" y="450"/>
                    </a:lnTo>
                    <a:lnTo>
                      <a:pt x="276" y="452"/>
                    </a:lnTo>
                    <a:lnTo>
                      <a:pt x="274" y="452"/>
                    </a:lnTo>
                    <a:lnTo>
                      <a:pt x="272" y="453"/>
                    </a:lnTo>
                    <a:lnTo>
                      <a:pt x="268" y="453"/>
                    </a:lnTo>
                    <a:lnTo>
                      <a:pt x="266" y="456"/>
                    </a:lnTo>
                    <a:lnTo>
                      <a:pt x="263" y="460"/>
                    </a:lnTo>
                    <a:lnTo>
                      <a:pt x="262" y="462"/>
                    </a:lnTo>
                    <a:lnTo>
                      <a:pt x="261" y="464"/>
                    </a:lnTo>
                    <a:lnTo>
                      <a:pt x="259" y="465"/>
                    </a:lnTo>
                    <a:lnTo>
                      <a:pt x="258" y="467"/>
                    </a:lnTo>
                    <a:lnTo>
                      <a:pt x="254" y="468"/>
                    </a:lnTo>
                    <a:lnTo>
                      <a:pt x="251" y="469"/>
                    </a:lnTo>
                    <a:lnTo>
                      <a:pt x="250" y="470"/>
                    </a:lnTo>
                    <a:lnTo>
                      <a:pt x="248" y="472"/>
                    </a:lnTo>
                    <a:lnTo>
                      <a:pt x="247" y="475"/>
                    </a:lnTo>
                    <a:lnTo>
                      <a:pt x="244" y="476"/>
                    </a:lnTo>
                    <a:lnTo>
                      <a:pt x="243" y="478"/>
                    </a:lnTo>
                    <a:lnTo>
                      <a:pt x="240" y="480"/>
                    </a:lnTo>
                    <a:lnTo>
                      <a:pt x="235" y="482"/>
                    </a:lnTo>
                    <a:lnTo>
                      <a:pt x="231" y="484"/>
                    </a:lnTo>
                    <a:lnTo>
                      <a:pt x="229" y="486"/>
                    </a:lnTo>
                    <a:lnTo>
                      <a:pt x="227" y="488"/>
                    </a:lnTo>
                    <a:lnTo>
                      <a:pt x="225" y="489"/>
                    </a:lnTo>
                    <a:lnTo>
                      <a:pt x="223" y="492"/>
                    </a:lnTo>
                    <a:lnTo>
                      <a:pt x="222" y="494"/>
                    </a:lnTo>
                    <a:lnTo>
                      <a:pt x="221" y="496"/>
                    </a:lnTo>
                    <a:lnTo>
                      <a:pt x="221" y="500"/>
                    </a:lnTo>
                    <a:lnTo>
                      <a:pt x="221" y="504"/>
                    </a:lnTo>
                    <a:lnTo>
                      <a:pt x="222" y="504"/>
                    </a:lnTo>
                    <a:lnTo>
                      <a:pt x="224" y="504"/>
                    </a:lnTo>
                    <a:lnTo>
                      <a:pt x="225" y="504"/>
                    </a:lnTo>
                    <a:lnTo>
                      <a:pt x="227" y="504"/>
                    </a:lnTo>
                    <a:lnTo>
                      <a:pt x="229" y="504"/>
                    </a:lnTo>
                    <a:lnTo>
                      <a:pt x="232" y="504"/>
                    </a:lnTo>
                    <a:lnTo>
                      <a:pt x="239" y="502"/>
                    </a:lnTo>
                    <a:lnTo>
                      <a:pt x="246" y="500"/>
                    </a:lnTo>
                    <a:lnTo>
                      <a:pt x="259" y="494"/>
                    </a:lnTo>
                    <a:lnTo>
                      <a:pt x="267" y="490"/>
                    </a:lnTo>
                    <a:lnTo>
                      <a:pt x="272" y="489"/>
                    </a:lnTo>
                    <a:lnTo>
                      <a:pt x="276" y="488"/>
                    </a:lnTo>
                    <a:lnTo>
                      <a:pt x="280" y="488"/>
                    </a:lnTo>
                    <a:lnTo>
                      <a:pt x="284" y="488"/>
                    </a:lnTo>
                    <a:lnTo>
                      <a:pt x="287" y="487"/>
                    </a:lnTo>
                    <a:lnTo>
                      <a:pt x="290" y="485"/>
                    </a:lnTo>
                    <a:lnTo>
                      <a:pt x="292" y="485"/>
                    </a:lnTo>
                    <a:lnTo>
                      <a:pt x="296" y="484"/>
                    </a:lnTo>
                    <a:lnTo>
                      <a:pt x="298" y="484"/>
                    </a:lnTo>
                    <a:lnTo>
                      <a:pt x="301" y="484"/>
                    </a:lnTo>
                    <a:lnTo>
                      <a:pt x="304" y="484"/>
                    </a:lnTo>
                    <a:lnTo>
                      <a:pt x="306" y="484"/>
                    </a:lnTo>
                    <a:lnTo>
                      <a:pt x="308" y="485"/>
                    </a:lnTo>
                    <a:lnTo>
                      <a:pt x="311" y="485"/>
                    </a:lnTo>
                    <a:lnTo>
                      <a:pt x="313" y="486"/>
                    </a:lnTo>
                    <a:lnTo>
                      <a:pt x="315" y="487"/>
                    </a:lnTo>
                    <a:lnTo>
                      <a:pt x="320" y="489"/>
                    </a:lnTo>
                    <a:lnTo>
                      <a:pt x="323" y="492"/>
                    </a:lnTo>
                    <a:lnTo>
                      <a:pt x="327" y="495"/>
                    </a:lnTo>
                    <a:lnTo>
                      <a:pt x="330" y="499"/>
                    </a:lnTo>
                    <a:lnTo>
                      <a:pt x="332" y="502"/>
                    </a:lnTo>
                    <a:lnTo>
                      <a:pt x="335" y="506"/>
                    </a:lnTo>
                    <a:lnTo>
                      <a:pt x="337" y="511"/>
                    </a:lnTo>
                    <a:lnTo>
                      <a:pt x="339" y="515"/>
                    </a:lnTo>
                    <a:lnTo>
                      <a:pt x="340" y="520"/>
                    </a:lnTo>
                    <a:lnTo>
                      <a:pt x="342" y="524"/>
                    </a:lnTo>
                    <a:lnTo>
                      <a:pt x="338" y="528"/>
                    </a:lnTo>
                    <a:lnTo>
                      <a:pt x="335" y="532"/>
                    </a:lnTo>
                    <a:lnTo>
                      <a:pt x="332" y="532"/>
                    </a:lnTo>
                    <a:lnTo>
                      <a:pt x="328" y="532"/>
                    </a:lnTo>
                    <a:lnTo>
                      <a:pt x="326" y="532"/>
                    </a:lnTo>
                    <a:lnTo>
                      <a:pt x="323" y="532"/>
                    </a:lnTo>
                    <a:lnTo>
                      <a:pt x="319" y="533"/>
                    </a:lnTo>
                    <a:lnTo>
                      <a:pt x="315" y="536"/>
                    </a:lnTo>
                    <a:lnTo>
                      <a:pt x="311" y="539"/>
                    </a:lnTo>
                    <a:lnTo>
                      <a:pt x="307" y="541"/>
                    </a:lnTo>
                    <a:lnTo>
                      <a:pt x="304" y="541"/>
                    </a:lnTo>
                    <a:lnTo>
                      <a:pt x="302" y="541"/>
                    </a:lnTo>
                    <a:lnTo>
                      <a:pt x="300" y="542"/>
                    </a:lnTo>
                    <a:lnTo>
                      <a:pt x="297" y="542"/>
                    </a:lnTo>
                    <a:lnTo>
                      <a:pt x="296" y="542"/>
                    </a:lnTo>
                    <a:lnTo>
                      <a:pt x="293" y="542"/>
                    </a:lnTo>
                    <a:lnTo>
                      <a:pt x="292" y="542"/>
                    </a:lnTo>
                    <a:lnTo>
                      <a:pt x="290" y="543"/>
                    </a:lnTo>
                    <a:lnTo>
                      <a:pt x="290" y="544"/>
                    </a:lnTo>
                    <a:lnTo>
                      <a:pt x="290" y="545"/>
                    </a:lnTo>
                    <a:lnTo>
                      <a:pt x="289" y="546"/>
                    </a:lnTo>
                    <a:lnTo>
                      <a:pt x="288" y="548"/>
                    </a:lnTo>
                    <a:lnTo>
                      <a:pt x="285" y="550"/>
                    </a:lnTo>
                    <a:lnTo>
                      <a:pt x="282" y="553"/>
                    </a:lnTo>
                    <a:lnTo>
                      <a:pt x="278" y="556"/>
                    </a:lnTo>
                    <a:lnTo>
                      <a:pt x="274" y="558"/>
                    </a:lnTo>
                    <a:lnTo>
                      <a:pt x="271" y="559"/>
                    </a:lnTo>
                    <a:lnTo>
                      <a:pt x="267" y="560"/>
                    </a:lnTo>
                    <a:lnTo>
                      <a:pt x="267" y="559"/>
                    </a:lnTo>
                    <a:lnTo>
                      <a:pt x="267" y="558"/>
                    </a:lnTo>
                    <a:lnTo>
                      <a:pt x="264" y="556"/>
                    </a:lnTo>
                    <a:lnTo>
                      <a:pt x="261" y="552"/>
                    </a:lnTo>
                    <a:lnTo>
                      <a:pt x="260" y="551"/>
                    </a:lnTo>
                    <a:lnTo>
                      <a:pt x="260" y="549"/>
                    </a:lnTo>
                    <a:lnTo>
                      <a:pt x="260" y="548"/>
                    </a:lnTo>
                    <a:lnTo>
                      <a:pt x="261" y="546"/>
                    </a:lnTo>
                    <a:lnTo>
                      <a:pt x="261" y="545"/>
                    </a:lnTo>
                    <a:lnTo>
                      <a:pt x="261" y="544"/>
                    </a:lnTo>
                    <a:lnTo>
                      <a:pt x="261" y="542"/>
                    </a:lnTo>
                    <a:lnTo>
                      <a:pt x="260" y="541"/>
                    </a:lnTo>
                    <a:lnTo>
                      <a:pt x="255" y="541"/>
                    </a:lnTo>
                    <a:lnTo>
                      <a:pt x="248" y="541"/>
                    </a:lnTo>
                    <a:lnTo>
                      <a:pt x="243" y="541"/>
                    </a:lnTo>
                    <a:lnTo>
                      <a:pt x="237" y="541"/>
                    </a:lnTo>
                    <a:lnTo>
                      <a:pt x="235" y="543"/>
                    </a:lnTo>
                    <a:lnTo>
                      <a:pt x="235" y="546"/>
                    </a:lnTo>
                    <a:lnTo>
                      <a:pt x="235" y="548"/>
                    </a:lnTo>
                    <a:lnTo>
                      <a:pt x="235" y="551"/>
                    </a:lnTo>
                    <a:lnTo>
                      <a:pt x="235" y="553"/>
                    </a:lnTo>
                    <a:lnTo>
                      <a:pt x="235" y="556"/>
                    </a:lnTo>
                    <a:lnTo>
                      <a:pt x="236" y="561"/>
                    </a:lnTo>
                    <a:lnTo>
                      <a:pt x="239" y="567"/>
                    </a:lnTo>
                    <a:lnTo>
                      <a:pt x="243" y="576"/>
                    </a:lnTo>
                    <a:lnTo>
                      <a:pt x="247" y="586"/>
                    </a:lnTo>
                    <a:lnTo>
                      <a:pt x="247" y="589"/>
                    </a:lnTo>
                    <a:lnTo>
                      <a:pt x="248" y="593"/>
                    </a:lnTo>
                    <a:lnTo>
                      <a:pt x="248" y="596"/>
                    </a:lnTo>
                    <a:lnTo>
                      <a:pt x="248" y="600"/>
                    </a:lnTo>
                    <a:lnTo>
                      <a:pt x="248" y="603"/>
                    </a:lnTo>
                    <a:lnTo>
                      <a:pt x="249" y="606"/>
                    </a:lnTo>
                    <a:lnTo>
                      <a:pt x="250" y="609"/>
                    </a:lnTo>
                    <a:lnTo>
                      <a:pt x="251" y="613"/>
                    </a:lnTo>
                    <a:lnTo>
                      <a:pt x="253" y="616"/>
                    </a:lnTo>
                    <a:lnTo>
                      <a:pt x="255" y="618"/>
                    </a:lnTo>
                    <a:lnTo>
                      <a:pt x="256" y="620"/>
                    </a:lnTo>
                    <a:lnTo>
                      <a:pt x="257" y="622"/>
                    </a:lnTo>
                    <a:lnTo>
                      <a:pt x="257" y="624"/>
                    </a:lnTo>
                    <a:lnTo>
                      <a:pt x="257" y="625"/>
                    </a:lnTo>
                    <a:lnTo>
                      <a:pt x="257" y="628"/>
                    </a:lnTo>
                    <a:lnTo>
                      <a:pt x="257" y="629"/>
                    </a:lnTo>
                    <a:lnTo>
                      <a:pt x="257" y="632"/>
                    </a:lnTo>
                    <a:lnTo>
                      <a:pt x="258" y="634"/>
                    </a:lnTo>
                    <a:lnTo>
                      <a:pt x="261" y="639"/>
                    </a:lnTo>
                    <a:lnTo>
                      <a:pt x="263" y="643"/>
                    </a:lnTo>
                    <a:lnTo>
                      <a:pt x="265" y="645"/>
                    </a:lnTo>
                    <a:lnTo>
                      <a:pt x="265" y="648"/>
                    </a:lnTo>
                    <a:lnTo>
                      <a:pt x="266" y="652"/>
                    </a:lnTo>
                    <a:lnTo>
                      <a:pt x="266" y="657"/>
                    </a:lnTo>
                    <a:lnTo>
                      <a:pt x="266" y="668"/>
                    </a:lnTo>
                    <a:lnTo>
                      <a:pt x="265" y="679"/>
                    </a:lnTo>
                    <a:lnTo>
                      <a:pt x="263" y="691"/>
                    </a:lnTo>
                    <a:lnTo>
                      <a:pt x="263" y="700"/>
                    </a:lnTo>
                    <a:lnTo>
                      <a:pt x="261" y="708"/>
                    </a:lnTo>
                    <a:lnTo>
                      <a:pt x="260" y="713"/>
                    </a:lnTo>
                    <a:lnTo>
                      <a:pt x="259" y="716"/>
                    </a:lnTo>
                    <a:lnTo>
                      <a:pt x="259" y="720"/>
                    </a:lnTo>
                    <a:lnTo>
                      <a:pt x="259" y="723"/>
                    </a:lnTo>
                    <a:lnTo>
                      <a:pt x="259" y="727"/>
                    </a:lnTo>
                    <a:lnTo>
                      <a:pt x="258" y="732"/>
                    </a:lnTo>
                    <a:lnTo>
                      <a:pt x="258" y="739"/>
                    </a:lnTo>
                    <a:lnTo>
                      <a:pt x="258" y="741"/>
                    </a:lnTo>
                    <a:lnTo>
                      <a:pt x="257" y="744"/>
                    </a:lnTo>
                    <a:lnTo>
                      <a:pt x="257" y="747"/>
                    </a:lnTo>
                    <a:lnTo>
                      <a:pt x="256" y="749"/>
                    </a:lnTo>
                    <a:lnTo>
                      <a:pt x="255" y="752"/>
                    </a:lnTo>
                    <a:lnTo>
                      <a:pt x="254" y="754"/>
                    </a:lnTo>
                    <a:lnTo>
                      <a:pt x="251" y="756"/>
                    </a:lnTo>
                    <a:lnTo>
                      <a:pt x="249" y="758"/>
                    </a:lnTo>
                    <a:lnTo>
                      <a:pt x="247" y="760"/>
                    </a:lnTo>
                    <a:lnTo>
                      <a:pt x="245" y="760"/>
                    </a:lnTo>
                    <a:lnTo>
                      <a:pt x="243" y="762"/>
                    </a:lnTo>
                    <a:lnTo>
                      <a:pt x="239" y="763"/>
                    </a:lnTo>
                    <a:lnTo>
                      <a:pt x="236" y="764"/>
                    </a:lnTo>
                    <a:lnTo>
                      <a:pt x="233" y="764"/>
                    </a:lnTo>
                    <a:lnTo>
                      <a:pt x="230" y="764"/>
                    </a:lnTo>
                    <a:lnTo>
                      <a:pt x="226" y="764"/>
                    </a:lnTo>
                    <a:lnTo>
                      <a:pt x="223" y="763"/>
                    </a:lnTo>
                    <a:lnTo>
                      <a:pt x="219" y="763"/>
                    </a:lnTo>
                    <a:lnTo>
                      <a:pt x="216" y="762"/>
                    </a:lnTo>
                    <a:lnTo>
                      <a:pt x="213" y="761"/>
                    </a:lnTo>
                    <a:lnTo>
                      <a:pt x="210" y="760"/>
                    </a:lnTo>
                    <a:lnTo>
                      <a:pt x="207" y="760"/>
                    </a:lnTo>
                    <a:lnTo>
                      <a:pt x="205" y="758"/>
                    </a:lnTo>
                    <a:lnTo>
                      <a:pt x="203" y="757"/>
                    </a:lnTo>
                    <a:lnTo>
                      <a:pt x="201" y="756"/>
                    </a:lnTo>
                    <a:lnTo>
                      <a:pt x="200" y="754"/>
                    </a:lnTo>
                    <a:lnTo>
                      <a:pt x="199" y="752"/>
                    </a:lnTo>
                    <a:lnTo>
                      <a:pt x="197" y="751"/>
                    </a:lnTo>
                    <a:lnTo>
                      <a:pt x="196" y="749"/>
                    </a:lnTo>
                    <a:lnTo>
                      <a:pt x="195" y="748"/>
                    </a:lnTo>
                    <a:lnTo>
                      <a:pt x="193" y="746"/>
                    </a:lnTo>
                    <a:lnTo>
                      <a:pt x="191" y="745"/>
                    </a:lnTo>
                    <a:lnTo>
                      <a:pt x="187" y="744"/>
                    </a:lnTo>
                    <a:lnTo>
                      <a:pt x="182" y="742"/>
                    </a:lnTo>
                    <a:lnTo>
                      <a:pt x="177" y="740"/>
                    </a:lnTo>
                    <a:lnTo>
                      <a:pt x="172" y="740"/>
                    </a:lnTo>
                    <a:lnTo>
                      <a:pt x="168" y="738"/>
                    </a:lnTo>
                    <a:lnTo>
                      <a:pt x="163" y="736"/>
                    </a:lnTo>
                    <a:lnTo>
                      <a:pt x="162" y="736"/>
                    </a:lnTo>
                    <a:lnTo>
                      <a:pt x="159" y="734"/>
                    </a:lnTo>
                    <a:lnTo>
                      <a:pt x="158" y="733"/>
                    </a:lnTo>
                    <a:lnTo>
                      <a:pt x="156" y="732"/>
                    </a:lnTo>
                    <a:lnTo>
                      <a:pt x="151" y="728"/>
                    </a:lnTo>
                    <a:lnTo>
                      <a:pt x="146" y="724"/>
                    </a:lnTo>
                    <a:lnTo>
                      <a:pt x="144" y="723"/>
                    </a:lnTo>
                    <a:lnTo>
                      <a:pt x="143" y="721"/>
                    </a:lnTo>
                    <a:lnTo>
                      <a:pt x="143" y="720"/>
                    </a:lnTo>
                    <a:lnTo>
                      <a:pt x="142" y="719"/>
                    </a:lnTo>
                    <a:lnTo>
                      <a:pt x="142" y="717"/>
                    </a:lnTo>
                    <a:lnTo>
                      <a:pt x="142" y="716"/>
                    </a:lnTo>
                    <a:lnTo>
                      <a:pt x="143" y="716"/>
                    </a:lnTo>
                    <a:lnTo>
                      <a:pt x="144" y="714"/>
                    </a:lnTo>
                    <a:lnTo>
                      <a:pt x="145" y="713"/>
                    </a:lnTo>
                    <a:lnTo>
                      <a:pt x="147" y="712"/>
                    </a:lnTo>
                    <a:lnTo>
                      <a:pt x="149" y="712"/>
                    </a:lnTo>
                    <a:lnTo>
                      <a:pt x="151" y="711"/>
                    </a:lnTo>
                    <a:lnTo>
                      <a:pt x="159" y="709"/>
                    </a:lnTo>
                    <a:lnTo>
                      <a:pt x="166" y="708"/>
                    </a:lnTo>
                    <a:lnTo>
                      <a:pt x="179" y="706"/>
                    </a:lnTo>
                    <a:lnTo>
                      <a:pt x="188" y="705"/>
                    </a:lnTo>
                    <a:lnTo>
                      <a:pt x="191" y="705"/>
                    </a:lnTo>
                    <a:lnTo>
                      <a:pt x="195" y="705"/>
                    </a:lnTo>
                    <a:lnTo>
                      <a:pt x="199" y="705"/>
                    </a:lnTo>
                    <a:lnTo>
                      <a:pt x="202" y="705"/>
                    </a:lnTo>
                    <a:lnTo>
                      <a:pt x="203" y="704"/>
                    </a:lnTo>
                    <a:lnTo>
                      <a:pt x="206" y="702"/>
                    </a:lnTo>
                    <a:lnTo>
                      <a:pt x="207" y="700"/>
                    </a:lnTo>
                    <a:lnTo>
                      <a:pt x="210" y="697"/>
                    </a:lnTo>
                    <a:lnTo>
                      <a:pt x="212" y="695"/>
                    </a:lnTo>
                    <a:lnTo>
                      <a:pt x="214" y="693"/>
                    </a:lnTo>
                    <a:lnTo>
                      <a:pt x="215" y="692"/>
                    </a:lnTo>
                    <a:lnTo>
                      <a:pt x="217" y="692"/>
                    </a:lnTo>
                    <a:lnTo>
                      <a:pt x="217" y="688"/>
                    </a:lnTo>
                    <a:lnTo>
                      <a:pt x="217" y="684"/>
                    </a:lnTo>
                    <a:lnTo>
                      <a:pt x="218" y="679"/>
                    </a:lnTo>
                    <a:lnTo>
                      <a:pt x="219" y="675"/>
                    </a:lnTo>
                    <a:lnTo>
                      <a:pt x="221" y="665"/>
                    </a:lnTo>
                    <a:lnTo>
                      <a:pt x="223" y="657"/>
                    </a:lnTo>
                    <a:lnTo>
                      <a:pt x="223" y="655"/>
                    </a:lnTo>
                    <a:lnTo>
                      <a:pt x="224" y="653"/>
                    </a:lnTo>
                    <a:lnTo>
                      <a:pt x="224" y="652"/>
                    </a:lnTo>
                    <a:lnTo>
                      <a:pt x="224" y="649"/>
                    </a:lnTo>
                    <a:lnTo>
                      <a:pt x="223" y="647"/>
                    </a:lnTo>
                    <a:lnTo>
                      <a:pt x="222" y="644"/>
                    </a:lnTo>
                    <a:lnTo>
                      <a:pt x="219" y="638"/>
                    </a:lnTo>
                    <a:lnTo>
                      <a:pt x="217" y="634"/>
                    </a:lnTo>
                    <a:lnTo>
                      <a:pt x="217" y="628"/>
                    </a:lnTo>
                    <a:lnTo>
                      <a:pt x="217" y="622"/>
                    </a:lnTo>
                    <a:lnTo>
                      <a:pt x="217" y="616"/>
                    </a:lnTo>
                    <a:lnTo>
                      <a:pt x="217" y="611"/>
                    </a:lnTo>
                    <a:lnTo>
                      <a:pt x="214" y="602"/>
                    </a:lnTo>
                    <a:lnTo>
                      <a:pt x="211" y="592"/>
                    </a:lnTo>
                    <a:lnTo>
                      <a:pt x="211" y="587"/>
                    </a:lnTo>
                    <a:lnTo>
                      <a:pt x="209" y="582"/>
                    </a:lnTo>
                    <a:lnTo>
                      <a:pt x="208" y="578"/>
                    </a:lnTo>
                    <a:lnTo>
                      <a:pt x="207" y="574"/>
                    </a:lnTo>
                    <a:lnTo>
                      <a:pt x="201" y="573"/>
                    </a:lnTo>
                    <a:lnTo>
                      <a:pt x="196" y="573"/>
                    </a:lnTo>
                    <a:lnTo>
                      <a:pt x="191" y="574"/>
                    </a:lnTo>
                    <a:lnTo>
                      <a:pt x="186" y="575"/>
                    </a:lnTo>
                    <a:lnTo>
                      <a:pt x="181" y="576"/>
                    </a:lnTo>
                    <a:lnTo>
                      <a:pt x="178" y="576"/>
                    </a:lnTo>
                    <a:lnTo>
                      <a:pt x="174" y="578"/>
                    </a:lnTo>
                    <a:lnTo>
                      <a:pt x="170" y="580"/>
                    </a:lnTo>
                    <a:lnTo>
                      <a:pt x="163" y="584"/>
                    </a:lnTo>
                    <a:lnTo>
                      <a:pt x="155" y="589"/>
                    </a:lnTo>
                    <a:lnTo>
                      <a:pt x="149" y="594"/>
                    </a:lnTo>
                    <a:lnTo>
                      <a:pt x="143" y="599"/>
                    </a:lnTo>
                    <a:lnTo>
                      <a:pt x="140" y="600"/>
                    </a:lnTo>
                    <a:lnTo>
                      <a:pt x="138" y="600"/>
                    </a:lnTo>
                    <a:lnTo>
                      <a:pt x="135" y="601"/>
                    </a:lnTo>
                    <a:lnTo>
                      <a:pt x="133" y="602"/>
                    </a:lnTo>
                    <a:lnTo>
                      <a:pt x="131" y="602"/>
                    </a:lnTo>
                    <a:lnTo>
                      <a:pt x="128" y="603"/>
                    </a:lnTo>
                    <a:lnTo>
                      <a:pt x="126" y="604"/>
                    </a:lnTo>
                    <a:lnTo>
                      <a:pt x="123" y="605"/>
                    </a:lnTo>
                    <a:lnTo>
                      <a:pt x="119" y="609"/>
                    </a:lnTo>
                    <a:lnTo>
                      <a:pt x="115" y="612"/>
                    </a:lnTo>
                    <a:lnTo>
                      <a:pt x="108" y="616"/>
                    </a:lnTo>
                    <a:lnTo>
                      <a:pt x="102" y="620"/>
                    </a:lnTo>
                    <a:lnTo>
                      <a:pt x="95" y="624"/>
                    </a:lnTo>
                    <a:lnTo>
                      <a:pt x="87" y="628"/>
                    </a:lnTo>
                    <a:lnTo>
                      <a:pt x="79" y="631"/>
                    </a:lnTo>
                    <a:lnTo>
                      <a:pt x="71" y="634"/>
                    </a:lnTo>
                    <a:lnTo>
                      <a:pt x="62" y="637"/>
                    </a:lnTo>
                    <a:lnTo>
                      <a:pt x="54" y="640"/>
                    </a:lnTo>
                    <a:lnTo>
                      <a:pt x="45" y="641"/>
                    </a:lnTo>
                    <a:lnTo>
                      <a:pt x="36" y="642"/>
                    </a:lnTo>
                    <a:lnTo>
                      <a:pt x="32" y="643"/>
                    </a:lnTo>
                    <a:lnTo>
                      <a:pt x="28" y="643"/>
                    </a:lnTo>
                    <a:lnTo>
                      <a:pt x="24" y="643"/>
                    </a:lnTo>
                    <a:lnTo>
                      <a:pt x="20" y="643"/>
                    </a:lnTo>
                    <a:lnTo>
                      <a:pt x="16" y="642"/>
                    </a:lnTo>
                    <a:lnTo>
                      <a:pt x="13" y="641"/>
                    </a:lnTo>
                    <a:lnTo>
                      <a:pt x="9" y="641"/>
                    </a:lnTo>
                    <a:lnTo>
                      <a:pt x="5" y="640"/>
                    </a:lnTo>
                    <a:lnTo>
                      <a:pt x="3" y="636"/>
                    </a:lnTo>
                    <a:lnTo>
                      <a:pt x="3" y="633"/>
                    </a:lnTo>
                    <a:lnTo>
                      <a:pt x="2" y="632"/>
                    </a:lnTo>
                    <a:lnTo>
                      <a:pt x="1" y="629"/>
                    </a:lnTo>
                    <a:lnTo>
                      <a:pt x="1" y="628"/>
                    </a:lnTo>
                    <a:lnTo>
                      <a:pt x="0" y="625"/>
                    </a:lnTo>
                    <a:lnTo>
                      <a:pt x="3" y="622"/>
                    </a:lnTo>
                    <a:lnTo>
                      <a:pt x="5" y="618"/>
                    </a:lnTo>
                    <a:lnTo>
                      <a:pt x="7" y="615"/>
                    </a:lnTo>
                    <a:lnTo>
                      <a:pt x="10" y="611"/>
                    </a:lnTo>
                    <a:lnTo>
                      <a:pt x="15" y="610"/>
                    </a:lnTo>
                    <a:lnTo>
                      <a:pt x="21" y="608"/>
                    </a:lnTo>
                    <a:lnTo>
                      <a:pt x="27" y="606"/>
                    </a:lnTo>
                    <a:lnTo>
                      <a:pt x="32" y="603"/>
                    </a:lnTo>
                    <a:lnTo>
                      <a:pt x="37" y="600"/>
                    </a:lnTo>
                    <a:lnTo>
                      <a:pt x="42" y="597"/>
                    </a:lnTo>
                    <a:lnTo>
                      <a:pt x="47" y="595"/>
                    </a:lnTo>
                    <a:lnTo>
                      <a:pt x="51" y="592"/>
                    </a:lnTo>
                    <a:lnTo>
                      <a:pt x="53" y="591"/>
                    </a:lnTo>
                    <a:lnTo>
                      <a:pt x="55" y="590"/>
                    </a:lnTo>
                    <a:lnTo>
                      <a:pt x="57" y="589"/>
                    </a:lnTo>
                    <a:lnTo>
                      <a:pt x="59" y="589"/>
                    </a:lnTo>
                    <a:lnTo>
                      <a:pt x="62" y="589"/>
                    </a:lnTo>
                    <a:lnTo>
                      <a:pt x="64" y="589"/>
                    </a:lnTo>
                    <a:lnTo>
                      <a:pt x="67" y="588"/>
                    </a:lnTo>
                    <a:lnTo>
                      <a:pt x="68" y="588"/>
                    </a:lnTo>
                    <a:lnTo>
                      <a:pt x="73" y="584"/>
                    </a:lnTo>
                    <a:lnTo>
                      <a:pt x="78" y="579"/>
                    </a:lnTo>
                    <a:lnTo>
                      <a:pt x="83" y="575"/>
                    </a:lnTo>
                    <a:lnTo>
                      <a:pt x="87" y="572"/>
                    </a:lnTo>
                    <a:lnTo>
                      <a:pt x="93" y="568"/>
                    </a:lnTo>
                    <a:lnTo>
                      <a:pt x="99" y="566"/>
                    </a:lnTo>
                    <a:lnTo>
                      <a:pt x="105" y="564"/>
                    </a:lnTo>
                    <a:lnTo>
                      <a:pt x="111" y="561"/>
                    </a:lnTo>
                    <a:lnTo>
                      <a:pt x="117" y="560"/>
                    </a:lnTo>
                    <a:lnTo>
                      <a:pt x="123" y="557"/>
                    </a:lnTo>
                    <a:lnTo>
                      <a:pt x="129" y="555"/>
                    </a:lnTo>
                    <a:lnTo>
                      <a:pt x="135" y="552"/>
                    </a:lnTo>
                    <a:lnTo>
                      <a:pt x="136" y="550"/>
                    </a:lnTo>
                    <a:lnTo>
                      <a:pt x="138" y="548"/>
                    </a:lnTo>
                    <a:lnTo>
                      <a:pt x="139" y="547"/>
                    </a:lnTo>
                    <a:lnTo>
                      <a:pt x="141" y="545"/>
                    </a:lnTo>
                    <a:lnTo>
                      <a:pt x="143" y="541"/>
                    </a:lnTo>
                    <a:lnTo>
                      <a:pt x="147" y="539"/>
                    </a:lnTo>
                    <a:lnTo>
                      <a:pt x="151" y="536"/>
                    </a:lnTo>
                    <a:lnTo>
                      <a:pt x="156" y="534"/>
                    </a:lnTo>
                    <a:lnTo>
                      <a:pt x="163" y="532"/>
                    </a:lnTo>
                    <a:lnTo>
                      <a:pt x="170" y="529"/>
                    </a:lnTo>
                    <a:lnTo>
                      <a:pt x="176" y="526"/>
                    </a:lnTo>
                    <a:lnTo>
                      <a:pt x="183" y="524"/>
                    </a:lnTo>
                    <a:lnTo>
                      <a:pt x="185" y="523"/>
                    </a:lnTo>
                    <a:lnTo>
                      <a:pt x="187" y="521"/>
                    </a:lnTo>
                    <a:lnTo>
                      <a:pt x="189" y="520"/>
                    </a:lnTo>
                    <a:lnTo>
                      <a:pt x="191" y="518"/>
                    </a:lnTo>
                    <a:lnTo>
                      <a:pt x="191" y="516"/>
                    </a:lnTo>
                    <a:lnTo>
                      <a:pt x="191" y="514"/>
                    </a:lnTo>
                    <a:lnTo>
                      <a:pt x="191" y="512"/>
                    </a:lnTo>
                    <a:lnTo>
                      <a:pt x="191" y="509"/>
                    </a:lnTo>
                    <a:lnTo>
                      <a:pt x="192" y="507"/>
                    </a:lnTo>
                    <a:lnTo>
                      <a:pt x="192" y="504"/>
                    </a:lnTo>
                    <a:lnTo>
                      <a:pt x="192" y="502"/>
                    </a:lnTo>
                    <a:lnTo>
                      <a:pt x="193" y="500"/>
                    </a:lnTo>
                    <a:lnTo>
                      <a:pt x="194" y="498"/>
                    </a:lnTo>
                    <a:lnTo>
                      <a:pt x="195" y="496"/>
                    </a:lnTo>
                    <a:lnTo>
                      <a:pt x="196" y="496"/>
                    </a:lnTo>
                    <a:lnTo>
                      <a:pt x="197" y="494"/>
                    </a:lnTo>
                    <a:lnTo>
                      <a:pt x="199" y="492"/>
                    </a:lnTo>
                    <a:lnTo>
                      <a:pt x="203" y="490"/>
                    </a:lnTo>
                    <a:lnTo>
                      <a:pt x="206" y="488"/>
                    </a:lnTo>
                    <a:lnTo>
                      <a:pt x="208" y="487"/>
                    </a:lnTo>
                    <a:lnTo>
                      <a:pt x="211" y="484"/>
                    </a:lnTo>
                    <a:lnTo>
                      <a:pt x="213" y="483"/>
                    </a:lnTo>
                    <a:lnTo>
                      <a:pt x="218" y="476"/>
                    </a:lnTo>
                    <a:lnTo>
                      <a:pt x="222" y="469"/>
                    </a:lnTo>
                    <a:lnTo>
                      <a:pt x="226" y="464"/>
                    </a:lnTo>
                    <a:lnTo>
                      <a:pt x="231" y="457"/>
                    </a:lnTo>
                    <a:lnTo>
                      <a:pt x="234" y="454"/>
                    </a:lnTo>
                    <a:lnTo>
                      <a:pt x="236" y="452"/>
                    </a:lnTo>
                    <a:lnTo>
                      <a:pt x="239" y="449"/>
                    </a:lnTo>
                    <a:lnTo>
                      <a:pt x="243" y="447"/>
                    </a:lnTo>
                    <a:lnTo>
                      <a:pt x="249" y="442"/>
                    </a:lnTo>
                    <a:lnTo>
                      <a:pt x="255" y="437"/>
                    </a:lnTo>
                    <a:lnTo>
                      <a:pt x="262" y="432"/>
                    </a:lnTo>
                    <a:lnTo>
                      <a:pt x="267" y="426"/>
                    </a:lnTo>
                    <a:lnTo>
                      <a:pt x="270" y="424"/>
                    </a:lnTo>
                    <a:lnTo>
                      <a:pt x="272" y="420"/>
                    </a:lnTo>
                    <a:lnTo>
                      <a:pt x="275" y="417"/>
                    </a:lnTo>
                    <a:lnTo>
                      <a:pt x="276" y="413"/>
                    </a:lnTo>
                    <a:lnTo>
                      <a:pt x="276" y="408"/>
                    </a:lnTo>
                    <a:lnTo>
                      <a:pt x="276" y="404"/>
                    </a:lnTo>
                    <a:lnTo>
                      <a:pt x="272" y="403"/>
                    </a:lnTo>
                    <a:lnTo>
                      <a:pt x="267" y="402"/>
                    </a:lnTo>
                    <a:lnTo>
                      <a:pt x="263" y="402"/>
                    </a:lnTo>
                    <a:lnTo>
                      <a:pt x="256" y="402"/>
                    </a:lnTo>
                    <a:lnTo>
                      <a:pt x="256" y="402"/>
                    </a:lnTo>
                    <a:lnTo>
                      <a:pt x="255" y="402"/>
                    </a:lnTo>
                    <a:lnTo>
                      <a:pt x="253" y="405"/>
                    </a:lnTo>
                    <a:lnTo>
                      <a:pt x="250" y="408"/>
                    </a:lnTo>
                    <a:lnTo>
                      <a:pt x="247" y="411"/>
                    </a:lnTo>
                    <a:lnTo>
                      <a:pt x="244" y="413"/>
                    </a:lnTo>
                    <a:lnTo>
                      <a:pt x="241" y="413"/>
                    </a:lnTo>
                    <a:lnTo>
                      <a:pt x="238" y="413"/>
                    </a:lnTo>
                    <a:lnTo>
                      <a:pt x="235" y="413"/>
                    </a:lnTo>
                    <a:lnTo>
                      <a:pt x="231" y="413"/>
                    </a:lnTo>
                    <a:lnTo>
                      <a:pt x="225" y="416"/>
                    </a:lnTo>
                    <a:lnTo>
                      <a:pt x="218" y="420"/>
                    </a:lnTo>
                    <a:lnTo>
                      <a:pt x="211" y="424"/>
                    </a:lnTo>
                    <a:lnTo>
                      <a:pt x="205" y="428"/>
                    </a:lnTo>
                    <a:lnTo>
                      <a:pt x="203" y="428"/>
                    </a:lnTo>
                    <a:lnTo>
                      <a:pt x="200" y="428"/>
                    </a:lnTo>
                    <a:lnTo>
                      <a:pt x="198" y="429"/>
                    </a:lnTo>
                    <a:lnTo>
                      <a:pt x="196" y="429"/>
                    </a:lnTo>
                    <a:lnTo>
                      <a:pt x="194" y="429"/>
                    </a:lnTo>
                    <a:lnTo>
                      <a:pt x="192" y="430"/>
                    </a:lnTo>
                    <a:lnTo>
                      <a:pt x="190" y="430"/>
                    </a:lnTo>
                    <a:lnTo>
                      <a:pt x="188" y="432"/>
                    </a:lnTo>
                    <a:lnTo>
                      <a:pt x="186" y="434"/>
                    </a:lnTo>
                    <a:lnTo>
                      <a:pt x="183" y="437"/>
                    </a:lnTo>
                    <a:lnTo>
                      <a:pt x="181" y="440"/>
                    </a:lnTo>
                    <a:lnTo>
                      <a:pt x="179" y="443"/>
                    </a:lnTo>
                    <a:lnTo>
                      <a:pt x="176" y="445"/>
                    </a:lnTo>
                    <a:lnTo>
                      <a:pt x="174" y="448"/>
                    </a:lnTo>
                    <a:lnTo>
                      <a:pt x="171" y="451"/>
                    </a:lnTo>
                    <a:lnTo>
                      <a:pt x="167" y="452"/>
                    </a:lnTo>
                    <a:lnTo>
                      <a:pt x="163" y="452"/>
                    </a:lnTo>
                    <a:lnTo>
                      <a:pt x="157" y="452"/>
                    </a:lnTo>
                    <a:lnTo>
                      <a:pt x="151" y="452"/>
                    </a:lnTo>
                    <a:lnTo>
                      <a:pt x="147" y="452"/>
                    </a:lnTo>
                    <a:lnTo>
                      <a:pt x="142" y="454"/>
                    </a:lnTo>
                    <a:lnTo>
                      <a:pt x="136" y="456"/>
                    </a:lnTo>
                    <a:lnTo>
                      <a:pt x="133" y="456"/>
                    </a:lnTo>
                    <a:lnTo>
                      <a:pt x="131" y="456"/>
                    </a:lnTo>
                    <a:lnTo>
                      <a:pt x="127" y="456"/>
                    </a:lnTo>
                    <a:lnTo>
                      <a:pt x="125" y="456"/>
                    </a:lnTo>
                    <a:lnTo>
                      <a:pt x="122" y="456"/>
                    </a:lnTo>
                    <a:lnTo>
                      <a:pt x="120" y="456"/>
                    </a:lnTo>
                    <a:lnTo>
                      <a:pt x="118" y="455"/>
                    </a:lnTo>
                    <a:lnTo>
                      <a:pt x="115" y="453"/>
                    </a:lnTo>
                    <a:lnTo>
                      <a:pt x="114" y="452"/>
                    </a:lnTo>
                    <a:lnTo>
                      <a:pt x="113" y="449"/>
                    </a:lnTo>
                    <a:lnTo>
                      <a:pt x="112" y="447"/>
                    </a:lnTo>
                    <a:lnTo>
                      <a:pt x="111" y="443"/>
                    </a:lnTo>
                    <a:lnTo>
                      <a:pt x="122" y="439"/>
                    </a:lnTo>
                    <a:lnTo>
                      <a:pt x="132" y="435"/>
                    </a:lnTo>
                    <a:lnTo>
                      <a:pt x="142" y="430"/>
                    </a:lnTo>
                    <a:lnTo>
                      <a:pt x="151" y="425"/>
                    </a:lnTo>
                    <a:lnTo>
                      <a:pt x="161" y="420"/>
                    </a:lnTo>
                    <a:lnTo>
                      <a:pt x="171" y="415"/>
                    </a:lnTo>
                    <a:lnTo>
                      <a:pt x="179" y="409"/>
                    </a:lnTo>
                    <a:lnTo>
                      <a:pt x="188" y="404"/>
                    </a:lnTo>
                    <a:lnTo>
                      <a:pt x="191" y="403"/>
                    </a:lnTo>
                    <a:lnTo>
                      <a:pt x="192" y="402"/>
                    </a:lnTo>
                    <a:lnTo>
                      <a:pt x="195" y="402"/>
                    </a:lnTo>
                    <a:lnTo>
                      <a:pt x="198" y="401"/>
                    </a:lnTo>
                    <a:lnTo>
                      <a:pt x="200" y="401"/>
                    </a:lnTo>
                    <a:lnTo>
                      <a:pt x="202" y="400"/>
                    </a:lnTo>
                    <a:lnTo>
                      <a:pt x="204" y="400"/>
                    </a:lnTo>
                    <a:lnTo>
                      <a:pt x="207" y="399"/>
                    </a:lnTo>
                    <a:lnTo>
                      <a:pt x="213" y="395"/>
                    </a:lnTo>
                    <a:lnTo>
                      <a:pt x="219" y="389"/>
                    </a:lnTo>
                    <a:lnTo>
                      <a:pt x="222" y="387"/>
                    </a:lnTo>
                    <a:lnTo>
                      <a:pt x="226" y="384"/>
                    </a:lnTo>
                    <a:lnTo>
                      <a:pt x="229" y="383"/>
                    </a:lnTo>
                    <a:lnTo>
                      <a:pt x="232" y="380"/>
                    </a:lnTo>
                    <a:lnTo>
                      <a:pt x="235" y="380"/>
                    </a:lnTo>
                    <a:lnTo>
                      <a:pt x="239" y="380"/>
                    </a:lnTo>
                    <a:lnTo>
                      <a:pt x="241" y="379"/>
                    </a:lnTo>
                    <a:lnTo>
                      <a:pt x="244" y="378"/>
                    </a:lnTo>
                    <a:lnTo>
                      <a:pt x="250" y="376"/>
                    </a:lnTo>
                    <a:lnTo>
                      <a:pt x="255" y="372"/>
                    </a:lnTo>
                    <a:lnTo>
                      <a:pt x="259" y="368"/>
                    </a:lnTo>
                    <a:lnTo>
                      <a:pt x="265" y="364"/>
                    </a:lnTo>
                    <a:lnTo>
                      <a:pt x="267" y="364"/>
                    </a:lnTo>
                    <a:lnTo>
                      <a:pt x="268" y="363"/>
                    </a:lnTo>
                    <a:lnTo>
                      <a:pt x="271" y="363"/>
                    </a:lnTo>
                    <a:lnTo>
                      <a:pt x="273" y="363"/>
                    </a:lnTo>
                    <a:lnTo>
                      <a:pt x="276" y="362"/>
                    </a:lnTo>
                    <a:lnTo>
                      <a:pt x="277" y="361"/>
                    </a:lnTo>
                    <a:lnTo>
                      <a:pt x="280" y="361"/>
                    </a:lnTo>
                    <a:lnTo>
                      <a:pt x="280" y="360"/>
                    </a:lnTo>
                    <a:lnTo>
                      <a:pt x="283" y="357"/>
                    </a:lnTo>
                    <a:lnTo>
                      <a:pt x="284" y="353"/>
                    </a:lnTo>
                    <a:lnTo>
                      <a:pt x="285" y="349"/>
                    </a:lnTo>
                    <a:lnTo>
                      <a:pt x="287" y="344"/>
                    </a:lnTo>
                    <a:lnTo>
                      <a:pt x="288" y="336"/>
                    </a:lnTo>
                    <a:lnTo>
                      <a:pt x="290" y="328"/>
                    </a:lnTo>
                    <a:lnTo>
                      <a:pt x="290" y="327"/>
                    </a:lnTo>
                    <a:lnTo>
                      <a:pt x="290" y="325"/>
                    </a:lnTo>
                    <a:lnTo>
                      <a:pt x="292" y="324"/>
                    </a:lnTo>
                    <a:lnTo>
                      <a:pt x="292" y="323"/>
                    </a:lnTo>
                    <a:lnTo>
                      <a:pt x="293" y="321"/>
                    </a:lnTo>
                    <a:lnTo>
                      <a:pt x="294" y="320"/>
                    </a:lnTo>
                    <a:lnTo>
                      <a:pt x="295" y="317"/>
                    </a:lnTo>
                    <a:lnTo>
                      <a:pt x="296" y="313"/>
                    </a:lnTo>
                    <a:lnTo>
                      <a:pt x="297" y="310"/>
                    </a:lnTo>
                    <a:lnTo>
                      <a:pt x="298" y="308"/>
                    </a:lnTo>
                    <a:lnTo>
                      <a:pt x="300" y="303"/>
                    </a:lnTo>
                    <a:lnTo>
                      <a:pt x="302" y="301"/>
                    </a:lnTo>
                    <a:lnTo>
                      <a:pt x="305" y="298"/>
                    </a:lnTo>
                    <a:lnTo>
                      <a:pt x="308" y="295"/>
                    </a:lnTo>
                    <a:lnTo>
                      <a:pt x="312" y="292"/>
                    </a:lnTo>
                    <a:lnTo>
                      <a:pt x="316" y="290"/>
                    </a:lnTo>
                    <a:lnTo>
                      <a:pt x="317" y="287"/>
                    </a:lnTo>
                    <a:lnTo>
                      <a:pt x="318" y="286"/>
                    </a:lnTo>
                    <a:lnTo>
                      <a:pt x="319" y="283"/>
                    </a:lnTo>
                    <a:lnTo>
                      <a:pt x="320" y="282"/>
                    </a:lnTo>
                    <a:lnTo>
                      <a:pt x="321" y="278"/>
                    </a:lnTo>
                    <a:lnTo>
                      <a:pt x="323" y="274"/>
                    </a:lnTo>
                    <a:lnTo>
                      <a:pt x="324" y="272"/>
                    </a:lnTo>
                    <a:lnTo>
                      <a:pt x="325" y="271"/>
                    </a:lnTo>
                    <a:lnTo>
                      <a:pt x="326" y="271"/>
                    </a:lnTo>
                    <a:lnTo>
                      <a:pt x="328" y="270"/>
                    </a:lnTo>
                    <a:lnTo>
                      <a:pt x="330" y="268"/>
                    </a:lnTo>
                    <a:lnTo>
                      <a:pt x="332" y="267"/>
                    </a:lnTo>
                    <a:lnTo>
                      <a:pt x="333" y="265"/>
                    </a:lnTo>
                    <a:lnTo>
                      <a:pt x="335" y="263"/>
                    </a:lnTo>
                    <a:lnTo>
                      <a:pt x="336" y="262"/>
                    </a:lnTo>
                    <a:lnTo>
                      <a:pt x="336" y="259"/>
                    </a:lnTo>
                    <a:lnTo>
                      <a:pt x="336" y="257"/>
                    </a:lnTo>
                    <a:lnTo>
                      <a:pt x="337" y="255"/>
                    </a:lnTo>
                    <a:lnTo>
                      <a:pt x="338" y="253"/>
                    </a:lnTo>
                    <a:lnTo>
                      <a:pt x="339" y="251"/>
                    </a:lnTo>
                    <a:lnTo>
                      <a:pt x="344" y="244"/>
                    </a:lnTo>
                    <a:lnTo>
                      <a:pt x="348" y="239"/>
                    </a:lnTo>
                    <a:lnTo>
                      <a:pt x="353" y="231"/>
                    </a:lnTo>
                    <a:lnTo>
                      <a:pt x="358" y="225"/>
                    </a:lnTo>
                    <a:lnTo>
                      <a:pt x="360" y="222"/>
                    </a:lnTo>
                    <a:lnTo>
                      <a:pt x="363" y="218"/>
                    </a:lnTo>
                    <a:lnTo>
                      <a:pt x="365" y="215"/>
                    </a:lnTo>
                    <a:lnTo>
                      <a:pt x="367" y="211"/>
                    </a:lnTo>
                    <a:lnTo>
                      <a:pt x="368" y="206"/>
                    </a:lnTo>
                    <a:lnTo>
                      <a:pt x="368" y="202"/>
                    </a:lnTo>
                    <a:lnTo>
                      <a:pt x="369" y="198"/>
                    </a:lnTo>
                    <a:lnTo>
                      <a:pt x="369" y="192"/>
                    </a:lnTo>
                    <a:lnTo>
                      <a:pt x="368" y="191"/>
                    </a:lnTo>
                    <a:lnTo>
                      <a:pt x="366" y="189"/>
                    </a:lnTo>
                    <a:lnTo>
                      <a:pt x="362" y="189"/>
                    </a:lnTo>
                    <a:lnTo>
                      <a:pt x="358" y="188"/>
                    </a:lnTo>
                    <a:lnTo>
                      <a:pt x="354" y="189"/>
                    </a:lnTo>
                    <a:lnTo>
                      <a:pt x="352" y="189"/>
                    </a:lnTo>
                    <a:lnTo>
                      <a:pt x="348" y="190"/>
                    </a:lnTo>
                    <a:lnTo>
                      <a:pt x="345" y="191"/>
                    </a:lnTo>
                    <a:lnTo>
                      <a:pt x="342" y="191"/>
                    </a:lnTo>
                    <a:lnTo>
                      <a:pt x="340" y="193"/>
                    </a:lnTo>
                    <a:lnTo>
                      <a:pt x="334" y="195"/>
                    </a:lnTo>
                    <a:lnTo>
                      <a:pt x="328" y="198"/>
                    </a:lnTo>
                    <a:lnTo>
                      <a:pt x="324" y="199"/>
                    </a:lnTo>
                    <a:lnTo>
                      <a:pt x="321" y="199"/>
                    </a:lnTo>
                    <a:lnTo>
                      <a:pt x="317" y="200"/>
                    </a:lnTo>
                    <a:lnTo>
                      <a:pt x="313" y="200"/>
                    </a:lnTo>
                    <a:lnTo>
                      <a:pt x="312" y="202"/>
                    </a:lnTo>
                    <a:lnTo>
                      <a:pt x="312" y="203"/>
                    </a:lnTo>
                    <a:lnTo>
                      <a:pt x="311" y="204"/>
                    </a:lnTo>
                    <a:lnTo>
                      <a:pt x="309" y="206"/>
                    </a:lnTo>
                    <a:lnTo>
                      <a:pt x="307" y="207"/>
                    </a:lnTo>
                    <a:lnTo>
                      <a:pt x="304" y="210"/>
                    </a:lnTo>
                    <a:lnTo>
                      <a:pt x="301" y="211"/>
                    </a:lnTo>
                    <a:lnTo>
                      <a:pt x="299" y="213"/>
                    </a:lnTo>
                    <a:lnTo>
                      <a:pt x="298" y="215"/>
                    </a:lnTo>
                    <a:lnTo>
                      <a:pt x="297" y="215"/>
                    </a:lnTo>
                    <a:lnTo>
                      <a:pt x="296" y="216"/>
                    </a:lnTo>
                    <a:lnTo>
                      <a:pt x="296" y="218"/>
                    </a:lnTo>
                    <a:lnTo>
                      <a:pt x="296" y="219"/>
                    </a:lnTo>
                    <a:lnTo>
                      <a:pt x="296" y="222"/>
                    </a:lnTo>
                    <a:lnTo>
                      <a:pt x="296" y="224"/>
                    </a:lnTo>
                    <a:lnTo>
                      <a:pt x="298" y="226"/>
                    </a:lnTo>
                    <a:lnTo>
                      <a:pt x="301" y="230"/>
                    </a:lnTo>
                    <a:lnTo>
                      <a:pt x="305" y="234"/>
                    </a:lnTo>
                    <a:lnTo>
                      <a:pt x="308" y="236"/>
                    </a:lnTo>
                    <a:lnTo>
                      <a:pt x="309" y="238"/>
                    </a:lnTo>
                    <a:lnTo>
                      <a:pt x="312" y="240"/>
                    </a:lnTo>
                    <a:lnTo>
                      <a:pt x="312" y="243"/>
                    </a:lnTo>
                    <a:lnTo>
                      <a:pt x="313" y="245"/>
                    </a:lnTo>
                    <a:lnTo>
                      <a:pt x="314" y="247"/>
                    </a:lnTo>
                    <a:lnTo>
                      <a:pt x="314" y="250"/>
                    </a:lnTo>
                    <a:lnTo>
                      <a:pt x="313" y="253"/>
                    </a:lnTo>
                    <a:lnTo>
                      <a:pt x="312" y="256"/>
                    </a:lnTo>
                    <a:lnTo>
                      <a:pt x="309" y="259"/>
                    </a:lnTo>
                    <a:lnTo>
                      <a:pt x="307" y="262"/>
                    </a:lnTo>
                    <a:lnTo>
                      <a:pt x="304" y="265"/>
                    </a:lnTo>
                    <a:lnTo>
                      <a:pt x="303" y="268"/>
                    </a:lnTo>
                    <a:lnTo>
                      <a:pt x="301" y="275"/>
                    </a:lnTo>
                    <a:lnTo>
                      <a:pt x="300" y="281"/>
                    </a:lnTo>
                    <a:lnTo>
                      <a:pt x="297" y="286"/>
                    </a:lnTo>
                    <a:lnTo>
                      <a:pt x="296" y="287"/>
                    </a:lnTo>
                    <a:lnTo>
                      <a:pt x="295" y="289"/>
                    </a:lnTo>
                    <a:lnTo>
                      <a:pt x="293" y="291"/>
                    </a:lnTo>
                    <a:lnTo>
                      <a:pt x="292" y="292"/>
                    </a:lnTo>
                    <a:lnTo>
                      <a:pt x="288" y="295"/>
                    </a:lnTo>
                    <a:lnTo>
                      <a:pt x="286" y="298"/>
                    </a:lnTo>
                    <a:lnTo>
                      <a:pt x="285" y="299"/>
                    </a:lnTo>
                    <a:lnTo>
                      <a:pt x="284" y="301"/>
                    </a:lnTo>
                    <a:lnTo>
                      <a:pt x="284" y="303"/>
                    </a:lnTo>
                    <a:lnTo>
                      <a:pt x="284" y="305"/>
                    </a:lnTo>
                    <a:lnTo>
                      <a:pt x="284" y="307"/>
                    </a:lnTo>
                    <a:lnTo>
                      <a:pt x="283" y="308"/>
                    </a:lnTo>
                    <a:lnTo>
                      <a:pt x="282" y="310"/>
                    </a:lnTo>
                    <a:lnTo>
                      <a:pt x="282" y="312"/>
                    </a:lnTo>
                    <a:lnTo>
                      <a:pt x="277" y="315"/>
                    </a:lnTo>
                    <a:lnTo>
                      <a:pt x="273" y="319"/>
                    </a:lnTo>
                    <a:lnTo>
                      <a:pt x="268" y="322"/>
                    </a:lnTo>
                    <a:lnTo>
                      <a:pt x="265" y="325"/>
                    </a:lnTo>
                    <a:lnTo>
                      <a:pt x="264" y="328"/>
                    </a:lnTo>
                    <a:lnTo>
                      <a:pt x="263" y="332"/>
                    </a:lnTo>
                    <a:lnTo>
                      <a:pt x="263" y="336"/>
                    </a:lnTo>
                    <a:lnTo>
                      <a:pt x="263" y="339"/>
                    </a:lnTo>
                    <a:lnTo>
                      <a:pt x="259" y="344"/>
                    </a:lnTo>
                    <a:lnTo>
                      <a:pt x="254" y="348"/>
                    </a:lnTo>
                    <a:lnTo>
                      <a:pt x="248" y="353"/>
                    </a:lnTo>
                    <a:lnTo>
                      <a:pt x="244" y="357"/>
                    </a:lnTo>
                    <a:lnTo>
                      <a:pt x="243" y="356"/>
                    </a:lnTo>
                    <a:lnTo>
                      <a:pt x="241" y="356"/>
                    </a:lnTo>
                    <a:lnTo>
                      <a:pt x="239" y="355"/>
                    </a:lnTo>
                    <a:lnTo>
                      <a:pt x="239" y="353"/>
                    </a:lnTo>
                    <a:lnTo>
                      <a:pt x="238" y="352"/>
                    </a:lnTo>
                    <a:lnTo>
                      <a:pt x="238" y="348"/>
                    </a:lnTo>
                    <a:lnTo>
                      <a:pt x="240" y="343"/>
                    </a:lnTo>
                    <a:lnTo>
                      <a:pt x="243" y="337"/>
                    </a:lnTo>
                    <a:lnTo>
                      <a:pt x="243" y="335"/>
                    </a:lnTo>
                    <a:lnTo>
                      <a:pt x="243" y="332"/>
                    </a:lnTo>
                    <a:lnTo>
                      <a:pt x="244" y="329"/>
                    </a:lnTo>
                    <a:lnTo>
                      <a:pt x="244" y="325"/>
                    </a:lnTo>
                    <a:lnTo>
                      <a:pt x="244" y="325"/>
                    </a:lnTo>
                    <a:close/>
                    <a:moveTo>
                      <a:pt x="147" y="217"/>
                    </a:moveTo>
                    <a:lnTo>
                      <a:pt x="146" y="218"/>
                    </a:lnTo>
                    <a:lnTo>
                      <a:pt x="144" y="219"/>
                    </a:lnTo>
                    <a:lnTo>
                      <a:pt x="143" y="219"/>
                    </a:lnTo>
                    <a:lnTo>
                      <a:pt x="141" y="219"/>
                    </a:lnTo>
                    <a:lnTo>
                      <a:pt x="137" y="220"/>
                    </a:lnTo>
                    <a:lnTo>
                      <a:pt x="134" y="220"/>
                    </a:lnTo>
                    <a:lnTo>
                      <a:pt x="132" y="220"/>
                    </a:lnTo>
                    <a:lnTo>
                      <a:pt x="130" y="221"/>
                    </a:lnTo>
                    <a:lnTo>
                      <a:pt x="128" y="222"/>
                    </a:lnTo>
                    <a:lnTo>
                      <a:pt x="127" y="223"/>
                    </a:lnTo>
                    <a:lnTo>
                      <a:pt x="125" y="224"/>
                    </a:lnTo>
                    <a:lnTo>
                      <a:pt x="124" y="226"/>
                    </a:lnTo>
                    <a:lnTo>
                      <a:pt x="123" y="227"/>
                    </a:lnTo>
                    <a:lnTo>
                      <a:pt x="121" y="230"/>
                    </a:lnTo>
                    <a:lnTo>
                      <a:pt x="121" y="231"/>
                    </a:lnTo>
                    <a:lnTo>
                      <a:pt x="120" y="233"/>
                    </a:lnTo>
                    <a:lnTo>
                      <a:pt x="120" y="235"/>
                    </a:lnTo>
                    <a:lnTo>
                      <a:pt x="120" y="236"/>
                    </a:lnTo>
                    <a:lnTo>
                      <a:pt x="120" y="241"/>
                    </a:lnTo>
                    <a:lnTo>
                      <a:pt x="122" y="246"/>
                    </a:lnTo>
                    <a:lnTo>
                      <a:pt x="123" y="251"/>
                    </a:lnTo>
                    <a:lnTo>
                      <a:pt x="124" y="256"/>
                    </a:lnTo>
                    <a:lnTo>
                      <a:pt x="126" y="263"/>
                    </a:lnTo>
                    <a:lnTo>
                      <a:pt x="127" y="268"/>
                    </a:lnTo>
                    <a:lnTo>
                      <a:pt x="131" y="279"/>
                    </a:lnTo>
                    <a:lnTo>
                      <a:pt x="135" y="288"/>
                    </a:lnTo>
                    <a:lnTo>
                      <a:pt x="137" y="292"/>
                    </a:lnTo>
                    <a:lnTo>
                      <a:pt x="139" y="295"/>
                    </a:lnTo>
                    <a:lnTo>
                      <a:pt x="139" y="297"/>
                    </a:lnTo>
                    <a:lnTo>
                      <a:pt x="140" y="298"/>
                    </a:lnTo>
                    <a:lnTo>
                      <a:pt x="142" y="299"/>
                    </a:lnTo>
                    <a:lnTo>
                      <a:pt x="143" y="299"/>
                    </a:lnTo>
                    <a:lnTo>
                      <a:pt x="145" y="299"/>
                    </a:lnTo>
                    <a:lnTo>
                      <a:pt x="147" y="298"/>
                    </a:lnTo>
                    <a:lnTo>
                      <a:pt x="148" y="297"/>
                    </a:lnTo>
                    <a:lnTo>
                      <a:pt x="150" y="296"/>
                    </a:lnTo>
                    <a:lnTo>
                      <a:pt x="151" y="295"/>
                    </a:lnTo>
                    <a:lnTo>
                      <a:pt x="152" y="294"/>
                    </a:lnTo>
                    <a:lnTo>
                      <a:pt x="155" y="291"/>
                    </a:lnTo>
                    <a:lnTo>
                      <a:pt x="157" y="287"/>
                    </a:lnTo>
                    <a:lnTo>
                      <a:pt x="156" y="284"/>
                    </a:lnTo>
                    <a:lnTo>
                      <a:pt x="155" y="282"/>
                    </a:lnTo>
                    <a:lnTo>
                      <a:pt x="154" y="280"/>
                    </a:lnTo>
                    <a:lnTo>
                      <a:pt x="153" y="279"/>
                    </a:lnTo>
                    <a:lnTo>
                      <a:pt x="151" y="277"/>
                    </a:lnTo>
                    <a:lnTo>
                      <a:pt x="150" y="276"/>
                    </a:lnTo>
                    <a:lnTo>
                      <a:pt x="147" y="275"/>
                    </a:lnTo>
                    <a:lnTo>
                      <a:pt x="144" y="274"/>
                    </a:lnTo>
                    <a:lnTo>
                      <a:pt x="144" y="271"/>
                    </a:lnTo>
                    <a:lnTo>
                      <a:pt x="144" y="267"/>
                    </a:lnTo>
                    <a:lnTo>
                      <a:pt x="145" y="263"/>
                    </a:lnTo>
                    <a:lnTo>
                      <a:pt x="146" y="260"/>
                    </a:lnTo>
                    <a:lnTo>
                      <a:pt x="147" y="256"/>
                    </a:lnTo>
                    <a:lnTo>
                      <a:pt x="148" y="253"/>
                    </a:lnTo>
                    <a:lnTo>
                      <a:pt x="150" y="250"/>
                    </a:lnTo>
                    <a:lnTo>
                      <a:pt x="151" y="247"/>
                    </a:lnTo>
                    <a:lnTo>
                      <a:pt x="153" y="243"/>
                    </a:lnTo>
                    <a:lnTo>
                      <a:pt x="155" y="241"/>
                    </a:lnTo>
                    <a:lnTo>
                      <a:pt x="157" y="238"/>
                    </a:lnTo>
                    <a:lnTo>
                      <a:pt x="159" y="235"/>
                    </a:lnTo>
                    <a:lnTo>
                      <a:pt x="163" y="231"/>
                    </a:lnTo>
                    <a:lnTo>
                      <a:pt x="167" y="227"/>
                    </a:lnTo>
                    <a:lnTo>
                      <a:pt x="167" y="224"/>
                    </a:lnTo>
                    <a:lnTo>
                      <a:pt x="167" y="221"/>
                    </a:lnTo>
                    <a:lnTo>
                      <a:pt x="163" y="219"/>
                    </a:lnTo>
                    <a:lnTo>
                      <a:pt x="159" y="219"/>
                    </a:lnTo>
                    <a:lnTo>
                      <a:pt x="155" y="218"/>
                    </a:lnTo>
                    <a:lnTo>
                      <a:pt x="154" y="217"/>
                    </a:lnTo>
                    <a:lnTo>
                      <a:pt x="151" y="217"/>
                    </a:lnTo>
                    <a:lnTo>
                      <a:pt x="147" y="217"/>
                    </a:lnTo>
                    <a:lnTo>
                      <a:pt x="147" y="217"/>
                    </a:lnTo>
                    <a:close/>
                    <a:moveTo>
                      <a:pt x="195" y="216"/>
                    </a:moveTo>
                    <a:lnTo>
                      <a:pt x="193" y="220"/>
                    </a:lnTo>
                    <a:lnTo>
                      <a:pt x="191" y="224"/>
                    </a:lnTo>
                    <a:lnTo>
                      <a:pt x="188" y="227"/>
                    </a:lnTo>
                    <a:lnTo>
                      <a:pt x="185" y="231"/>
                    </a:lnTo>
                    <a:lnTo>
                      <a:pt x="183" y="235"/>
                    </a:lnTo>
                    <a:lnTo>
                      <a:pt x="181" y="240"/>
                    </a:lnTo>
                    <a:lnTo>
                      <a:pt x="180" y="243"/>
                    </a:lnTo>
                    <a:lnTo>
                      <a:pt x="179" y="245"/>
                    </a:lnTo>
                    <a:lnTo>
                      <a:pt x="179" y="247"/>
                    </a:lnTo>
                    <a:lnTo>
                      <a:pt x="179" y="250"/>
                    </a:lnTo>
                    <a:lnTo>
                      <a:pt x="180" y="252"/>
                    </a:lnTo>
                    <a:lnTo>
                      <a:pt x="182" y="253"/>
                    </a:lnTo>
                    <a:lnTo>
                      <a:pt x="185" y="254"/>
                    </a:lnTo>
                    <a:lnTo>
                      <a:pt x="188" y="254"/>
                    </a:lnTo>
                    <a:lnTo>
                      <a:pt x="192" y="254"/>
                    </a:lnTo>
                    <a:lnTo>
                      <a:pt x="195" y="253"/>
                    </a:lnTo>
                    <a:lnTo>
                      <a:pt x="199" y="252"/>
                    </a:lnTo>
                    <a:lnTo>
                      <a:pt x="202" y="251"/>
                    </a:lnTo>
                    <a:lnTo>
                      <a:pt x="205" y="250"/>
                    </a:lnTo>
                    <a:lnTo>
                      <a:pt x="208" y="248"/>
                    </a:lnTo>
                    <a:lnTo>
                      <a:pt x="211" y="247"/>
                    </a:lnTo>
                    <a:lnTo>
                      <a:pt x="214" y="244"/>
                    </a:lnTo>
                    <a:lnTo>
                      <a:pt x="217" y="242"/>
                    </a:lnTo>
                    <a:lnTo>
                      <a:pt x="219" y="240"/>
                    </a:lnTo>
                    <a:lnTo>
                      <a:pt x="221" y="238"/>
                    </a:lnTo>
                    <a:lnTo>
                      <a:pt x="223" y="235"/>
                    </a:lnTo>
                    <a:lnTo>
                      <a:pt x="224" y="233"/>
                    </a:lnTo>
                    <a:lnTo>
                      <a:pt x="226" y="231"/>
                    </a:lnTo>
                    <a:lnTo>
                      <a:pt x="226" y="228"/>
                    </a:lnTo>
                    <a:lnTo>
                      <a:pt x="225" y="226"/>
                    </a:lnTo>
                    <a:lnTo>
                      <a:pt x="219" y="222"/>
                    </a:lnTo>
                    <a:lnTo>
                      <a:pt x="213" y="219"/>
                    </a:lnTo>
                    <a:lnTo>
                      <a:pt x="209" y="218"/>
                    </a:lnTo>
                    <a:lnTo>
                      <a:pt x="205" y="217"/>
                    </a:lnTo>
                    <a:lnTo>
                      <a:pt x="201" y="216"/>
                    </a:lnTo>
                    <a:lnTo>
                      <a:pt x="195" y="216"/>
                    </a:lnTo>
                    <a:lnTo>
                      <a:pt x="195" y="216"/>
                    </a:lnTo>
                    <a:close/>
                    <a:moveTo>
                      <a:pt x="256" y="238"/>
                    </a:moveTo>
                    <a:lnTo>
                      <a:pt x="253" y="241"/>
                    </a:lnTo>
                    <a:lnTo>
                      <a:pt x="249" y="244"/>
                    </a:lnTo>
                    <a:lnTo>
                      <a:pt x="248" y="246"/>
                    </a:lnTo>
                    <a:lnTo>
                      <a:pt x="248" y="248"/>
                    </a:lnTo>
                    <a:lnTo>
                      <a:pt x="247" y="250"/>
                    </a:lnTo>
                    <a:lnTo>
                      <a:pt x="247" y="253"/>
                    </a:lnTo>
                    <a:lnTo>
                      <a:pt x="247" y="259"/>
                    </a:lnTo>
                    <a:lnTo>
                      <a:pt x="247" y="267"/>
                    </a:lnTo>
                    <a:lnTo>
                      <a:pt x="247" y="273"/>
                    </a:lnTo>
                    <a:lnTo>
                      <a:pt x="248" y="279"/>
                    </a:lnTo>
                    <a:lnTo>
                      <a:pt x="249" y="282"/>
                    </a:lnTo>
                    <a:lnTo>
                      <a:pt x="250" y="283"/>
                    </a:lnTo>
                    <a:lnTo>
                      <a:pt x="250" y="285"/>
                    </a:lnTo>
                    <a:lnTo>
                      <a:pt x="251" y="286"/>
                    </a:lnTo>
                    <a:lnTo>
                      <a:pt x="251" y="287"/>
                    </a:lnTo>
                    <a:lnTo>
                      <a:pt x="252" y="288"/>
                    </a:lnTo>
                    <a:lnTo>
                      <a:pt x="253" y="288"/>
                    </a:lnTo>
                    <a:lnTo>
                      <a:pt x="255" y="288"/>
                    </a:lnTo>
                    <a:lnTo>
                      <a:pt x="257" y="288"/>
                    </a:lnTo>
                    <a:lnTo>
                      <a:pt x="260" y="288"/>
                    </a:lnTo>
                    <a:lnTo>
                      <a:pt x="263" y="288"/>
                    </a:lnTo>
                    <a:lnTo>
                      <a:pt x="267" y="288"/>
                    </a:lnTo>
                    <a:lnTo>
                      <a:pt x="269" y="283"/>
                    </a:lnTo>
                    <a:lnTo>
                      <a:pt x="272" y="278"/>
                    </a:lnTo>
                    <a:lnTo>
                      <a:pt x="273" y="271"/>
                    </a:lnTo>
                    <a:lnTo>
                      <a:pt x="274" y="264"/>
                    </a:lnTo>
                    <a:lnTo>
                      <a:pt x="274" y="260"/>
                    </a:lnTo>
                    <a:lnTo>
                      <a:pt x="274" y="257"/>
                    </a:lnTo>
                    <a:lnTo>
                      <a:pt x="274" y="254"/>
                    </a:lnTo>
                    <a:lnTo>
                      <a:pt x="273" y="251"/>
                    </a:lnTo>
                    <a:lnTo>
                      <a:pt x="272" y="248"/>
                    </a:lnTo>
                    <a:lnTo>
                      <a:pt x="271" y="246"/>
                    </a:lnTo>
                    <a:lnTo>
                      <a:pt x="269" y="243"/>
                    </a:lnTo>
                    <a:lnTo>
                      <a:pt x="267" y="242"/>
                    </a:lnTo>
                    <a:lnTo>
                      <a:pt x="266" y="241"/>
                    </a:lnTo>
                    <a:lnTo>
                      <a:pt x="265" y="240"/>
                    </a:lnTo>
                    <a:lnTo>
                      <a:pt x="263" y="239"/>
                    </a:lnTo>
                    <a:lnTo>
                      <a:pt x="263" y="239"/>
                    </a:lnTo>
                    <a:lnTo>
                      <a:pt x="259" y="238"/>
                    </a:lnTo>
                    <a:lnTo>
                      <a:pt x="256" y="23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4" name="iṧḻidè"/>
              <p:cNvSpPr/>
              <p:nvPr userDrawn="1"/>
            </p:nvSpPr>
            <p:spPr bwMode="auto">
              <a:xfrm>
                <a:off x="4119563" y="2551113"/>
                <a:ext cx="879475" cy="1211263"/>
              </a:xfrm>
              <a:custGeom>
                <a:avLst/>
                <a:gdLst>
                  <a:gd name="T0" fmla="*/ 343 w 554"/>
                  <a:gd name="T1" fmla="*/ 23 h 763"/>
                  <a:gd name="T2" fmla="*/ 345 w 554"/>
                  <a:gd name="T3" fmla="*/ 54 h 763"/>
                  <a:gd name="T4" fmla="*/ 339 w 554"/>
                  <a:gd name="T5" fmla="*/ 90 h 763"/>
                  <a:gd name="T6" fmla="*/ 392 w 554"/>
                  <a:gd name="T7" fmla="*/ 84 h 763"/>
                  <a:gd name="T8" fmla="*/ 424 w 554"/>
                  <a:gd name="T9" fmla="*/ 58 h 763"/>
                  <a:gd name="T10" fmla="*/ 480 w 554"/>
                  <a:gd name="T11" fmla="*/ 3 h 763"/>
                  <a:gd name="T12" fmla="*/ 527 w 554"/>
                  <a:gd name="T13" fmla="*/ 16 h 763"/>
                  <a:gd name="T14" fmla="*/ 493 w 554"/>
                  <a:gd name="T15" fmla="*/ 52 h 763"/>
                  <a:gd name="T16" fmla="*/ 417 w 554"/>
                  <a:gd name="T17" fmla="*/ 94 h 763"/>
                  <a:gd name="T18" fmla="*/ 333 w 554"/>
                  <a:gd name="T19" fmla="*/ 134 h 763"/>
                  <a:gd name="T20" fmla="*/ 307 w 554"/>
                  <a:gd name="T21" fmla="*/ 200 h 763"/>
                  <a:gd name="T22" fmla="*/ 328 w 554"/>
                  <a:gd name="T23" fmla="*/ 242 h 763"/>
                  <a:gd name="T24" fmla="*/ 372 w 554"/>
                  <a:gd name="T25" fmla="*/ 207 h 763"/>
                  <a:gd name="T26" fmla="*/ 435 w 554"/>
                  <a:gd name="T27" fmla="*/ 164 h 763"/>
                  <a:gd name="T28" fmla="*/ 475 w 554"/>
                  <a:gd name="T29" fmla="*/ 138 h 763"/>
                  <a:gd name="T30" fmla="*/ 519 w 554"/>
                  <a:gd name="T31" fmla="*/ 155 h 763"/>
                  <a:gd name="T32" fmla="*/ 526 w 554"/>
                  <a:gd name="T33" fmla="*/ 186 h 763"/>
                  <a:gd name="T34" fmla="*/ 460 w 554"/>
                  <a:gd name="T35" fmla="*/ 211 h 763"/>
                  <a:gd name="T36" fmla="*/ 383 w 554"/>
                  <a:gd name="T37" fmla="*/ 273 h 763"/>
                  <a:gd name="T38" fmla="*/ 363 w 554"/>
                  <a:gd name="T39" fmla="*/ 342 h 763"/>
                  <a:gd name="T40" fmla="*/ 435 w 554"/>
                  <a:gd name="T41" fmla="*/ 318 h 763"/>
                  <a:gd name="T42" fmla="*/ 511 w 554"/>
                  <a:gd name="T43" fmla="*/ 278 h 763"/>
                  <a:gd name="T44" fmla="*/ 542 w 554"/>
                  <a:gd name="T45" fmla="*/ 305 h 763"/>
                  <a:gd name="T46" fmla="*/ 472 w 554"/>
                  <a:gd name="T47" fmla="*/ 329 h 763"/>
                  <a:gd name="T48" fmla="*/ 362 w 554"/>
                  <a:gd name="T49" fmla="*/ 371 h 763"/>
                  <a:gd name="T50" fmla="*/ 337 w 554"/>
                  <a:gd name="T51" fmla="*/ 461 h 763"/>
                  <a:gd name="T52" fmla="*/ 401 w 554"/>
                  <a:gd name="T53" fmla="*/ 480 h 763"/>
                  <a:gd name="T54" fmla="*/ 381 w 554"/>
                  <a:gd name="T55" fmla="*/ 527 h 763"/>
                  <a:gd name="T56" fmla="*/ 337 w 554"/>
                  <a:gd name="T57" fmla="*/ 571 h 763"/>
                  <a:gd name="T58" fmla="*/ 343 w 554"/>
                  <a:gd name="T59" fmla="*/ 648 h 763"/>
                  <a:gd name="T60" fmla="*/ 342 w 554"/>
                  <a:gd name="T61" fmla="*/ 730 h 763"/>
                  <a:gd name="T62" fmla="*/ 315 w 554"/>
                  <a:gd name="T63" fmla="*/ 757 h 763"/>
                  <a:gd name="T64" fmla="*/ 274 w 554"/>
                  <a:gd name="T65" fmla="*/ 705 h 763"/>
                  <a:gd name="T66" fmla="*/ 296 w 554"/>
                  <a:gd name="T67" fmla="*/ 659 h 763"/>
                  <a:gd name="T68" fmla="*/ 287 w 554"/>
                  <a:gd name="T69" fmla="*/ 569 h 763"/>
                  <a:gd name="T70" fmla="*/ 244 w 554"/>
                  <a:gd name="T71" fmla="*/ 604 h 763"/>
                  <a:gd name="T72" fmla="*/ 194 w 554"/>
                  <a:gd name="T73" fmla="*/ 575 h 763"/>
                  <a:gd name="T74" fmla="*/ 264 w 554"/>
                  <a:gd name="T75" fmla="*/ 522 h 763"/>
                  <a:gd name="T76" fmla="*/ 307 w 554"/>
                  <a:gd name="T77" fmla="*/ 479 h 763"/>
                  <a:gd name="T78" fmla="*/ 307 w 554"/>
                  <a:gd name="T79" fmla="*/ 394 h 763"/>
                  <a:gd name="T80" fmla="*/ 262 w 554"/>
                  <a:gd name="T81" fmla="*/ 410 h 763"/>
                  <a:gd name="T82" fmla="*/ 227 w 554"/>
                  <a:gd name="T83" fmla="*/ 430 h 763"/>
                  <a:gd name="T84" fmla="*/ 146 w 554"/>
                  <a:gd name="T85" fmla="*/ 486 h 763"/>
                  <a:gd name="T86" fmla="*/ 106 w 554"/>
                  <a:gd name="T87" fmla="*/ 535 h 763"/>
                  <a:gd name="T88" fmla="*/ 44 w 554"/>
                  <a:gd name="T89" fmla="*/ 559 h 763"/>
                  <a:gd name="T90" fmla="*/ 1 w 554"/>
                  <a:gd name="T91" fmla="*/ 526 h 763"/>
                  <a:gd name="T92" fmla="*/ 34 w 554"/>
                  <a:gd name="T93" fmla="*/ 505 h 763"/>
                  <a:gd name="T94" fmla="*/ 62 w 554"/>
                  <a:gd name="T95" fmla="*/ 488 h 763"/>
                  <a:gd name="T96" fmla="*/ 108 w 554"/>
                  <a:gd name="T97" fmla="*/ 471 h 763"/>
                  <a:gd name="T98" fmla="*/ 160 w 554"/>
                  <a:gd name="T99" fmla="*/ 442 h 763"/>
                  <a:gd name="T100" fmla="*/ 196 w 554"/>
                  <a:gd name="T101" fmla="*/ 423 h 763"/>
                  <a:gd name="T102" fmla="*/ 294 w 554"/>
                  <a:gd name="T103" fmla="*/ 376 h 763"/>
                  <a:gd name="T104" fmla="*/ 316 w 554"/>
                  <a:gd name="T105" fmla="*/ 352 h 763"/>
                  <a:gd name="T106" fmla="*/ 309 w 554"/>
                  <a:gd name="T107" fmla="*/ 274 h 763"/>
                  <a:gd name="T108" fmla="*/ 262 w 554"/>
                  <a:gd name="T109" fmla="*/ 313 h 763"/>
                  <a:gd name="T110" fmla="*/ 206 w 554"/>
                  <a:gd name="T111" fmla="*/ 336 h 763"/>
                  <a:gd name="T112" fmla="*/ 198 w 554"/>
                  <a:gd name="T113" fmla="*/ 303 h 763"/>
                  <a:gd name="T114" fmla="*/ 263 w 554"/>
                  <a:gd name="T115" fmla="*/ 250 h 763"/>
                  <a:gd name="T116" fmla="*/ 290 w 554"/>
                  <a:gd name="T117" fmla="*/ 153 h 763"/>
                  <a:gd name="T118" fmla="*/ 268 w 554"/>
                  <a:gd name="T119" fmla="*/ 129 h 763"/>
                  <a:gd name="T120" fmla="*/ 291 w 554"/>
                  <a:gd name="T121" fmla="*/ 90 h 763"/>
                  <a:gd name="T122" fmla="*/ 288 w 554"/>
                  <a:gd name="T123" fmla="*/ 40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4" h="763">
                    <a:moveTo>
                      <a:pt x="303" y="20"/>
                    </a:moveTo>
                    <a:lnTo>
                      <a:pt x="306" y="20"/>
                    </a:lnTo>
                    <a:lnTo>
                      <a:pt x="308" y="20"/>
                    </a:lnTo>
                    <a:lnTo>
                      <a:pt x="308" y="18"/>
                    </a:lnTo>
                    <a:lnTo>
                      <a:pt x="309" y="17"/>
                    </a:lnTo>
                    <a:lnTo>
                      <a:pt x="310" y="14"/>
                    </a:lnTo>
                    <a:lnTo>
                      <a:pt x="312" y="13"/>
                    </a:lnTo>
                    <a:lnTo>
                      <a:pt x="314" y="12"/>
                    </a:lnTo>
                    <a:lnTo>
                      <a:pt x="316" y="11"/>
                    </a:lnTo>
                    <a:lnTo>
                      <a:pt x="319" y="10"/>
                    </a:lnTo>
                    <a:lnTo>
                      <a:pt x="322" y="10"/>
                    </a:lnTo>
                    <a:lnTo>
                      <a:pt x="326" y="10"/>
                    </a:lnTo>
                    <a:lnTo>
                      <a:pt x="329" y="10"/>
                    </a:lnTo>
                    <a:lnTo>
                      <a:pt x="335" y="15"/>
                    </a:lnTo>
                    <a:lnTo>
                      <a:pt x="342" y="22"/>
                    </a:lnTo>
                    <a:lnTo>
                      <a:pt x="343" y="23"/>
                    </a:lnTo>
                    <a:lnTo>
                      <a:pt x="345" y="25"/>
                    </a:lnTo>
                    <a:lnTo>
                      <a:pt x="346" y="26"/>
                    </a:lnTo>
                    <a:lnTo>
                      <a:pt x="347" y="28"/>
                    </a:lnTo>
                    <a:lnTo>
                      <a:pt x="347" y="30"/>
                    </a:lnTo>
                    <a:lnTo>
                      <a:pt x="348" y="33"/>
                    </a:lnTo>
                    <a:lnTo>
                      <a:pt x="347" y="34"/>
                    </a:lnTo>
                    <a:lnTo>
                      <a:pt x="347" y="37"/>
                    </a:lnTo>
                    <a:lnTo>
                      <a:pt x="347" y="39"/>
                    </a:lnTo>
                    <a:lnTo>
                      <a:pt x="348" y="42"/>
                    </a:lnTo>
                    <a:lnTo>
                      <a:pt x="348" y="44"/>
                    </a:lnTo>
                    <a:lnTo>
                      <a:pt x="347" y="46"/>
                    </a:lnTo>
                    <a:lnTo>
                      <a:pt x="347" y="48"/>
                    </a:lnTo>
                    <a:lnTo>
                      <a:pt x="347" y="50"/>
                    </a:lnTo>
                    <a:lnTo>
                      <a:pt x="346" y="51"/>
                    </a:lnTo>
                    <a:lnTo>
                      <a:pt x="345" y="52"/>
                    </a:lnTo>
                    <a:lnTo>
                      <a:pt x="345" y="54"/>
                    </a:lnTo>
                    <a:lnTo>
                      <a:pt x="345" y="54"/>
                    </a:lnTo>
                    <a:lnTo>
                      <a:pt x="345" y="55"/>
                    </a:lnTo>
                    <a:lnTo>
                      <a:pt x="345" y="57"/>
                    </a:lnTo>
                    <a:lnTo>
                      <a:pt x="345" y="58"/>
                    </a:lnTo>
                    <a:lnTo>
                      <a:pt x="346" y="61"/>
                    </a:lnTo>
                    <a:lnTo>
                      <a:pt x="346" y="63"/>
                    </a:lnTo>
                    <a:lnTo>
                      <a:pt x="347" y="66"/>
                    </a:lnTo>
                    <a:lnTo>
                      <a:pt x="346" y="67"/>
                    </a:lnTo>
                    <a:lnTo>
                      <a:pt x="346" y="70"/>
                    </a:lnTo>
                    <a:lnTo>
                      <a:pt x="345" y="71"/>
                    </a:lnTo>
                    <a:lnTo>
                      <a:pt x="344" y="74"/>
                    </a:lnTo>
                    <a:lnTo>
                      <a:pt x="343" y="77"/>
                    </a:lnTo>
                    <a:lnTo>
                      <a:pt x="340" y="80"/>
                    </a:lnTo>
                    <a:lnTo>
                      <a:pt x="340" y="83"/>
                    </a:lnTo>
                    <a:lnTo>
                      <a:pt x="339" y="86"/>
                    </a:lnTo>
                    <a:lnTo>
                      <a:pt x="339" y="90"/>
                    </a:lnTo>
                    <a:lnTo>
                      <a:pt x="339" y="94"/>
                    </a:lnTo>
                    <a:lnTo>
                      <a:pt x="340" y="101"/>
                    </a:lnTo>
                    <a:lnTo>
                      <a:pt x="340" y="106"/>
                    </a:lnTo>
                    <a:lnTo>
                      <a:pt x="343" y="106"/>
                    </a:lnTo>
                    <a:lnTo>
                      <a:pt x="347" y="106"/>
                    </a:lnTo>
                    <a:lnTo>
                      <a:pt x="350" y="106"/>
                    </a:lnTo>
                    <a:lnTo>
                      <a:pt x="352" y="106"/>
                    </a:lnTo>
                    <a:lnTo>
                      <a:pt x="357" y="102"/>
                    </a:lnTo>
                    <a:lnTo>
                      <a:pt x="366" y="96"/>
                    </a:lnTo>
                    <a:lnTo>
                      <a:pt x="375" y="90"/>
                    </a:lnTo>
                    <a:lnTo>
                      <a:pt x="380" y="87"/>
                    </a:lnTo>
                    <a:lnTo>
                      <a:pt x="383" y="86"/>
                    </a:lnTo>
                    <a:lnTo>
                      <a:pt x="387" y="86"/>
                    </a:lnTo>
                    <a:lnTo>
                      <a:pt x="389" y="85"/>
                    </a:lnTo>
                    <a:lnTo>
                      <a:pt x="391" y="85"/>
                    </a:lnTo>
                    <a:lnTo>
                      <a:pt x="392" y="84"/>
                    </a:lnTo>
                    <a:lnTo>
                      <a:pt x="394" y="83"/>
                    </a:lnTo>
                    <a:lnTo>
                      <a:pt x="396" y="81"/>
                    </a:lnTo>
                    <a:lnTo>
                      <a:pt x="398" y="79"/>
                    </a:lnTo>
                    <a:lnTo>
                      <a:pt x="399" y="77"/>
                    </a:lnTo>
                    <a:lnTo>
                      <a:pt x="401" y="74"/>
                    </a:lnTo>
                    <a:lnTo>
                      <a:pt x="403" y="72"/>
                    </a:lnTo>
                    <a:lnTo>
                      <a:pt x="404" y="70"/>
                    </a:lnTo>
                    <a:lnTo>
                      <a:pt x="407" y="68"/>
                    </a:lnTo>
                    <a:lnTo>
                      <a:pt x="408" y="66"/>
                    </a:lnTo>
                    <a:lnTo>
                      <a:pt x="411" y="64"/>
                    </a:lnTo>
                    <a:lnTo>
                      <a:pt x="415" y="63"/>
                    </a:lnTo>
                    <a:lnTo>
                      <a:pt x="417" y="62"/>
                    </a:lnTo>
                    <a:lnTo>
                      <a:pt x="419" y="62"/>
                    </a:lnTo>
                    <a:lnTo>
                      <a:pt x="420" y="61"/>
                    </a:lnTo>
                    <a:lnTo>
                      <a:pt x="422" y="60"/>
                    </a:lnTo>
                    <a:lnTo>
                      <a:pt x="424" y="58"/>
                    </a:lnTo>
                    <a:lnTo>
                      <a:pt x="427" y="55"/>
                    </a:lnTo>
                    <a:lnTo>
                      <a:pt x="428" y="53"/>
                    </a:lnTo>
                    <a:lnTo>
                      <a:pt x="431" y="50"/>
                    </a:lnTo>
                    <a:lnTo>
                      <a:pt x="434" y="46"/>
                    </a:lnTo>
                    <a:lnTo>
                      <a:pt x="439" y="41"/>
                    </a:lnTo>
                    <a:lnTo>
                      <a:pt x="443" y="38"/>
                    </a:lnTo>
                    <a:lnTo>
                      <a:pt x="447" y="37"/>
                    </a:lnTo>
                    <a:lnTo>
                      <a:pt x="451" y="33"/>
                    </a:lnTo>
                    <a:lnTo>
                      <a:pt x="455" y="29"/>
                    </a:lnTo>
                    <a:lnTo>
                      <a:pt x="459" y="24"/>
                    </a:lnTo>
                    <a:lnTo>
                      <a:pt x="463" y="20"/>
                    </a:lnTo>
                    <a:lnTo>
                      <a:pt x="466" y="15"/>
                    </a:lnTo>
                    <a:lnTo>
                      <a:pt x="470" y="11"/>
                    </a:lnTo>
                    <a:lnTo>
                      <a:pt x="474" y="7"/>
                    </a:lnTo>
                    <a:lnTo>
                      <a:pt x="478" y="4"/>
                    </a:lnTo>
                    <a:lnTo>
                      <a:pt x="480" y="3"/>
                    </a:lnTo>
                    <a:lnTo>
                      <a:pt x="483" y="2"/>
                    </a:lnTo>
                    <a:lnTo>
                      <a:pt x="486" y="1"/>
                    </a:lnTo>
                    <a:lnTo>
                      <a:pt x="488" y="0"/>
                    </a:lnTo>
                    <a:lnTo>
                      <a:pt x="491" y="0"/>
                    </a:lnTo>
                    <a:lnTo>
                      <a:pt x="493" y="0"/>
                    </a:lnTo>
                    <a:lnTo>
                      <a:pt x="496" y="0"/>
                    </a:lnTo>
                    <a:lnTo>
                      <a:pt x="499" y="1"/>
                    </a:lnTo>
                    <a:lnTo>
                      <a:pt x="503" y="2"/>
                    </a:lnTo>
                    <a:lnTo>
                      <a:pt x="508" y="5"/>
                    </a:lnTo>
                    <a:lnTo>
                      <a:pt x="513" y="8"/>
                    </a:lnTo>
                    <a:lnTo>
                      <a:pt x="517" y="10"/>
                    </a:lnTo>
                    <a:lnTo>
                      <a:pt x="520" y="13"/>
                    </a:lnTo>
                    <a:lnTo>
                      <a:pt x="523" y="14"/>
                    </a:lnTo>
                    <a:lnTo>
                      <a:pt x="525" y="14"/>
                    </a:lnTo>
                    <a:lnTo>
                      <a:pt x="526" y="15"/>
                    </a:lnTo>
                    <a:lnTo>
                      <a:pt x="527" y="16"/>
                    </a:lnTo>
                    <a:lnTo>
                      <a:pt x="528" y="18"/>
                    </a:lnTo>
                    <a:lnTo>
                      <a:pt x="529" y="19"/>
                    </a:lnTo>
                    <a:lnTo>
                      <a:pt x="530" y="21"/>
                    </a:lnTo>
                    <a:lnTo>
                      <a:pt x="530" y="22"/>
                    </a:lnTo>
                    <a:lnTo>
                      <a:pt x="530" y="24"/>
                    </a:lnTo>
                    <a:lnTo>
                      <a:pt x="529" y="26"/>
                    </a:lnTo>
                    <a:lnTo>
                      <a:pt x="529" y="27"/>
                    </a:lnTo>
                    <a:lnTo>
                      <a:pt x="527" y="29"/>
                    </a:lnTo>
                    <a:lnTo>
                      <a:pt x="527" y="30"/>
                    </a:lnTo>
                    <a:lnTo>
                      <a:pt x="525" y="33"/>
                    </a:lnTo>
                    <a:lnTo>
                      <a:pt x="522" y="36"/>
                    </a:lnTo>
                    <a:lnTo>
                      <a:pt x="519" y="38"/>
                    </a:lnTo>
                    <a:lnTo>
                      <a:pt x="515" y="41"/>
                    </a:lnTo>
                    <a:lnTo>
                      <a:pt x="507" y="46"/>
                    </a:lnTo>
                    <a:lnTo>
                      <a:pt x="499" y="49"/>
                    </a:lnTo>
                    <a:lnTo>
                      <a:pt x="493" y="52"/>
                    </a:lnTo>
                    <a:lnTo>
                      <a:pt x="488" y="54"/>
                    </a:lnTo>
                    <a:lnTo>
                      <a:pt x="481" y="59"/>
                    </a:lnTo>
                    <a:lnTo>
                      <a:pt x="474" y="64"/>
                    </a:lnTo>
                    <a:lnTo>
                      <a:pt x="467" y="69"/>
                    </a:lnTo>
                    <a:lnTo>
                      <a:pt x="459" y="74"/>
                    </a:lnTo>
                    <a:lnTo>
                      <a:pt x="457" y="77"/>
                    </a:lnTo>
                    <a:lnTo>
                      <a:pt x="454" y="80"/>
                    </a:lnTo>
                    <a:lnTo>
                      <a:pt x="450" y="82"/>
                    </a:lnTo>
                    <a:lnTo>
                      <a:pt x="446" y="83"/>
                    </a:lnTo>
                    <a:lnTo>
                      <a:pt x="441" y="85"/>
                    </a:lnTo>
                    <a:lnTo>
                      <a:pt x="437" y="86"/>
                    </a:lnTo>
                    <a:lnTo>
                      <a:pt x="432" y="87"/>
                    </a:lnTo>
                    <a:lnTo>
                      <a:pt x="427" y="89"/>
                    </a:lnTo>
                    <a:lnTo>
                      <a:pt x="423" y="90"/>
                    </a:lnTo>
                    <a:lnTo>
                      <a:pt x="420" y="92"/>
                    </a:lnTo>
                    <a:lnTo>
                      <a:pt x="417" y="94"/>
                    </a:lnTo>
                    <a:lnTo>
                      <a:pt x="415" y="97"/>
                    </a:lnTo>
                    <a:lnTo>
                      <a:pt x="411" y="99"/>
                    </a:lnTo>
                    <a:lnTo>
                      <a:pt x="408" y="102"/>
                    </a:lnTo>
                    <a:lnTo>
                      <a:pt x="405" y="102"/>
                    </a:lnTo>
                    <a:lnTo>
                      <a:pt x="402" y="102"/>
                    </a:lnTo>
                    <a:lnTo>
                      <a:pt x="398" y="103"/>
                    </a:lnTo>
                    <a:lnTo>
                      <a:pt x="395" y="104"/>
                    </a:lnTo>
                    <a:lnTo>
                      <a:pt x="387" y="108"/>
                    </a:lnTo>
                    <a:lnTo>
                      <a:pt x="379" y="113"/>
                    </a:lnTo>
                    <a:lnTo>
                      <a:pt x="371" y="117"/>
                    </a:lnTo>
                    <a:lnTo>
                      <a:pt x="363" y="122"/>
                    </a:lnTo>
                    <a:lnTo>
                      <a:pt x="355" y="126"/>
                    </a:lnTo>
                    <a:lnTo>
                      <a:pt x="347" y="130"/>
                    </a:lnTo>
                    <a:lnTo>
                      <a:pt x="343" y="131"/>
                    </a:lnTo>
                    <a:lnTo>
                      <a:pt x="338" y="132"/>
                    </a:lnTo>
                    <a:lnTo>
                      <a:pt x="333" y="134"/>
                    </a:lnTo>
                    <a:lnTo>
                      <a:pt x="327" y="134"/>
                    </a:lnTo>
                    <a:lnTo>
                      <a:pt x="325" y="142"/>
                    </a:lnTo>
                    <a:lnTo>
                      <a:pt x="322" y="149"/>
                    </a:lnTo>
                    <a:lnTo>
                      <a:pt x="318" y="155"/>
                    </a:lnTo>
                    <a:lnTo>
                      <a:pt x="315" y="162"/>
                    </a:lnTo>
                    <a:lnTo>
                      <a:pt x="314" y="163"/>
                    </a:lnTo>
                    <a:lnTo>
                      <a:pt x="314" y="166"/>
                    </a:lnTo>
                    <a:lnTo>
                      <a:pt x="313" y="169"/>
                    </a:lnTo>
                    <a:lnTo>
                      <a:pt x="312" y="173"/>
                    </a:lnTo>
                    <a:lnTo>
                      <a:pt x="312" y="176"/>
                    </a:lnTo>
                    <a:lnTo>
                      <a:pt x="310" y="180"/>
                    </a:lnTo>
                    <a:lnTo>
                      <a:pt x="310" y="184"/>
                    </a:lnTo>
                    <a:lnTo>
                      <a:pt x="308" y="187"/>
                    </a:lnTo>
                    <a:lnTo>
                      <a:pt x="307" y="191"/>
                    </a:lnTo>
                    <a:lnTo>
                      <a:pt x="307" y="195"/>
                    </a:lnTo>
                    <a:lnTo>
                      <a:pt x="307" y="200"/>
                    </a:lnTo>
                    <a:lnTo>
                      <a:pt x="307" y="203"/>
                    </a:lnTo>
                    <a:lnTo>
                      <a:pt x="305" y="209"/>
                    </a:lnTo>
                    <a:lnTo>
                      <a:pt x="303" y="214"/>
                    </a:lnTo>
                    <a:lnTo>
                      <a:pt x="302" y="219"/>
                    </a:lnTo>
                    <a:lnTo>
                      <a:pt x="301" y="224"/>
                    </a:lnTo>
                    <a:lnTo>
                      <a:pt x="299" y="230"/>
                    </a:lnTo>
                    <a:lnTo>
                      <a:pt x="299" y="237"/>
                    </a:lnTo>
                    <a:lnTo>
                      <a:pt x="298" y="242"/>
                    </a:lnTo>
                    <a:lnTo>
                      <a:pt x="299" y="250"/>
                    </a:lnTo>
                    <a:lnTo>
                      <a:pt x="301" y="250"/>
                    </a:lnTo>
                    <a:lnTo>
                      <a:pt x="302" y="251"/>
                    </a:lnTo>
                    <a:lnTo>
                      <a:pt x="304" y="251"/>
                    </a:lnTo>
                    <a:lnTo>
                      <a:pt x="307" y="251"/>
                    </a:lnTo>
                    <a:lnTo>
                      <a:pt x="316" y="248"/>
                    </a:lnTo>
                    <a:lnTo>
                      <a:pt x="324" y="244"/>
                    </a:lnTo>
                    <a:lnTo>
                      <a:pt x="328" y="242"/>
                    </a:lnTo>
                    <a:lnTo>
                      <a:pt x="331" y="240"/>
                    </a:lnTo>
                    <a:lnTo>
                      <a:pt x="335" y="238"/>
                    </a:lnTo>
                    <a:lnTo>
                      <a:pt x="338" y="236"/>
                    </a:lnTo>
                    <a:lnTo>
                      <a:pt x="341" y="233"/>
                    </a:lnTo>
                    <a:lnTo>
                      <a:pt x="343" y="230"/>
                    </a:lnTo>
                    <a:lnTo>
                      <a:pt x="346" y="227"/>
                    </a:lnTo>
                    <a:lnTo>
                      <a:pt x="348" y="224"/>
                    </a:lnTo>
                    <a:lnTo>
                      <a:pt x="351" y="221"/>
                    </a:lnTo>
                    <a:lnTo>
                      <a:pt x="353" y="217"/>
                    </a:lnTo>
                    <a:lnTo>
                      <a:pt x="355" y="213"/>
                    </a:lnTo>
                    <a:lnTo>
                      <a:pt x="357" y="208"/>
                    </a:lnTo>
                    <a:lnTo>
                      <a:pt x="360" y="208"/>
                    </a:lnTo>
                    <a:lnTo>
                      <a:pt x="363" y="207"/>
                    </a:lnTo>
                    <a:lnTo>
                      <a:pt x="364" y="206"/>
                    </a:lnTo>
                    <a:lnTo>
                      <a:pt x="367" y="205"/>
                    </a:lnTo>
                    <a:lnTo>
                      <a:pt x="372" y="207"/>
                    </a:lnTo>
                    <a:lnTo>
                      <a:pt x="378" y="211"/>
                    </a:lnTo>
                    <a:lnTo>
                      <a:pt x="381" y="213"/>
                    </a:lnTo>
                    <a:lnTo>
                      <a:pt x="385" y="214"/>
                    </a:lnTo>
                    <a:lnTo>
                      <a:pt x="387" y="214"/>
                    </a:lnTo>
                    <a:lnTo>
                      <a:pt x="389" y="214"/>
                    </a:lnTo>
                    <a:lnTo>
                      <a:pt x="391" y="213"/>
                    </a:lnTo>
                    <a:lnTo>
                      <a:pt x="394" y="213"/>
                    </a:lnTo>
                    <a:lnTo>
                      <a:pt x="395" y="211"/>
                    </a:lnTo>
                    <a:lnTo>
                      <a:pt x="398" y="210"/>
                    </a:lnTo>
                    <a:lnTo>
                      <a:pt x="400" y="207"/>
                    </a:lnTo>
                    <a:lnTo>
                      <a:pt x="403" y="204"/>
                    </a:lnTo>
                    <a:lnTo>
                      <a:pt x="410" y="197"/>
                    </a:lnTo>
                    <a:lnTo>
                      <a:pt x="417" y="188"/>
                    </a:lnTo>
                    <a:lnTo>
                      <a:pt x="424" y="179"/>
                    </a:lnTo>
                    <a:lnTo>
                      <a:pt x="431" y="170"/>
                    </a:lnTo>
                    <a:lnTo>
                      <a:pt x="435" y="164"/>
                    </a:lnTo>
                    <a:lnTo>
                      <a:pt x="439" y="159"/>
                    </a:lnTo>
                    <a:lnTo>
                      <a:pt x="442" y="150"/>
                    </a:lnTo>
                    <a:lnTo>
                      <a:pt x="444" y="141"/>
                    </a:lnTo>
                    <a:lnTo>
                      <a:pt x="446" y="137"/>
                    </a:lnTo>
                    <a:lnTo>
                      <a:pt x="447" y="134"/>
                    </a:lnTo>
                    <a:lnTo>
                      <a:pt x="448" y="131"/>
                    </a:lnTo>
                    <a:lnTo>
                      <a:pt x="450" y="130"/>
                    </a:lnTo>
                    <a:lnTo>
                      <a:pt x="451" y="128"/>
                    </a:lnTo>
                    <a:lnTo>
                      <a:pt x="454" y="126"/>
                    </a:lnTo>
                    <a:lnTo>
                      <a:pt x="457" y="127"/>
                    </a:lnTo>
                    <a:lnTo>
                      <a:pt x="461" y="127"/>
                    </a:lnTo>
                    <a:lnTo>
                      <a:pt x="465" y="128"/>
                    </a:lnTo>
                    <a:lnTo>
                      <a:pt x="469" y="129"/>
                    </a:lnTo>
                    <a:lnTo>
                      <a:pt x="471" y="132"/>
                    </a:lnTo>
                    <a:lnTo>
                      <a:pt x="473" y="134"/>
                    </a:lnTo>
                    <a:lnTo>
                      <a:pt x="475" y="138"/>
                    </a:lnTo>
                    <a:lnTo>
                      <a:pt x="478" y="140"/>
                    </a:lnTo>
                    <a:lnTo>
                      <a:pt x="478" y="144"/>
                    </a:lnTo>
                    <a:lnTo>
                      <a:pt x="479" y="147"/>
                    </a:lnTo>
                    <a:lnTo>
                      <a:pt x="479" y="151"/>
                    </a:lnTo>
                    <a:lnTo>
                      <a:pt x="478" y="155"/>
                    </a:lnTo>
                    <a:lnTo>
                      <a:pt x="478" y="162"/>
                    </a:lnTo>
                    <a:lnTo>
                      <a:pt x="478" y="168"/>
                    </a:lnTo>
                    <a:lnTo>
                      <a:pt x="480" y="169"/>
                    </a:lnTo>
                    <a:lnTo>
                      <a:pt x="483" y="170"/>
                    </a:lnTo>
                    <a:lnTo>
                      <a:pt x="486" y="168"/>
                    </a:lnTo>
                    <a:lnTo>
                      <a:pt x="491" y="166"/>
                    </a:lnTo>
                    <a:lnTo>
                      <a:pt x="498" y="162"/>
                    </a:lnTo>
                    <a:lnTo>
                      <a:pt x="506" y="159"/>
                    </a:lnTo>
                    <a:lnTo>
                      <a:pt x="511" y="158"/>
                    </a:lnTo>
                    <a:lnTo>
                      <a:pt x="515" y="156"/>
                    </a:lnTo>
                    <a:lnTo>
                      <a:pt x="519" y="155"/>
                    </a:lnTo>
                    <a:lnTo>
                      <a:pt x="523" y="154"/>
                    </a:lnTo>
                    <a:lnTo>
                      <a:pt x="527" y="154"/>
                    </a:lnTo>
                    <a:lnTo>
                      <a:pt x="531" y="154"/>
                    </a:lnTo>
                    <a:lnTo>
                      <a:pt x="535" y="154"/>
                    </a:lnTo>
                    <a:lnTo>
                      <a:pt x="537" y="155"/>
                    </a:lnTo>
                    <a:lnTo>
                      <a:pt x="539" y="156"/>
                    </a:lnTo>
                    <a:lnTo>
                      <a:pt x="542" y="158"/>
                    </a:lnTo>
                    <a:lnTo>
                      <a:pt x="544" y="159"/>
                    </a:lnTo>
                    <a:lnTo>
                      <a:pt x="547" y="162"/>
                    </a:lnTo>
                    <a:lnTo>
                      <a:pt x="548" y="164"/>
                    </a:lnTo>
                    <a:lnTo>
                      <a:pt x="550" y="166"/>
                    </a:lnTo>
                    <a:lnTo>
                      <a:pt x="551" y="170"/>
                    </a:lnTo>
                    <a:lnTo>
                      <a:pt x="551" y="174"/>
                    </a:lnTo>
                    <a:lnTo>
                      <a:pt x="542" y="178"/>
                    </a:lnTo>
                    <a:lnTo>
                      <a:pt x="531" y="183"/>
                    </a:lnTo>
                    <a:lnTo>
                      <a:pt x="526" y="186"/>
                    </a:lnTo>
                    <a:lnTo>
                      <a:pt x="521" y="189"/>
                    </a:lnTo>
                    <a:lnTo>
                      <a:pt x="516" y="191"/>
                    </a:lnTo>
                    <a:lnTo>
                      <a:pt x="512" y="194"/>
                    </a:lnTo>
                    <a:lnTo>
                      <a:pt x="511" y="195"/>
                    </a:lnTo>
                    <a:lnTo>
                      <a:pt x="509" y="196"/>
                    </a:lnTo>
                    <a:lnTo>
                      <a:pt x="507" y="196"/>
                    </a:lnTo>
                    <a:lnTo>
                      <a:pt x="504" y="196"/>
                    </a:lnTo>
                    <a:lnTo>
                      <a:pt x="502" y="195"/>
                    </a:lnTo>
                    <a:lnTo>
                      <a:pt x="499" y="195"/>
                    </a:lnTo>
                    <a:lnTo>
                      <a:pt x="498" y="196"/>
                    </a:lnTo>
                    <a:lnTo>
                      <a:pt x="495" y="196"/>
                    </a:lnTo>
                    <a:lnTo>
                      <a:pt x="488" y="200"/>
                    </a:lnTo>
                    <a:lnTo>
                      <a:pt x="479" y="203"/>
                    </a:lnTo>
                    <a:lnTo>
                      <a:pt x="471" y="207"/>
                    </a:lnTo>
                    <a:lnTo>
                      <a:pt x="464" y="210"/>
                    </a:lnTo>
                    <a:lnTo>
                      <a:pt x="460" y="211"/>
                    </a:lnTo>
                    <a:lnTo>
                      <a:pt x="455" y="212"/>
                    </a:lnTo>
                    <a:lnTo>
                      <a:pt x="451" y="213"/>
                    </a:lnTo>
                    <a:lnTo>
                      <a:pt x="446" y="213"/>
                    </a:lnTo>
                    <a:lnTo>
                      <a:pt x="439" y="215"/>
                    </a:lnTo>
                    <a:lnTo>
                      <a:pt x="431" y="219"/>
                    </a:lnTo>
                    <a:lnTo>
                      <a:pt x="427" y="221"/>
                    </a:lnTo>
                    <a:lnTo>
                      <a:pt x="423" y="223"/>
                    </a:lnTo>
                    <a:lnTo>
                      <a:pt x="419" y="225"/>
                    </a:lnTo>
                    <a:lnTo>
                      <a:pt x="417" y="226"/>
                    </a:lnTo>
                    <a:lnTo>
                      <a:pt x="413" y="230"/>
                    </a:lnTo>
                    <a:lnTo>
                      <a:pt x="409" y="234"/>
                    </a:lnTo>
                    <a:lnTo>
                      <a:pt x="405" y="238"/>
                    </a:lnTo>
                    <a:lnTo>
                      <a:pt x="402" y="243"/>
                    </a:lnTo>
                    <a:lnTo>
                      <a:pt x="395" y="253"/>
                    </a:lnTo>
                    <a:lnTo>
                      <a:pt x="389" y="263"/>
                    </a:lnTo>
                    <a:lnTo>
                      <a:pt x="383" y="273"/>
                    </a:lnTo>
                    <a:lnTo>
                      <a:pt x="378" y="282"/>
                    </a:lnTo>
                    <a:lnTo>
                      <a:pt x="375" y="287"/>
                    </a:lnTo>
                    <a:lnTo>
                      <a:pt x="371" y="291"/>
                    </a:lnTo>
                    <a:lnTo>
                      <a:pt x="368" y="295"/>
                    </a:lnTo>
                    <a:lnTo>
                      <a:pt x="364" y="298"/>
                    </a:lnTo>
                    <a:lnTo>
                      <a:pt x="363" y="303"/>
                    </a:lnTo>
                    <a:lnTo>
                      <a:pt x="363" y="309"/>
                    </a:lnTo>
                    <a:lnTo>
                      <a:pt x="362" y="314"/>
                    </a:lnTo>
                    <a:lnTo>
                      <a:pt x="361" y="320"/>
                    </a:lnTo>
                    <a:lnTo>
                      <a:pt x="359" y="326"/>
                    </a:lnTo>
                    <a:lnTo>
                      <a:pt x="359" y="332"/>
                    </a:lnTo>
                    <a:lnTo>
                      <a:pt x="359" y="334"/>
                    </a:lnTo>
                    <a:lnTo>
                      <a:pt x="359" y="337"/>
                    </a:lnTo>
                    <a:lnTo>
                      <a:pt x="359" y="338"/>
                    </a:lnTo>
                    <a:lnTo>
                      <a:pt x="360" y="340"/>
                    </a:lnTo>
                    <a:lnTo>
                      <a:pt x="363" y="342"/>
                    </a:lnTo>
                    <a:lnTo>
                      <a:pt x="364" y="345"/>
                    </a:lnTo>
                    <a:lnTo>
                      <a:pt x="367" y="345"/>
                    </a:lnTo>
                    <a:lnTo>
                      <a:pt x="371" y="344"/>
                    </a:lnTo>
                    <a:lnTo>
                      <a:pt x="374" y="343"/>
                    </a:lnTo>
                    <a:lnTo>
                      <a:pt x="378" y="342"/>
                    </a:lnTo>
                    <a:lnTo>
                      <a:pt x="383" y="340"/>
                    </a:lnTo>
                    <a:lnTo>
                      <a:pt x="390" y="337"/>
                    </a:lnTo>
                    <a:lnTo>
                      <a:pt x="401" y="330"/>
                    </a:lnTo>
                    <a:lnTo>
                      <a:pt x="411" y="324"/>
                    </a:lnTo>
                    <a:lnTo>
                      <a:pt x="415" y="322"/>
                    </a:lnTo>
                    <a:lnTo>
                      <a:pt x="418" y="322"/>
                    </a:lnTo>
                    <a:lnTo>
                      <a:pt x="422" y="321"/>
                    </a:lnTo>
                    <a:lnTo>
                      <a:pt x="425" y="320"/>
                    </a:lnTo>
                    <a:lnTo>
                      <a:pt x="428" y="320"/>
                    </a:lnTo>
                    <a:lnTo>
                      <a:pt x="431" y="318"/>
                    </a:lnTo>
                    <a:lnTo>
                      <a:pt x="435" y="318"/>
                    </a:lnTo>
                    <a:lnTo>
                      <a:pt x="439" y="316"/>
                    </a:lnTo>
                    <a:lnTo>
                      <a:pt x="442" y="314"/>
                    </a:lnTo>
                    <a:lnTo>
                      <a:pt x="446" y="312"/>
                    </a:lnTo>
                    <a:lnTo>
                      <a:pt x="450" y="310"/>
                    </a:lnTo>
                    <a:lnTo>
                      <a:pt x="454" y="308"/>
                    </a:lnTo>
                    <a:lnTo>
                      <a:pt x="457" y="307"/>
                    </a:lnTo>
                    <a:lnTo>
                      <a:pt x="461" y="306"/>
                    </a:lnTo>
                    <a:lnTo>
                      <a:pt x="464" y="306"/>
                    </a:lnTo>
                    <a:lnTo>
                      <a:pt x="468" y="306"/>
                    </a:lnTo>
                    <a:lnTo>
                      <a:pt x="478" y="299"/>
                    </a:lnTo>
                    <a:lnTo>
                      <a:pt x="487" y="293"/>
                    </a:lnTo>
                    <a:lnTo>
                      <a:pt x="498" y="286"/>
                    </a:lnTo>
                    <a:lnTo>
                      <a:pt x="507" y="279"/>
                    </a:lnTo>
                    <a:lnTo>
                      <a:pt x="508" y="279"/>
                    </a:lnTo>
                    <a:lnTo>
                      <a:pt x="510" y="278"/>
                    </a:lnTo>
                    <a:lnTo>
                      <a:pt x="511" y="278"/>
                    </a:lnTo>
                    <a:lnTo>
                      <a:pt x="514" y="278"/>
                    </a:lnTo>
                    <a:lnTo>
                      <a:pt x="519" y="278"/>
                    </a:lnTo>
                    <a:lnTo>
                      <a:pt x="523" y="278"/>
                    </a:lnTo>
                    <a:lnTo>
                      <a:pt x="534" y="279"/>
                    </a:lnTo>
                    <a:lnTo>
                      <a:pt x="543" y="279"/>
                    </a:lnTo>
                    <a:lnTo>
                      <a:pt x="543" y="281"/>
                    </a:lnTo>
                    <a:lnTo>
                      <a:pt x="544" y="282"/>
                    </a:lnTo>
                    <a:lnTo>
                      <a:pt x="546" y="283"/>
                    </a:lnTo>
                    <a:lnTo>
                      <a:pt x="547" y="285"/>
                    </a:lnTo>
                    <a:lnTo>
                      <a:pt x="551" y="287"/>
                    </a:lnTo>
                    <a:lnTo>
                      <a:pt x="554" y="289"/>
                    </a:lnTo>
                    <a:lnTo>
                      <a:pt x="554" y="292"/>
                    </a:lnTo>
                    <a:lnTo>
                      <a:pt x="554" y="296"/>
                    </a:lnTo>
                    <a:lnTo>
                      <a:pt x="550" y="298"/>
                    </a:lnTo>
                    <a:lnTo>
                      <a:pt x="546" y="302"/>
                    </a:lnTo>
                    <a:lnTo>
                      <a:pt x="542" y="305"/>
                    </a:lnTo>
                    <a:lnTo>
                      <a:pt x="538" y="308"/>
                    </a:lnTo>
                    <a:lnTo>
                      <a:pt x="533" y="309"/>
                    </a:lnTo>
                    <a:lnTo>
                      <a:pt x="528" y="310"/>
                    </a:lnTo>
                    <a:lnTo>
                      <a:pt x="524" y="311"/>
                    </a:lnTo>
                    <a:lnTo>
                      <a:pt x="519" y="312"/>
                    </a:lnTo>
                    <a:lnTo>
                      <a:pt x="516" y="314"/>
                    </a:lnTo>
                    <a:lnTo>
                      <a:pt x="513" y="315"/>
                    </a:lnTo>
                    <a:lnTo>
                      <a:pt x="511" y="318"/>
                    </a:lnTo>
                    <a:lnTo>
                      <a:pt x="508" y="319"/>
                    </a:lnTo>
                    <a:lnTo>
                      <a:pt x="504" y="319"/>
                    </a:lnTo>
                    <a:lnTo>
                      <a:pt x="501" y="319"/>
                    </a:lnTo>
                    <a:lnTo>
                      <a:pt x="495" y="322"/>
                    </a:lnTo>
                    <a:lnTo>
                      <a:pt x="488" y="324"/>
                    </a:lnTo>
                    <a:lnTo>
                      <a:pt x="481" y="327"/>
                    </a:lnTo>
                    <a:lnTo>
                      <a:pt x="475" y="329"/>
                    </a:lnTo>
                    <a:lnTo>
                      <a:pt x="472" y="329"/>
                    </a:lnTo>
                    <a:lnTo>
                      <a:pt x="470" y="329"/>
                    </a:lnTo>
                    <a:lnTo>
                      <a:pt x="467" y="329"/>
                    </a:lnTo>
                    <a:lnTo>
                      <a:pt x="464" y="329"/>
                    </a:lnTo>
                    <a:lnTo>
                      <a:pt x="454" y="334"/>
                    </a:lnTo>
                    <a:lnTo>
                      <a:pt x="443" y="341"/>
                    </a:lnTo>
                    <a:lnTo>
                      <a:pt x="431" y="346"/>
                    </a:lnTo>
                    <a:lnTo>
                      <a:pt x="420" y="351"/>
                    </a:lnTo>
                    <a:lnTo>
                      <a:pt x="411" y="354"/>
                    </a:lnTo>
                    <a:lnTo>
                      <a:pt x="402" y="357"/>
                    </a:lnTo>
                    <a:lnTo>
                      <a:pt x="392" y="359"/>
                    </a:lnTo>
                    <a:lnTo>
                      <a:pt x="383" y="362"/>
                    </a:lnTo>
                    <a:lnTo>
                      <a:pt x="378" y="363"/>
                    </a:lnTo>
                    <a:lnTo>
                      <a:pt x="374" y="365"/>
                    </a:lnTo>
                    <a:lnTo>
                      <a:pt x="370" y="367"/>
                    </a:lnTo>
                    <a:lnTo>
                      <a:pt x="365" y="368"/>
                    </a:lnTo>
                    <a:lnTo>
                      <a:pt x="362" y="371"/>
                    </a:lnTo>
                    <a:lnTo>
                      <a:pt x="358" y="373"/>
                    </a:lnTo>
                    <a:lnTo>
                      <a:pt x="355" y="375"/>
                    </a:lnTo>
                    <a:lnTo>
                      <a:pt x="352" y="379"/>
                    </a:lnTo>
                    <a:lnTo>
                      <a:pt x="351" y="382"/>
                    </a:lnTo>
                    <a:lnTo>
                      <a:pt x="349" y="385"/>
                    </a:lnTo>
                    <a:lnTo>
                      <a:pt x="347" y="390"/>
                    </a:lnTo>
                    <a:lnTo>
                      <a:pt x="346" y="395"/>
                    </a:lnTo>
                    <a:lnTo>
                      <a:pt x="344" y="405"/>
                    </a:lnTo>
                    <a:lnTo>
                      <a:pt x="343" y="416"/>
                    </a:lnTo>
                    <a:lnTo>
                      <a:pt x="343" y="427"/>
                    </a:lnTo>
                    <a:lnTo>
                      <a:pt x="341" y="439"/>
                    </a:lnTo>
                    <a:lnTo>
                      <a:pt x="340" y="444"/>
                    </a:lnTo>
                    <a:lnTo>
                      <a:pt x="339" y="449"/>
                    </a:lnTo>
                    <a:lnTo>
                      <a:pt x="339" y="453"/>
                    </a:lnTo>
                    <a:lnTo>
                      <a:pt x="337" y="457"/>
                    </a:lnTo>
                    <a:lnTo>
                      <a:pt x="337" y="461"/>
                    </a:lnTo>
                    <a:lnTo>
                      <a:pt x="337" y="465"/>
                    </a:lnTo>
                    <a:lnTo>
                      <a:pt x="337" y="469"/>
                    </a:lnTo>
                    <a:lnTo>
                      <a:pt x="336" y="473"/>
                    </a:lnTo>
                    <a:lnTo>
                      <a:pt x="339" y="476"/>
                    </a:lnTo>
                    <a:lnTo>
                      <a:pt x="340" y="479"/>
                    </a:lnTo>
                    <a:lnTo>
                      <a:pt x="346" y="479"/>
                    </a:lnTo>
                    <a:lnTo>
                      <a:pt x="353" y="479"/>
                    </a:lnTo>
                    <a:lnTo>
                      <a:pt x="362" y="477"/>
                    </a:lnTo>
                    <a:lnTo>
                      <a:pt x="371" y="476"/>
                    </a:lnTo>
                    <a:lnTo>
                      <a:pt x="379" y="475"/>
                    </a:lnTo>
                    <a:lnTo>
                      <a:pt x="387" y="475"/>
                    </a:lnTo>
                    <a:lnTo>
                      <a:pt x="390" y="475"/>
                    </a:lnTo>
                    <a:lnTo>
                      <a:pt x="393" y="475"/>
                    </a:lnTo>
                    <a:lnTo>
                      <a:pt x="395" y="476"/>
                    </a:lnTo>
                    <a:lnTo>
                      <a:pt x="397" y="477"/>
                    </a:lnTo>
                    <a:lnTo>
                      <a:pt x="401" y="480"/>
                    </a:lnTo>
                    <a:lnTo>
                      <a:pt x="405" y="483"/>
                    </a:lnTo>
                    <a:lnTo>
                      <a:pt x="410" y="487"/>
                    </a:lnTo>
                    <a:lnTo>
                      <a:pt x="415" y="490"/>
                    </a:lnTo>
                    <a:lnTo>
                      <a:pt x="415" y="493"/>
                    </a:lnTo>
                    <a:lnTo>
                      <a:pt x="415" y="495"/>
                    </a:lnTo>
                    <a:lnTo>
                      <a:pt x="415" y="497"/>
                    </a:lnTo>
                    <a:lnTo>
                      <a:pt x="414" y="499"/>
                    </a:lnTo>
                    <a:lnTo>
                      <a:pt x="413" y="502"/>
                    </a:lnTo>
                    <a:lnTo>
                      <a:pt x="412" y="503"/>
                    </a:lnTo>
                    <a:lnTo>
                      <a:pt x="411" y="506"/>
                    </a:lnTo>
                    <a:lnTo>
                      <a:pt x="410" y="507"/>
                    </a:lnTo>
                    <a:lnTo>
                      <a:pt x="407" y="511"/>
                    </a:lnTo>
                    <a:lnTo>
                      <a:pt x="404" y="513"/>
                    </a:lnTo>
                    <a:lnTo>
                      <a:pt x="401" y="516"/>
                    </a:lnTo>
                    <a:lnTo>
                      <a:pt x="397" y="519"/>
                    </a:lnTo>
                    <a:lnTo>
                      <a:pt x="381" y="527"/>
                    </a:lnTo>
                    <a:lnTo>
                      <a:pt x="367" y="535"/>
                    </a:lnTo>
                    <a:lnTo>
                      <a:pt x="361" y="535"/>
                    </a:lnTo>
                    <a:lnTo>
                      <a:pt x="357" y="535"/>
                    </a:lnTo>
                    <a:lnTo>
                      <a:pt x="351" y="538"/>
                    </a:lnTo>
                    <a:lnTo>
                      <a:pt x="345" y="541"/>
                    </a:lnTo>
                    <a:lnTo>
                      <a:pt x="342" y="543"/>
                    </a:lnTo>
                    <a:lnTo>
                      <a:pt x="339" y="544"/>
                    </a:lnTo>
                    <a:lnTo>
                      <a:pt x="337" y="547"/>
                    </a:lnTo>
                    <a:lnTo>
                      <a:pt x="335" y="549"/>
                    </a:lnTo>
                    <a:lnTo>
                      <a:pt x="334" y="551"/>
                    </a:lnTo>
                    <a:lnTo>
                      <a:pt x="334" y="553"/>
                    </a:lnTo>
                    <a:lnTo>
                      <a:pt x="333" y="555"/>
                    </a:lnTo>
                    <a:lnTo>
                      <a:pt x="334" y="557"/>
                    </a:lnTo>
                    <a:lnTo>
                      <a:pt x="335" y="561"/>
                    </a:lnTo>
                    <a:lnTo>
                      <a:pt x="335" y="566"/>
                    </a:lnTo>
                    <a:lnTo>
                      <a:pt x="337" y="571"/>
                    </a:lnTo>
                    <a:lnTo>
                      <a:pt x="337" y="575"/>
                    </a:lnTo>
                    <a:lnTo>
                      <a:pt x="337" y="578"/>
                    </a:lnTo>
                    <a:lnTo>
                      <a:pt x="337" y="581"/>
                    </a:lnTo>
                    <a:lnTo>
                      <a:pt x="337" y="583"/>
                    </a:lnTo>
                    <a:lnTo>
                      <a:pt x="336" y="586"/>
                    </a:lnTo>
                    <a:lnTo>
                      <a:pt x="335" y="589"/>
                    </a:lnTo>
                    <a:lnTo>
                      <a:pt x="335" y="591"/>
                    </a:lnTo>
                    <a:lnTo>
                      <a:pt x="335" y="595"/>
                    </a:lnTo>
                    <a:lnTo>
                      <a:pt x="335" y="597"/>
                    </a:lnTo>
                    <a:lnTo>
                      <a:pt x="335" y="603"/>
                    </a:lnTo>
                    <a:lnTo>
                      <a:pt x="335" y="609"/>
                    </a:lnTo>
                    <a:lnTo>
                      <a:pt x="338" y="621"/>
                    </a:lnTo>
                    <a:lnTo>
                      <a:pt x="340" y="631"/>
                    </a:lnTo>
                    <a:lnTo>
                      <a:pt x="341" y="635"/>
                    </a:lnTo>
                    <a:lnTo>
                      <a:pt x="342" y="641"/>
                    </a:lnTo>
                    <a:lnTo>
                      <a:pt x="343" y="648"/>
                    </a:lnTo>
                    <a:lnTo>
                      <a:pt x="343" y="655"/>
                    </a:lnTo>
                    <a:lnTo>
                      <a:pt x="343" y="671"/>
                    </a:lnTo>
                    <a:lnTo>
                      <a:pt x="343" y="680"/>
                    </a:lnTo>
                    <a:lnTo>
                      <a:pt x="342" y="683"/>
                    </a:lnTo>
                    <a:lnTo>
                      <a:pt x="342" y="687"/>
                    </a:lnTo>
                    <a:lnTo>
                      <a:pt x="341" y="690"/>
                    </a:lnTo>
                    <a:lnTo>
                      <a:pt x="340" y="693"/>
                    </a:lnTo>
                    <a:lnTo>
                      <a:pt x="343" y="699"/>
                    </a:lnTo>
                    <a:lnTo>
                      <a:pt x="343" y="704"/>
                    </a:lnTo>
                    <a:lnTo>
                      <a:pt x="344" y="707"/>
                    </a:lnTo>
                    <a:lnTo>
                      <a:pt x="344" y="710"/>
                    </a:lnTo>
                    <a:lnTo>
                      <a:pt x="343" y="713"/>
                    </a:lnTo>
                    <a:lnTo>
                      <a:pt x="343" y="716"/>
                    </a:lnTo>
                    <a:lnTo>
                      <a:pt x="342" y="721"/>
                    </a:lnTo>
                    <a:lnTo>
                      <a:pt x="342" y="726"/>
                    </a:lnTo>
                    <a:lnTo>
                      <a:pt x="342" y="730"/>
                    </a:lnTo>
                    <a:lnTo>
                      <a:pt x="342" y="735"/>
                    </a:lnTo>
                    <a:lnTo>
                      <a:pt x="342" y="743"/>
                    </a:lnTo>
                    <a:lnTo>
                      <a:pt x="342" y="750"/>
                    </a:lnTo>
                    <a:lnTo>
                      <a:pt x="341" y="753"/>
                    </a:lnTo>
                    <a:lnTo>
                      <a:pt x="340" y="755"/>
                    </a:lnTo>
                    <a:lnTo>
                      <a:pt x="339" y="757"/>
                    </a:lnTo>
                    <a:lnTo>
                      <a:pt x="339" y="758"/>
                    </a:lnTo>
                    <a:lnTo>
                      <a:pt x="338" y="759"/>
                    </a:lnTo>
                    <a:lnTo>
                      <a:pt x="337" y="759"/>
                    </a:lnTo>
                    <a:lnTo>
                      <a:pt x="335" y="760"/>
                    </a:lnTo>
                    <a:lnTo>
                      <a:pt x="334" y="761"/>
                    </a:lnTo>
                    <a:lnTo>
                      <a:pt x="332" y="762"/>
                    </a:lnTo>
                    <a:lnTo>
                      <a:pt x="330" y="762"/>
                    </a:lnTo>
                    <a:lnTo>
                      <a:pt x="326" y="763"/>
                    </a:lnTo>
                    <a:lnTo>
                      <a:pt x="319" y="763"/>
                    </a:lnTo>
                    <a:lnTo>
                      <a:pt x="315" y="757"/>
                    </a:lnTo>
                    <a:lnTo>
                      <a:pt x="312" y="751"/>
                    </a:lnTo>
                    <a:lnTo>
                      <a:pt x="309" y="744"/>
                    </a:lnTo>
                    <a:lnTo>
                      <a:pt x="306" y="736"/>
                    </a:lnTo>
                    <a:lnTo>
                      <a:pt x="302" y="736"/>
                    </a:lnTo>
                    <a:lnTo>
                      <a:pt x="299" y="736"/>
                    </a:lnTo>
                    <a:lnTo>
                      <a:pt x="296" y="737"/>
                    </a:lnTo>
                    <a:lnTo>
                      <a:pt x="292" y="737"/>
                    </a:lnTo>
                    <a:lnTo>
                      <a:pt x="290" y="734"/>
                    </a:lnTo>
                    <a:lnTo>
                      <a:pt x="290" y="730"/>
                    </a:lnTo>
                    <a:lnTo>
                      <a:pt x="288" y="726"/>
                    </a:lnTo>
                    <a:lnTo>
                      <a:pt x="287" y="723"/>
                    </a:lnTo>
                    <a:lnTo>
                      <a:pt x="281" y="716"/>
                    </a:lnTo>
                    <a:lnTo>
                      <a:pt x="276" y="711"/>
                    </a:lnTo>
                    <a:lnTo>
                      <a:pt x="275" y="709"/>
                    </a:lnTo>
                    <a:lnTo>
                      <a:pt x="274" y="707"/>
                    </a:lnTo>
                    <a:lnTo>
                      <a:pt x="274" y="705"/>
                    </a:lnTo>
                    <a:lnTo>
                      <a:pt x="273" y="703"/>
                    </a:lnTo>
                    <a:lnTo>
                      <a:pt x="272" y="700"/>
                    </a:lnTo>
                    <a:lnTo>
                      <a:pt x="272" y="697"/>
                    </a:lnTo>
                    <a:lnTo>
                      <a:pt x="272" y="694"/>
                    </a:lnTo>
                    <a:lnTo>
                      <a:pt x="271" y="690"/>
                    </a:lnTo>
                    <a:lnTo>
                      <a:pt x="275" y="688"/>
                    </a:lnTo>
                    <a:lnTo>
                      <a:pt x="278" y="686"/>
                    </a:lnTo>
                    <a:lnTo>
                      <a:pt x="281" y="684"/>
                    </a:lnTo>
                    <a:lnTo>
                      <a:pt x="283" y="682"/>
                    </a:lnTo>
                    <a:lnTo>
                      <a:pt x="286" y="679"/>
                    </a:lnTo>
                    <a:lnTo>
                      <a:pt x="288" y="676"/>
                    </a:lnTo>
                    <a:lnTo>
                      <a:pt x="290" y="673"/>
                    </a:lnTo>
                    <a:lnTo>
                      <a:pt x="292" y="670"/>
                    </a:lnTo>
                    <a:lnTo>
                      <a:pt x="294" y="667"/>
                    </a:lnTo>
                    <a:lnTo>
                      <a:pt x="295" y="663"/>
                    </a:lnTo>
                    <a:lnTo>
                      <a:pt x="296" y="659"/>
                    </a:lnTo>
                    <a:lnTo>
                      <a:pt x="298" y="656"/>
                    </a:lnTo>
                    <a:lnTo>
                      <a:pt x="299" y="648"/>
                    </a:lnTo>
                    <a:lnTo>
                      <a:pt x="301" y="640"/>
                    </a:lnTo>
                    <a:lnTo>
                      <a:pt x="302" y="632"/>
                    </a:lnTo>
                    <a:lnTo>
                      <a:pt x="302" y="623"/>
                    </a:lnTo>
                    <a:lnTo>
                      <a:pt x="302" y="615"/>
                    </a:lnTo>
                    <a:lnTo>
                      <a:pt x="302" y="606"/>
                    </a:lnTo>
                    <a:lnTo>
                      <a:pt x="301" y="589"/>
                    </a:lnTo>
                    <a:lnTo>
                      <a:pt x="299" y="572"/>
                    </a:lnTo>
                    <a:lnTo>
                      <a:pt x="298" y="571"/>
                    </a:lnTo>
                    <a:lnTo>
                      <a:pt x="296" y="571"/>
                    </a:lnTo>
                    <a:lnTo>
                      <a:pt x="295" y="571"/>
                    </a:lnTo>
                    <a:lnTo>
                      <a:pt x="292" y="570"/>
                    </a:lnTo>
                    <a:lnTo>
                      <a:pt x="290" y="569"/>
                    </a:lnTo>
                    <a:lnTo>
                      <a:pt x="289" y="569"/>
                    </a:lnTo>
                    <a:lnTo>
                      <a:pt x="287" y="569"/>
                    </a:lnTo>
                    <a:lnTo>
                      <a:pt x="286" y="569"/>
                    </a:lnTo>
                    <a:lnTo>
                      <a:pt x="283" y="569"/>
                    </a:lnTo>
                    <a:lnTo>
                      <a:pt x="282" y="569"/>
                    </a:lnTo>
                    <a:lnTo>
                      <a:pt x="280" y="570"/>
                    </a:lnTo>
                    <a:lnTo>
                      <a:pt x="278" y="571"/>
                    </a:lnTo>
                    <a:lnTo>
                      <a:pt x="274" y="572"/>
                    </a:lnTo>
                    <a:lnTo>
                      <a:pt x="270" y="575"/>
                    </a:lnTo>
                    <a:lnTo>
                      <a:pt x="266" y="578"/>
                    </a:lnTo>
                    <a:lnTo>
                      <a:pt x="262" y="581"/>
                    </a:lnTo>
                    <a:lnTo>
                      <a:pt x="259" y="584"/>
                    </a:lnTo>
                    <a:lnTo>
                      <a:pt x="256" y="588"/>
                    </a:lnTo>
                    <a:lnTo>
                      <a:pt x="253" y="591"/>
                    </a:lnTo>
                    <a:lnTo>
                      <a:pt x="250" y="595"/>
                    </a:lnTo>
                    <a:lnTo>
                      <a:pt x="247" y="599"/>
                    </a:lnTo>
                    <a:lnTo>
                      <a:pt x="246" y="602"/>
                    </a:lnTo>
                    <a:lnTo>
                      <a:pt x="244" y="604"/>
                    </a:lnTo>
                    <a:lnTo>
                      <a:pt x="243" y="607"/>
                    </a:lnTo>
                    <a:lnTo>
                      <a:pt x="238" y="607"/>
                    </a:lnTo>
                    <a:lnTo>
                      <a:pt x="234" y="607"/>
                    </a:lnTo>
                    <a:lnTo>
                      <a:pt x="229" y="607"/>
                    </a:lnTo>
                    <a:lnTo>
                      <a:pt x="225" y="607"/>
                    </a:lnTo>
                    <a:lnTo>
                      <a:pt x="216" y="606"/>
                    </a:lnTo>
                    <a:lnTo>
                      <a:pt x="206" y="605"/>
                    </a:lnTo>
                    <a:lnTo>
                      <a:pt x="206" y="602"/>
                    </a:lnTo>
                    <a:lnTo>
                      <a:pt x="204" y="599"/>
                    </a:lnTo>
                    <a:lnTo>
                      <a:pt x="202" y="597"/>
                    </a:lnTo>
                    <a:lnTo>
                      <a:pt x="200" y="595"/>
                    </a:lnTo>
                    <a:lnTo>
                      <a:pt x="196" y="591"/>
                    </a:lnTo>
                    <a:lnTo>
                      <a:pt x="192" y="587"/>
                    </a:lnTo>
                    <a:lnTo>
                      <a:pt x="192" y="583"/>
                    </a:lnTo>
                    <a:lnTo>
                      <a:pt x="193" y="579"/>
                    </a:lnTo>
                    <a:lnTo>
                      <a:pt x="194" y="575"/>
                    </a:lnTo>
                    <a:lnTo>
                      <a:pt x="194" y="571"/>
                    </a:lnTo>
                    <a:lnTo>
                      <a:pt x="196" y="568"/>
                    </a:lnTo>
                    <a:lnTo>
                      <a:pt x="198" y="565"/>
                    </a:lnTo>
                    <a:lnTo>
                      <a:pt x="200" y="562"/>
                    </a:lnTo>
                    <a:lnTo>
                      <a:pt x="202" y="559"/>
                    </a:lnTo>
                    <a:lnTo>
                      <a:pt x="205" y="556"/>
                    </a:lnTo>
                    <a:lnTo>
                      <a:pt x="207" y="554"/>
                    </a:lnTo>
                    <a:lnTo>
                      <a:pt x="210" y="551"/>
                    </a:lnTo>
                    <a:lnTo>
                      <a:pt x="214" y="548"/>
                    </a:lnTo>
                    <a:lnTo>
                      <a:pt x="220" y="544"/>
                    </a:lnTo>
                    <a:lnTo>
                      <a:pt x="226" y="539"/>
                    </a:lnTo>
                    <a:lnTo>
                      <a:pt x="234" y="535"/>
                    </a:lnTo>
                    <a:lnTo>
                      <a:pt x="242" y="532"/>
                    </a:lnTo>
                    <a:lnTo>
                      <a:pt x="249" y="529"/>
                    </a:lnTo>
                    <a:lnTo>
                      <a:pt x="257" y="526"/>
                    </a:lnTo>
                    <a:lnTo>
                      <a:pt x="264" y="522"/>
                    </a:lnTo>
                    <a:lnTo>
                      <a:pt x="270" y="519"/>
                    </a:lnTo>
                    <a:lnTo>
                      <a:pt x="277" y="515"/>
                    </a:lnTo>
                    <a:lnTo>
                      <a:pt x="282" y="511"/>
                    </a:lnTo>
                    <a:lnTo>
                      <a:pt x="286" y="509"/>
                    </a:lnTo>
                    <a:lnTo>
                      <a:pt x="290" y="507"/>
                    </a:lnTo>
                    <a:lnTo>
                      <a:pt x="294" y="507"/>
                    </a:lnTo>
                    <a:lnTo>
                      <a:pt x="297" y="506"/>
                    </a:lnTo>
                    <a:lnTo>
                      <a:pt x="300" y="503"/>
                    </a:lnTo>
                    <a:lnTo>
                      <a:pt x="303" y="502"/>
                    </a:lnTo>
                    <a:lnTo>
                      <a:pt x="304" y="501"/>
                    </a:lnTo>
                    <a:lnTo>
                      <a:pt x="306" y="499"/>
                    </a:lnTo>
                    <a:lnTo>
                      <a:pt x="306" y="498"/>
                    </a:lnTo>
                    <a:lnTo>
                      <a:pt x="308" y="495"/>
                    </a:lnTo>
                    <a:lnTo>
                      <a:pt x="307" y="491"/>
                    </a:lnTo>
                    <a:lnTo>
                      <a:pt x="307" y="485"/>
                    </a:lnTo>
                    <a:lnTo>
                      <a:pt x="307" y="479"/>
                    </a:lnTo>
                    <a:lnTo>
                      <a:pt x="307" y="475"/>
                    </a:lnTo>
                    <a:lnTo>
                      <a:pt x="309" y="465"/>
                    </a:lnTo>
                    <a:lnTo>
                      <a:pt x="310" y="453"/>
                    </a:lnTo>
                    <a:lnTo>
                      <a:pt x="312" y="447"/>
                    </a:lnTo>
                    <a:lnTo>
                      <a:pt x="312" y="439"/>
                    </a:lnTo>
                    <a:lnTo>
                      <a:pt x="313" y="433"/>
                    </a:lnTo>
                    <a:lnTo>
                      <a:pt x="314" y="426"/>
                    </a:lnTo>
                    <a:lnTo>
                      <a:pt x="314" y="419"/>
                    </a:lnTo>
                    <a:lnTo>
                      <a:pt x="314" y="413"/>
                    </a:lnTo>
                    <a:lnTo>
                      <a:pt x="313" y="407"/>
                    </a:lnTo>
                    <a:lnTo>
                      <a:pt x="312" y="403"/>
                    </a:lnTo>
                    <a:lnTo>
                      <a:pt x="311" y="400"/>
                    </a:lnTo>
                    <a:lnTo>
                      <a:pt x="310" y="398"/>
                    </a:lnTo>
                    <a:lnTo>
                      <a:pt x="309" y="396"/>
                    </a:lnTo>
                    <a:lnTo>
                      <a:pt x="308" y="395"/>
                    </a:lnTo>
                    <a:lnTo>
                      <a:pt x="307" y="394"/>
                    </a:lnTo>
                    <a:lnTo>
                      <a:pt x="305" y="392"/>
                    </a:lnTo>
                    <a:lnTo>
                      <a:pt x="304" y="392"/>
                    </a:lnTo>
                    <a:lnTo>
                      <a:pt x="302" y="391"/>
                    </a:lnTo>
                    <a:lnTo>
                      <a:pt x="301" y="392"/>
                    </a:lnTo>
                    <a:lnTo>
                      <a:pt x="299" y="393"/>
                    </a:lnTo>
                    <a:lnTo>
                      <a:pt x="298" y="393"/>
                    </a:lnTo>
                    <a:lnTo>
                      <a:pt x="296" y="393"/>
                    </a:lnTo>
                    <a:lnTo>
                      <a:pt x="294" y="393"/>
                    </a:lnTo>
                    <a:lnTo>
                      <a:pt x="293" y="393"/>
                    </a:lnTo>
                    <a:lnTo>
                      <a:pt x="291" y="393"/>
                    </a:lnTo>
                    <a:lnTo>
                      <a:pt x="290" y="394"/>
                    </a:lnTo>
                    <a:lnTo>
                      <a:pt x="283" y="398"/>
                    </a:lnTo>
                    <a:lnTo>
                      <a:pt x="278" y="402"/>
                    </a:lnTo>
                    <a:lnTo>
                      <a:pt x="272" y="406"/>
                    </a:lnTo>
                    <a:lnTo>
                      <a:pt x="266" y="410"/>
                    </a:lnTo>
                    <a:lnTo>
                      <a:pt x="262" y="410"/>
                    </a:lnTo>
                    <a:lnTo>
                      <a:pt x="257" y="410"/>
                    </a:lnTo>
                    <a:lnTo>
                      <a:pt x="255" y="411"/>
                    </a:lnTo>
                    <a:lnTo>
                      <a:pt x="254" y="411"/>
                    </a:lnTo>
                    <a:lnTo>
                      <a:pt x="253" y="413"/>
                    </a:lnTo>
                    <a:lnTo>
                      <a:pt x="252" y="415"/>
                    </a:lnTo>
                    <a:lnTo>
                      <a:pt x="250" y="417"/>
                    </a:lnTo>
                    <a:lnTo>
                      <a:pt x="248" y="419"/>
                    </a:lnTo>
                    <a:lnTo>
                      <a:pt x="246" y="420"/>
                    </a:lnTo>
                    <a:lnTo>
                      <a:pt x="244" y="422"/>
                    </a:lnTo>
                    <a:lnTo>
                      <a:pt x="242" y="423"/>
                    </a:lnTo>
                    <a:lnTo>
                      <a:pt x="239" y="423"/>
                    </a:lnTo>
                    <a:lnTo>
                      <a:pt x="237" y="424"/>
                    </a:lnTo>
                    <a:lnTo>
                      <a:pt x="234" y="424"/>
                    </a:lnTo>
                    <a:lnTo>
                      <a:pt x="232" y="426"/>
                    </a:lnTo>
                    <a:lnTo>
                      <a:pt x="230" y="427"/>
                    </a:lnTo>
                    <a:lnTo>
                      <a:pt x="227" y="430"/>
                    </a:lnTo>
                    <a:lnTo>
                      <a:pt x="225" y="433"/>
                    </a:lnTo>
                    <a:lnTo>
                      <a:pt x="222" y="435"/>
                    </a:lnTo>
                    <a:lnTo>
                      <a:pt x="218" y="435"/>
                    </a:lnTo>
                    <a:lnTo>
                      <a:pt x="216" y="435"/>
                    </a:lnTo>
                    <a:lnTo>
                      <a:pt x="214" y="436"/>
                    </a:lnTo>
                    <a:lnTo>
                      <a:pt x="213" y="437"/>
                    </a:lnTo>
                    <a:lnTo>
                      <a:pt x="211" y="437"/>
                    </a:lnTo>
                    <a:lnTo>
                      <a:pt x="202" y="444"/>
                    </a:lnTo>
                    <a:lnTo>
                      <a:pt x="192" y="452"/>
                    </a:lnTo>
                    <a:lnTo>
                      <a:pt x="183" y="460"/>
                    </a:lnTo>
                    <a:lnTo>
                      <a:pt x="174" y="468"/>
                    </a:lnTo>
                    <a:lnTo>
                      <a:pt x="171" y="468"/>
                    </a:lnTo>
                    <a:lnTo>
                      <a:pt x="169" y="468"/>
                    </a:lnTo>
                    <a:lnTo>
                      <a:pt x="163" y="472"/>
                    </a:lnTo>
                    <a:lnTo>
                      <a:pt x="155" y="479"/>
                    </a:lnTo>
                    <a:lnTo>
                      <a:pt x="146" y="486"/>
                    </a:lnTo>
                    <a:lnTo>
                      <a:pt x="141" y="491"/>
                    </a:lnTo>
                    <a:lnTo>
                      <a:pt x="140" y="492"/>
                    </a:lnTo>
                    <a:lnTo>
                      <a:pt x="139" y="494"/>
                    </a:lnTo>
                    <a:lnTo>
                      <a:pt x="138" y="496"/>
                    </a:lnTo>
                    <a:lnTo>
                      <a:pt x="138" y="498"/>
                    </a:lnTo>
                    <a:lnTo>
                      <a:pt x="137" y="500"/>
                    </a:lnTo>
                    <a:lnTo>
                      <a:pt x="136" y="502"/>
                    </a:lnTo>
                    <a:lnTo>
                      <a:pt x="136" y="504"/>
                    </a:lnTo>
                    <a:lnTo>
                      <a:pt x="134" y="506"/>
                    </a:lnTo>
                    <a:lnTo>
                      <a:pt x="131" y="511"/>
                    </a:lnTo>
                    <a:lnTo>
                      <a:pt x="127" y="515"/>
                    </a:lnTo>
                    <a:lnTo>
                      <a:pt x="124" y="519"/>
                    </a:lnTo>
                    <a:lnTo>
                      <a:pt x="120" y="524"/>
                    </a:lnTo>
                    <a:lnTo>
                      <a:pt x="116" y="528"/>
                    </a:lnTo>
                    <a:lnTo>
                      <a:pt x="111" y="531"/>
                    </a:lnTo>
                    <a:lnTo>
                      <a:pt x="106" y="535"/>
                    </a:lnTo>
                    <a:lnTo>
                      <a:pt x="102" y="539"/>
                    </a:lnTo>
                    <a:lnTo>
                      <a:pt x="99" y="541"/>
                    </a:lnTo>
                    <a:lnTo>
                      <a:pt x="96" y="543"/>
                    </a:lnTo>
                    <a:lnTo>
                      <a:pt x="93" y="543"/>
                    </a:lnTo>
                    <a:lnTo>
                      <a:pt x="90" y="544"/>
                    </a:lnTo>
                    <a:lnTo>
                      <a:pt x="82" y="546"/>
                    </a:lnTo>
                    <a:lnTo>
                      <a:pt x="75" y="547"/>
                    </a:lnTo>
                    <a:lnTo>
                      <a:pt x="67" y="547"/>
                    </a:lnTo>
                    <a:lnTo>
                      <a:pt x="60" y="548"/>
                    </a:lnTo>
                    <a:lnTo>
                      <a:pt x="58" y="549"/>
                    </a:lnTo>
                    <a:lnTo>
                      <a:pt x="54" y="550"/>
                    </a:lnTo>
                    <a:lnTo>
                      <a:pt x="52" y="551"/>
                    </a:lnTo>
                    <a:lnTo>
                      <a:pt x="50" y="552"/>
                    </a:lnTo>
                    <a:lnTo>
                      <a:pt x="50" y="555"/>
                    </a:lnTo>
                    <a:lnTo>
                      <a:pt x="49" y="559"/>
                    </a:lnTo>
                    <a:lnTo>
                      <a:pt x="44" y="559"/>
                    </a:lnTo>
                    <a:lnTo>
                      <a:pt x="39" y="559"/>
                    </a:lnTo>
                    <a:lnTo>
                      <a:pt x="34" y="559"/>
                    </a:lnTo>
                    <a:lnTo>
                      <a:pt x="28" y="558"/>
                    </a:lnTo>
                    <a:lnTo>
                      <a:pt x="22" y="556"/>
                    </a:lnTo>
                    <a:lnTo>
                      <a:pt x="18" y="554"/>
                    </a:lnTo>
                    <a:lnTo>
                      <a:pt x="16" y="553"/>
                    </a:lnTo>
                    <a:lnTo>
                      <a:pt x="14" y="551"/>
                    </a:lnTo>
                    <a:lnTo>
                      <a:pt x="13" y="550"/>
                    </a:lnTo>
                    <a:lnTo>
                      <a:pt x="12" y="549"/>
                    </a:lnTo>
                    <a:lnTo>
                      <a:pt x="10" y="547"/>
                    </a:lnTo>
                    <a:lnTo>
                      <a:pt x="9" y="545"/>
                    </a:lnTo>
                    <a:lnTo>
                      <a:pt x="7" y="541"/>
                    </a:lnTo>
                    <a:lnTo>
                      <a:pt x="5" y="537"/>
                    </a:lnTo>
                    <a:lnTo>
                      <a:pt x="3" y="533"/>
                    </a:lnTo>
                    <a:lnTo>
                      <a:pt x="2" y="529"/>
                    </a:lnTo>
                    <a:lnTo>
                      <a:pt x="1" y="526"/>
                    </a:lnTo>
                    <a:lnTo>
                      <a:pt x="0" y="523"/>
                    </a:lnTo>
                    <a:lnTo>
                      <a:pt x="3" y="522"/>
                    </a:lnTo>
                    <a:lnTo>
                      <a:pt x="6" y="520"/>
                    </a:lnTo>
                    <a:lnTo>
                      <a:pt x="9" y="518"/>
                    </a:lnTo>
                    <a:lnTo>
                      <a:pt x="12" y="516"/>
                    </a:lnTo>
                    <a:lnTo>
                      <a:pt x="16" y="516"/>
                    </a:lnTo>
                    <a:lnTo>
                      <a:pt x="21" y="516"/>
                    </a:lnTo>
                    <a:lnTo>
                      <a:pt x="22" y="515"/>
                    </a:lnTo>
                    <a:lnTo>
                      <a:pt x="23" y="514"/>
                    </a:lnTo>
                    <a:lnTo>
                      <a:pt x="25" y="512"/>
                    </a:lnTo>
                    <a:lnTo>
                      <a:pt x="26" y="511"/>
                    </a:lnTo>
                    <a:lnTo>
                      <a:pt x="26" y="509"/>
                    </a:lnTo>
                    <a:lnTo>
                      <a:pt x="27" y="507"/>
                    </a:lnTo>
                    <a:lnTo>
                      <a:pt x="29" y="506"/>
                    </a:lnTo>
                    <a:lnTo>
                      <a:pt x="30" y="505"/>
                    </a:lnTo>
                    <a:lnTo>
                      <a:pt x="34" y="505"/>
                    </a:lnTo>
                    <a:lnTo>
                      <a:pt x="37" y="505"/>
                    </a:lnTo>
                    <a:lnTo>
                      <a:pt x="38" y="503"/>
                    </a:lnTo>
                    <a:lnTo>
                      <a:pt x="39" y="500"/>
                    </a:lnTo>
                    <a:lnTo>
                      <a:pt x="41" y="499"/>
                    </a:lnTo>
                    <a:lnTo>
                      <a:pt x="42" y="499"/>
                    </a:lnTo>
                    <a:lnTo>
                      <a:pt x="44" y="499"/>
                    </a:lnTo>
                    <a:lnTo>
                      <a:pt x="46" y="499"/>
                    </a:lnTo>
                    <a:lnTo>
                      <a:pt x="48" y="499"/>
                    </a:lnTo>
                    <a:lnTo>
                      <a:pt x="50" y="499"/>
                    </a:lnTo>
                    <a:lnTo>
                      <a:pt x="51" y="499"/>
                    </a:lnTo>
                    <a:lnTo>
                      <a:pt x="53" y="498"/>
                    </a:lnTo>
                    <a:lnTo>
                      <a:pt x="55" y="495"/>
                    </a:lnTo>
                    <a:lnTo>
                      <a:pt x="58" y="491"/>
                    </a:lnTo>
                    <a:lnTo>
                      <a:pt x="58" y="490"/>
                    </a:lnTo>
                    <a:lnTo>
                      <a:pt x="60" y="489"/>
                    </a:lnTo>
                    <a:lnTo>
                      <a:pt x="62" y="488"/>
                    </a:lnTo>
                    <a:lnTo>
                      <a:pt x="63" y="488"/>
                    </a:lnTo>
                    <a:lnTo>
                      <a:pt x="66" y="487"/>
                    </a:lnTo>
                    <a:lnTo>
                      <a:pt x="70" y="487"/>
                    </a:lnTo>
                    <a:lnTo>
                      <a:pt x="74" y="487"/>
                    </a:lnTo>
                    <a:lnTo>
                      <a:pt x="78" y="486"/>
                    </a:lnTo>
                    <a:lnTo>
                      <a:pt x="81" y="485"/>
                    </a:lnTo>
                    <a:lnTo>
                      <a:pt x="84" y="484"/>
                    </a:lnTo>
                    <a:lnTo>
                      <a:pt x="86" y="482"/>
                    </a:lnTo>
                    <a:lnTo>
                      <a:pt x="89" y="479"/>
                    </a:lnTo>
                    <a:lnTo>
                      <a:pt x="92" y="476"/>
                    </a:lnTo>
                    <a:lnTo>
                      <a:pt x="94" y="475"/>
                    </a:lnTo>
                    <a:lnTo>
                      <a:pt x="97" y="474"/>
                    </a:lnTo>
                    <a:lnTo>
                      <a:pt x="99" y="473"/>
                    </a:lnTo>
                    <a:lnTo>
                      <a:pt x="102" y="472"/>
                    </a:lnTo>
                    <a:lnTo>
                      <a:pt x="105" y="471"/>
                    </a:lnTo>
                    <a:lnTo>
                      <a:pt x="108" y="471"/>
                    </a:lnTo>
                    <a:lnTo>
                      <a:pt x="111" y="471"/>
                    </a:lnTo>
                    <a:lnTo>
                      <a:pt x="114" y="469"/>
                    </a:lnTo>
                    <a:lnTo>
                      <a:pt x="116" y="468"/>
                    </a:lnTo>
                    <a:lnTo>
                      <a:pt x="117" y="466"/>
                    </a:lnTo>
                    <a:lnTo>
                      <a:pt x="118" y="463"/>
                    </a:lnTo>
                    <a:lnTo>
                      <a:pt x="122" y="462"/>
                    </a:lnTo>
                    <a:lnTo>
                      <a:pt x="126" y="461"/>
                    </a:lnTo>
                    <a:lnTo>
                      <a:pt x="130" y="459"/>
                    </a:lnTo>
                    <a:lnTo>
                      <a:pt x="134" y="459"/>
                    </a:lnTo>
                    <a:lnTo>
                      <a:pt x="138" y="457"/>
                    </a:lnTo>
                    <a:lnTo>
                      <a:pt x="141" y="455"/>
                    </a:lnTo>
                    <a:lnTo>
                      <a:pt x="144" y="453"/>
                    </a:lnTo>
                    <a:lnTo>
                      <a:pt x="146" y="451"/>
                    </a:lnTo>
                    <a:lnTo>
                      <a:pt x="152" y="447"/>
                    </a:lnTo>
                    <a:lnTo>
                      <a:pt x="158" y="443"/>
                    </a:lnTo>
                    <a:lnTo>
                      <a:pt x="160" y="442"/>
                    </a:lnTo>
                    <a:lnTo>
                      <a:pt x="162" y="441"/>
                    </a:lnTo>
                    <a:lnTo>
                      <a:pt x="164" y="441"/>
                    </a:lnTo>
                    <a:lnTo>
                      <a:pt x="166" y="441"/>
                    </a:lnTo>
                    <a:lnTo>
                      <a:pt x="168" y="441"/>
                    </a:lnTo>
                    <a:lnTo>
                      <a:pt x="170" y="441"/>
                    </a:lnTo>
                    <a:lnTo>
                      <a:pt x="171" y="440"/>
                    </a:lnTo>
                    <a:lnTo>
                      <a:pt x="174" y="439"/>
                    </a:lnTo>
                    <a:lnTo>
                      <a:pt x="175" y="435"/>
                    </a:lnTo>
                    <a:lnTo>
                      <a:pt x="178" y="431"/>
                    </a:lnTo>
                    <a:lnTo>
                      <a:pt x="179" y="430"/>
                    </a:lnTo>
                    <a:lnTo>
                      <a:pt x="181" y="430"/>
                    </a:lnTo>
                    <a:lnTo>
                      <a:pt x="182" y="429"/>
                    </a:lnTo>
                    <a:lnTo>
                      <a:pt x="183" y="429"/>
                    </a:lnTo>
                    <a:lnTo>
                      <a:pt x="186" y="428"/>
                    </a:lnTo>
                    <a:lnTo>
                      <a:pt x="189" y="427"/>
                    </a:lnTo>
                    <a:lnTo>
                      <a:pt x="196" y="423"/>
                    </a:lnTo>
                    <a:lnTo>
                      <a:pt x="203" y="417"/>
                    </a:lnTo>
                    <a:lnTo>
                      <a:pt x="206" y="415"/>
                    </a:lnTo>
                    <a:lnTo>
                      <a:pt x="210" y="411"/>
                    </a:lnTo>
                    <a:lnTo>
                      <a:pt x="214" y="409"/>
                    </a:lnTo>
                    <a:lnTo>
                      <a:pt x="217" y="407"/>
                    </a:lnTo>
                    <a:lnTo>
                      <a:pt x="226" y="403"/>
                    </a:lnTo>
                    <a:lnTo>
                      <a:pt x="234" y="400"/>
                    </a:lnTo>
                    <a:lnTo>
                      <a:pt x="242" y="397"/>
                    </a:lnTo>
                    <a:lnTo>
                      <a:pt x="251" y="395"/>
                    </a:lnTo>
                    <a:lnTo>
                      <a:pt x="260" y="391"/>
                    </a:lnTo>
                    <a:lnTo>
                      <a:pt x="268" y="387"/>
                    </a:lnTo>
                    <a:lnTo>
                      <a:pt x="276" y="383"/>
                    </a:lnTo>
                    <a:lnTo>
                      <a:pt x="285" y="379"/>
                    </a:lnTo>
                    <a:lnTo>
                      <a:pt x="287" y="378"/>
                    </a:lnTo>
                    <a:lnTo>
                      <a:pt x="290" y="377"/>
                    </a:lnTo>
                    <a:lnTo>
                      <a:pt x="294" y="376"/>
                    </a:lnTo>
                    <a:lnTo>
                      <a:pt x="298" y="375"/>
                    </a:lnTo>
                    <a:lnTo>
                      <a:pt x="302" y="374"/>
                    </a:lnTo>
                    <a:lnTo>
                      <a:pt x="306" y="372"/>
                    </a:lnTo>
                    <a:lnTo>
                      <a:pt x="307" y="371"/>
                    </a:lnTo>
                    <a:lnTo>
                      <a:pt x="309" y="371"/>
                    </a:lnTo>
                    <a:lnTo>
                      <a:pt x="310" y="370"/>
                    </a:lnTo>
                    <a:lnTo>
                      <a:pt x="310" y="368"/>
                    </a:lnTo>
                    <a:lnTo>
                      <a:pt x="312" y="367"/>
                    </a:lnTo>
                    <a:lnTo>
                      <a:pt x="313" y="367"/>
                    </a:lnTo>
                    <a:lnTo>
                      <a:pt x="314" y="366"/>
                    </a:lnTo>
                    <a:lnTo>
                      <a:pt x="314" y="365"/>
                    </a:lnTo>
                    <a:lnTo>
                      <a:pt x="315" y="362"/>
                    </a:lnTo>
                    <a:lnTo>
                      <a:pt x="316" y="361"/>
                    </a:lnTo>
                    <a:lnTo>
                      <a:pt x="316" y="358"/>
                    </a:lnTo>
                    <a:lnTo>
                      <a:pt x="316" y="355"/>
                    </a:lnTo>
                    <a:lnTo>
                      <a:pt x="316" y="352"/>
                    </a:lnTo>
                    <a:lnTo>
                      <a:pt x="318" y="350"/>
                    </a:lnTo>
                    <a:lnTo>
                      <a:pt x="319" y="344"/>
                    </a:lnTo>
                    <a:lnTo>
                      <a:pt x="322" y="335"/>
                    </a:lnTo>
                    <a:lnTo>
                      <a:pt x="325" y="324"/>
                    </a:lnTo>
                    <a:lnTo>
                      <a:pt x="328" y="311"/>
                    </a:lnTo>
                    <a:lnTo>
                      <a:pt x="330" y="299"/>
                    </a:lnTo>
                    <a:lnTo>
                      <a:pt x="333" y="288"/>
                    </a:lnTo>
                    <a:lnTo>
                      <a:pt x="334" y="283"/>
                    </a:lnTo>
                    <a:lnTo>
                      <a:pt x="334" y="279"/>
                    </a:lnTo>
                    <a:lnTo>
                      <a:pt x="334" y="276"/>
                    </a:lnTo>
                    <a:lnTo>
                      <a:pt x="333" y="274"/>
                    </a:lnTo>
                    <a:lnTo>
                      <a:pt x="330" y="271"/>
                    </a:lnTo>
                    <a:lnTo>
                      <a:pt x="327" y="270"/>
                    </a:lnTo>
                    <a:lnTo>
                      <a:pt x="320" y="270"/>
                    </a:lnTo>
                    <a:lnTo>
                      <a:pt x="314" y="272"/>
                    </a:lnTo>
                    <a:lnTo>
                      <a:pt x="309" y="274"/>
                    </a:lnTo>
                    <a:lnTo>
                      <a:pt x="304" y="276"/>
                    </a:lnTo>
                    <a:lnTo>
                      <a:pt x="300" y="278"/>
                    </a:lnTo>
                    <a:lnTo>
                      <a:pt x="297" y="281"/>
                    </a:lnTo>
                    <a:lnTo>
                      <a:pt x="294" y="283"/>
                    </a:lnTo>
                    <a:lnTo>
                      <a:pt x="291" y="286"/>
                    </a:lnTo>
                    <a:lnTo>
                      <a:pt x="287" y="292"/>
                    </a:lnTo>
                    <a:lnTo>
                      <a:pt x="282" y="300"/>
                    </a:lnTo>
                    <a:lnTo>
                      <a:pt x="281" y="304"/>
                    </a:lnTo>
                    <a:lnTo>
                      <a:pt x="278" y="308"/>
                    </a:lnTo>
                    <a:lnTo>
                      <a:pt x="275" y="313"/>
                    </a:lnTo>
                    <a:lnTo>
                      <a:pt x="271" y="318"/>
                    </a:lnTo>
                    <a:lnTo>
                      <a:pt x="270" y="318"/>
                    </a:lnTo>
                    <a:lnTo>
                      <a:pt x="267" y="316"/>
                    </a:lnTo>
                    <a:lnTo>
                      <a:pt x="266" y="315"/>
                    </a:lnTo>
                    <a:lnTo>
                      <a:pt x="264" y="314"/>
                    </a:lnTo>
                    <a:lnTo>
                      <a:pt x="262" y="313"/>
                    </a:lnTo>
                    <a:lnTo>
                      <a:pt x="259" y="311"/>
                    </a:lnTo>
                    <a:lnTo>
                      <a:pt x="254" y="311"/>
                    </a:lnTo>
                    <a:lnTo>
                      <a:pt x="249" y="311"/>
                    </a:lnTo>
                    <a:lnTo>
                      <a:pt x="244" y="312"/>
                    </a:lnTo>
                    <a:lnTo>
                      <a:pt x="238" y="312"/>
                    </a:lnTo>
                    <a:lnTo>
                      <a:pt x="237" y="315"/>
                    </a:lnTo>
                    <a:lnTo>
                      <a:pt x="234" y="318"/>
                    </a:lnTo>
                    <a:lnTo>
                      <a:pt x="231" y="322"/>
                    </a:lnTo>
                    <a:lnTo>
                      <a:pt x="227" y="326"/>
                    </a:lnTo>
                    <a:lnTo>
                      <a:pt x="223" y="329"/>
                    </a:lnTo>
                    <a:lnTo>
                      <a:pt x="220" y="331"/>
                    </a:lnTo>
                    <a:lnTo>
                      <a:pt x="216" y="334"/>
                    </a:lnTo>
                    <a:lnTo>
                      <a:pt x="213" y="335"/>
                    </a:lnTo>
                    <a:lnTo>
                      <a:pt x="211" y="336"/>
                    </a:lnTo>
                    <a:lnTo>
                      <a:pt x="209" y="336"/>
                    </a:lnTo>
                    <a:lnTo>
                      <a:pt x="206" y="336"/>
                    </a:lnTo>
                    <a:lnTo>
                      <a:pt x="204" y="336"/>
                    </a:lnTo>
                    <a:lnTo>
                      <a:pt x="199" y="335"/>
                    </a:lnTo>
                    <a:lnTo>
                      <a:pt x="195" y="335"/>
                    </a:lnTo>
                    <a:lnTo>
                      <a:pt x="191" y="331"/>
                    </a:lnTo>
                    <a:lnTo>
                      <a:pt x="186" y="327"/>
                    </a:lnTo>
                    <a:lnTo>
                      <a:pt x="185" y="326"/>
                    </a:lnTo>
                    <a:lnTo>
                      <a:pt x="183" y="323"/>
                    </a:lnTo>
                    <a:lnTo>
                      <a:pt x="182" y="322"/>
                    </a:lnTo>
                    <a:lnTo>
                      <a:pt x="182" y="320"/>
                    </a:lnTo>
                    <a:lnTo>
                      <a:pt x="182" y="318"/>
                    </a:lnTo>
                    <a:lnTo>
                      <a:pt x="181" y="316"/>
                    </a:lnTo>
                    <a:lnTo>
                      <a:pt x="185" y="314"/>
                    </a:lnTo>
                    <a:lnTo>
                      <a:pt x="188" y="311"/>
                    </a:lnTo>
                    <a:lnTo>
                      <a:pt x="191" y="309"/>
                    </a:lnTo>
                    <a:lnTo>
                      <a:pt x="194" y="306"/>
                    </a:lnTo>
                    <a:lnTo>
                      <a:pt x="198" y="303"/>
                    </a:lnTo>
                    <a:lnTo>
                      <a:pt x="201" y="300"/>
                    </a:lnTo>
                    <a:lnTo>
                      <a:pt x="205" y="298"/>
                    </a:lnTo>
                    <a:lnTo>
                      <a:pt x="208" y="296"/>
                    </a:lnTo>
                    <a:lnTo>
                      <a:pt x="212" y="296"/>
                    </a:lnTo>
                    <a:lnTo>
                      <a:pt x="215" y="296"/>
                    </a:lnTo>
                    <a:lnTo>
                      <a:pt x="221" y="294"/>
                    </a:lnTo>
                    <a:lnTo>
                      <a:pt x="227" y="290"/>
                    </a:lnTo>
                    <a:lnTo>
                      <a:pt x="233" y="287"/>
                    </a:lnTo>
                    <a:lnTo>
                      <a:pt x="238" y="285"/>
                    </a:lnTo>
                    <a:lnTo>
                      <a:pt x="242" y="282"/>
                    </a:lnTo>
                    <a:lnTo>
                      <a:pt x="247" y="279"/>
                    </a:lnTo>
                    <a:lnTo>
                      <a:pt x="253" y="276"/>
                    </a:lnTo>
                    <a:lnTo>
                      <a:pt x="254" y="275"/>
                    </a:lnTo>
                    <a:lnTo>
                      <a:pt x="258" y="267"/>
                    </a:lnTo>
                    <a:lnTo>
                      <a:pt x="261" y="259"/>
                    </a:lnTo>
                    <a:lnTo>
                      <a:pt x="263" y="250"/>
                    </a:lnTo>
                    <a:lnTo>
                      <a:pt x="266" y="242"/>
                    </a:lnTo>
                    <a:lnTo>
                      <a:pt x="268" y="234"/>
                    </a:lnTo>
                    <a:lnTo>
                      <a:pt x="270" y="225"/>
                    </a:lnTo>
                    <a:lnTo>
                      <a:pt x="273" y="216"/>
                    </a:lnTo>
                    <a:lnTo>
                      <a:pt x="276" y="208"/>
                    </a:lnTo>
                    <a:lnTo>
                      <a:pt x="277" y="204"/>
                    </a:lnTo>
                    <a:lnTo>
                      <a:pt x="280" y="198"/>
                    </a:lnTo>
                    <a:lnTo>
                      <a:pt x="282" y="190"/>
                    </a:lnTo>
                    <a:lnTo>
                      <a:pt x="286" y="181"/>
                    </a:lnTo>
                    <a:lnTo>
                      <a:pt x="288" y="172"/>
                    </a:lnTo>
                    <a:lnTo>
                      <a:pt x="290" y="165"/>
                    </a:lnTo>
                    <a:lnTo>
                      <a:pt x="291" y="161"/>
                    </a:lnTo>
                    <a:lnTo>
                      <a:pt x="291" y="158"/>
                    </a:lnTo>
                    <a:lnTo>
                      <a:pt x="291" y="156"/>
                    </a:lnTo>
                    <a:lnTo>
                      <a:pt x="291" y="154"/>
                    </a:lnTo>
                    <a:lnTo>
                      <a:pt x="290" y="153"/>
                    </a:lnTo>
                    <a:lnTo>
                      <a:pt x="289" y="150"/>
                    </a:lnTo>
                    <a:lnTo>
                      <a:pt x="285" y="151"/>
                    </a:lnTo>
                    <a:lnTo>
                      <a:pt x="282" y="150"/>
                    </a:lnTo>
                    <a:lnTo>
                      <a:pt x="279" y="150"/>
                    </a:lnTo>
                    <a:lnTo>
                      <a:pt x="276" y="149"/>
                    </a:lnTo>
                    <a:lnTo>
                      <a:pt x="274" y="148"/>
                    </a:lnTo>
                    <a:lnTo>
                      <a:pt x="270" y="146"/>
                    </a:lnTo>
                    <a:lnTo>
                      <a:pt x="268" y="146"/>
                    </a:lnTo>
                    <a:lnTo>
                      <a:pt x="264" y="146"/>
                    </a:lnTo>
                    <a:lnTo>
                      <a:pt x="262" y="141"/>
                    </a:lnTo>
                    <a:lnTo>
                      <a:pt x="261" y="138"/>
                    </a:lnTo>
                    <a:lnTo>
                      <a:pt x="261" y="136"/>
                    </a:lnTo>
                    <a:lnTo>
                      <a:pt x="261" y="134"/>
                    </a:lnTo>
                    <a:lnTo>
                      <a:pt x="261" y="132"/>
                    </a:lnTo>
                    <a:lnTo>
                      <a:pt x="262" y="129"/>
                    </a:lnTo>
                    <a:lnTo>
                      <a:pt x="268" y="129"/>
                    </a:lnTo>
                    <a:lnTo>
                      <a:pt x="274" y="128"/>
                    </a:lnTo>
                    <a:lnTo>
                      <a:pt x="278" y="127"/>
                    </a:lnTo>
                    <a:lnTo>
                      <a:pt x="281" y="127"/>
                    </a:lnTo>
                    <a:lnTo>
                      <a:pt x="285" y="126"/>
                    </a:lnTo>
                    <a:lnTo>
                      <a:pt x="288" y="125"/>
                    </a:lnTo>
                    <a:lnTo>
                      <a:pt x="292" y="122"/>
                    </a:lnTo>
                    <a:lnTo>
                      <a:pt x="297" y="120"/>
                    </a:lnTo>
                    <a:lnTo>
                      <a:pt x="298" y="114"/>
                    </a:lnTo>
                    <a:lnTo>
                      <a:pt x="299" y="107"/>
                    </a:lnTo>
                    <a:lnTo>
                      <a:pt x="299" y="103"/>
                    </a:lnTo>
                    <a:lnTo>
                      <a:pt x="299" y="100"/>
                    </a:lnTo>
                    <a:lnTo>
                      <a:pt x="299" y="98"/>
                    </a:lnTo>
                    <a:lnTo>
                      <a:pt x="298" y="98"/>
                    </a:lnTo>
                    <a:lnTo>
                      <a:pt x="298" y="96"/>
                    </a:lnTo>
                    <a:lnTo>
                      <a:pt x="297" y="94"/>
                    </a:lnTo>
                    <a:lnTo>
                      <a:pt x="291" y="90"/>
                    </a:lnTo>
                    <a:lnTo>
                      <a:pt x="285" y="84"/>
                    </a:lnTo>
                    <a:lnTo>
                      <a:pt x="282" y="82"/>
                    </a:lnTo>
                    <a:lnTo>
                      <a:pt x="281" y="81"/>
                    </a:lnTo>
                    <a:lnTo>
                      <a:pt x="280" y="79"/>
                    </a:lnTo>
                    <a:lnTo>
                      <a:pt x="278" y="77"/>
                    </a:lnTo>
                    <a:lnTo>
                      <a:pt x="278" y="75"/>
                    </a:lnTo>
                    <a:lnTo>
                      <a:pt x="278" y="73"/>
                    </a:lnTo>
                    <a:lnTo>
                      <a:pt x="278" y="70"/>
                    </a:lnTo>
                    <a:lnTo>
                      <a:pt x="278" y="68"/>
                    </a:lnTo>
                    <a:lnTo>
                      <a:pt x="279" y="62"/>
                    </a:lnTo>
                    <a:lnTo>
                      <a:pt x="281" y="56"/>
                    </a:lnTo>
                    <a:lnTo>
                      <a:pt x="282" y="52"/>
                    </a:lnTo>
                    <a:lnTo>
                      <a:pt x="283" y="49"/>
                    </a:lnTo>
                    <a:lnTo>
                      <a:pt x="285" y="46"/>
                    </a:lnTo>
                    <a:lnTo>
                      <a:pt x="286" y="43"/>
                    </a:lnTo>
                    <a:lnTo>
                      <a:pt x="288" y="40"/>
                    </a:lnTo>
                    <a:lnTo>
                      <a:pt x="290" y="38"/>
                    </a:lnTo>
                    <a:lnTo>
                      <a:pt x="293" y="35"/>
                    </a:lnTo>
                    <a:lnTo>
                      <a:pt x="296" y="33"/>
                    </a:lnTo>
                    <a:lnTo>
                      <a:pt x="298" y="30"/>
                    </a:lnTo>
                    <a:lnTo>
                      <a:pt x="301" y="27"/>
                    </a:lnTo>
                    <a:lnTo>
                      <a:pt x="302" y="26"/>
                    </a:lnTo>
                    <a:lnTo>
                      <a:pt x="302" y="24"/>
                    </a:lnTo>
                    <a:lnTo>
                      <a:pt x="303" y="22"/>
                    </a:lnTo>
                    <a:lnTo>
                      <a:pt x="303" y="2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5" name="íṥḷïďê"/>
              <p:cNvSpPr/>
              <p:nvPr userDrawn="1"/>
            </p:nvSpPr>
            <p:spPr bwMode="auto">
              <a:xfrm>
                <a:off x="6780213" y="2770188"/>
                <a:ext cx="398463" cy="820738"/>
              </a:xfrm>
              <a:custGeom>
                <a:avLst/>
                <a:gdLst>
                  <a:gd name="T0" fmla="*/ 157 w 251"/>
                  <a:gd name="T1" fmla="*/ 40 h 517"/>
                  <a:gd name="T2" fmla="*/ 205 w 251"/>
                  <a:gd name="T3" fmla="*/ 1 h 517"/>
                  <a:gd name="T4" fmla="*/ 225 w 251"/>
                  <a:gd name="T5" fmla="*/ 10 h 517"/>
                  <a:gd name="T6" fmla="*/ 250 w 251"/>
                  <a:gd name="T7" fmla="*/ 44 h 517"/>
                  <a:gd name="T8" fmla="*/ 233 w 251"/>
                  <a:gd name="T9" fmla="*/ 72 h 517"/>
                  <a:gd name="T10" fmla="*/ 202 w 251"/>
                  <a:gd name="T11" fmla="*/ 123 h 517"/>
                  <a:gd name="T12" fmla="*/ 181 w 251"/>
                  <a:gd name="T13" fmla="*/ 164 h 517"/>
                  <a:gd name="T14" fmla="*/ 150 w 251"/>
                  <a:gd name="T15" fmla="*/ 222 h 517"/>
                  <a:gd name="T16" fmla="*/ 140 w 251"/>
                  <a:gd name="T17" fmla="*/ 251 h 517"/>
                  <a:gd name="T18" fmla="*/ 110 w 251"/>
                  <a:gd name="T19" fmla="*/ 275 h 517"/>
                  <a:gd name="T20" fmla="*/ 102 w 251"/>
                  <a:gd name="T21" fmla="*/ 313 h 517"/>
                  <a:gd name="T22" fmla="*/ 118 w 251"/>
                  <a:gd name="T23" fmla="*/ 347 h 517"/>
                  <a:gd name="T24" fmla="*/ 148 w 251"/>
                  <a:gd name="T25" fmla="*/ 351 h 517"/>
                  <a:gd name="T26" fmla="*/ 153 w 251"/>
                  <a:gd name="T27" fmla="*/ 371 h 517"/>
                  <a:gd name="T28" fmla="*/ 142 w 251"/>
                  <a:gd name="T29" fmla="*/ 397 h 517"/>
                  <a:gd name="T30" fmla="*/ 125 w 251"/>
                  <a:gd name="T31" fmla="*/ 409 h 517"/>
                  <a:gd name="T32" fmla="*/ 97 w 251"/>
                  <a:gd name="T33" fmla="*/ 446 h 517"/>
                  <a:gd name="T34" fmla="*/ 99 w 251"/>
                  <a:gd name="T35" fmla="*/ 463 h 517"/>
                  <a:gd name="T36" fmla="*/ 147 w 251"/>
                  <a:gd name="T37" fmla="*/ 456 h 517"/>
                  <a:gd name="T38" fmla="*/ 174 w 251"/>
                  <a:gd name="T39" fmla="*/ 454 h 517"/>
                  <a:gd name="T40" fmla="*/ 191 w 251"/>
                  <a:gd name="T41" fmla="*/ 479 h 517"/>
                  <a:gd name="T42" fmla="*/ 175 w 251"/>
                  <a:gd name="T43" fmla="*/ 497 h 517"/>
                  <a:gd name="T44" fmla="*/ 134 w 251"/>
                  <a:gd name="T45" fmla="*/ 504 h 517"/>
                  <a:gd name="T46" fmla="*/ 85 w 251"/>
                  <a:gd name="T47" fmla="*/ 517 h 517"/>
                  <a:gd name="T48" fmla="*/ 61 w 251"/>
                  <a:gd name="T49" fmla="*/ 510 h 517"/>
                  <a:gd name="T50" fmla="*/ 50 w 251"/>
                  <a:gd name="T51" fmla="*/ 497 h 517"/>
                  <a:gd name="T52" fmla="*/ 67 w 251"/>
                  <a:gd name="T53" fmla="*/ 452 h 517"/>
                  <a:gd name="T54" fmla="*/ 78 w 251"/>
                  <a:gd name="T55" fmla="*/ 420 h 517"/>
                  <a:gd name="T56" fmla="*/ 70 w 251"/>
                  <a:gd name="T57" fmla="*/ 409 h 517"/>
                  <a:gd name="T58" fmla="*/ 50 w 251"/>
                  <a:gd name="T59" fmla="*/ 388 h 517"/>
                  <a:gd name="T60" fmla="*/ 74 w 251"/>
                  <a:gd name="T61" fmla="*/ 367 h 517"/>
                  <a:gd name="T62" fmla="*/ 65 w 251"/>
                  <a:gd name="T63" fmla="*/ 313 h 517"/>
                  <a:gd name="T64" fmla="*/ 58 w 251"/>
                  <a:gd name="T65" fmla="*/ 275 h 517"/>
                  <a:gd name="T66" fmla="*/ 86 w 251"/>
                  <a:gd name="T67" fmla="*/ 238 h 517"/>
                  <a:gd name="T68" fmla="*/ 58 w 251"/>
                  <a:gd name="T69" fmla="*/ 206 h 517"/>
                  <a:gd name="T70" fmla="*/ 82 w 251"/>
                  <a:gd name="T71" fmla="*/ 191 h 517"/>
                  <a:gd name="T72" fmla="*/ 100 w 251"/>
                  <a:gd name="T73" fmla="*/ 165 h 517"/>
                  <a:gd name="T74" fmla="*/ 105 w 251"/>
                  <a:gd name="T75" fmla="*/ 126 h 517"/>
                  <a:gd name="T76" fmla="*/ 123 w 251"/>
                  <a:gd name="T77" fmla="*/ 132 h 517"/>
                  <a:gd name="T78" fmla="*/ 118 w 251"/>
                  <a:gd name="T79" fmla="*/ 165 h 517"/>
                  <a:gd name="T80" fmla="*/ 139 w 251"/>
                  <a:gd name="T81" fmla="*/ 171 h 517"/>
                  <a:gd name="T82" fmla="*/ 181 w 251"/>
                  <a:gd name="T83" fmla="*/ 106 h 517"/>
                  <a:gd name="T84" fmla="*/ 206 w 251"/>
                  <a:gd name="T85" fmla="*/ 59 h 517"/>
                  <a:gd name="T86" fmla="*/ 167 w 251"/>
                  <a:gd name="T87" fmla="*/ 50 h 517"/>
                  <a:gd name="T88" fmla="*/ 150 w 251"/>
                  <a:gd name="T89" fmla="*/ 60 h 517"/>
                  <a:gd name="T90" fmla="*/ 126 w 251"/>
                  <a:gd name="T91" fmla="*/ 77 h 517"/>
                  <a:gd name="T92" fmla="*/ 73 w 251"/>
                  <a:gd name="T93" fmla="*/ 112 h 517"/>
                  <a:gd name="T94" fmla="*/ 46 w 251"/>
                  <a:gd name="T95" fmla="*/ 136 h 517"/>
                  <a:gd name="T96" fmla="*/ 38 w 251"/>
                  <a:gd name="T97" fmla="*/ 168 h 517"/>
                  <a:gd name="T98" fmla="*/ 27 w 251"/>
                  <a:gd name="T99" fmla="*/ 230 h 517"/>
                  <a:gd name="T100" fmla="*/ 9 w 251"/>
                  <a:gd name="T101" fmla="*/ 221 h 517"/>
                  <a:gd name="T102" fmla="*/ 9 w 251"/>
                  <a:gd name="T103" fmla="*/ 167 h 517"/>
                  <a:gd name="T104" fmla="*/ 7 w 251"/>
                  <a:gd name="T105" fmla="*/ 141 h 517"/>
                  <a:gd name="T106" fmla="*/ 2 w 251"/>
                  <a:gd name="T107" fmla="*/ 114 h 517"/>
                  <a:gd name="T108" fmla="*/ 28 w 251"/>
                  <a:gd name="T109" fmla="*/ 123 h 517"/>
                  <a:gd name="T110" fmla="*/ 51 w 251"/>
                  <a:gd name="T111" fmla="*/ 116 h 517"/>
                  <a:gd name="T112" fmla="*/ 79 w 251"/>
                  <a:gd name="T113" fmla="*/ 96 h 517"/>
                  <a:gd name="T114" fmla="*/ 110 w 251"/>
                  <a:gd name="T115" fmla="*/ 75 h 517"/>
                  <a:gd name="T116" fmla="*/ 135 w 251"/>
                  <a:gd name="T117" fmla="*/ 57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1" h="517">
                    <a:moveTo>
                      <a:pt x="139" y="56"/>
                    </a:moveTo>
                    <a:lnTo>
                      <a:pt x="139" y="54"/>
                    </a:lnTo>
                    <a:lnTo>
                      <a:pt x="139" y="52"/>
                    </a:lnTo>
                    <a:lnTo>
                      <a:pt x="142" y="51"/>
                    </a:lnTo>
                    <a:lnTo>
                      <a:pt x="143" y="50"/>
                    </a:lnTo>
                    <a:lnTo>
                      <a:pt x="146" y="48"/>
                    </a:lnTo>
                    <a:lnTo>
                      <a:pt x="147" y="47"/>
                    </a:lnTo>
                    <a:lnTo>
                      <a:pt x="152" y="44"/>
                    </a:lnTo>
                    <a:lnTo>
                      <a:pt x="157" y="40"/>
                    </a:lnTo>
                    <a:lnTo>
                      <a:pt x="167" y="30"/>
                    </a:lnTo>
                    <a:lnTo>
                      <a:pt x="177" y="20"/>
                    </a:lnTo>
                    <a:lnTo>
                      <a:pt x="183" y="16"/>
                    </a:lnTo>
                    <a:lnTo>
                      <a:pt x="187" y="11"/>
                    </a:lnTo>
                    <a:lnTo>
                      <a:pt x="192" y="7"/>
                    </a:lnTo>
                    <a:lnTo>
                      <a:pt x="198" y="4"/>
                    </a:lnTo>
                    <a:lnTo>
                      <a:pt x="200" y="3"/>
                    </a:lnTo>
                    <a:lnTo>
                      <a:pt x="203" y="2"/>
                    </a:lnTo>
                    <a:lnTo>
                      <a:pt x="205" y="1"/>
                    </a:lnTo>
                    <a:lnTo>
                      <a:pt x="207" y="0"/>
                    </a:lnTo>
                    <a:lnTo>
                      <a:pt x="210" y="0"/>
                    </a:lnTo>
                    <a:lnTo>
                      <a:pt x="212" y="1"/>
                    </a:lnTo>
                    <a:lnTo>
                      <a:pt x="215" y="1"/>
                    </a:lnTo>
                    <a:lnTo>
                      <a:pt x="217" y="2"/>
                    </a:lnTo>
                    <a:lnTo>
                      <a:pt x="219" y="4"/>
                    </a:lnTo>
                    <a:lnTo>
                      <a:pt x="221" y="5"/>
                    </a:lnTo>
                    <a:lnTo>
                      <a:pt x="223" y="8"/>
                    </a:lnTo>
                    <a:lnTo>
                      <a:pt x="225" y="10"/>
                    </a:lnTo>
                    <a:lnTo>
                      <a:pt x="229" y="16"/>
                    </a:lnTo>
                    <a:lnTo>
                      <a:pt x="233" y="21"/>
                    </a:lnTo>
                    <a:lnTo>
                      <a:pt x="237" y="28"/>
                    </a:lnTo>
                    <a:lnTo>
                      <a:pt x="241" y="33"/>
                    </a:lnTo>
                    <a:lnTo>
                      <a:pt x="243" y="36"/>
                    </a:lnTo>
                    <a:lnTo>
                      <a:pt x="245" y="37"/>
                    </a:lnTo>
                    <a:lnTo>
                      <a:pt x="247" y="39"/>
                    </a:lnTo>
                    <a:lnTo>
                      <a:pt x="249" y="40"/>
                    </a:lnTo>
                    <a:lnTo>
                      <a:pt x="250" y="44"/>
                    </a:lnTo>
                    <a:lnTo>
                      <a:pt x="251" y="48"/>
                    </a:lnTo>
                    <a:lnTo>
                      <a:pt x="250" y="51"/>
                    </a:lnTo>
                    <a:lnTo>
                      <a:pt x="249" y="52"/>
                    </a:lnTo>
                    <a:lnTo>
                      <a:pt x="247" y="55"/>
                    </a:lnTo>
                    <a:lnTo>
                      <a:pt x="247" y="56"/>
                    </a:lnTo>
                    <a:lnTo>
                      <a:pt x="243" y="60"/>
                    </a:lnTo>
                    <a:lnTo>
                      <a:pt x="240" y="64"/>
                    </a:lnTo>
                    <a:lnTo>
                      <a:pt x="236" y="68"/>
                    </a:lnTo>
                    <a:lnTo>
                      <a:pt x="233" y="72"/>
                    </a:lnTo>
                    <a:lnTo>
                      <a:pt x="230" y="75"/>
                    </a:lnTo>
                    <a:lnTo>
                      <a:pt x="227" y="79"/>
                    </a:lnTo>
                    <a:lnTo>
                      <a:pt x="227" y="82"/>
                    </a:lnTo>
                    <a:lnTo>
                      <a:pt x="227" y="86"/>
                    </a:lnTo>
                    <a:lnTo>
                      <a:pt x="223" y="92"/>
                    </a:lnTo>
                    <a:lnTo>
                      <a:pt x="219" y="99"/>
                    </a:lnTo>
                    <a:lnTo>
                      <a:pt x="215" y="105"/>
                    </a:lnTo>
                    <a:lnTo>
                      <a:pt x="211" y="111"/>
                    </a:lnTo>
                    <a:lnTo>
                      <a:pt x="202" y="123"/>
                    </a:lnTo>
                    <a:lnTo>
                      <a:pt x="193" y="135"/>
                    </a:lnTo>
                    <a:lnTo>
                      <a:pt x="192" y="140"/>
                    </a:lnTo>
                    <a:lnTo>
                      <a:pt x="191" y="144"/>
                    </a:lnTo>
                    <a:lnTo>
                      <a:pt x="191" y="148"/>
                    </a:lnTo>
                    <a:lnTo>
                      <a:pt x="191" y="152"/>
                    </a:lnTo>
                    <a:lnTo>
                      <a:pt x="188" y="156"/>
                    </a:lnTo>
                    <a:lnTo>
                      <a:pt x="186" y="158"/>
                    </a:lnTo>
                    <a:lnTo>
                      <a:pt x="183" y="161"/>
                    </a:lnTo>
                    <a:lnTo>
                      <a:pt x="181" y="164"/>
                    </a:lnTo>
                    <a:lnTo>
                      <a:pt x="178" y="171"/>
                    </a:lnTo>
                    <a:lnTo>
                      <a:pt x="175" y="178"/>
                    </a:lnTo>
                    <a:lnTo>
                      <a:pt x="171" y="186"/>
                    </a:lnTo>
                    <a:lnTo>
                      <a:pt x="168" y="193"/>
                    </a:lnTo>
                    <a:lnTo>
                      <a:pt x="164" y="200"/>
                    </a:lnTo>
                    <a:lnTo>
                      <a:pt x="160" y="208"/>
                    </a:lnTo>
                    <a:lnTo>
                      <a:pt x="156" y="214"/>
                    </a:lnTo>
                    <a:lnTo>
                      <a:pt x="151" y="221"/>
                    </a:lnTo>
                    <a:lnTo>
                      <a:pt x="150" y="222"/>
                    </a:lnTo>
                    <a:lnTo>
                      <a:pt x="149" y="224"/>
                    </a:lnTo>
                    <a:lnTo>
                      <a:pt x="148" y="225"/>
                    </a:lnTo>
                    <a:lnTo>
                      <a:pt x="147" y="228"/>
                    </a:lnTo>
                    <a:lnTo>
                      <a:pt x="146" y="232"/>
                    </a:lnTo>
                    <a:lnTo>
                      <a:pt x="146" y="236"/>
                    </a:lnTo>
                    <a:lnTo>
                      <a:pt x="144" y="240"/>
                    </a:lnTo>
                    <a:lnTo>
                      <a:pt x="143" y="244"/>
                    </a:lnTo>
                    <a:lnTo>
                      <a:pt x="142" y="247"/>
                    </a:lnTo>
                    <a:lnTo>
                      <a:pt x="140" y="251"/>
                    </a:lnTo>
                    <a:lnTo>
                      <a:pt x="138" y="253"/>
                    </a:lnTo>
                    <a:lnTo>
                      <a:pt x="136" y="256"/>
                    </a:lnTo>
                    <a:lnTo>
                      <a:pt x="134" y="258"/>
                    </a:lnTo>
                    <a:lnTo>
                      <a:pt x="132" y="260"/>
                    </a:lnTo>
                    <a:lnTo>
                      <a:pt x="127" y="263"/>
                    </a:lnTo>
                    <a:lnTo>
                      <a:pt x="122" y="266"/>
                    </a:lnTo>
                    <a:lnTo>
                      <a:pt x="118" y="269"/>
                    </a:lnTo>
                    <a:lnTo>
                      <a:pt x="112" y="273"/>
                    </a:lnTo>
                    <a:lnTo>
                      <a:pt x="110" y="275"/>
                    </a:lnTo>
                    <a:lnTo>
                      <a:pt x="108" y="277"/>
                    </a:lnTo>
                    <a:lnTo>
                      <a:pt x="106" y="279"/>
                    </a:lnTo>
                    <a:lnTo>
                      <a:pt x="105" y="281"/>
                    </a:lnTo>
                    <a:lnTo>
                      <a:pt x="104" y="283"/>
                    </a:lnTo>
                    <a:lnTo>
                      <a:pt x="103" y="285"/>
                    </a:lnTo>
                    <a:lnTo>
                      <a:pt x="103" y="289"/>
                    </a:lnTo>
                    <a:lnTo>
                      <a:pt x="102" y="293"/>
                    </a:lnTo>
                    <a:lnTo>
                      <a:pt x="102" y="302"/>
                    </a:lnTo>
                    <a:lnTo>
                      <a:pt x="102" y="313"/>
                    </a:lnTo>
                    <a:lnTo>
                      <a:pt x="102" y="323"/>
                    </a:lnTo>
                    <a:lnTo>
                      <a:pt x="102" y="333"/>
                    </a:lnTo>
                    <a:lnTo>
                      <a:pt x="102" y="340"/>
                    </a:lnTo>
                    <a:lnTo>
                      <a:pt x="102" y="344"/>
                    </a:lnTo>
                    <a:lnTo>
                      <a:pt x="105" y="345"/>
                    </a:lnTo>
                    <a:lnTo>
                      <a:pt x="106" y="346"/>
                    </a:lnTo>
                    <a:lnTo>
                      <a:pt x="110" y="347"/>
                    </a:lnTo>
                    <a:lnTo>
                      <a:pt x="114" y="347"/>
                    </a:lnTo>
                    <a:lnTo>
                      <a:pt x="118" y="347"/>
                    </a:lnTo>
                    <a:lnTo>
                      <a:pt x="122" y="347"/>
                    </a:lnTo>
                    <a:lnTo>
                      <a:pt x="127" y="345"/>
                    </a:lnTo>
                    <a:lnTo>
                      <a:pt x="133" y="345"/>
                    </a:lnTo>
                    <a:lnTo>
                      <a:pt x="136" y="345"/>
                    </a:lnTo>
                    <a:lnTo>
                      <a:pt x="138" y="345"/>
                    </a:lnTo>
                    <a:lnTo>
                      <a:pt x="141" y="345"/>
                    </a:lnTo>
                    <a:lnTo>
                      <a:pt x="143" y="347"/>
                    </a:lnTo>
                    <a:lnTo>
                      <a:pt x="146" y="349"/>
                    </a:lnTo>
                    <a:lnTo>
                      <a:pt x="148" y="351"/>
                    </a:lnTo>
                    <a:lnTo>
                      <a:pt x="150" y="353"/>
                    </a:lnTo>
                    <a:lnTo>
                      <a:pt x="153" y="357"/>
                    </a:lnTo>
                    <a:lnTo>
                      <a:pt x="155" y="360"/>
                    </a:lnTo>
                    <a:lnTo>
                      <a:pt x="157" y="362"/>
                    </a:lnTo>
                    <a:lnTo>
                      <a:pt x="157" y="363"/>
                    </a:lnTo>
                    <a:lnTo>
                      <a:pt x="158" y="365"/>
                    </a:lnTo>
                    <a:lnTo>
                      <a:pt x="158" y="366"/>
                    </a:lnTo>
                    <a:lnTo>
                      <a:pt x="157" y="368"/>
                    </a:lnTo>
                    <a:lnTo>
                      <a:pt x="153" y="371"/>
                    </a:lnTo>
                    <a:lnTo>
                      <a:pt x="149" y="373"/>
                    </a:lnTo>
                    <a:lnTo>
                      <a:pt x="147" y="377"/>
                    </a:lnTo>
                    <a:lnTo>
                      <a:pt x="146" y="379"/>
                    </a:lnTo>
                    <a:lnTo>
                      <a:pt x="146" y="382"/>
                    </a:lnTo>
                    <a:lnTo>
                      <a:pt x="146" y="385"/>
                    </a:lnTo>
                    <a:lnTo>
                      <a:pt x="145" y="389"/>
                    </a:lnTo>
                    <a:lnTo>
                      <a:pt x="144" y="392"/>
                    </a:lnTo>
                    <a:lnTo>
                      <a:pt x="143" y="394"/>
                    </a:lnTo>
                    <a:lnTo>
                      <a:pt x="142" y="397"/>
                    </a:lnTo>
                    <a:lnTo>
                      <a:pt x="140" y="398"/>
                    </a:lnTo>
                    <a:lnTo>
                      <a:pt x="138" y="399"/>
                    </a:lnTo>
                    <a:lnTo>
                      <a:pt x="137" y="400"/>
                    </a:lnTo>
                    <a:lnTo>
                      <a:pt x="135" y="401"/>
                    </a:lnTo>
                    <a:lnTo>
                      <a:pt x="131" y="402"/>
                    </a:lnTo>
                    <a:lnTo>
                      <a:pt x="128" y="405"/>
                    </a:lnTo>
                    <a:lnTo>
                      <a:pt x="126" y="405"/>
                    </a:lnTo>
                    <a:lnTo>
                      <a:pt x="126" y="407"/>
                    </a:lnTo>
                    <a:lnTo>
                      <a:pt x="125" y="409"/>
                    </a:lnTo>
                    <a:lnTo>
                      <a:pt x="124" y="410"/>
                    </a:lnTo>
                    <a:lnTo>
                      <a:pt x="122" y="414"/>
                    </a:lnTo>
                    <a:lnTo>
                      <a:pt x="121" y="417"/>
                    </a:lnTo>
                    <a:lnTo>
                      <a:pt x="118" y="419"/>
                    </a:lnTo>
                    <a:lnTo>
                      <a:pt x="114" y="421"/>
                    </a:lnTo>
                    <a:lnTo>
                      <a:pt x="109" y="427"/>
                    </a:lnTo>
                    <a:lnTo>
                      <a:pt x="102" y="436"/>
                    </a:lnTo>
                    <a:lnTo>
                      <a:pt x="99" y="441"/>
                    </a:lnTo>
                    <a:lnTo>
                      <a:pt x="97" y="446"/>
                    </a:lnTo>
                    <a:lnTo>
                      <a:pt x="96" y="448"/>
                    </a:lnTo>
                    <a:lnTo>
                      <a:pt x="95" y="450"/>
                    </a:lnTo>
                    <a:lnTo>
                      <a:pt x="94" y="452"/>
                    </a:lnTo>
                    <a:lnTo>
                      <a:pt x="94" y="453"/>
                    </a:lnTo>
                    <a:lnTo>
                      <a:pt x="94" y="455"/>
                    </a:lnTo>
                    <a:lnTo>
                      <a:pt x="95" y="457"/>
                    </a:lnTo>
                    <a:lnTo>
                      <a:pt x="96" y="458"/>
                    </a:lnTo>
                    <a:lnTo>
                      <a:pt x="97" y="461"/>
                    </a:lnTo>
                    <a:lnTo>
                      <a:pt x="99" y="463"/>
                    </a:lnTo>
                    <a:lnTo>
                      <a:pt x="101" y="466"/>
                    </a:lnTo>
                    <a:lnTo>
                      <a:pt x="105" y="466"/>
                    </a:lnTo>
                    <a:lnTo>
                      <a:pt x="110" y="466"/>
                    </a:lnTo>
                    <a:lnTo>
                      <a:pt x="114" y="467"/>
                    </a:lnTo>
                    <a:lnTo>
                      <a:pt x="118" y="467"/>
                    </a:lnTo>
                    <a:lnTo>
                      <a:pt x="122" y="465"/>
                    </a:lnTo>
                    <a:lnTo>
                      <a:pt x="130" y="462"/>
                    </a:lnTo>
                    <a:lnTo>
                      <a:pt x="138" y="459"/>
                    </a:lnTo>
                    <a:lnTo>
                      <a:pt x="147" y="456"/>
                    </a:lnTo>
                    <a:lnTo>
                      <a:pt x="151" y="454"/>
                    </a:lnTo>
                    <a:lnTo>
                      <a:pt x="156" y="453"/>
                    </a:lnTo>
                    <a:lnTo>
                      <a:pt x="161" y="452"/>
                    </a:lnTo>
                    <a:lnTo>
                      <a:pt x="164" y="451"/>
                    </a:lnTo>
                    <a:lnTo>
                      <a:pt x="168" y="452"/>
                    </a:lnTo>
                    <a:lnTo>
                      <a:pt x="171" y="452"/>
                    </a:lnTo>
                    <a:lnTo>
                      <a:pt x="172" y="453"/>
                    </a:lnTo>
                    <a:lnTo>
                      <a:pt x="173" y="453"/>
                    </a:lnTo>
                    <a:lnTo>
                      <a:pt x="174" y="454"/>
                    </a:lnTo>
                    <a:lnTo>
                      <a:pt x="175" y="455"/>
                    </a:lnTo>
                    <a:lnTo>
                      <a:pt x="176" y="457"/>
                    </a:lnTo>
                    <a:lnTo>
                      <a:pt x="178" y="457"/>
                    </a:lnTo>
                    <a:lnTo>
                      <a:pt x="179" y="459"/>
                    </a:lnTo>
                    <a:lnTo>
                      <a:pt x="181" y="461"/>
                    </a:lnTo>
                    <a:lnTo>
                      <a:pt x="184" y="465"/>
                    </a:lnTo>
                    <a:lnTo>
                      <a:pt x="187" y="469"/>
                    </a:lnTo>
                    <a:lnTo>
                      <a:pt x="189" y="473"/>
                    </a:lnTo>
                    <a:lnTo>
                      <a:pt x="191" y="479"/>
                    </a:lnTo>
                    <a:lnTo>
                      <a:pt x="193" y="484"/>
                    </a:lnTo>
                    <a:lnTo>
                      <a:pt x="194" y="488"/>
                    </a:lnTo>
                    <a:lnTo>
                      <a:pt x="192" y="490"/>
                    </a:lnTo>
                    <a:lnTo>
                      <a:pt x="189" y="492"/>
                    </a:lnTo>
                    <a:lnTo>
                      <a:pt x="187" y="493"/>
                    </a:lnTo>
                    <a:lnTo>
                      <a:pt x="184" y="495"/>
                    </a:lnTo>
                    <a:lnTo>
                      <a:pt x="181" y="496"/>
                    </a:lnTo>
                    <a:lnTo>
                      <a:pt x="178" y="497"/>
                    </a:lnTo>
                    <a:lnTo>
                      <a:pt x="175" y="497"/>
                    </a:lnTo>
                    <a:lnTo>
                      <a:pt x="171" y="498"/>
                    </a:lnTo>
                    <a:lnTo>
                      <a:pt x="164" y="499"/>
                    </a:lnTo>
                    <a:lnTo>
                      <a:pt x="158" y="501"/>
                    </a:lnTo>
                    <a:lnTo>
                      <a:pt x="154" y="501"/>
                    </a:lnTo>
                    <a:lnTo>
                      <a:pt x="150" y="502"/>
                    </a:lnTo>
                    <a:lnTo>
                      <a:pt x="147" y="503"/>
                    </a:lnTo>
                    <a:lnTo>
                      <a:pt x="144" y="504"/>
                    </a:lnTo>
                    <a:lnTo>
                      <a:pt x="138" y="504"/>
                    </a:lnTo>
                    <a:lnTo>
                      <a:pt x="134" y="504"/>
                    </a:lnTo>
                    <a:lnTo>
                      <a:pt x="129" y="504"/>
                    </a:lnTo>
                    <a:lnTo>
                      <a:pt x="123" y="504"/>
                    </a:lnTo>
                    <a:lnTo>
                      <a:pt x="114" y="509"/>
                    </a:lnTo>
                    <a:lnTo>
                      <a:pt x="104" y="513"/>
                    </a:lnTo>
                    <a:lnTo>
                      <a:pt x="99" y="515"/>
                    </a:lnTo>
                    <a:lnTo>
                      <a:pt x="94" y="517"/>
                    </a:lnTo>
                    <a:lnTo>
                      <a:pt x="90" y="517"/>
                    </a:lnTo>
                    <a:lnTo>
                      <a:pt x="87" y="517"/>
                    </a:lnTo>
                    <a:lnTo>
                      <a:pt x="85" y="517"/>
                    </a:lnTo>
                    <a:lnTo>
                      <a:pt x="81" y="517"/>
                    </a:lnTo>
                    <a:lnTo>
                      <a:pt x="80" y="517"/>
                    </a:lnTo>
                    <a:lnTo>
                      <a:pt x="79" y="515"/>
                    </a:lnTo>
                    <a:lnTo>
                      <a:pt x="78" y="514"/>
                    </a:lnTo>
                    <a:lnTo>
                      <a:pt x="76" y="513"/>
                    </a:lnTo>
                    <a:lnTo>
                      <a:pt x="73" y="513"/>
                    </a:lnTo>
                    <a:lnTo>
                      <a:pt x="69" y="512"/>
                    </a:lnTo>
                    <a:lnTo>
                      <a:pt x="65" y="511"/>
                    </a:lnTo>
                    <a:lnTo>
                      <a:pt x="61" y="510"/>
                    </a:lnTo>
                    <a:lnTo>
                      <a:pt x="59" y="509"/>
                    </a:lnTo>
                    <a:lnTo>
                      <a:pt x="58" y="509"/>
                    </a:lnTo>
                    <a:lnTo>
                      <a:pt x="57" y="507"/>
                    </a:lnTo>
                    <a:lnTo>
                      <a:pt x="56" y="506"/>
                    </a:lnTo>
                    <a:lnTo>
                      <a:pt x="54" y="505"/>
                    </a:lnTo>
                    <a:lnTo>
                      <a:pt x="53" y="503"/>
                    </a:lnTo>
                    <a:lnTo>
                      <a:pt x="51" y="501"/>
                    </a:lnTo>
                    <a:lnTo>
                      <a:pt x="50" y="499"/>
                    </a:lnTo>
                    <a:lnTo>
                      <a:pt x="50" y="497"/>
                    </a:lnTo>
                    <a:lnTo>
                      <a:pt x="50" y="495"/>
                    </a:lnTo>
                    <a:lnTo>
                      <a:pt x="49" y="493"/>
                    </a:lnTo>
                    <a:lnTo>
                      <a:pt x="50" y="490"/>
                    </a:lnTo>
                    <a:lnTo>
                      <a:pt x="50" y="485"/>
                    </a:lnTo>
                    <a:lnTo>
                      <a:pt x="51" y="481"/>
                    </a:lnTo>
                    <a:lnTo>
                      <a:pt x="53" y="475"/>
                    </a:lnTo>
                    <a:lnTo>
                      <a:pt x="56" y="470"/>
                    </a:lnTo>
                    <a:lnTo>
                      <a:pt x="62" y="461"/>
                    </a:lnTo>
                    <a:lnTo>
                      <a:pt x="67" y="452"/>
                    </a:lnTo>
                    <a:lnTo>
                      <a:pt x="70" y="448"/>
                    </a:lnTo>
                    <a:lnTo>
                      <a:pt x="72" y="444"/>
                    </a:lnTo>
                    <a:lnTo>
                      <a:pt x="74" y="441"/>
                    </a:lnTo>
                    <a:lnTo>
                      <a:pt x="74" y="438"/>
                    </a:lnTo>
                    <a:lnTo>
                      <a:pt x="75" y="436"/>
                    </a:lnTo>
                    <a:lnTo>
                      <a:pt x="77" y="432"/>
                    </a:lnTo>
                    <a:lnTo>
                      <a:pt x="77" y="428"/>
                    </a:lnTo>
                    <a:lnTo>
                      <a:pt x="78" y="424"/>
                    </a:lnTo>
                    <a:lnTo>
                      <a:pt x="78" y="420"/>
                    </a:lnTo>
                    <a:lnTo>
                      <a:pt x="78" y="416"/>
                    </a:lnTo>
                    <a:lnTo>
                      <a:pt x="77" y="414"/>
                    </a:lnTo>
                    <a:lnTo>
                      <a:pt x="77" y="413"/>
                    </a:lnTo>
                    <a:lnTo>
                      <a:pt x="75" y="411"/>
                    </a:lnTo>
                    <a:lnTo>
                      <a:pt x="74" y="410"/>
                    </a:lnTo>
                    <a:lnTo>
                      <a:pt x="74" y="409"/>
                    </a:lnTo>
                    <a:lnTo>
                      <a:pt x="72" y="409"/>
                    </a:lnTo>
                    <a:lnTo>
                      <a:pt x="71" y="409"/>
                    </a:lnTo>
                    <a:lnTo>
                      <a:pt x="70" y="409"/>
                    </a:lnTo>
                    <a:lnTo>
                      <a:pt x="68" y="409"/>
                    </a:lnTo>
                    <a:lnTo>
                      <a:pt x="67" y="408"/>
                    </a:lnTo>
                    <a:lnTo>
                      <a:pt x="66" y="407"/>
                    </a:lnTo>
                    <a:lnTo>
                      <a:pt x="66" y="406"/>
                    </a:lnTo>
                    <a:lnTo>
                      <a:pt x="62" y="403"/>
                    </a:lnTo>
                    <a:lnTo>
                      <a:pt x="57" y="397"/>
                    </a:lnTo>
                    <a:lnTo>
                      <a:pt x="54" y="393"/>
                    </a:lnTo>
                    <a:lnTo>
                      <a:pt x="52" y="390"/>
                    </a:lnTo>
                    <a:lnTo>
                      <a:pt x="50" y="388"/>
                    </a:lnTo>
                    <a:lnTo>
                      <a:pt x="50" y="386"/>
                    </a:lnTo>
                    <a:lnTo>
                      <a:pt x="53" y="384"/>
                    </a:lnTo>
                    <a:lnTo>
                      <a:pt x="56" y="381"/>
                    </a:lnTo>
                    <a:lnTo>
                      <a:pt x="59" y="379"/>
                    </a:lnTo>
                    <a:lnTo>
                      <a:pt x="62" y="376"/>
                    </a:lnTo>
                    <a:lnTo>
                      <a:pt x="65" y="373"/>
                    </a:lnTo>
                    <a:lnTo>
                      <a:pt x="68" y="371"/>
                    </a:lnTo>
                    <a:lnTo>
                      <a:pt x="71" y="369"/>
                    </a:lnTo>
                    <a:lnTo>
                      <a:pt x="74" y="367"/>
                    </a:lnTo>
                    <a:lnTo>
                      <a:pt x="75" y="357"/>
                    </a:lnTo>
                    <a:lnTo>
                      <a:pt x="75" y="345"/>
                    </a:lnTo>
                    <a:lnTo>
                      <a:pt x="75" y="333"/>
                    </a:lnTo>
                    <a:lnTo>
                      <a:pt x="74" y="321"/>
                    </a:lnTo>
                    <a:lnTo>
                      <a:pt x="74" y="320"/>
                    </a:lnTo>
                    <a:lnTo>
                      <a:pt x="71" y="319"/>
                    </a:lnTo>
                    <a:lnTo>
                      <a:pt x="70" y="318"/>
                    </a:lnTo>
                    <a:lnTo>
                      <a:pt x="68" y="317"/>
                    </a:lnTo>
                    <a:lnTo>
                      <a:pt x="65" y="313"/>
                    </a:lnTo>
                    <a:lnTo>
                      <a:pt x="62" y="310"/>
                    </a:lnTo>
                    <a:lnTo>
                      <a:pt x="56" y="302"/>
                    </a:lnTo>
                    <a:lnTo>
                      <a:pt x="51" y="296"/>
                    </a:lnTo>
                    <a:lnTo>
                      <a:pt x="51" y="293"/>
                    </a:lnTo>
                    <a:lnTo>
                      <a:pt x="52" y="290"/>
                    </a:lnTo>
                    <a:lnTo>
                      <a:pt x="52" y="288"/>
                    </a:lnTo>
                    <a:lnTo>
                      <a:pt x="53" y="285"/>
                    </a:lnTo>
                    <a:lnTo>
                      <a:pt x="55" y="280"/>
                    </a:lnTo>
                    <a:lnTo>
                      <a:pt x="58" y="275"/>
                    </a:lnTo>
                    <a:lnTo>
                      <a:pt x="60" y="271"/>
                    </a:lnTo>
                    <a:lnTo>
                      <a:pt x="63" y="267"/>
                    </a:lnTo>
                    <a:lnTo>
                      <a:pt x="66" y="263"/>
                    </a:lnTo>
                    <a:lnTo>
                      <a:pt x="70" y="259"/>
                    </a:lnTo>
                    <a:lnTo>
                      <a:pt x="74" y="255"/>
                    </a:lnTo>
                    <a:lnTo>
                      <a:pt x="77" y="251"/>
                    </a:lnTo>
                    <a:lnTo>
                      <a:pt x="80" y="247"/>
                    </a:lnTo>
                    <a:lnTo>
                      <a:pt x="83" y="242"/>
                    </a:lnTo>
                    <a:lnTo>
                      <a:pt x="86" y="238"/>
                    </a:lnTo>
                    <a:lnTo>
                      <a:pt x="87" y="233"/>
                    </a:lnTo>
                    <a:lnTo>
                      <a:pt x="88" y="230"/>
                    </a:lnTo>
                    <a:lnTo>
                      <a:pt x="88" y="227"/>
                    </a:lnTo>
                    <a:lnTo>
                      <a:pt x="88" y="224"/>
                    </a:lnTo>
                    <a:lnTo>
                      <a:pt x="88" y="221"/>
                    </a:lnTo>
                    <a:lnTo>
                      <a:pt x="81" y="217"/>
                    </a:lnTo>
                    <a:lnTo>
                      <a:pt x="73" y="214"/>
                    </a:lnTo>
                    <a:lnTo>
                      <a:pt x="66" y="210"/>
                    </a:lnTo>
                    <a:lnTo>
                      <a:pt x="58" y="206"/>
                    </a:lnTo>
                    <a:lnTo>
                      <a:pt x="58" y="204"/>
                    </a:lnTo>
                    <a:lnTo>
                      <a:pt x="59" y="202"/>
                    </a:lnTo>
                    <a:lnTo>
                      <a:pt x="62" y="200"/>
                    </a:lnTo>
                    <a:lnTo>
                      <a:pt x="63" y="199"/>
                    </a:lnTo>
                    <a:lnTo>
                      <a:pt x="66" y="197"/>
                    </a:lnTo>
                    <a:lnTo>
                      <a:pt x="69" y="196"/>
                    </a:lnTo>
                    <a:lnTo>
                      <a:pt x="71" y="195"/>
                    </a:lnTo>
                    <a:lnTo>
                      <a:pt x="75" y="193"/>
                    </a:lnTo>
                    <a:lnTo>
                      <a:pt x="82" y="191"/>
                    </a:lnTo>
                    <a:lnTo>
                      <a:pt x="88" y="188"/>
                    </a:lnTo>
                    <a:lnTo>
                      <a:pt x="90" y="187"/>
                    </a:lnTo>
                    <a:lnTo>
                      <a:pt x="94" y="185"/>
                    </a:lnTo>
                    <a:lnTo>
                      <a:pt x="95" y="184"/>
                    </a:lnTo>
                    <a:lnTo>
                      <a:pt x="98" y="181"/>
                    </a:lnTo>
                    <a:lnTo>
                      <a:pt x="98" y="178"/>
                    </a:lnTo>
                    <a:lnTo>
                      <a:pt x="99" y="174"/>
                    </a:lnTo>
                    <a:lnTo>
                      <a:pt x="99" y="170"/>
                    </a:lnTo>
                    <a:lnTo>
                      <a:pt x="100" y="165"/>
                    </a:lnTo>
                    <a:lnTo>
                      <a:pt x="99" y="156"/>
                    </a:lnTo>
                    <a:lnTo>
                      <a:pt x="99" y="148"/>
                    </a:lnTo>
                    <a:lnTo>
                      <a:pt x="99" y="144"/>
                    </a:lnTo>
                    <a:lnTo>
                      <a:pt x="99" y="140"/>
                    </a:lnTo>
                    <a:lnTo>
                      <a:pt x="100" y="136"/>
                    </a:lnTo>
                    <a:lnTo>
                      <a:pt x="101" y="133"/>
                    </a:lnTo>
                    <a:lnTo>
                      <a:pt x="102" y="130"/>
                    </a:lnTo>
                    <a:lnTo>
                      <a:pt x="104" y="127"/>
                    </a:lnTo>
                    <a:lnTo>
                      <a:pt x="105" y="126"/>
                    </a:lnTo>
                    <a:lnTo>
                      <a:pt x="106" y="124"/>
                    </a:lnTo>
                    <a:lnTo>
                      <a:pt x="107" y="124"/>
                    </a:lnTo>
                    <a:lnTo>
                      <a:pt x="109" y="123"/>
                    </a:lnTo>
                    <a:lnTo>
                      <a:pt x="114" y="123"/>
                    </a:lnTo>
                    <a:lnTo>
                      <a:pt x="118" y="123"/>
                    </a:lnTo>
                    <a:lnTo>
                      <a:pt x="120" y="126"/>
                    </a:lnTo>
                    <a:lnTo>
                      <a:pt x="122" y="128"/>
                    </a:lnTo>
                    <a:lnTo>
                      <a:pt x="122" y="130"/>
                    </a:lnTo>
                    <a:lnTo>
                      <a:pt x="123" y="132"/>
                    </a:lnTo>
                    <a:lnTo>
                      <a:pt x="123" y="134"/>
                    </a:lnTo>
                    <a:lnTo>
                      <a:pt x="123" y="137"/>
                    </a:lnTo>
                    <a:lnTo>
                      <a:pt x="122" y="140"/>
                    </a:lnTo>
                    <a:lnTo>
                      <a:pt x="121" y="141"/>
                    </a:lnTo>
                    <a:lnTo>
                      <a:pt x="120" y="144"/>
                    </a:lnTo>
                    <a:lnTo>
                      <a:pt x="119" y="146"/>
                    </a:lnTo>
                    <a:lnTo>
                      <a:pt x="118" y="151"/>
                    </a:lnTo>
                    <a:lnTo>
                      <a:pt x="118" y="156"/>
                    </a:lnTo>
                    <a:lnTo>
                      <a:pt x="118" y="165"/>
                    </a:lnTo>
                    <a:lnTo>
                      <a:pt x="118" y="176"/>
                    </a:lnTo>
                    <a:lnTo>
                      <a:pt x="122" y="179"/>
                    </a:lnTo>
                    <a:lnTo>
                      <a:pt x="126" y="181"/>
                    </a:lnTo>
                    <a:lnTo>
                      <a:pt x="130" y="181"/>
                    </a:lnTo>
                    <a:lnTo>
                      <a:pt x="134" y="181"/>
                    </a:lnTo>
                    <a:lnTo>
                      <a:pt x="135" y="179"/>
                    </a:lnTo>
                    <a:lnTo>
                      <a:pt x="136" y="176"/>
                    </a:lnTo>
                    <a:lnTo>
                      <a:pt x="138" y="173"/>
                    </a:lnTo>
                    <a:lnTo>
                      <a:pt x="139" y="171"/>
                    </a:lnTo>
                    <a:lnTo>
                      <a:pt x="143" y="165"/>
                    </a:lnTo>
                    <a:lnTo>
                      <a:pt x="147" y="160"/>
                    </a:lnTo>
                    <a:lnTo>
                      <a:pt x="155" y="151"/>
                    </a:lnTo>
                    <a:lnTo>
                      <a:pt x="163" y="141"/>
                    </a:lnTo>
                    <a:lnTo>
                      <a:pt x="167" y="136"/>
                    </a:lnTo>
                    <a:lnTo>
                      <a:pt x="171" y="128"/>
                    </a:lnTo>
                    <a:lnTo>
                      <a:pt x="174" y="121"/>
                    </a:lnTo>
                    <a:lnTo>
                      <a:pt x="177" y="114"/>
                    </a:lnTo>
                    <a:lnTo>
                      <a:pt x="181" y="106"/>
                    </a:lnTo>
                    <a:lnTo>
                      <a:pt x="184" y="99"/>
                    </a:lnTo>
                    <a:lnTo>
                      <a:pt x="187" y="92"/>
                    </a:lnTo>
                    <a:lnTo>
                      <a:pt x="191" y="84"/>
                    </a:lnTo>
                    <a:lnTo>
                      <a:pt x="195" y="78"/>
                    </a:lnTo>
                    <a:lnTo>
                      <a:pt x="200" y="71"/>
                    </a:lnTo>
                    <a:lnTo>
                      <a:pt x="203" y="68"/>
                    </a:lnTo>
                    <a:lnTo>
                      <a:pt x="205" y="64"/>
                    </a:lnTo>
                    <a:lnTo>
                      <a:pt x="205" y="61"/>
                    </a:lnTo>
                    <a:lnTo>
                      <a:pt x="206" y="59"/>
                    </a:lnTo>
                    <a:lnTo>
                      <a:pt x="207" y="56"/>
                    </a:lnTo>
                    <a:lnTo>
                      <a:pt x="207" y="53"/>
                    </a:lnTo>
                    <a:lnTo>
                      <a:pt x="203" y="49"/>
                    </a:lnTo>
                    <a:lnTo>
                      <a:pt x="200" y="44"/>
                    </a:lnTo>
                    <a:lnTo>
                      <a:pt x="192" y="45"/>
                    </a:lnTo>
                    <a:lnTo>
                      <a:pt x="183" y="46"/>
                    </a:lnTo>
                    <a:lnTo>
                      <a:pt x="175" y="46"/>
                    </a:lnTo>
                    <a:lnTo>
                      <a:pt x="167" y="47"/>
                    </a:lnTo>
                    <a:lnTo>
                      <a:pt x="167" y="50"/>
                    </a:lnTo>
                    <a:lnTo>
                      <a:pt x="165" y="52"/>
                    </a:lnTo>
                    <a:lnTo>
                      <a:pt x="163" y="54"/>
                    </a:lnTo>
                    <a:lnTo>
                      <a:pt x="163" y="56"/>
                    </a:lnTo>
                    <a:lnTo>
                      <a:pt x="161" y="56"/>
                    </a:lnTo>
                    <a:lnTo>
                      <a:pt x="159" y="57"/>
                    </a:lnTo>
                    <a:lnTo>
                      <a:pt x="159" y="58"/>
                    </a:lnTo>
                    <a:lnTo>
                      <a:pt x="157" y="58"/>
                    </a:lnTo>
                    <a:lnTo>
                      <a:pt x="154" y="59"/>
                    </a:lnTo>
                    <a:lnTo>
                      <a:pt x="150" y="60"/>
                    </a:lnTo>
                    <a:lnTo>
                      <a:pt x="148" y="60"/>
                    </a:lnTo>
                    <a:lnTo>
                      <a:pt x="146" y="60"/>
                    </a:lnTo>
                    <a:lnTo>
                      <a:pt x="144" y="62"/>
                    </a:lnTo>
                    <a:lnTo>
                      <a:pt x="142" y="63"/>
                    </a:lnTo>
                    <a:lnTo>
                      <a:pt x="139" y="65"/>
                    </a:lnTo>
                    <a:lnTo>
                      <a:pt x="136" y="67"/>
                    </a:lnTo>
                    <a:lnTo>
                      <a:pt x="134" y="69"/>
                    </a:lnTo>
                    <a:lnTo>
                      <a:pt x="131" y="72"/>
                    </a:lnTo>
                    <a:lnTo>
                      <a:pt x="126" y="77"/>
                    </a:lnTo>
                    <a:lnTo>
                      <a:pt x="121" y="82"/>
                    </a:lnTo>
                    <a:lnTo>
                      <a:pt x="118" y="82"/>
                    </a:lnTo>
                    <a:lnTo>
                      <a:pt x="116" y="82"/>
                    </a:lnTo>
                    <a:lnTo>
                      <a:pt x="106" y="88"/>
                    </a:lnTo>
                    <a:lnTo>
                      <a:pt x="94" y="96"/>
                    </a:lnTo>
                    <a:lnTo>
                      <a:pt x="89" y="100"/>
                    </a:lnTo>
                    <a:lnTo>
                      <a:pt x="82" y="104"/>
                    </a:lnTo>
                    <a:lnTo>
                      <a:pt x="78" y="108"/>
                    </a:lnTo>
                    <a:lnTo>
                      <a:pt x="73" y="112"/>
                    </a:lnTo>
                    <a:lnTo>
                      <a:pt x="67" y="118"/>
                    </a:lnTo>
                    <a:lnTo>
                      <a:pt x="61" y="124"/>
                    </a:lnTo>
                    <a:lnTo>
                      <a:pt x="57" y="128"/>
                    </a:lnTo>
                    <a:lnTo>
                      <a:pt x="53" y="131"/>
                    </a:lnTo>
                    <a:lnTo>
                      <a:pt x="51" y="132"/>
                    </a:lnTo>
                    <a:lnTo>
                      <a:pt x="50" y="132"/>
                    </a:lnTo>
                    <a:lnTo>
                      <a:pt x="48" y="132"/>
                    </a:lnTo>
                    <a:lnTo>
                      <a:pt x="46" y="132"/>
                    </a:lnTo>
                    <a:lnTo>
                      <a:pt x="46" y="136"/>
                    </a:lnTo>
                    <a:lnTo>
                      <a:pt x="45" y="138"/>
                    </a:lnTo>
                    <a:lnTo>
                      <a:pt x="44" y="140"/>
                    </a:lnTo>
                    <a:lnTo>
                      <a:pt x="42" y="142"/>
                    </a:lnTo>
                    <a:lnTo>
                      <a:pt x="41" y="145"/>
                    </a:lnTo>
                    <a:lnTo>
                      <a:pt x="40" y="148"/>
                    </a:lnTo>
                    <a:lnTo>
                      <a:pt x="39" y="151"/>
                    </a:lnTo>
                    <a:lnTo>
                      <a:pt x="39" y="154"/>
                    </a:lnTo>
                    <a:lnTo>
                      <a:pt x="39" y="159"/>
                    </a:lnTo>
                    <a:lnTo>
                      <a:pt x="38" y="168"/>
                    </a:lnTo>
                    <a:lnTo>
                      <a:pt x="38" y="180"/>
                    </a:lnTo>
                    <a:lnTo>
                      <a:pt x="38" y="192"/>
                    </a:lnTo>
                    <a:lnTo>
                      <a:pt x="36" y="205"/>
                    </a:lnTo>
                    <a:lnTo>
                      <a:pt x="34" y="216"/>
                    </a:lnTo>
                    <a:lnTo>
                      <a:pt x="34" y="221"/>
                    </a:lnTo>
                    <a:lnTo>
                      <a:pt x="33" y="225"/>
                    </a:lnTo>
                    <a:lnTo>
                      <a:pt x="31" y="229"/>
                    </a:lnTo>
                    <a:lnTo>
                      <a:pt x="30" y="230"/>
                    </a:lnTo>
                    <a:lnTo>
                      <a:pt x="27" y="230"/>
                    </a:lnTo>
                    <a:lnTo>
                      <a:pt x="25" y="230"/>
                    </a:lnTo>
                    <a:lnTo>
                      <a:pt x="22" y="230"/>
                    </a:lnTo>
                    <a:lnTo>
                      <a:pt x="18" y="230"/>
                    </a:lnTo>
                    <a:lnTo>
                      <a:pt x="18" y="229"/>
                    </a:lnTo>
                    <a:lnTo>
                      <a:pt x="17" y="227"/>
                    </a:lnTo>
                    <a:lnTo>
                      <a:pt x="16" y="225"/>
                    </a:lnTo>
                    <a:lnTo>
                      <a:pt x="14" y="224"/>
                    </a:lnTo>
                    <a:lnTo>
                      <a:pt x="12" y="223"/>
                    </a:lnTo>
                    <a:lnTo>
                      <a:pt x="9" y="221"/>
                    </a:lnTo>
                    <a:lnTo>
                      <a:pt x="9" y="214"/>
                    </a:lnTo>
                    <a:lnTo>
                      <a:pt x="9" y="208"/>
                    </a:lnTo>
                    <a:lnTo>
                      <a:pt x="9" y="200"/>
                    </a:lnTo>
                    <a:lnTo>
                      <a:pt x="9" y="194"/>
                    </a:lnTo>
                    <a:lnTo>
                      <a:pt x="9" y="188"/>
                    </a:lnTo>
                    <a:lnTo>
                      <a:pt x="9" y="180"/>
                    </a:lnTo>
                    <a:lnTo>
                      <a:pt x="9" y="174"/>
                    </a:lnTo>
                    <a:lnTo>
                      <a:pt x="9" y="168"/>
                    </a:lnTo>
                    <a:lnTo>
                      <a:pt x="9" y="167"/>
                    </a:lnTo>
                    <a:lnTo>
                      <a:pt x="8" y="165"/>
                    </a:lnTo>
                    <a:lnTo>
                      <a:pt x="7" y="164"/>
                    </a:lnTo>
                    <a:lnTo>
                      <a:pt x="7" y="163"/>
                    </a:lnTo>
                    <a:lnTo>
                      <a:pt x="7" y="160"/>
                    </a:lnTo>
                    <a:lnTo>
                      <a:pt x="7" y="156"/>
                    </a:lnTo>
                    <a:lnTo>
                      <a:pt x="8" y="152"/>
                    </a:lnTo>
                    <a:lnTo>
                      <a:pt x="8" y="148"/>
                    </a:lnTo>
                    <a:lnTo>
                      <a:pt x="8" y="145"/>
                    </a:lnTo>
                    <a:lnTo>
                      <a:pt x="7" y="141"/>
                    </a:lnTo>
                    <a:lnTo>
                      <a:pt x="4" y="136"/>
                    </a:lnTo>
                    <a:lnTo>
                      <a:pt x="1" y="127"/>
                    </a:lnTo>
                    <a:lnTo>
                      <a:pt x="1" y="125"/>
                    </a:lnTo>
                    <a:lnTo>
                      <a:pt x="0" y="123"/>
                    </a:lnTo>
                    <a:lnTo>
                      <a:pt x="0" y="121"/>
                    </a:lnTo>
                    <a:lnTo>
                      <a:pt x="0" y="119"/>
                    </a:lnTo>
                    <a:lnTo>
                      <a:pt x="1" y="117"/>
                    </a:lnTo>
                    <a:lnTo>
                      <a:pt x="1" y="116"/>
                    </a:lnTo>
                    <a:lnTo>
                      <a:pt x="2" y="114"/>
                    </a:lnTo>
                    <a:lnTo>
                      <a:pt x="4" y="113"/>
                    </a:lnTo>
                    <a:lnTo>
                      <a:pt x="6" y="112"/>
                    </a:lnTo>
                    <a:lnTo>
                      <a:pt x="8" y="112"/>
                    </a:lnTo>
                    <a:lnTo>
                      <a:pt x="10" y="112"/>
                    </a:lnTo>
                    <a:lnTo>
                      <a:pt x="11" y="112"/>
                    </a:lnTo>
                    <a:lnTo>
                      <a:pt x="14" y="114"/>
                    </a:lnTo>
                    <a:lnTo>
                      <a:pt x="18" y="116"/>
                    </a:lnTo>
                    <a:lnTo>
                      <a:pt x="23" y="120"/>
                    </a:lnTo>
                    <a:lnTo>
                      <a:pt x="28" y="123"/>
                    </a:lnTo>
                    <a:lnTo>
                      <a:pt x="31" y="123"/>
                    </a:lnTo>
                    <a:lnTo>
                      <a:pt x="35" y="123"/>
                    </a:lnTo>
                    <a:lnTo>
                      <a:pt x="38" y="123"/>
                    </a:lnTo>
                    <a:lnTo>
                      <a:pt x="42" y="123"/>
                    </a:lnTo>
                    <a:lnTo>
                      <a:pt x="43" y="121"/>
                    </a:lnTo>
                    <a:lnTo>
                      <a:pt x="45" y="120"/>
                    </a:lnTo>
                    <a:lnTo>
                      <a:pt x="46" y="119"/>
                    </a:lnTo>
                    <a:lnTo>
                      <a:pt x="48" y="117"/>
                    </a:lnTo>
                    <a:lnTo>
                      <a:pt x="51" y="116"/>
                    </a:lnTo>
                    <a:lnTo>
                      <a:pt x="56" y="113"/>
                    </a:lnTo>
                    <a:lnTo>
                      <a:pt x="58" y="112"/>
                    </a:lnTo>
                    <a:lnTo>
                      <a:pt x="59" y="110"/>
                    </a:lnTo>
                    <a:lnTo>
                      <a:pt x="61" y="108"/>
                    </a:lnTo>
                    <a:lnTo>
                      <a:pt x="62" y="106"/>
                    </a:lnTo>
                    <a:lnTo>
                      <a:pt x="66" y="102"/>
                    </a:lnTo>
                    <a:lnTo>
                      <a:pt x="70" y="99"/>
                    </a:lnTo>
                    <a:lnTo>
                      <a:pt x="74" y="97"/>
                    </a:lnTo>
                    <a:lnTo>
                      <a:pt x="79" y="96"/>
                    </a:lnTo>
                    <a:lnTo>
                      <a:pt x="84" y="92"/>
                    </a:lnTo>
                    <a:lnTo>
                      <a:pt x="89" y="87"/>
                    </a:lnTo>
                    <a:lnTo>
                      <a:pt x="94" y="83"/>
                    </a:lnTo>
                    <a:lnTo>
                      <a:pt x="99" y="79"/>
                    </a:lnTo>
                    <a:lnTo>
                      <a:pt x="102" y="78"/>
                    </a:lnTo>
                    <a:lnTo>
                      <a:pt x="103" y="76"/>
                    </a:lnTo>
                    <a:lnTo>
                      <a:pt x="106" y="76"/>
                    </a:lnTo>
                    <a:lnTo>
                      <a:pt x="108" y="76"/>
                    </a:lnTo>
                    <a:lnTo>
                      <a:pt x="110" y="75"/>
                    </a:lnTo>
                    <a:lnTo>
                      <a:pt x="112" y="75"/>
                    </a:lnTo>
                    <a:lnTo>
                      <a:pt x="114" y="73"/>
                    </a:lnTo>
                    <a:lnTo>
                      <a:pt x="116" y="72"/>
                    </a:lnTo>
                    <a:lnTo>
                      <a:pt x="121" y="68"/>
                    </a:lnTo>
                    <a:lnTo>
                      <a:pt x="126" y="63"/>
                    </a:lnTo>
                    <a:lnTo>
                      <a:pt x="129" y="60"/>
                    </a:lnTo>
                    <a:lnTo>
                      <a:pt x="131" y="58"/>
                    </a:lnTo>
                    <a:lnTo>
                      <a:pt x="134" y="58"/>
                    </a:lnTo>
                    <a:lnTo>
                      <a:pt x="135" y="57"/>
                    </a:lnTo>
                    <a:lnTo>
                      <a:pt x="137" y="56"/>
                    </a:lnTo>
                    <a:lnTo>
                      <a:pt x="139" y="5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6" name="îşļïḑe"/>
              <p:cNvSpPr/>
              <p:nvPr userDrawn="1"/>
            </p:nvSpPr>
            <p:spPr bwMode="auto">
              <a:xfrm>
                <a:off x="6492876" y="2917826"/>
                <a:ext cx="220663" cy="603250"/>
              </a:xfrm>
              <a:custGeom>
                <a:avLst/>
                <a:gdLst>
                  <a:gd name="T0" fmla="*/ 127 w 139"/>
                  <a:gd name="T1" fmla="*/ 2 h 380"/>
                  <a:gd name="T2" fmla="*/ 135 w 139"/>
                  <a:gd name="T3" fmla="*/ 15 h 380"/>
                  <a:gd name="T4" fmla="*/ 135 w 139"/>
                  <a:gd name="T5" fmla="*/ 22 h 380"/>
                  <a:gd name="T6" fmla="*/ 123 w 139"/>
                  <a:gd name="T7" fmla="*/ 50 h 380"/>
                  <a:gd name="T8" fmla="*/ 113 w 139"/>
                  <a:gd name="T9" fmla="*/ 73 h 380"/>
                  <a:gd name="T10" fmla="*/ 107 w 139"/>
                  <a:gd name="T11" fmla="*/ 106 h 380"/>
                  <a:gd name="T12" fmla="*/ 101 w 139"/>
                  <a:gd name="T13" fmla="*/ 145 h 380"/>
                  <a:gd name="T14" fmla="*/ 103 w 139"/>
                  <a:gd name="T15" fmla="*/ 178 h 380"/>
                  <a:gd name="T16" fmla="*/ 110 w 139"/>
                  <a:gd name="T17" fmla="*/ 184 h 380"/>
                  <a:gd name="T18" fmla="*/ 117 w 139"/>
                  <a:gd name="T19" fmla="*/ 196 h 380"/>
                  <a:gd name="T20" fmla="*/ 127 w 139"/>
                  <a:gd name="T21" fmla="*/ 198 h 380"/>
                  <a:gd name="T22" fmla="*/ 133 w 139"/>
                  <a:gd name="T23" fmla="*/ 194 h 380"/>
                  <a:gd name="T24" fmla="*/ 139 w 139"/>
                  <a:gd name="T25" fmla="*/ 199 h 380"/>
                  <a:gd name="T26" fmla="*/ 135 w 139"/>
                  <a:gd name="T27" fmla="*/ 216 h 380"/>
                  <a:gd name="T28" fmla="*/ 127 w 139"/>
                  <a:gd name="T29" fmla="*/ 240 h 380"/>
                  <a:gd name="T30" fmla="*/ 119 w 139"/>
                  <a:gd name="T31" fmla="*/ 255 h 380"/>
                  <a:gd name="T32" fmla="*/ 119 w 139"/>
                  <a:gd name="T33" fmla="*/ 260 h 380"/>
                  <a:gd name="T34" fmla="*/ 108 w 139"/>
                  <a:gd name="T35" fmla="*/ 268 h 380"/>
                  <a:gd name="T36" fmla="*/ 104 w 139"/>
                  <a:gd name="T37" fmla="*/ 279 h 380"/>
                  <a:gd name="T38" fmla="*/ 98 w 139"/>
                  <a:gd name="T39" fmla="*/ 290 h 380"/>
                  <a:gd name="T40" fmla="*/ 93 w 139"/>
                  <a:gd name="T41" fmla="*/ 300 h 380"/>
                  <a:gd name="T42" fmla="*/ 92 w 139"/>
                  <a:gd name="T43" fmla="*/ 311 h 380"/>
                  <a:gd name="T44" fmla="*/ 81 w 139"/>
                  <a:gd name="T45" fmla="*/ 332 h 380"/>
                  <a:gd name="T46" fmla="*/ 79 w 139"/>
                  <a:gd name="T47" fmla="*/ 341 h 380"/>
                  <a:gd name="T48" fmla="*/ 77 w 139"/>
                  <a:gd name="T49" fmla="*/ 352 h 380"/>
                  <a:gd name="T50" fmla="*/ 72 w 139"/>
                  <a:gd name="T51" fmla="*/ 360 h 380"/>
                  <a:gd name="T52" fmla="*/ 63 w 139"/>
                  <a:gd name="T53" fmla="*/ 370 h 380"/>
                  <a:gd name="T54" fmla="*/ 52 w 139"/>
                  <a:gd name="T55" fmla="*/ 376 h 380"/>
                  <a:gd name="T56" fmla="*/ 39 w 139"/>
                  <a:gd name="T57" fmla="*/ 380 h 380"/>
                  <a:gd name="T58" fmla="*/ 15 w 139"/>
                  <a:gd name="T59" fmla="*/ 376 h 380"/>
                  <a:gd name="T60" fmla="*/ 7 w 139"/>
                  <a:gd name="T61" fmla="*/ 365 h 380"/>
                  <a:gd name="T62" fmla="*/ 7 w 139"/>
                  <a:gd name="T63" fmla="*/ 356 h 380"/>
                  <a:gd name="T64" fmla="*/ 14 w 139"/>
                  <a:gd name="T65" fmla="*/ 344 h 380"/>
                  <a:gd name="T66" fmla="*/ 19 w 139"/>
                  <a:gd name="T67" fmla="*/ 330 h 380"/>
                  <a:gd name="T68" fmla="*/ 25 w 139"/>
                  <a:gd name="T69" fmla="*/ 319 h 380"/>
                  <a:gd name="T70" fmla="*/ 47 w 139"/>
                  <a:gd name="T71" fmla="*/ 280 h 380"/>
                  <a:gd name="T72" fmla="*/ 56 w 139"/>
                  <a:gd name="T73" fmla="*/ 256 h 380"/>
                  <a:gd name="T74" fmla="*/ 43 w 139"/>
                  <a:gd name="T75" fmla="*/ 248 h 380"/>
                  <a:gd name="T76" fmla="*/ 31 w 139"/>
                  <a:gd name="T77" fmla="*/ 247 h 380"/>
                  <a:gd name="T78" fmla="*/ 19 w 139"/>
                  <a:gd name="T79" fmla="*/ 251 h 380"/>
                  <a:gd name="T80" fmla="*/ 6 w 139"/>
                  <a:gd name="T81" fmla="*/ 247 h 380"/>
                  <a:gd name="T82" fmla="*/ 0 w 139"/>
                  <a:gd name="T83" fmla="*/ 239 h 380"/>
                  <a:gd name="T84" fmla="*/ 11 w 139"/>
                  <a:gd name="T85" fmla="*/ 225 h 380"/>
                  <a:gd name="T86" fmla="*/ 38 w 139"/>
                  <a:gd name="T87" fmla="*/ 208 h 380"/>
                  <a:gd name="T88" fmla="*/ 55 w 139"/>
                  <a:gd name="T89" fmla="*/ 196 h 380"/>
                  <a:gd name="T90" fmla="*/ 67 w 139"/>
                  <a:gd name="T91" fmla="*/ 183 h 380"/>
                  <a:gd name="T92" fmla="*/ 67 w 139"/>
                  <a:gd name="T93" fmla="*/ 167 h 380"/>
                  <a:gd name="T94" fmla="*/ 66 w 139"/>
                  <a:gd name="T95" fmla="*/ 140 h 380"/>
                  <a:gd name="T96" fmla="*/ 69 w 139"/>
                  <a:gd name="T97" fmla="*/ 124 h 380"/>
                  <a:gd name="T98" fmla="*/ 71 w 139"/>
                  <a:gd name="T99" fmla="*/ 97 h 380"/>
                  <a:gd name="T100" fmla="*/ 71 w 139"/>
                  <a:gd name="T101" fmla="*/ 85 h 380"/>
                  <a:gd name="T102" fmla="*/ 68 w 139"/>
                  <a:gd name="T103" fmla="*/ 81 h 380"/>
                  <a:gd name="T104" fmla="*/ 56 w 139"/>
                  <a:gd name="T105" fmla="*/ 79 h 380"/>
                  <a:gd name="T106" fmla="*/ 39 w 139"/>
                  <a:gd name="T107" fmla="*/ 83 h 380"/>
                  <a:gd name="T108" fmla="*/ 24 w 139"/>
                  <a:gd name="T109" fmla="*/ 83 h 380"/>
                  <a:gd name="T110" fmla="*/ 11 w 139"/>
                  <a:gd name="T111" fmla="*/ 79 h 380"/>
                  <a:gd name="T112" fmla="*/ 1 w 139"/>
                  <a:gd name="T113" fmla="*/ 70 h 380"/>
                  <a:gd name="T114" fmla="*/ 10 w 139"/>
                  <a:gd name="T115" fmla="*/ 59 h 380"/>
                  <a:gd name="T116" fmla="*/ 36 w 139"/>
                  <a:gd name="T117" fmla="*/ 46 h 380"/>
                  <a:gd name="T118" fmla="*/ 55 w 139"/>
                  <a:gd name="T119" fmla="*/ 37 h 380"/>
                  <a:gd name="T120" fmla="*/ 68 w 139"/>
                  <a:gd name="T121" fmla="*/ 25 h 380"/>
                  <a:gd name="T122" fmla="*/ 85 w 139"/>
                  <a:gd name="T123" fmla="*/ 16 h 380"/>
                  <a:gd name="T124" fmla="*/ 111 w 139"/>
                  <a:gd name="T125" fmla="*/ 5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9" h="380">
                    <a:moveTo>
                      <a:pt x="117" y="0"/>
                    </a:moveTo>
                    <a:lnTo>
                      <a:pt x="121" y="0"/>
                    </a:lnTo>
                    <a:lnTo>
                      <a:pt x="124" y="1"/>
                    </a:lnTo>
                    <a:lnTo>
                      <a:pt x="127" y="2"/>
                    </a:lnTo>
                    <a:lnTo>
                      <a:pt x="131" y="3"/>
                    </a:lnTo>
                    <a:lnTo>
                      <a:pt x="132" y="7"/>
                    </a:lnTo>
                    <a:lnTo>
                      <a:pt x="135" y="11"/>
                    </a:lnTo>
                    <a:lnTo>
                      <a:pt x="135" y="15"/>
                    </a:lnTo>
                    <a:lnTo>
                      <a:pt x="135" y="17"/>
                    </a:lnTo>
                    <a:lnTo>
                      <a:pt x="135" y="19"/>
                    </a:lnTo>
                    <a:lnTo>
                      <a:pt x="135" y="20"/>
                    </a:lnTo>
                    <a:lnTo>
                      <a:pt x="135" y="22"/>
                    </a:lnTo>
                    <a:lnTo>
                      <a:pt x="135" y="23"/>
                    </a:lnTo>
                    <a:lnTo>
                      <a:pt x="131" y="34"/>
                    </a:lnTo>
                    <a:lnTo>
                      <a:pt x="125" y="44"/>
                    </a:lnTo>
                    <a:lnTo>
                      <a:pt x="123" y="50"/>
                    </a:lnTo>
                    <a:lnTo>
                      <a:pt x="120" y="55"/>
                    </a:lnTo>
                    <a:lnTo>
                      <a:pt x="117" y="60"/>
                    </a:lnTo>
                    <a:lnTo>
                      <a:pt x="114" y="65"/>
                    </a:lnTo>
                    <a:lnTo>
                      <a:pt x="113" y="73"/>
                    </a:lnTo>
                    <a:lnTo>
                      <a:pt x="111" y="81"/>
                    </a:lnTo>
                    <a:lnTo>
                      <a:pt x="111" y="89"/>
                    </a:lnTo>
                    <a:lnTo>
                      <a:pt x="110" y="97"/>
                    </a:lnTo>
                    <a:lnTo>
                      <a:pt x="107" y="106"/>
                    </a:lnTo>
                    <a:lnTo>
                      <a:pt x="105" y="115"/>
                    </a:lnTo>
                    <a:lnTo>
                      <a:pt x="103" y="125"/>
                    </a:lnTo>
                    <a:lnTo>
                      <a:pt x="102" y="135"/>
                    </a:lnTo>
                    <a:lnTo>
                      <a:pt x="101" y="145"/>
                    </a:lnTo>
                    <a:lnTo>
                      <a:pt x="100" y="156"/>
                    </a:lnTo>
                    <a:lnTo>
                      <a:pt x="100" y="166"/>
                    </a:lnTo>
                    <a:lnTo>
                      <a:pt x="100" y="176"/>
                    </a:lnTo>
                    <a:lnTo>
                      <a:pt x="103" y="178"/>
                    </a:lnTo>
                    <a:lnTo>
                      <a:pt x="104" y="179"/>
                    </a:lnTo>
                    <a:lnTo>
                      <a:pt x="106" y="180"/>
                    </a:lnTo>
                    <a:lnTo>
                      <a:pt x="107" y="181"/>
                    </a:lnTo>
                    <a:lnTo>
                      <a:pt x="110" y="184"/>
                    </a:lnTo>
                    <a:lnTo>
                      <a:pt x="111" y="187"/>
                    </a:lnTo>
                    <a:lnTo>
                      <a:pt x="113" y="190"/>
                    </a:lnTo>
                    <a:lnTo>
                      <a:pt x="115" y="193"/>
                    </a:lnTo>
                    <a:lnTo>
                      <a:pt x="117" y="196"/>
                    </a:lnTo>
                    <a:lnTo>
                      <a:pt x="119" y="200"/>
                    </a:lnTo>
                    <a:lnTo>
                      <a:pt x="123" y="200"/>
                    </a:lnTo>
                    <a:lnTo>
                      <a:pt x="125" y="199"/>
                    </a:lnTo>
                    <a:lnTo>
                      <a:pt x="127" y="198"/>
                    </a:lnTo>
                    <a:lnTo>
                      <a:pt x="128" y="197"/>
                    </a:lnTo>
                    <a:lnTo>
                      <a:pt x="130" y="196"/>
                    </a:lnTo>
                    <a:lnTo>
                      <a:pt x="131" y="195"/>
                    </a:lnTo>
                    <a:lnTo>
                      <a:pt x="133" y="194"/>
                    </a:lnTo>
                    <a:lnTo>
                      <a:pt x="135" y="193"/>
                    </a:lnTo>
                    <a:lnTo>
                      <a:pt x="138" y="195"/>
                    </a:lnTo>
                    <a:lnTo>
                      <a:pt x="139" y="196"/>
                    </a:lnTo>
                    <a:lnTo>
                      <a:pt x="139" y="199"/>
                    </a:lnTo>
                    <a:lnTo>
                      <a:pt x="139" y="202"/>
                    </a:lnTo>
                    <a:lnTo>
                      <a:pt x="139" y="205"/>
                    </a:lnTo>
                    <a:lnTo>
                      <a:pt x="138" y="208"/>
                    </a:lnTo>
                    <a:lnTo>
                      <a:pt x="135" y="216"/>
                    </a:lnTo>
                    <a:lnTo>
                      <a:pt x="134" y="222"/>
                    </a:lnTo>
                    <a:lnTo>
                      <a:pt x="131" y="228"/>
                    </a:lnTo>
                    <a:lnTo>
                      <a:pt x="128" y="235"/>
                    </a:lnTo>
                    <a:lnTo>
                      <a:pt x="127" y="240"/>
                    </a:lnTo>
                    <a:lnTo>
                      <a:pt x="124" y="244"/>
                    </a:lnTo>
                    <a:lnTo>
                      <a:pt x="123" y="247"/>
                    </a:lnTo>
                    <a:lnTo>
                      <a:pt x="120" y="252"/>
                    </a:lnTo>
                    <a:lnTo>
                      <a:pt x="119" y="255"/>
                    </a:lnTo>
                    <a:lnTo>
                      <a:pt x="119" y="257"/>
                    </a:lnTo>
                    <a:lnTo>
                      <a:pt x="119" y="258"/>
                    </a:lnTo>
                    <a:lnTo>
                      <a:pt x="119" y="259"/>
                    </a:lnTo>
                    <a:lnTo>
                      <a:pt x="119" y="260"/>
                    </a:lnTo>
                    <a:lnTo>
                      <a:pt x="119" y="260"/>
                    </a:lnTo>
                    <a:lnTo>
                      <a:pt x="115" y="263"/>
                    </a:lnTo>
                    <a:lnTo>
                      <a:pt x="111" y="265"/>
                    </a:lnTo>
                    <a:lnTo>
                      <a:pt x="108" y="268"/>
                    </a:lnTo>
                    <a:lnTo>
                      <a:pt x="105" y="271"/>
                    </a:lnTo>
                    <a:lnTo>
                      <a:pt x="105" y="274"/>
                    </a:lnTo>
                    <a:lnTo>
                      <a:pt x="104" y="276"/>
                    </a:lnTo>
                    <a:lnTo>
                      <a:pt x="104" y="279"/>
                    </a:lnTo>
                    <a:lnTo>
                      <a:pt x="104" y="281"/>
                    </a:lnTo>
                    <a:lnTo>
                      <a:pt x="103" y="284"/>
                    </a:lnTo>
                    <a:lnTo>
                      <a:pt x="100" y="287"/>
                    </a:lnTo>
                    <a:lnTo>
                      <a:pt x="98" y="290"/>
                    </a:lnTo>
                    <a:lnTo>
                      <a:pt x="95" y="292"/>
                    </a:lnTo>
                    <a:lnTo>
                      <a:pt x="95" y="295"/>
                    </a:lnTo>
                    <a:lnTo>
                      <a:pt x="94" y="297"/>
                    </a:lnTo>
                    <a:lnTo>
                      <a:pt x="93" y="300"/>
                    </a:lnTo>
                    <a:lnTo>
                      <a:pt x="93" y="303"/>
                    </a:lnTo>
                    <a:lnTo>
                      <a:pt x="93" y="305"/>
                    </a:lnTo>
                    <a:lnTo>
                      <a:pt x="93" y="308"/>
                    </a:lnTo>
                    <a:lnTo>
                      <a:pt x="92" y="311"/>
                    </a:lnTo>
                    <a:lnTo>
                      <a:pt x="91" y="313"/>
                    </a:lnTo>
                    <a:lnTo>
                      <a:pt x="87" y="322"/>
                    </a:lnTo>
                    <a:lnTo>
                      <a:pt x="82" y="329"/>
                    </a:lnTo>
                    <a:lnTo>
                      <a:pt x="81" y="332"/>
                    </a:lnTo>
                    <a:lnTo>
                      <a:pt x="80" y="334"/>
                    </a:lnTo>
                    <a:lnTo>
                      <a:pt x="80" y="336"/>
                    </a:lnTo>
                    <a:lnTo>
                      <a:pt x="79" y="338"/>
                    </a:lnTo>
                    <a:lnTo>
                      <a:pt x="79" y="341"/>
                    </a:lnTo>
                    <a:lnTo>
                      <a:pt x="79" y="344"/>
                    </a:lnTo>
                    <a:lnTo>
                      <a:pt x="79" y="348"/>
                    </a:lnTo>
                    <a:lnTo>
                      <a:pt x="79" y="352"/>
                    </a:lnTo>
                    <a:lnTo>
                      <a:pt x="77" y="352"/>
                    </a:lnTo>
                    <a:lnTo>
                      <a:pt x="75" y="354"/>
                    </a:lnTo>
                    <a:lnTo>
                      <a:pt x="75" y="355"/>
                    </a:lnTo>
                    <a:lnTo>
                      <a:pt x="74" y="356"/>
                    </a:lnTo>
                    <a:lnTo>
                      <a:pt x="72" y="360"/>
                    </a:lnTo>
                    <a:lnTo>
                      <a:pt x="70" y="363"/>
                    </a:lnTo>
                    <a:lnTo>
                      <a:pt x="68" y="365"/>
                    </a:lnTo>
                    <a:lnTo>
                      <a:pt x="66" y="368"/>
                    </a:lnTo>
                    <a:lnTo>
                      <a:pt x="63" y="370"/>
                    </a:lnTo>
                    <a:lnTo>
                      <a:pt x="61" y="372"/>
                    </a:lnTo>
                    <a:lnTo>
                      <a:pt x="58" y="373"/>
                    </a:lnTo>
                    <a:lnTo>
                      <a:pt x="55" y="375"/>
                    </a:lnTo>
                    <a:lnTo>
                      <a:pt x="52" y="376"/>
                    </a:lnTo>
                    <a:lnTo>
                      <a:pt x="49" y="377"/>
                    </a:lnTo>
                    <a:lnTo>
                      <a:pt x="46" y="378"/>
                    </a:lnTo>
                    <a:lnTo>
                      <a:pt x="43" y="379"/>
                    </a:lnTo>
                    <a:lnTo>
                      <a:pt x="39" y="380"/>
                    </a:lnTo>
                    <a:lnTo>
                      <a:pt x="35" y="380"/>
                    </a:lnTo>
                    <a:lnTo>
                      <a:pt x="27" y="380"/>
                    </a:lnTo>
                    <a:lnTo>
                      <a:pt x="17" y="380"/>
                    </a:lnTo>
                    <a:lnTo>
                      <a:pt x="15" y="376"/>
                    </a:lnTo>
                    <a:lnTo>
                      <a:pt x="11" y="372"/>
                    </a:lnTo>
                    <a:lnTo>
                      <a:pt x="10" y="370"/>
                    </a:lnTo>
                    <a:lnTo>
                      <a:pt x="8" y="368"/>
                    </a:lnTo>
                    <a:lnTo>
                      <a:pt x="7" y="365"/>
                    </a:lnTo>
                    <a:lnTo>
                      <a:pt x="7" y="362"/>
                    </a:lnTo>
                    <a:lnTo>
                      <a:pt x="7" y="360"/>
                    </a:lnTo>
                    <a:lnTo>
                      <a:pt x="7" y="359"/>
                    </a:lnTo>
                    <a:lnTo>
                      <a:pt x="7" y="356"/>
                    </a:lnTo>
                    <a:lnTo>
                      <a:pt x="7" y="355"/>
                    </a:lnTo>
                    <a:lnTo>
                      <a:pt x="8" y="352"/>
                    </a:lnTo>
                    <a:lnTo>
                      <a:pt x="10" y="348"/>
                    </a:lnTo>
                    <a:lnTo>
                      <a:pt x="14" y="344"/>
                    </a:lnTo>
                    <a:lnTo>
                      <a:pt x="17" y="339"/>
                    </a:lnTo>
                    <a:lnTo>
                      <a:pt x="19" y="336"/>
                    </a:lnTo>
                    <a:lnTo>
                      <a:pt x="19" y="332"/>
                    </a:lnTo>
                    <a:lnTo>
                      <a:pt x="19" y="330"/>
                    </a:lnTo>
                    <a:lnTo>
                      <a:pt x="19" y="328"/>
                    </a:lnTo>
                    <a:lnTo>
                      <a:pt x="20" y="327"/>
                    </a:lnTo>
                    <a:lnTo>
                      <a:pt x="21" y="325"/>
                    </a:lnTo>
                    <a:lnTo>
                      <a:pt x="25" y="319"/>
                    </a:lnTo>
                    <a:lnTo>
                      <a:pt x="31" y="310"/>
                    </a:lnTo>
                    <a:lnTo>
                      <a:pt x="36" y="300"/>
                    </a:lnTo>
                    <a:lnTo>
                      <a:pt x="42" y="290"/>
                    </a:lnTo>
                    <a:lnTo>
                      <a:pt x="47" y="280"/>
                    </a:lnTo>
                    <a:lnTo>
                      <a:pt x="52" y="269"/>
                    </a:lnTo>
                    <a:lnTo>
                      <a:pt x="54" y="265"/>
                    </a:lnTo>
                    <a:lnTo>
                      <a:pt x="55" y="260"/>
                    </a:lnTo>
                    <a:lnTo>
                      <a:pt x="56" y="256"/>
                    </a:lnTo>
                    <a:lnTo>
                      <a:pt x="56" y="253"/>
                    </a:lnTo>
                    <a:lnTo>
                      <a:pt x="51" y="251"/>
                    </a:lnTo>
                    <a:lnTo>
                      <a:pt x="45" y="248"/>
                    </a:lnTo>
                    <a:lnTo>
                      <a:pt x="43" y="248"/>
                    </a:lnTo>
                    <a:lnTo>
                      <a:pt x="39" y="247"/>
                    </a:lnTo>
                    <a:lnTo>
                      <a:pt x="36" y="246"/>
                    </a:lnTo>
                    <a:lnTo>
                      <a:pt x="34" y="246"/>
                    </a:lnTo>
                    <a:lnTo>
                      <a:pt x="31" y="247"/>
                    </a:lnTo>
                    <a:lnTo>
                      <a:pt x="28" y="248"/>
                    </a:lnTo>
                    <a:lnTo>
                      <a:pt x="26" y="249"/>
                    </a:lnTo>
                    <a:lnTo>
                      <a:pt x="23" y="250"/>
                    </a:lnTo>
                    <a:lnTo>
                      <a:pt x="19" y="251"/>
                    </a:lnTo>
                    <a:lnTo>
                      <a:pt x="15" y="251"/>
                    </a:lnTo>
                    <a:lnTo>
                      <a:pt x="11" y="251"/>
                    </a:lnTo>
                    <a:lnTo>
                      <a:pt x="7" y="251"/>
                    </a:lnTo>
                    <a:lnTo>
                      <a:pt x="6" y="247"/>
                    </a:lnTo>
                    <a:lnTo>
                      <a:pt x="3" y="244"/>
                    </a:lnTo>
                    <a:lnTo>
                      <a:pt x="3" y="243"/>
                    </a:lnTo>
                    <a:lnTo>
                      <a:pt x="1" y="241"/>
                    </a:lnTo>
                    <a:lnTo>
                      <a:pt x="0" y="239"/>
                    </a:lnTo>
                    <a:lnTo>
                      <a:pt x="0" y="236"/>
                    </a:lnTo>
                    <a:lnTo>
                      <a:pt x="3" y="232"/>
                    </a:lnTo>
                    <a:lnTo>
                      <a:pt x="7" y="228"/>
                    </a:lnTo>
                    <a:lnTo>
                      <a:pt x="11" y="225"/>
                    </a:lnTo>
                    <a:lnTo>
                      <a:pt x="15" y="222"/>
                    </a:lnTo>
                    <a:lnTo>
                      <a:pt x="23" y="216"/>
                    </a:lnTo>
                    <a:lnTo>
                      <a:pt x="33" y="211"/>
                    </a:lnTo>
                    <a:lnTo>
                      <a:pt x="38" y="208"/>
                    </a:lnTo>
                    <a:lnTo>
                      <a:pt x="43" y="206"/>
                    </a:lnTo>
                    <a:lnTo>
                      <a:pt x="47" y="203"/>
                    </a:lnTo>
                    <a:lnTo>
                      <a:pt x="51" y="200"/>
                    </a:lnTo>
                    <a:lnTo>
                      <a:pt x="55" y="196"/>
                    </a:lnTo>
                    <a:lnTo>
                      <a:pt x="59" y="193"/>
                    </a:lnTo>
                    <a:lnTo>
                      <a:pt x="62" y="189"/>
                    </a:lnTo>
                    <a:lnTo>
                      <a:pt x="65" y="185"/>
                    </a:lnTo>
                    <a:lnTo>
                      <a:pt x="67" y="183"/>
                    </a:lnTo>
                    <a:lnTo>
                      <a:pt x="67" y="180"/>
                    </a:lnTo>
                    <a:lnTo>
                      <a:pt x="67" y="176"/>
                    </a:lnTo>
                    <a:lnTo>
                      <a:pt x="68" y="174"/>
                    </a:lnTo>
                    <a:lnTo>
                      <a:pt x="67" y="167"/>
                    </a:lnTo>
                    <a:lnTo>
                      <a:pt x="67" y="159"/>
                    </a:lnTo>
                    <a:lnTo>
                      <a:pt x="67" y="152"/>
                    </a:lnTo>
                    <a:lnTo>
                      <a:pt x="66" y="143"/>
                    </a:lnTo>
                    <a:lnTo>
                      <a:pt x="66" y="140"/>
                    </a:lnTo>
                    <a:lnTo>
                      <a:pt x="67" y="136"/>
                    </a:lnTo>
                    <a:lnTo>
                      <a:pt x="67" y="131"/>
                    </a:lnTo>
                    <a:lnTo>
                      <a:pt x="68" y="128"/>
                    </a:lnTo>
                    <a:lnTo>
                      <a:pt x="69" y="124"/>
                    </a:lnTo>
                    <a:lnTo>
                      <a:pt x="69" y="119"/>
                    </a:lnTo>
                    <a:lnTo>
                      <a:pt x="70" y="111"/>
                    </a:lnTo>
                    <a:lnTo>
                      <a:pt x="71" y="104"/>
                    </a:lnTo>
                    <a:lnTo>
                      <a:pt x="71" y="97"/>
                    </a:lnTo>
                    <a:lnTo>
                      <a:pt x="71" y="91"/>
                    </a:lnTo>
                    <a:lnTo>
                      <a:pt x="71" y="88"/>
                    </a:lnTo>
                    <a:lnTo>
                      <a:pt x="71" y="87"/>
                    </a:lnTo>
                    <a:lnTo>
                      <a:pt x="71" y="85"/>
                    </a:lnTo>
                    <a:lnTo>
                      <a:pt x="70" y="84"/>
                    </a:lnTo>
                    <a:lnTo>
                      <a:pt x="70" y="83"/>
                    </a:lnTo>
                    <a:lnTo>
                      <a:pt x="69" y="82"/>
                    </a:lnTo>
                    <a:lnTo>
                      <a:pt x="68" y="81"/>
                    </a:lnTo>
                    <a:lnTo>
                      <a:pt x="67" y="80"/>
                    </a:lnTo>
                    <a:lnTo>
                      <a:pt x="65" y="79"/>
                    </a:lnTo>
                    <a:lnTo>
                      <a:pt x="63" y="79"/>
                    </a:lnTo>
                    <a:lnTo>
                      <a:pt x="56" y="79"/>
                    </a:lnTo>
                    <a:lnTo>
                      <a:pt x="50" y="79"/>
                    </a:lnTo>
                    <a:lnTo>
                      <a:pt x="47" y="80"/>
                    </a:lnTo>
                    <a:lnTo>
                      <a:pt x="43" y="82"/>
                    </a:lnTo>
                    <a:lnTo>
                      <a:pt x="39" y="83"/>
                    </a:lnTo>
                    <a:lnTo>
                      <a:pt x="36" y="83"/>
                    </a:lnTo>
                    <a:lnTo>
                      <a:pt x="32" y="83"/>
                    </a:lnTo>
                    <a:lnTo>
                      <a:pt x="28" y="83"/>
                    </a:lnTo>
                    <a:lnTo>
                      <a:pt x="24" y="83"/>
                    </a:lnTo>
                    <a:lnTo>
                      <a:pt x="21" y="83"/>
                    </a:lnTo>
                    <a:lnTo>
                      <a:pt x="17" y="82"/>
                    </a:lnTo>
                    <a:lnTo>
                      <a:pt x="14" y="80"/>
                    </a:lnTo>
                    <a:lnTo>
                      <a:pt x="11" y="79"/>
                    </a:lnTo>
                    <a:lnTo>
                      <a:pt x="8" y="77"/>
                    </a:lnTo>
                    <a:lnTo>
                      <a:pt x="5" y="75"/>
                    </a:lnTo>
                    <a:lnTo>
                      <a:pt x="3" y="72"/>
                    </a:lnTo>
                    <a:lnTo>
                      <a:pt x="1" y="70"/>
                    </a:lnTo>
                    <a:lnTo>
                      <a:pt x="0" y="67"/>
                    </a:lnTo>
                    <a:lnTo>
                      <a:pt x="3" y="63"/>
                    </a:lnTo>
                    <a:lnTo>
                      <a:pt x="7" y="61"/>
                    </a:lnTo>
                    <a:lnTo>
                      <a:pt x="10" y="59"/>
                    </a:lnTo>
                    <a:lnTo>
                      <a:pt x="14" y="57"/>
                    </a:lnTo>
                    <a:lnTo>
                      <a:pt x="21" y="53"/>
                    </a:lnTo>
                    <a:lnTo>
                      <a:pt x="28" y="49"/>
                    </a:lnTo>
                    <a:lnTo>
                      <a:pt x="36" y="46"/>
                    </a:lnTo>
                    <a:lnTo>
                      <a:pt x="44" y="43"/>
                    </a:lnTo>
                    <a:lnTo>
                      <a:pt x="47" y="41"/>
                    </a:lnTo>
                    <a:lnTo>
                      <a:pt x="51" y="39"/>
                    </a:lnTo>
                    <a:lnTo>
                      <a:pt x="55" y="37"/>
                    </a:lnTo>
                    <a:lnTo>
                      <a:pt x="59" y="35"/>
                    </a:lnTo>
                    <a:lnTo>
                      <a:pt x="62" y="31"/>
                    </a:lnTo>
                    <a:lnTo>
                      <a:pt x="66" y="27"/>
                    </a:lnTo>
                    <a:lnTo>
                      <a:pt x="68" y="25"/>
                    </a:lnTo>
                    <a:lnTo>
                      <a:pt x="71" y="23"/>
                    </a:lnTo>
                    <a:lnTo>
                      <a:pt x="72" y="22"/>
                    </a:lnTo>
                    <a:lnTo>
                      <a:pt x="75" y="20"/>
                    </a:lnTo>
                    <a:lnTo>
                      <a:pt x="85" y="16"/>
                    </a:lnTo>
                    <a:lnTo>
                      <a:pt x="97" y="11"/>
                    </a:lnTo>
                    <a:lnTo>
                      <a:pt x="103" y="9"/>
                    </a:lnTo>
                    <a:lnTo>
                      <a:pt x="108" y="6"/>
                    </a:lnTo>
                    <a:lnTo>
                      <a:pt x="111" y="5"/>
                    </a:lnTo>
                    <a:lnTo>
                      <a:pt x="113" y="3"/>
                    </a:lnTo>
                    <a:lnTo>
                      <a:pt x="115" y="2"/>
                    </a:lnTo>
                    <a:lnTo>
                      <a:pt x="11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7" name="isľiďe"/>
              <p:cNvSpPr/>
              <p:nvPr userDrawn="1"/>
            </p:nvSpPr>
            <p:spPr bwMode="auto">
              <a:xfrm>
                <a:off x="7497763" y="2982913"/>
                <a:ext cx="633413" cy="546100"/>
              </a:xfrm>
              <a:custGeom>
                <a:avLst/>
                <a:gdLst>
                  <a:gd name="T0" fmla="*/ 172 w 399"/>
                  <a:gd name="T1" fmla="*/ 38 h 344"/>
                  <a:gd name="T2" fmla="*/ 170 w 399"/>
                  <a:gd name="T3" fmla="*/ 19 h 344"/>
                  <a:gd name="T4" fmla="*/ 178 w 399"/>
                  <a:gd name="T5" fmla="*/ 12 h 344"/>
                  <a:gd name="T6" fmla="*/ 192 w 399"/>
                  <a:gd name="T7" fmla="*/ 15 h 344"/>
                  <a:gd name="T8" fmla="*/ 233 w 399"/>
                  <a:gd name="T9" fmla="*/ 14 h 344"/>
                  <a:gd name="T10" fmla="*/ 286 w 399"/>
                  <a:gd name="T11" fmla="*/ 4 h 344"/>
                  <a:gd name="T12" fmla="*/ 330 w 399"/>
                  <a:gd name="T13" fmla="*/ 2 h 344"/>
                  <a:gd name="T14" fmla="*/ 351 w 399"/>
                  <a:gd name="T15" fmla="*/ 2 h 344"/>
                  <a:gd name="T16" fmla="*/ 374 w 399"/>
                  <a:gd name="T17" fmla="*/ 3 h 344"/>
                  <a:gd name="T18" fmla="*/ 394 w 399"/>
                  <a:gd name="T19" fmla="*/ 20 h 344"/>
                  <a:gd name="T20" fmla="*/ 398 w 399"/>
                  <a:gd name="T21" fmla="*/ 33 h 344"/>
                  <a:gd name="T22" fmla="*/ 394 w 399"/>
                  <a:gd name="T23" fmla="*/ 49 h 344"/>
                  <a:gd name="T24" fmla="*/ 384 w 399"/>
                  <a:gd name="T25" fmla="*/ 65 h 344"/>
                  <a:gd name="T26" fmla="*/ 363 w 399"/>
                  <a:gd name="T27" fmla="*/ 87 h 344"/>
                  <a:gd name="T28" fmla="*/ 327 w 399"/>
                  <a:gd name="T29" fmla="*/ 126 h 344"/>
                  <a:gd name="T30" fmla="*/ 304 w 399"/>
                  <a:gd name="T31" fmla="*/ 146 h 344"/>
                  <a:gd name="T32" fmla="*/ 292 w 399"/>
                  <a:gd name="T33" fmla="*/ 163 h 344"/>
                  <a:gd name="T34" fmla="*/ 278 w 399"/>
                  <a:gd name="T35" fmla="*/ 178 h 344"/>
                  <a:gd name="T36" fmla="*/ 268 w 399"/>
                  <a:gd name="T37" fmla="*/ 181 h 344"/>
                  <a:gd name="T38" fmla="*/ 263 w 399"/>
                  <a:gd name="T39" fmla="*/ 199 h 344"/>
                  <a:gd name="T40" fmla="*/ 277 w 399"/>
                  <a:gd name="T41" fmla="*/ 213 h 344"/>
                  <a:gd name="T42" fmla="*/ 310 w 399"/>
                  <a:gd name="T43" fmla="*/ 203 h 344"/>
                  <a:gd name="T44" fmla="*/ 325 w 399"/>
                  <a:gd name="T45" fmla="*/ 204 h 344"/>
                  <a:gd name="T46" fmla="*/ 334 w 399"/>
                  <a:gd name="T47" fmla="*/ 211 h 344"/>
                  <a:gd name="T48" fmla="*/ 337 w 399"/>
                  <a:gd name="T49" fmla="*/ 226 h 344"/>
                  <a:gd name="T50" fmla="*/ 324 w 399"/>
                  <a:gd name="T51" fmla="*/ 241 h 344"/>
                  <a:gd name="T52" fmla="*/ 286 w 399"/>
                  <a:gd name="T53" fmla="*/ 254 h 344"/>
                  <a:gd name="T54" fmla="*/ 252 w 399"/>
                  <a:gd name="T55" fmla="*/ 258 h 344"/>
                  <a:gd name="T56" fmla="*/ 213 w 399"/>
                  <a:gd name="T57" fmla="*/ 267 h 344"/>
                  <a:gd name="T58" fmla="*/ 191 w 399"/>
                  <a:gd name="T59" fmla="*/ 282 h 344"/>
                  <a:gd name="T60" fmla="*/ 177 w 399"/>
                  <a:gd name="T61" fmla="*/ 285 h 344"/>
                  <a:gd name="T62" fmla="*/ 144 w 399"/>
                  <a:gd name="T63" fmla="*/ 305 h 344"/>
                  <a:gd name="T64" fmla="*/ 134 w 399"/>
                  <a:gd name="T65" fmla="*/ 307 h 344"/>
                  <a:gd name="T66" fmla="*/ 118 w 399"/>
                  <a:gd name="T67" fmla="*/ 321 h 344"/>
                  <a:gd name="T68" fmla="*/ 103 w 399"/>
                  <a:gd name="T69" fmla="*/ 335 h 344"/>
                  <a:gd name="T70" fmla="*/ 77 w 399"/>
                  <a:gd name="T71" fmla="*/ 343 h 344"/>
                  <a:gd name="T72" fmla="*/ 48 w 399"/>
                  <a:gd name="T73" fmla="*/ 339 h 344"/>
                  <a:gd name="T74" fmla="*/ 39 w 399"/>
                  <a:gd name="T75" fmla="*/ 331 h 344"/>
                  <a:gd name="T76" fmla="*/ 23 w 399"/>
                  <a:gd name="T77" fmla="*/ 331 h 344"/>
                  <a:gd name="T78" fmla="*/ 0 w 399"/>
                  <a:gd name="T79" fmla="*/ 303 h 344"/>
                  <a:gd name="T80" fmla="*/ 9 w 399"/>
                  <a:gd name="T81" fmla="*/ 286 h 344"/>
                  <a:gd name="T82" fmla="*/ 27 w 399"/>
                  <a:gd name="T83" fmla="*/ 279 h 344"/>
                  <a:gd name="T84" fmla="*/ 40 w 399"/>
                  <a:gd name="T85" fmla="*/ 282 h 344"/>
                  <a:gd name="T86" fmla="*/ 84 w 399"/>
                  <a:gd name="T87" fmla="*/ 267 h 344"/>
                  <a:gd name="T88" fmla="*/ 132 w 399"/>
                  <a:gd name="T89" fmla="*/ 247 h 344"/>
                  <a:gd name="T90" fmla="*/ 164 w 399"/>
                  <a:gd name="T91" fmla="*/ 237 h 344"/>
                  <a:gd name="T92" fmla="*/ 193 w 399"/>
                  <a:gd name="T93" fmla="*/ 216 h 344"/>
                  <a:gd name="T94" fmla="*/ 209 w 399"/>
                  <a:gd name="T95" fmla="*/ 185 h 344"/>
                  <a:gd name="T96" fmla="*/ 241 w 399"/>
                  <a:gd name="T97" fmla="*/ 147 h 344"/>
                  <a:gd name="T98" fmla="*/ 264 w 399"/>
                  <a:gd name="T99" fmla="*/ 119 h 344"/>
                  <a:gd name="T100" fmla="*/ 300 w 399"/>
                  <a:gd name="T101" fmla="*/ 82 h 344"/>
                  <a:gd name="T102" fmla="*/ 316 w 399"/>
                  <a:gd name="T103" fmla="*/ 58 h 344"/>
                  <a:gd name="T104" fmla="*/ 305 w 399"/>
                  <a:gd name="T105" fmla="*/ 46 h 344"/>
                  <a:gd name="T106" fmla="*/ 292 w 399"/>
                  <a:gd name="T107" fmla="*/ 46 h 344"/>
                  <a:gd name="T108" fmla="*/ 268 w 399"/>
                  <a:gd name="T109" fmla="*/ 49 h 344"/>
                  <a:gd name="T110" fmla="*/ 240 w 399"/>
                  <a:gd name="T111" fmla="*/ 62 h 344"/>
                  <a:gd name="T112" fmla="*/ 204 w 399"/>
                  <a:gd name="T113" fmla="*/ 78 h 344"/>
                  <a:gd name="T114" fmla="*/ 191 w 399"/>
                  <a:gd name="T115" fmla="*/ 78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99" h="344">
                    <a:moveTo>
                      <a:pt x="184" y="73"/>
                    </a:moveTo>
                    <a:lnTo>
                      <a:pt x="182" y="68"/>
                    </a:lnTo>
                    <a:lnTo>
                      <a:pt x="180" y="61"/>
                    </a:lnTo>
                    <a:lnTo>
                      <a:pt x="176" y="52"/>
                    </a:lnTo>
                    <a:lnTo>
                      <a:pt x="174" y="42"/>
                    </a:lnTo>
                    <a:lnTo>
                      <a:pt x="172" y="38"/>
                    </a:lnTo>
                    <a:lnTo>
                      <a:pt x="171" y="34"/>
                    </a:lnTo>
                    <a:lnTo>
                      <a:pt x="170" y="30"/>
                    </a:lnTo>
                    <a:lnTo>
                      <a:pt x="170" y="26"/>
                    </a:lnTo>
                    <a:lnTo>
                      <a:pt x="170" y="22"/>
                    </a:lnTo>
                    <a:lnTo>
                      <a:pt x="170" y="20"/>
                    </a:lnTo>
                    <a:lnTo>
                      <a:pt x="170" y="19"/>
                    </a:lnTo>
                    <a:lnTo>
                      <a:pt x="171" y="18"/>
                    </a:lnTo>
                    <a:lnTo>
                      <a:pt x="172" y="18"/>
                    </a:lnTo>
                    <a:lnTo>
                      <a:pt x="172" y="17"/>
                    </a:lnTo>
                    <a:lnTo>
                      <a:pt x="174" y="14"/>
                    </a:lnTo>
                    <a:lnTo>
                      <a:pt x="176" y="13"/>
                    </a:lnTo>
                    <a:lnTo>
                      <a:pt x="178" y="12"/>
                    </a:lnTo>
                    <a:lnTo>
                      <a:pt x="180" y="11"/>
                    </a:lnTo>
                    <a:lnTo>
                      <a:pt x="180" y="11"/>
                    </a:lnTo>
                    <a:lnTo>
                      <a:pt x="182" y="11"/>
                    </a:lnTo>
                    <a:lnTo>
                      <a:pt x="185" y="12"/>
                    </a:lnTo>
                    <a:lnTo>
                      <a:pt x="188" y="13"/>
                    </a:lnTo>
                    <a:lnTo>
                      <a:pt x="192" y="15"/>
                    </a:lnTo>
                    <a:lnTo>
                      <a:pt x="196" y="17"/>
                    </a:lnTo>
                    <a:lnTo>
                      <a:pt x="200" y="18"/>
                    </a:lnTo>
                    <a:lnTo>
                      <a:pt x="205" y="17"/>
                    </a:lnTo>
                    <a:lnTo>
                      <a:pt x="212" y="17"/>
                    </a:lnTo>
                    <a:lnTo>
                      <a:pt x="220" y="16"/>
                    </a:lnTo>
                    <a:lnTo>
                      <a:pt x="233" y="14"/>
                    </a:lnTo>
                    <a:lnTo>
                      <a:pt x="244" y="13"/>
                    </a:lnTo>
                    <a:lnTo>
                      <a:pt x="252" y="10"/>
                    </a:lnTo>
                    <a:lnTo>
                      <a:pt x="260" y="9"/>
                    </a:lnTo>
                    <a:lnTo>
                      <a:pt x="268" y="6"/>
                    </a:lnTo>
                    <a:lnTo>
                      <a:pt x="279" y="5"/>
                    </a:lnTo>
                    <a:lnTo>
                      <a:pt x="286" y="4"/>
                    </a:lnTo>
                    <a:lnTo>
                      <a:pt x="293" y="3"/>
                    </a:lnTo>
                    <a:lnTo>
                      <a:pt x="300" y="3"/>
                    </a:lnTo>
                    <a:lnTo>
                      <a:pt x="308" y="2"/>
                    </a:lnTo>
                    <a:lnTo>
                      <a:pt x="316" y="2"/>
                    </a:lnTo>
                    <a:lnTo>
                      <a:pt x="324" y="2"/>
                    </a:lnTo>
                    <a:lnTo>
                      <a:pt x="330" y="2"/>
                    </a:lnTo>
                    <a:lnTo>
                      <a:pt x="337" y="0"/>
                    </a:lnTo>
                    <a:lnTo>
                      <a:pt x="340" y="0"/>
                    </a:lnTo>
                    <a:lnTo>
                      <a:pt x="342" y="0"/>
                    </a:lnTo>
                    <a:lnTo>
                      <a:pt x="344" y="0"/>
                    </a:lnTo>
                    <a:lnTo>
                      <a:pt x="346" y="1"/>
                    </a:lnTo>
                    <a:lnTo>
                      <a:pt x="351" y="2"/>
                    </a:lnTo>
                    <a:lnTo>
                      <a:pt x="354" y="2"/>
                    </a:lnTo>
                    <a:lnTo>
                      <a:pt x="358" y="2"/>
                    </a:lnTo>
                    <a:lnTo>
                      <a:pt x="362" y="2"/>
                    </a:lnTo>
                    <a:lnTo>
                      <a:pt x="366" y="2"/>
                    </a:lnTo>
                    <a:lnTo>
                      <a:pt x="369" y="1"/>
                    </a:lnTo>
                    <a:lnTo>
                      <a:pt x="374" y="3"/>
                    </a:lnTo>
                    <a:lnTo>
                      <a:pt x="378" y="6"/>
                    </a:lnTo>
                    <a:lnTo>
                      <a:pt x="384" y="10"/>
                    </a:lnTo>
                    <a:lnTo>
                      <a:pt x="388" y="14"/>
                    </a:lnTo>
                    <a:lnTo>
                      <a:pt x="390" y="16"/>
                    </a:lnTo>
                    <a:lnTo>
                      <a:pt x="392" y="18"/>
                    </a:lnTo>
                    <a:lnTo>
                      <a:pt x="394" y="20"/>
                    </a:lnTo>
                    <a:lnTo>
                      <a:pt x="396" y="22"/>
                    </a:lnTo>
                    <a:lnTo>
                      <a:pt x="396" y="25"/>
                    </a:lnTo>
                    <a:lnTo>
                      <a:pt x="398" y="27"/>
                    </a:lnTo>
                    <a:lnTo>
                      <a:pt x="398" y="30"/>
                    </a:lnTo>
                    <a:lnTo>
                      <a:pt x="399" y="31"/>
                    </a:lnTo>
                    <a:lnTo>
                      <a:pt x="398" y="33"/>
                    </a:lnTo>
                    <a:lnTo>
                      <a:pt x="397" y="34"/>
                    </a:lnTo>
                    <a:lnTo>
                      <a:pt x="396" y="35"/>
                    </a:lnTo>
                    <a:lnTo>
                      <a:pt x="396" y="37"/>
                    </a:lnTo>
                    <a:lnTo>
                      <a:pt x="395" y="41"/>
                    </a:lnTo>
                    <a:lnTo>
                      <a:pt x="395" y="45"/>
                    </a:lnTo>
                    <a:lnTo>
                      <a:pt x="394" y="49"/>
                    </a:lnTo>
                    <a:lnTo>
                      <a:pt x="393" y="52"/>
                    </a:lnTo>
                    <a:lnTo>
                      <a:pt x="392" y="55"/>
                    </a:lnTo>
                    <a:lnTo>
                      <a:pt x="391" y="58"/>
                    </a:lnTo>
                    <a:lnTo>
                      <a:pt x="389" y="61"/>
                    </a:lnTo>
                    <a:lnTo>
                      <a:pt x="387" y="62"/>
                    </a:lnTo>
                    <a:lnTo>
                      <a:pt x="384" y="65"/>
                    </a:lnTo>
                    <a:lnTo>
                      <a:pt x="381" y="66"/>
                    </a:lnTo>
                    <a:lnTo>
                      <a:pt x="376" y="70"/>
                    </a:lnTo>
                    <a:lnTo>
                      <a:pt x="372" y="74"/>
                    </a:lnTo>
                    <a:lnTo>
                      <a:pt x="368" y="78"/>
                    </a:lnTo>
                    <a:lnTo>
                      <a:pt x="366" y="82"/>
                    </a:lnTo>
                    <a:lnTo>
                      <a:pt x="363" y="87"/>
                    </a:lnTo>
                    <a:lnTo>
                      <a:pt x="360" y="91"/>
                    </a:lnTo>
                    <a:lnTo>
                      <a:pt x="354" y="96"/>
                    </a:lnTo>
                    <a:lnTo>
                      <a:pt x="348" y="103"/>
                    </a:lnTo>
                    <a:lnTo>
                      <a:pt x="343" y="108"/>
                    </a:lnTo>
                    <a:lnTo>
                      <a:pt x="337" y="114"/>
                    </a:lnTo>
                    <a:lnTo>
                      <a:pt x="327" y="126"/>
                    </a:lnTo>
                    <a:lnTo>
                      <a:pt x="316" y="138"/>
                    </a:lnTo>
                    <a:lnTo>
                      <a:pt x="313" y="139"/>
                    </a:lnTo>
                    <a:lnTo>
                      <a:pt x="312" y="141"/>
                    </a:lnTo>
                    <a:lnTo>
                      <a:pt x="309" y="143"/>
                    </a:lnTo>
                    <a:lnTo>
                      <a:pt x="306" y="145"/>
                    </a:lnTo>
                    <a:lnTo>
                      <a:pt x="304" y="146"/>
                    </a:lnTo>
                    <a:lnTo>
                      <a:pt x="302" y="147"/>
                    </a:lnTo>
                    <a:lnTo>
                      <a:pt x="300" y="150"/>
                    </a:lnTo>
                    <a:lnTo>
                      <a:pt x="297" y="151"/>
                    </a:lnTo>
                    <a:lnTo>
                      <a:pt x="296" y="156"/>
                    </a:lnTo>
                    <a:lnTo>
                      <a:pt x="295" y="161"/>
                    </a:lnTo>
                    <a:lnTo>
                      <a:pt x="292" y="163"/>
                    </a:lnTo>
                    <a:lnTo>
                      <a:pt x="289" y="164"/>
                    </a:lnTo>
                    <a:lnTo>
                      <a:pt x="286" y="166"/>
                    </a:lnTo>
                    <a:lnTo>
                      <a:pt x="283" y="167"/>
                    </a:lnTo>
                    <a:lnTo>
                      <a:pt x="281" y="172"/>
                    </a:lnTo>
                    <a:lnTo>
                      <a:pt x="279" y="177"/>
                    </a:lnTo>
                    <a:lnTo>
                      <a:pt x="278" y="178"/>
                    </a:lnTo>
                    <a:lnTo>
                      <a:pt x="276" y="179"/>
                    </a:lnTo>
                    <a:lnTo>
                      <a:pt x="276" y="179"/>
                    </a:lnTo>
                    <a:lnTo>
                      <a:pt x="275" y="179"/>
                    </a:lnTo>
                    <a:lnTo>
                      <a:pt x="272" y="179"/>
                    </a:lnTo>
                    <a:lnTo>
                      <a:pt x="270" y="180"/>
                    </a:lnTo>
                    <a:lnTo>
                      <a:pt x="268" y="181"/>
                    </a:lnTo>
                    <a:lnTo>
                      <a:pt x="268" y="182"/>
                    </a:lnTo>
                    <a:lnTo>
                      <a:pt x="267" y="183"/>
                    </a:lnTo>
                    <a:lnTo>
                      <a:pt x="266" y="186"/>
                    </a:lnTo>
                    <a:lnTo>
                      <a:pt x="264" y="189"/>
                    </a:lnTo>
                    <a:lnTo>
                      <a:pt x="264" y="194"/>
                    </a:lnTo>
                    <a:lnTo>
                      <a:pt x="263" y="199"/>
                    </a:lnTo>
                    <a:lnTo>
                      <a:pt x="262" y="203"/>
                    </a:lnTo>
                    <a:lnTo>
                      <a:pt x="262" y="207"/>
                    </a:lnTo>
                    <a:lnTo>
                      <a:pt x="263" y="210"/>
                    </a:lnTo>
                    <a:lnTo>
                      <a:pt x="268" y="211"/>
                    </a:lnTo>
                    <a:lnTo>
                      <a:pt x="274" y="213"/>
                    </a:lnTo>
                    <a:lnTo>
                      <a:pt x="277" y="213"/>
                    </a:lnTo>
                    <a:lnTo>
                      <a:pt x="280" y="213"/>
                    </a:lnTo>
                    <a:lnTo>
                      <a:pt x="284" y="213"/>
                    </a:lnTo>
                    <a:lnTo>
                      <a:pt x="288" y="212"/>
                    </a:lnTo>
                    <a:lnTo>
                      <a:pt x="296" y="208"/>
                    </a:lnTo>
                    <a:lnTo>
                      <a:pt x="308" y="203"/>
                    </a:lnTo>
                    <a:lnTo>
                      <a:pt x="310" y="203"/>
                    </a:lnTo>
                    <a:lnTo>
                      <a:pt x="313" y="202"/>
                    </a:lnTo>
                    <a:lnTo>
                      <a:pt x="316" y="202"/>
                    </a:lnTo>
                    <a:lnTo>
                      <a:pt x="319" y="202"/>
                    </a:lnTo>
                    <a:lnTo>
                      <a:pt x="321" y="202"/>
                    </a:lnTo>
                    <a:lnTo>
                      <a:pt x="324" y="203"/>
                    </a:lnTo>
                    <a:lnTo>
                      <a:pt x="325" y="204"/>
                    </a:lnTo>
                    <a:lnTo>
                      <a:pt x="326" y="205"/>
                    </a:lnTo>
                    <a:lnTo>
                      <a:pt x="328" y="206"/>
                    </a:lnTo>
                    <a:lnTo>
                      <a:pt x="328" y="207"/>
                    </a:lnTo>
                    <a:lnTo>
                      <a:pt x="330" y="208"/>
                    </a:lnTo>
                    <a:lnTo>
                      <a:pt x="332" y="210"/>
                    </a:lnTo>
                    <a:lnTo>
                      <a:pt x="334" y="211"/>
                    </a:lnTo>
                    <a:lnTo>
                      <a:pt x="335" y="213"/>
                    </a:lnTo>
                    <a:lnTo>
                      <a:pt x="336" y="215"/>
                    </a:lnTo>
                    <a:lnTo>
                      <a:pt x="336" y="217"/>
                    </a:lnTo>
                    <a:lnTo>
                      <a:pt x="337" y="219"/>
                    </a:lnTo>
                    <a:lnTo>
                      <a:pt x="337" y="221"/>
                    </a:lnTo>
                    <a:lnTo>
                      <a:pt x="337" y="226"/>
                    </a:lnTo>
                    <a:lnTo>
                      <a:pt x="336" y="231"/>
                    </a:lnTo>
                    <a:lnTo>
                      <a:pt x="335" y="235"/>
                    </a:lnTo>
                    <a:lnTo>
                      <a:pt x="333" y="239"/>
                    </a:lnTo>
                    <a:lnTo>
                      <a:pt x="330" y="239"/>
                    </a:lnTo>
                    <a:lnTo>
                      <a:pt x="328" y="240"/>
                    </a:lnTo>
                    <a:lnTo>
                      <a:pt x="324" y="241"/>
                    </a:lnTo>
                    <a:lnTo>
                      <a:pt x="322" y="241"/>
                    </a:lnTo>
                    <a:lnTo>
                      <a:pt x="316" y="243"/>
                    </a:lnTo>
                    <a:lnTo>
                      <a:pt x="311" y="245"/>
                    </a:lnTo>
                    <a:lnTo>
                      <a:pt x="300" y="250"/>
                    </a:lnTo>
                    <a:lnTo>
                      <a:pt x="290" y="254"/>
                    </a:lnTo>
                    <a:lnTo>
                      <a:pt x="286" y="254"/>
                    </a:lnTo>
                    <a:lnTo>
                      <a:pt x="281" y="254"/>
                    </a:lnTo>
                    <a:lnTo>
                      <a:pt x="276" y="254"/>
                    </a:lnTo>
                    <a:lnTo>
                      <a:pt x="272" y="254"/>
                    </a:lnTo>
                    <a:lnTo>
                      <a:pt x="265" y="255"/>
                    </a:lnTo>
                    <a:lnTo>
                      <a:pt x="259" y="256"/>
                    </a:lnTo>
                    <a:lnTo>
                      <a:pt x="252" y="258"/>
                    </a:lnTo>
                    <a:lnTo>
                      <a:pt x="244" y="259"/>
                    </a:lnTo>
                    <a:lnTo>
                      <a:pt x="236" y="259"/>
                    </a:lnTo>
                    <a:lnTo>
                      <a:pt x="229" y="261"/>
                    </a:lnTo>
                    <a:lnTo>
                      <a:pt x="222" y="263"/>
                    </a:lnTo>
                    <a:lnTo>
                      <a:pt x="216" y="265"/>
                    </a:lnTo>
                    <a:lnTo>
                      <a:pt x="213" y="267"/>
                    </a:lnTo>
                    <a:lnTo>
                      <a:pt x="210" y="268"/>
                    </a:lnTo>
                    <a:lnTo>
                      <a:pt x="208" y="271"/>
                    </a:lnTo>
                    <a:lnTo>
                      <a:pt x="204" y="273"/>
                    </a:lnTo>
                    <a:lnTo>
                      <a:pt x="198" y="278"/>
                    </a:lnTo>
                    <a:lnTo>
                      <a:pt x="192" y="281"/>
                    </a:lnTo>
                    <a:lnTo>
                      <a:pt x="191" y="282"/>
                    </a:lnTo>
                    <a:lnTo>
                      <a:pt x="188" y="283"/>
                    </a:lnTo>
                    <a:lnTo>
                      <a:pt x="186" y="283"/>
                    </a:lnTo>
                    <a:lnTo>
                      <a:pt x="184" y="283"/>
                    </a:lnTo>
                    <a:lnTo>
                      <a:pt x="181" y="284"/>
                    </a:lnTo>
                    <a:lnTo>
                      <a:pt x="179" y="284"/>
                    </a:lnTo>
                    <a:lnTo>
                      <a:pt x="177" y="285"/>
                    </a:lnTo>
                    <a:lnTo>
                      <a:pt x="175" y="287"/>
                    </a:lnTo>
                    <a:lnTo>
                      <a:pt x="168" y="291"/>
                    </a:lnTo>
                    <a:lnTo>
                      <a:pt x="161" y="295"/>
                    </a:lnTo>
                    <a:lnTo>
                      <a:pt x="154" y="300"/>
                    </a:lnTo>
                    <a:lnTo>
                      <a:pt x="146" y="304"/>
                    </a:lnTo>
                    <a:lnTo>
                      <a:pt x="144" y="305"/>
                    </a:lnTo>
                    <a:lnTo>
                      <a:pt x="143" y="306"/>
                    </a:lnTo>
                    <a:lnTo>
                      <a:pt x="140" y="306"/>
                    </a:lnTo>
                    <a:lnTo>
                      <a:pt x="139" y="306"/>
                    </a:lnTo>
                    <a:lnTo>
                      <a:pt x="137" y="306"/>
                    </a:lnTo>
                    <a:lnTo>
                      <a:pt x="136" y="306"/>
                    </a:lnTo>
                    <a:lnTo>
                      <a:pt x="134" y="307"/>
                    </a:lnTo>
                    <a:lnTo>
                      <a:pt x="132" y="307"/>
                    </a:lnTo>
                    <a:lnTo>
                      <a:pt x="129" y="311"/>
                    </a:lnTo>
                    <a:lnTo>
                      <a:pt x="127" y="316"/>
                    </a:lnTo>
                    <a:lnTo>
                      <a:pt x="124" y="318"/>
                    </a:lnTo>
                    <a:lnTo>
                      <a:pt x="120" y="319"/>
                    </a:lnTo>
                    <a:lnTo>
                      <a:pt x="118" y="321"/>
                    </a:lnTo>
                    <a:lnTo>
                      <a:pt x="115" y="322"/>
                    </a:lnTo>
                    <a:lnTo>
                      <a:pt x="113" y="324"/>
                    </a:lnTo>
                    <a:lnTo>
                      <a:pt x="111" y="327"/>
                    </a:lnTo>
                    <a:lnTo>
                      <a:pt x="109" y="330"/>
                    </a:lnTo>
                    <a:lnTo>
                      <a:pt x="107" y="333"/>
                    </a:lnTo>
                    <a:lnTo>
                      <a:pt x="103" y="335"/>
                    </a:lnTo>
                    <a:lnTo>
                      <a:pt x="96" y="339"/>
                    </a:lnTo>
                    <a:lnTo>
                      <a:pt x="88" y="342"/>
                    </a:lnTo>
                    <a:lnTo>
                      <a:pt x="83" y="344"/>
                    </a:lnTo>
                    <a:lnTo>
                      <a:pt x="81" y="343"/>
                    </a:lnTo>
                    <a:lnTo>
                      <a:pt x="80" y="343"/>
                    </a:lnTo>
                    <a:lnTo>
                      <a:pt x="77" y="343"/>
                    </a:lnTo>
                    <a:lnTo>
                      <a:pt x="76" y="342"/>
                    </a:lnTo>
                    <a:lnTo>
                      <a:pt x="71" y="342"/>
                    </a:lnTo>
                    <a:lnTo>
                      <a:pt x="67" y="342"/>
                    </a:lnTo>
                    <a:lnTo>
                      <a:pt x="58" y="342"/>
                    </a:lnTo>
                    <a:lnTo>
                      <a:pt x="49" y="342"/>
                    </a:lnTo>
                    <a:lnTo>
                      <a:pt x="48" y="339"/>
                    </a:lnTo>
                    <a:lnTo>
                      <a:pt x="47" y="336"/>
                    </a:lnTo>
                    <a:lnTo>
                      <a:pt x="46" y="334"/>
                    </a:lnTo>
                    <a:lnTo>
                      <a:pt x="44" y="333"/>
                    </a:lnTo>
                    <a:lnTo>
                      <a:pt x="43" y="332"/>
                    </a:lnTo>
                    <a:lnTo>
                      <a:pt x="42" y="331"/>
                    </a:lnTo>
                    <a:lnTo>
                      <a:pt x="39" y="331"/>
                    </a:lnTo>
                    <a:lnTo>
                      <a:pt x="38" y="331"/>
                    </a:lnTo>
                    <a:lnTo>
                      <a:pt x="35" y="331"/>
                    </a:lnTo>
                    <a:lnTo>
                      <a:pt x="30" y="331"/>
                    </a:lnTo>
                    <a:lnTo>
                      <a:pt x="28" y="331"/>
                    </a:lnTo>
                    <a:lnTo>
                      <a:pt x="26" y="331"/>
                    </a:lnTo>
                    <a:lnTo>
                      <a:pt x="23" y="331"/>
                    </a:lnTo>
                    <a:lnTo>
                      <a:pt x="22" y="330"/>
                    </a:lnTo>
                    <a:lnTo>
                      <a:pt x="18" y="327"/>
                    </a:lnTo>
                    <a:lnTo>
                      <a:pt x="11" y="319"/>
                    </a:lnTo>
                    <a:lnTo>
                      <a:pt x="4" y="311"/>
                    </a:lnTo>
                    <a:lnTo>
                      <a:pt x="0" y="307"/>
                    </a:lnTo>
                    <a:lnTo>
                      <a:pt x="0" y="303"/>
                    </a:lnTo>
                    <a:lnTo>
                      <a:pt x="0" y="299"/>
                    </a:lnTo>
                    <a:lnTo>
                      <a:pt x="0" y="295"/>
                    </a:lnTo>
                    <a:lnTo>
                      <a:pt x="0" y="291"/>
                    </a:lnTo>
                    <a:lnTo>
                      <a:pt x="2" y="290"/>
                    </a:lnTo>
                    <a:lnTo>
                      <a:pt x="5" y="287"/>
                    </a:lnTo>
                    <a:lnTo>
                      <a:pt x="9" y="286"/>
                    </a:lnTo>
                    <a:lnTo>
                      <a:pt x="13" y="283"/>
                    </a:lnTo>
                    <a:lnTo>
                      <a:pt x="18" y="282"/>
                    </a:lnTo>
                    <a:lnTo>
                      <a:pt x="22" y="280"/>
                    </a:lnTo>
                    <a:lnTo>
                      <a:pt x="24" y="279"/>
                    </a:lnTo>
                    <a:lnTo>
                      <a:pt x="26" y="279"/>
                    </a:lnTo>
                    <a:lnTo>
                      <a:pt x="27" y="279"/>
                    </a:lnTo>
                    <a:lnTo>
                      <a:pt x="28" y="279"/>
                    </a:lnTo>
                    <a:lnTo>
                      <a:pt x="31" y="280"/>
                    </a:lnTo>
                    <a:lnTo>
                      <a:pt x="34" y="281"/>
                    </a:lnTo>
                    <a:lnTo>
                      <a:pt x="36" y="282"/>
                    </a:lnTo>
                    <a:lnTo>
                      <a:pt x="38" y="282"/>
                    </a:lnTo>
                    <a:lnTo>
                      <a:pt x="40" y="282"/>
                    </a:lnTo>
                    <a:lnTo>
                      <a:pt x="42" y="281"/>
                    </a:lnTo>
                    <a:lnTo>
                      <a:pt x="50" y="278"/>
                    </a:lnTo>
                    <a:lnTo>
                      <a:pt x="59" y="275"/>
                    </a:lnTo>
                    <a:lnTo>
                      <a:pt x="67" y="272"/>
                    </a:lnTo>
                    <a:lnTo>
                      <a:pt x="76" y="270"/>
                    </a:lnTo>
                    <a:lnTo>
                      <a:pt x="84" y="267"/>
                    </a:lnTo>
                    <a:lnTo>
                      <a:pt x="93" y="264"/>
                    </a:lnTo>
                    <a:lnTo>
                      <a:pt x="102" y="262"/>
                    </a:lnTo>
                    <a:lnTo>
                      <a:pt x="110" y="259"/>
                    </a:lnTo>
                    <a:lnTo>
                      <a:pt x="117" y="255"/>
                    </a:lnTo>
                    <a:lnTo>
                      <a:pt x="125" y="251"/>
                    </a:lnTo>
                    <a:lnTo>
                      <a:pt x="132" y="247"/>
                    </a:lnTo>
                    <a:lnTo>
                      <a:pt x="137" y="244"/>
                    </a:lnTo>
                    <a:lnTo>
                      <a:pt x="142" y="243"/>
                    </a:lnTo>
                    <a:lnTo>
                      <a:pt x="146" y="243"/>
                    </a:lnTo>
                    <a:lnTo>
                      <a:pt x="151" y="242"/>
                    </a:lnTo>
                    <a:lnTo>
                      <a:pt x="155" y="241"/>
                    </a:lnTo>
                    <a:lnTo>
                      <a:pt x="164" y="237"/>
                    </a:lnTo>
                    <a:lnTo>
                      <a:pt x="174" y="232"/>
                    </a:lnTo>
                    <a:lnTo>
                      <a:pt x="178" y="230"/>
                    </a:lnTo>
                    <a:lnTo>
                      <a:pt x="183" y="227"/>
                    </a:lnTo>
                    <a:lnTo>
                      <a:pt x="187" y="224"/>
                    </a:lnTo>
                    <a:lnTo>
                      <a:pt x="190" y="221"/>
                    </a:lnTo>
                    <a:lnTo>
                      <a:pt x="193" y="216"/>
                    </a:lnTo>
                    <a:lnTo>
                      <a:pt x="196" y="211"/>
                    </a:lnTo>
                    <a:lnTo>
                      <a:pt x="199" y="206"/>
                    </a:lnTo>
                    <a:lnTo>
                      <a:pt x="201" y="201"/>
                    </a:lnTo>
                    <a:lnTo>
                      <a:pt x="204" y="195"/>
                    </a:lnTo>
                    <a:lnTo>
                      <a:pt x="206" y="190"/>
                    </a:lnTo>
                    <a:lnTo>
                      <a:pt x="209" y="185"/>
                    </a:lnTo>
                    <a:lnTo>
                      <a:pt x="212" y="180"/>
                    </a:lnTo>
                    <a:lnTo>
                      <a:pt x="216" y="173"/>
                    </a:lnTo>
                    <a:lnTo>
                      <a:pt x="222" y="167"/>
                    </a:lnTo>
                    <a:lnTo>
                      <a:pt x="228" y="159"/>
                    </a:lnTo>
                    <a:lnTo>
                      <a:pt x="235" y="153"/>
                    </a:lnTo>
                    <a:lnTo>
                      <a:pt x="241" y="147"/>
                    </a:lnTo>
                    <a:lnTo>
                      <a:pt x="248" y="141"/>
                    </a:lnTo>
                    <a:lnTo>
                      <a:pt x="254" y="135"/>
                    </a:lnTo>
                    <a:lnTo>
                      <a:pt x="260" y="128"/>
                    </a:lnTo>
                    <a:lnTo>
                      <a:pt x="261" y="126"/>
                    </a:lnTo>
                    <a:lnTo>
                      <a:pt x="263" y="123"/>
                    </a:lnTo>
                    <a:lnTo>
                      <a:pt x="264" y="119"/>
                    </a:lnTo>
                    <a:lnTo>
                      <a:pt x="265" y="117"/>
                    </a:lnTo>
                    <a:lnTo>
                      <a:pt x="270" y="111"/>
                    </a:lnTo>
                    <a:lnTo>
                      <a:pt x="278" y="104"/>
                    </a:lnTo>
                    <a:lnTo>
                      <a:pt x="287" y="95"/>
                    </a:lnTo>
                    <a:lnTo>
                      <a:pt x="296" y="86"/>
                    </a:lnTo>
                    <a:lnTo>
                      <a:pt x="300" y="82"/>
                    </a:lnTo>
                    <a:lnTo>
                      <a:pt x="304" y="77"/>
                    </a:lnTo>
                    <a:lnTo>
                      <a:pt x="308" y="72"/>
                    </a:lnTo>
                    <a:lnTo>
                      <a:pt x="311" y="68"/>
                    </a:lnTo>
                    <a:lnTo>
                      <a:pt x="314" y="63"/>
                    </a:lnTo>
                    <a:lnTo>
                      <a:pt x="316" y="59"/>
                    </a:lnTo>
                    <a:lnTo>
                      <a:pt x="316" y="58"/>
                    </a:lnTo>
                    <a:lnTo>
                      <a:pt x="317" y="55"/>
                    </a:lnTo>
                    <a:lnTo>
                      <a:pt x="318" y="54"/>
                    </a:lnTo>
                    <a:lnTo>
                      <a:pt x="318" y="52"/>
                    </a:lnTo>
                    <a:lnTo>
                      <a:pt x="312" y="50"/>
                    </a:lnTo>
                    <a:lnTo>
                      <a:pt x="308" y="46"/>
                    </a:lnTo>
                    <a:lnTo>
                      <a:pt x="305" y="46"/>
                    </a:lnTo>
                    <a:lnTo>
                      <a:pt x="302" y="45"/>
                    </a:lnTo>
                    <a:lnTo>
                      <a:pt x="299" y="45"/>
                    </a:lnTo>
                    <a:lnTo>
                      <a:pt x="296" y="45"/>
                    </a:lnTo>
                    <a:lnTo>
                      <a:pt x="295" y="46"/>
                    </a:lnTo>
                    <a:lnTo>
                      <a:pt x="294" y="46"/>
                    </a:lnTo>
                    <a:lnTo>
                      <a:pt x="292" y="46"/>
                    </a:lnTo>
                    <a:lnTo>
                      <a:pt x="291" y="46"/>
                    </a:lnTo>
                    <a:lnTo>
                      <a:pt x="288" y="47"/>
                    </a:lnTo>
                    <a:lnTo>
                      <a:pt x="283" y="47"/>
                    </a:lnTo>
                    <a:lnTo>
                      <a:pt x="278" y="48"/>
                    </a:lnTo>
                    <a:lnTo>
                      <a:pt x="273" y="48"/>
                    </a:lnTo>
                    <a:lnTo>
                      <a:pt x="268" y="49"/>
                    </a:lnTo>
                    <a:lnTo>
                      <a:pt x="265" y="50"/>
                    </a:lnTo>
                    <a:lnTo>
                      <a:pt x="262" y="50"/>
                    </a:lnTo>
                    <a:lnTo>
                      <a:pt x="258" y="52"/>
                    </a:lnTo>
                    <a:lnTo>
                      <a:pt x="254" y="54"/>
                    </a:lnTo>
                    <a:lnTo>
                      <a:pt x="250" y="57"/>
                    </a:lnTo>
                    <a:lnTo>
                      <a:pt x="240" y="62"/>
                    </a:lnTo>
                    <a:lnTo>
                      <a:pt x="229" y="68"/>
                    </a:lnTo>
                    <a:lnTo>
                      <a:pt x="224" y="70"/>
                    </a:lnTo>
                    <a:lnTo>
                      <a:pt x="218" y="73"/>
                    </a:lnTo>
                    <a:lnTo>
                      <a:pt x="213" y="75"/>
                    </a:lnTo>
                    <a:lnTo>
                      <a:pt x="208" y="78"/>
                    </a:lnTo>
                    <a:lnTo>
                      <a:pt x="204" y="78"/>
                    </a:lnTo>
                    <a:lnTo>
                      <a:pt x="199" y="79"/>
                    </a:lnTo>
                    <a:lnTo>
                      <a:pt x="197" y="79"/>
                    </a:lnTo>
                    <a:lnTo>
                      <a:pt x="195" y="79"/>
                    </a:lnTo>
                    <a:lnTo>
                      <a:pt x="193" y="79"/>
                    </a:lnTo>
                    <a:lnTo>
                      <a:pt x="192" y="78"/>
                    </a:lnTo>
                    <a:lnTo>
                      <a:pt x="191" y="78"/>
                    </a:lnTo>
                    <a:lnTo>
                      <a:pt x="190" y="78"/>
                    </a:lnTo>
                    <a:lnTo>
                      <a:pt x="189" y="77"/>
                    </a:lnTo>
                    <a:lnTo>
                      <a:pt x="188" y="76"/>
                    </a:lnTo>
                    <a:lnTo>
                      <a:pt x="185" y="74"/>
                    </a:lnTo>
                    <a:lnTo>
                      <a:pt x="184" y="73"/>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8" name="íSľîďê"/>
              <p:cNvSpPr/>
              <p:nvPr userDrawn="1"/>
            </p:nvSpPr>
            <p:spPr bwMode="auto">
              <a:xfrm>
                <a:off x="8407401" y="2833688"/>
                <a:ext cx="598488" cy="801688"/>
              </a:xfrm>
              <a:custGeom>
                <a:avLst/>
                <a:gdLst>
                  <a:gd name="T0" fmla="*/ 311 w 377"/>
                  <a:gd name="T1" fmla="*/ 8 h 505"/>
                  <a:gd name="T2" fmla="*/ 319 w 377"/>
                  <a:gd name="T3" fmla="*/ 18 h 505"/>
                  <a:gd name="T4" fmla="*/ 333 w 377"/>
                  <a:gd name="T5" fmla="*/ 28 h 505"/>
                  <a:gd name="T6" fmla="*/ 348 w 377"/>
                  <a:gd name="T7" fmla="*/ 44 h 505"/>
                  <a:gd name="T8" fmla="*/ 343 w 377"/>
                  <a:gd name="T9" fmla="*/ 72 h 505"/>
                  <a:gd name="T10" fmla="*/ 339 w 377"/>
                  <a:gd name="T11" fmla="*/ 89 h 505"/>
                  <a:gd name="T12" fmla="*/ 343 w 377"/>
                  <a:gd name="T13" fmla="*/ 113 h 505"/>
                  <a:gd name="T14" fmla="*/ 349 w 377"/>
                  <a:gd name="T15" fmla="*/ 128 h 505"/>
                  <a:gd name="T16" fmla="*/ 366 w 377"/>
                  <a:gd name="T17" fmla="*/ 130 h 505"/>
                  <a:gd name="T18" fmla="*/ 376 w 377"/>
                  <a:gd name="T19" fmla="*/ 139 h 505"/>
                  <a:gd name="T20" fmla="*/ 377 w 377"/>
                  <a:gd name="T21" fmla="*/ 151 h 505"/>
                  <a:gd name="T22" fmla="*/ 369 w 377"/>
                  <a:gd name="T23" fmla="*/ 169 h 505"/>
                  <a:gd name="T24" fmla="*/ 339 w 377"/>
                  <a:gd name="T25" fmla="*/ 189 h 505"/>
                  <a:gd name="T26" fmla="*/ 315 w 377"/>
                  <a:gd name="T27" fmla="*/ 211 h 505"/>
                  <a:gd name="T28" fmla="*/ 301 w 377"/>
                  <a:gd name="T29" fmla="*/ 235 h 505"/>
                  <a:gd name="T30" fmla="*/ 290 w 377"/>
                  <a:gd name="T31" fmla="*/ 263 h 505"/>
                  <a:gd name="T32" fmla="*/ 270 w 377"/>
                  <a:gd name="T33" fmla="*/ 293 h 505"/>
                  <a:gd name="T34" fmla="*/ 265 w 377"/>
                  <a:gd name="T35" fmla="*/ 317 h 505"/>
                  <a:gd name="T36" fmla="*/ 245 w 377"/>
                  <a:gd name="T37" fmla="*/ 339 h 505"/>
                  <a:gd name="T38" fmla="*/ 226 w 377"/>
                  <a:gd name="T39" fmla="*/ 350 h 505"/>
                  <a:gd name="T40" fmla="*/ 210 w 377"/>
                  <a:gd name="T41" fmla="*/ 374 h 505"/>
                  <a:gd name="T42" fmla="*/ 192 w 377"/>
                  <a:gd name="T43" fmla="*/ 385 h 505"/>
                  <a:gd name="T44" fmla="*/ 179 w 377"/>
                  <a:gd name="T45" fmla="*/ 392 h 505"/>
                  <a:gd name="T46" fmla="*/ 169 w 377"/>
                  <a:gd name="T47" fmla="*/ 402 h 505"/>
                  <a:gd name="T48" fmla="*/ 159 w 377"/>
                  <a:gd name="T49" fmla="*/ 405 h 505"/>
                  <a:gd name="T50" fmla="*/ 126 w 377"/>
                  <a:gd name="T51" fmla="*/ 431 h 505"/>
                  <a:gd name="T52" fmla="*/ 101 w 377"/>
                  <a:gd name="T53" fmla="*/ 442 h 505"/>
                  <a:gd name="T54" fmla="*/ 92 w 377"/>
                  <a:gd name="T55" fmla="*/ 451 h 505"/>
                  <a:gd name="T56" fmla="*/ 79 w 377"/>
                  <a:gd name="T57" fmla="*/ 456 h 505"/>
                  <a:gd name="T58" fmla="*/ 61 w 377"/>
                  <a:gd name="T59" fmla="*/ 472 h 505"/>
                  <a:gd name="T60" fmla="*/ 49 w 377"/>
                  <a:gd name="T61" fmla="*/ 478 h 505"/>
                  <a:gd name="T62" fmla="*/ 30 w 377"/>
                  <a:gd name="T63" fmla="*/ 497 h 505"/>
                  <a:gd name="T64" fmla="*/ 9 w 377"/>
                  <a:gd name="T65" fmla="*/ 505 h 505"/>
                  <a:gd name="T66" fmla="*/ 8 w 377"/>
                  <a:gd name="T67" fmla="*/ 490 h 505"/>
                  <a:gd name="T68" fmla="*/ 38 w 377"/>
                  <a:gd name="T69" fmla="*/ 465 h 505"/>
                  <a:gd name="T70" fmla="*/ 57 w 377"/>
                  <a:gd name="T71" fmla="*/ 449 h 505"/>
                  <a:gd name="T72" fmla="*/ 81 w 377"/>
                  <a:gd name="T73" fmla="*/ 433 h 505"/>
                  <a:gd name="T74" fmla="*/ 96 w 377"/>
                  <a:gd name="T75" fmla="*/ 425 h 505"/>
                  <a:gd name="T76" fmla="*/ 112 w 377"/>
                  <a:gd name="T77" fmla="*/ 413 h 505"/>
                  <a:gd name="T78" fmla="*/ 122 w 377"/>
                  <a:gd name="T79" fmla="*/ 403 h 505"/>
                  <a:gd name="T80" fmla="*/ 141 w 377"/>
                  <a:gd name="T81" fmla="*/ 387 h 505"/>
                  <a:gd name="T82" fmla="*/ 152 w 377"/>
                  <a:gd name="T83" fmla="*/ 377 h 505"/>
                  <a:gd name="T84" fmla="*/ 191 w 377"/>
                  <a:gd name="T85" fmla="*/ 346 h 505"/>
                  <a:gd name="T86" fmla="*/ 220 w 377"/>
                  <a:gd name="T87" fmla="*/ 308 h 505"/>
                  <a:gd name="T88" fmla="*/ 228 w 377"/>
                  <a:gd name="T89" fmla="*/ 284 h 505"/>
                  <a:gd name="T90" fmla="*/ 218 w 377"/>
                  <a:gd name="T91" fmla="*/ 280 h 505"/>
                  <a:gd name="T92" fmla="*/ 193 w 377"/>
                  <a:gd name="T93" fmla="*/ 289 h 505"/>
                  <a:gd name="T94" fmla="*/ 169 w 377"/>
                  <a:gd name="T95" fmla="*/ 287 h 505"/>
                  <a:gd name="T96" fmla="*/ 149 w 377"/>
                  <a:gd name="T97" fmla="*/ 277 h 505"/>
                  <a:gd name="T98" fmla="*/ 134 w 377"/>
                  <a:gd name="T99" fmla="*/ 268 h 505"/>
                  <a:gd name="T100" fmla="*/ 132 w 377"/>
                  <a:gd name="T101" fmla="*/ 258 h 505"/>
                  <a:gd name="T102" fmla="*/ 132 w 377"/>
                  <a:gd name="T103" fmla="*/ 250 h 505"/>
                  <a:gd name="T104" fmla="*/ 152 w 377"/>
                  <a:gd name="T105" fmla="*/ 234 h 505"/>
                  <a:gd name="T106" fmla="*/ 188 w 377"/>
                  <a:gd name="T107" fmla="*/ 221 h 505"/>
                  <a:gd name="T108" fmla="*/ 207 w 377"/>
                  <a:gd name="T109" fmla="*/ 212 h 505"/>
                  <a:gd name="T110" fmla="*/ 226 w 377"/>
                  <a:gd name="T111" fmla="*/ 202 h 505"/>
                  <a:gd name="T112" fmla="*/ 248 w 377"/>
                  <a:gd name="T113" fmla="*/ 193 h 505"/>
                  <a:gd name="T114" fmla="*/ 256 w 377"/>
                  <a:gd name="T115" fmla="*/ 180 h 505"/>
                  <a:gd name="T116" fmla="*/ 273 w 377"/>
                  <a:gd name="T117" fmla="*/ 171 h 505"/>
                  <a:gd name="T118" fmla="*/ 274 w 377"/>
                  <a:gd name="T119" fmla="*/ 133 h 505"/>
                  <a:gd name="T120" fmla="*/ 279 w 377"/>
                  <a:gd name="T121" fmla="*/ 83 h 505"/>
                  <a:gd name="T122" fmla="*/ 275 w 377"/>
                  <a:gd name="T123" fmla="*/ 40 h 505"/>
                  <a:gd name="T124" fmla="*/ 280 w 377"/>
                  <a:gd name="T125" fmla="*/ 7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7" h="505">
                    <a:moveTo>
                      <a:pt x="289" y="0"/>
                    </a:moveTo>
                    <a:lnTo>
                      <a:pt x="294" y="1"/>
                    </a:lnTo>
                    <a:lnTo>
                      <a:pt x="302" y="3"/>
                    </a:lnTo>
                    <a:lnTo>
                      <a:pt x="305" y="4"/>
                    </a:lnTo>
                    <a:lnTo>
                      <a:pt x="309" y="6"/>
                    </a:lnTo>
                    <a:lnTo>
                      <a:pt x="311" y="8"/>
                    </a:lnTo>
                    <a:lnTo>
                      <a:pt x="313" y="9"/>
                    </a:lnTo>
                    <a:lnTo>
                      <a:pt x="315" y="11"/>
                    </a:lnTo>
                    <a:lnTo>
                      <a:pt x="316" y="12"/>
                    </a:lnTo>
                    <a:lnTo>
                      <a:pt x="317" y="14"/>
                    </a:lnTo>
                    <a:lnTo>
                      <a:pt x="317" y="16"/>
                    </a:lnTo>
                    <a:lnTo>
                      <a:pt x="319" y="18"/>
                    </a:lnTo>
                    <a:lnTo>
                      <a:pt x="320" y="20"/>
                    </a:lnTo>
                    <a:lnTo>
                      <a:pt x="321" y="22"/>
                    </a:lnTo>
                    <a:lnTo>
                      <a:pt x="322" y="23"/>
                    </a:lnTo>
                    <a:lnTo>
                      <a:pt x="326" y="25"/>
                    </a:lnTo>
                    <a:lnTo>
                      <a:pt x="329" y="27"/>
                    </a:lnTo>
                    <a:lnTo>
                      <a:pt x="333" y="28"/>
                    </a:lnTo>
                    <a:lnTo>
                      <a:pt x="336" y="29"/>
                    </a:lnTo>
                    <a:lnTo>
                      <a:pt x="339" y="31"/>
                    </a:lnTo>
                    <a:lnTo>
                      <a:pt x="342" y="32"/>
                    </a:lnTo>
                    <a:lnTo>
                      <a:pt x="345" y="35"/>
                    </a:lnTo>
                    <a:lnTo>
                      <a:pt x="348" y="38"/>
                    </a:lnTo>
                    <a:lnTo>
                      <a:pt x="348" y="44"/>
                    </a:lnTo>
                    <a:lnTo>
                      <a:pt x="348" y="50"/>
                    </a:lnTo>
                    <a:lnTo>
                      <a:pt x="347" y="55"/>
                    </a:lnTo>
                    <a:lnTo>
                      <a:pt x="346" y="60"/>
                    </a:lnTo>
                    <a:lnTo>
                      <a:pt x="345" y="64"/>
                    </a:lnTo>
                    <a:lnTo>
                      <a:pt x="345" y="68"/>
                    </a:lnTo>
                    <a:lnTo>
                      <a:pt x="343" y="72"/>
                    </a:lnTo>
                    <a:lnTo>
                      <a:pt x="341" y="76"/>
                    </a:lnTo>
                    <a:lnTo>
                      <a:pt x="341" y="77"/>
                    </a:lnTo>
                    <a:lnTo>
                      <a:pt x="340" y="79"/>
                    </a:lnTo>
                    <a:lnTo>
                      <a:pt x="340" y="81"/>
                    </a:lnTo>
                    <a:lnTo>
                      <a:pt x="340" y="84"/>
                    </a:lnTo>
                    <a:lnTo>
                      <a:pt x="339" y="89"/>
                    </a:lnTo>
                    <a:lnTo>
                      <a:pt x="340" y="95"/>
                    </a:lnTo>
                    <a:lnTo>
                      <a:pt x="340" y="100"/>
                    </a:lnTo>
                    <a:lnTo>
                      <a:pt x="341" y="105"/>
                    </a:lnTo>
                    <a:lnTo>
                      <a:pt x="341" y="108"/>
                    </a:lnTo>
                    <a:lnTo>
                      <a:pt x="343" y="111"/>
                    </a:lnTo>
                    <a:lnTo>
                      <a:pt x="343" y="113"/>
                    </a:lnTo>
                    <a:lnTo>
                      <a:pt x="342" y="117"/>
                    </a:lnTo>
                    <a:lnTo>
                      <a:pt x="341" y="121"/>
                    </a:lnTo>
                    <a:lnTo>
                      <a:pt x="341" y="124"/>
                    </a:lnTo>
                    <a:lnTo>
                      <a:pt x="344" y="126"/>
                    </a:lnTo>
                    <a:lnTo>
                      <a:pt x="346" y="128"/>
                    </a:lnTo>
                    <a:lnTo>
                      <a:pt x="349" y="128"/>
                    </a:lnTo>
                    <a:lnTo>
                      <a:pt x="351" y="129"/>
                    </a:lnTo>
                    <a:lnTo>
                      <a:pt x="354" y="129"/>
                    </a:lnTo>
                    <a:lnTo>
                      <a:pt x="357" y="130"/>
                    </a:lnTo>
                    <a:lnTo>
                      <a:pt x="361" y="130"/>
                    </a:lnTo>
                    <a:lnTo>
                      <a:pt x="366" y="130"/>
                    </a:lnTo>
                    <a:lnTo>
                      <a:pt x="366" y="130"/>
                    </a:lnTo>
                    <a:lnTo>
                      <a:pt x="367" y="130"/>
                    </a:lnTo>
                    <a:lnTo>
                      <a:pt x="369" y="132"/>
                    </a:lnTo>
                    <a:lnTo>
                      <a:pt x="373" y="135"/>
                    </a:lnTo>
                    <a:lnTo>
                      <a:pt x="374" y="136"/>
                    </a:lnTo>
                    <a:lnTo>
                      <a:pt x="375" y="137"/>
                    </a:lnTo>
                    <a:lnTo>
                      <a:pt x="376" y="139"/>
                    </a:lnTo>
                    <a:lnTo>
                      <a:pt x="376" y="141"/>
                    </a:lnTo>
                    <a:lnTo>
                      <a:pt x="377" y="142"/>
                    </a:lnTo>
                    <a:lnTo>
                      <a:pt x="377" y="144"/>
                    </a:lnTo>
                    <a:lnTo>
                      <a:pt x="377" y="145"/>
                    </a:lnTo>
                    <a:lnTo>
                      <a:pt x="377" y="147"/>
                    </a:lnTo>
                    <a:lnTo>
                      <a:pt x="377" y="151"/>
                    </a:lnTo>
                    <a:lnTo>
                      <a:pt x="376" y="155"/>
                    </a:lnTo>
                    <a:lnTo>
                      <a:pt x="375" y="159"/>
                    </a:lnTo>
                    <a:lnTo>
                      <a:pt x="373" y="162"/>
                    </a:lnTo>
                    <a:lnTo>
                      <a:pt x="373" y="165"/>
                    </a:lnTo>
                    <a:lnTo>
                      <a:pt x="371" y="167"/>
                    </a:lnTo>
                    <a:lnTo>
                      <a:pt x="369" y="169"/>
                    </a:lnTo>
                    <a:lnTo>
                      <a:pt x="367" y="172"/>
                    </a:lnTo>
                    <a:lnTo>
                      <a:pt x="365" y="173"/>
                    </a:lnTo>
                    <a:lnTo>
                      <a:pt x="361" y="176"/>
                    </a:lnTo>
                    <a:lnTo>
                      <a:pt x="357" y="179"/>
                    </a:lnTo>
                    <a:lnTo>
                      <a:pt x="350" y="182"/>
                    </a:lnTo>
                    <a:lnTo>
                      <a:pt x="339" y="189"/>
                    </a:lnTo>
                    <a:lnTo>
                      <a:pt x="328" y="195"/>
                    </a:lnTo>
                    <a:lnTo>
                      <a:pt x="325" y="197"/>
                    </a:lnTo>
                    <a:lnTo>
                      <a:pt x="322" y="199"/>
                    </a:lnTo>
                    <a:lnTo>
                      <a:pt x="321" y="201"/>
                    </a:lnTo>
                    <a:lnTo>
                      <a:pt x="318" y="205"/>
                    </a:lnTo>
                    <a:lnTo>
                      <a:pt x="315" y="211"/>
                    </a:lnTo>
                    <a:lnTo>
                      <a:pt x="311" y="216"/>
                    </a:lnTo>
                    <a:lnTo>
                      <a:pt x="309" y="220"/>
                    </a:lnTo>
                    <a:lnTo>
                      <a:pt x="309" y="224"/>
                    </a:lnTo>
                    <a:lnTo>
                      <a:pt x="308" y="228"/>
                    </a:lnTo>
                    <a:lnTo>
                      <a:pt x="306" y="232"/>
                    </a:lnTo>
                    <a:lnTo>
                      <a:pt x="301" y="235"/>
                    </a:lnTo>
                    <a:lnTo>
                      <a:pt x="297" y="238"/>
                    </a:lnTo>
                    <a:lnTo>
                      <a:pt x="297" y="242"/>
                    </a:lnTo>
                    <a:lnTo>
                      <a:pt x="296" y="247"/>
                    </a:lnTo>
                    <a:lnTo>
                      <a:pt x="295" y="251"/>
                    </a:lnTo>
                    <a:lnTo>
                      <a:pt x="294" y="255"/>
                    </a:lnTo>
                    <a:lnTo>
                      <a:pt x="290" y="263"/>
                    </a:lnTo>
                    <a:lnTo>
                      <a:pt x="285" y="272"/>
                    </a:lnTo>
                    <a:lnTo>
                      <a:pt x="279" y="280"/>
                    </a:lnTo>
                    <a:lnTo>
                      <a:pt x="273" y="287"/>
                    </a:lnTo>
                    <a:lnTo>
                      <a:pt x="273" y="289"/>
                    </a:lnTo>
                    <a:lnTo>
                      <a:pt x="271" y="291"/>
                    </a:lnTo>
                    <a:lnTo>
                      <a:pt x="270" y="293"/>
                    </a:lnTo>
                    <a:lnTo>
                      <a:pt x="269" y="295"/>
                    </a:lnTo>
                    <a:lnTo>
                      <a:pt x="269" y="300"/>
                    </a:lnTo>
                    <a:lnTo>
                      <a:pt x="268" y="305"/>
                    </a:lnTo>
                    <a:lnTo>
                      <a:pt x="267" y="309"/>
                    </a:lnTo>
                    <a:lnTo>
                      <a:pt x="265" y="314"/>
                    </a:lnTo>
                    <a:lnTo>
                      <a:pt x="265" y="317"/>
                    </a:lnTo>
                    <a:lnTo>
                      <a:pt x="264" y="318"/>
                    </a:lnTo>
                    <a:lnTo>
                      <a:pt x="263" y="320"/>
                    </a:lnTo>
                    <a:lnTo>
                      <a:pt x="262" y="322"/>
                    </a:lnTo>
                    <a:lnTo>
                      <a:pt x="259" y="325"/>
                    </a:lnTo>
                    <a:lnTo>
                      <a:pt x="252" y="333"/>
                    </a:lnTo>
                    <a:lnTo>
                      <a:pt x="245" y="339"/>
                    </a:lnTo>
                    <a:lnTo>
                      <a:pt x="241" y="343"/>
                    </a:lnTo>
                    <a:lnTo>
                      <a:pt x="236" y="345"/>
                    </a:lnTo>
                    <a:lnTo>
                      <a:pt x="232" y="345"/>
                    </a:lnTo>
                    <a:lnTo>
                      <a:pt x="230" y="347"/>
                    </a:lnTo>
                    <a:lnTo>
                      <a:pt x="228" y="349"/>
                    </a:lnTo>
                    <a:lnTo>
                      <a:pt x="226" y="350"/>
                    </a:lnTo>
                    <a:lnTo>
                      <a:pt x="224" y="353"/>
                    </a:lnTo>
                    <a:lnTo>
                      <a:pt x="222" y="357"/>
                    </a:lnTo>
                    <a:lnTo>
                      <a:pt x="219" y="361"/>
                    </a:lnTo>
                    <a:lnTo>
                      <a:pt x="216" y="366"/>
                    </a:lnTo>
                    <a:lnTo>
                      <a:pt x="213" y="370"/>
                    </a:lnTo>
                    <a:lnTo>
                      <a:pt x="210" y="374"/>
                    </a:lnTo>
                    <a:lnTo>
                      <a:pt x="207" y="378"/>
                    </a:lnTo>
                    <a:lnTo>
                      <a:pt x="203" y="379"/>
                    </a:lnTo>
                    <a:lnTo>
                      <a:pt x="200" y="381"/>
                    </a:lnTo>
                    <a:lnTo>
                      <a:pt x="196" y="381"/>
                    </a:lnTo>
                    <a:lnTo>
                      <a:pt x="192" y="382"/>
                    </a:lnTo>
                    <a:lnTo>
                      <a:pt x="192" y="385"/>
                    </a:lnTo>
                    <a:lnTo>
                      <a:pt x="191" y="387"/>
                    </a:lnTo>
                    <a:lnTo>
                      <a:pt x="187" y="387"/>
                    </a:lnTo>
                    <a:lnTo>
                      <a:pt x="183" y="387"/>
                    </a:lnTo>
                    <a:lnTo>
                      <a:pt x="181" y="389"/>
                    </a:lnTo>
                    <a:lnTo>
                      <a:pt x="180" y="390"/>
                    </a:lnTo>
                    <a:lnTo>
                      <a:pt x="179" y="392"/>
                    </a:lnTo>
                    <a:lnTo>
                      <a:pt x="177" y="394"/>
                    </a:lnTo>
                    <a:lnTo>
                      <a:pt x="176" y="396"/>
                    </a:lnTo>
                    <a:lnTo>
                      <a:pt x="174" y="398"/>
                    </a:lnTo>
                    <a:lnTo>
                      <a:pt x="172" y="400"/>
                    </a:lnTo>
                    <a:lnTo>
                      <a:pt x="171" y="401"/>
                    </a:lnTo>
                    <a:lnTo>
                      <a:pt x="169" y="402"/>
                    </a:lnTo>
                    <a:lnTo>
                      <a:pt x="168" y="403"/>
                    </a:lnTo>
                    <a:lnTo>
                      <a:pt x="166" y="403"/>
                    </a:lnTo>
                    <a:lnTo>
                      <a:pt x="164" y="404"/>
                    </a:lnTo>
                    <a:lnTo>
                      <a:pt x="163" y="404"/>
                    </a:lnTo>
                    <a:lnTo>
                      <a:pt x="161" y="404"/>
                    </a:lnTo>
                    <a:lnTo>
                      <a:pt x="159" y="405"/>
                    </a:lnTo>
                    <a:lnTo>
                      <a:pt x="157" y="405"/>
                    </a:lnTo>
                    <a:lnTo>
                      <a:pt x="152" y="411"/>
                    </a:lnTo>
                    <a:lnTo>
                      <a:pt x="144" y="417"/>
                    </a:lnTo>
                    <a:lnTo>
                      <a:pt x="137" y="422"/>
                    </a:lnTo>
                    <a:lnTo>
                      <a:pt x="129" y="429"/>
                    </a:lnTo>
                    <a:lnTo>
                      <a:pt x="126" y="431"/>
                    </a:lnTo>
                    <a:lnTo>
                      <a:pt x="122" y="434"/>
                    </a:lnTo>
                    <a:lnTo>
                      <a:pt x="117" y="437"/>
                    </a:lnTo>
                    <a:lnTo>
                      <a:pt x="113" y="439"/>
                    </a:lnTo>
                    <a:lnTo>
                      <a:pt x="109" y="441"/>
                    </a:lnTo>
                    <a:lnTo>
                      <a:pt x="105" y="441"/>
                    </a:lnTo>
                    <a:lnTo>
                      <a:pt x="101" y="442"/>
                    </a:lnTo>
                    <a:lnTo>
                      <a:pt x="97" y="443"/>
                    </a:lnTo>
                    <a:lnTo>
                      <a:pt x="96" y="445"/>
                    </a:lnTo>
                    <a:lnTo>
                      <a:pt x="96" y="447"/>
                    </a:lnTo>
                    <a:lnTo>
                      <a:pt x="95" y="449"/>
                    </a:lnTo>
                    <a:lnTo>
                      <a:pt x="94" y="450"/>
                    </a:lnTo>
                    <a:lnTo>
                      <a:pt x="92" y="451"/>
                    </a:lnTo>
                    <a:lnTo>
                      <a:pt x="91" y="452"/>
                    </a:lnTo>
                    <a:lnTo>
                      <a:pt x="89" y="453"/>
                    </a:lnTo>
                    <a:lnTo>
                      <a:pt x="88" y="453"/>
                    </a:lnTo>
                    <a:lnTo>
                      <a:pt x="84" y="454"/>
                    </a:lnTo>
                    <a:lnTo>
                      <a:pt x="81" y="455"/>
                    </a:lnTo>
                    <a:lnTo>
                      <a:pt x="79" y="456"/>
                    </a:lnTo>
                    <a:lnTo>
                      <a:pt x="77" y="457"/>
                    </a:lnTo>
                    <a:lnTo>
                      <a:pt x="76" y="457"/>
                    </a:lnTo>
                    <a:lnTo>
                      <a:pt x="74" y="459"/>
                    </a:lnTo>
                    <a:lnTo>
                      <a:pt x="70" y="463"/>
                    </a:lnTo>
                    <a:lnTo>
                      <a:pt x="66" y="467"/>
                    </a:lnTo>
                    <a:lnTo>
                      <a:pt x="61" y="472"/>
                    </a:lnTo>
                    <a:lnTo>
                      <a:pt x="57" y="476"/>
                    </a:lnTo>
                    <a:lnTo>
                      <a:pt x="56" y="477"/>
                    </a:lnTo>
                    <a:lnTo>
                      <a:pt x="54" y="477"/>
                    </a:lnTo>
                    <a:lnTo>
                      <a:pt x="52" y="477"/>
                    </a:lnTo>
                    <a:lnTo>
                      <a:pt x="51" y="478"/>
                    </a:lnTo>
                    <a:lnTo>
                      <a:pt x="49" y="478"/>
                    </a:lnTo>
                    <a:lnTo>
                      <a:pt x="48" y="479"/>
                    </a:lnTo>
                    <a:lnTo>
                      <a:pt x="46" y="480"/>
                    </a:lnTo>
                    <a:lnTo>
                      <a:pt x="45" y="481"/>
                    </a:lnTo>
                    <a:lnTo>
                      <a:pt x="40" y="487"/>
                    </a:lnTo>
                    <a:lnTo>
                      <a:pt x="33" y="494"/>
                    </a:lnTo>
                    <a:lnTo>
                      <a:pt x="30" y="497"/>
                    </a:lnTo>
                    <a:lnTo>
                      <a:pt x="28" y="501"/>
                    </a:lnTo>
                    <a:lnTo>
                      <a:pt x="24" y="503"/>
                    </a:lnTo>
                    <a:lnTo>
                      <a:pt x="21" y="505"/>
                    </a:lnTo>
                    <a:lnTo>
                      <a:pt x="16" y="505"/>
                    </a:lnTo>
                    <a:lnTo>
                      <a:pt x="12" y="505"/>
                    </a:lnTo>
                    <a:lnTo>
                      <a:pt x="9" y="505"/>
                    </a:lnTo>
                    <a:lnTo>
                      <a:pt x="5" y="505"/>
                    </a:lnTo>
                    <a:lnTo>
                      <a:pt x="3" y="502"/>
                    </a:lnTo>
                    <a:lnTo>
                      <a:pt x="0" y="500"/>
                    </a:lnTo>
                    <a:lnTo>
                      <a:pt x="0" y="498"/>
                    </a:lnTo>
                    <a:lnTo>
                      <a:pt x="0" y="496"/>
                    </a:lnTo>
                    <a:lnTo>
                      <a:pt x="8" y="490"/>
                    </a:lnTo>
                    <a:lnTo>
                      <a:pt x="15" y="483"/>
                    </a:lnTo>
                    <a:lnTo>
                      <a:pt x="21" y="477"/>
                    </a:lnTo>
                    <a:lnTo>
                      <a:pt x="28" y="470"/>
                    </a:lnTo>
                    <a:lnTo>
                      <a:pt x="31" y="469"/>
                    </a:lnTo>
                    <a:lnTo>
                      <a:pt x="35" y="466"/>
                    </a:lnTo>
                    <a:lnTo>
                      <a:pt x="38" y="465"/>
                    </a:lnTo>
                    <a:lnTo>
                      <a:pt x="41" y="463"/>
                    </a:lnTo>
                    <a:lnTo>
                      <a:pt x="44" y="461"/>
                    </a:lnTo>
                    <a:lnTo>
                      <a:pt x="48" y="459"/>
                    </a:lnTo>
                    <a:lnTo>
                      <a:pt x="51" y="457"/>
                    </a:lnTo>
                    <a:lnTo>
                      <a:pt x="53" y="454"/>
                    </a:lnTo>
                    <a:lnTo>
                      <a:pt x="57" y="449"/>
                    </a:lnTo>
                    <a:lnTo>
                      <a:pt x="60" y="445"/>
                    </a:lnTo>
                    <a:lnTo>
                      <a:pt x="64" y="444"/>
                    </a:lnTo>
                    <a:lnTo>
                      <a:pt x="70" y="443"/>
                    </a:lnTo>
                    <a:lnTo>
                      <a:pt x="73" y="440"/>
                    </a:lnTo>
                    <a:lnTo>
                      <a:pt x="77" y="436"/>
                    </a:lnTo>
                    <a:lnTo>
                      <a:pt x="81" y="433"/>
                    </a:lnTo>
                    <a:lnTo>
                      <a:pt x="85" y="429"/>
                    </a:lnTo>
                    <a:lnTo>
                      <a:pt x="89" y="429"/>
                    </a:lnTo>
                    <a:lnTo>
                      <a:pt x="93" y="429"/>
                    </a:lnTo>
                    <a:lnTo>
                      <a:pt x="94" y="428"/>
                    </a:lnTo>
                    <a:lnTo>
                      <a:pt x="96" y="426"/>
                    </a:lnTo>
                    <a:lnTo>
                      <a:pt x="96" y="425"/>
                    </a:lnTo>
                    <a:lnTo>
                      <a:pt x="98" y="423"/>
                    </a:lnTo>
                    <a:lnTo>
                      <a:pt x="100" y="420"/>
                    </a:lnTo>
                    <a:lnTo>
                      <a:pt x="104" y="417"/>
                    </a:lnTo>
                    <a:lnTo>
                      <a:pt x="107" y="417"/>
                    </a:lnTo>
                    <a:lnTo>
                      <a:pt x="111" y="415"/>
                    </a:lnTo>
                    <a:lnTo>
                      <a:pt x="112" y="413"/>
                    </a:lnTo>
                    <a:lnTo>
                      <a:pt x="115" y="412"/>
                    </a:lnTo>
                    <a:lnTo>
                      <a:pt x="116" y="410"/>
                    </a:lnTo>
                    <a:lnTo>
                      <a:pt x="117" y="408"/>
                    </a:lnTo>
                    <a:lnTo>
                      <a:pt x="119" y="406"/>
                    </a:lnTo>
                    <a:lnTo>
                      <a:pt x="120" y="404"/>
                    </a:lnTo>
                    <a:lnTo>
                      <a:pt x="122" y="403"/>
                    </a:lnTo>
                    <a:lnTo>
                      <a:pt x="124" y="401"/>
                    </a:lnTo>
                    <a:lnTo>
                      <a:pt x="128" y="399"/>
                    </a:lnTo>
                    <a:lnTo>
                      <a:pt x="132" y="396"/>
                    </a:lnTo>
                    <a:lnTo>
                      <a:pt x="136" y="393"/>
                    </a:lnTo>
                    <a:lnTo>
                      <a:pt x="140" y="389"/>
                    </a:lnTo>
                    <a:lnTo>
                      <a:pt x="141" y="387"/>
                    </a:lnTo>
                    <a:lnTo>
                      <a:pt x="142" y="385"/>
                    </a:lnTo>
                    <a:lnTo>
                      <a:pt x="143" y="383"/>
                    </a:lnTo>
                    <a:lnTo>
                      <a:pt x="144" y="382"/>
                    </a:lnTo>
                    <a:lnTo>
                      <a:pt x="144" y="381"/>
                    </a:lnTo>
                    <a:lnTo>
                      <a:pt x="145" y="381"/>
                    </a:lnTo>
                    <a:lnTo>
                      <a:pt x="152" y="377"/>
                    </a:lnTo>
                    <a:lnTo>
                      <a:pt x="158" y="372"/>
                    </a:lnTo>
                    <a:lnTo>
                      <a:pt x="164" y="368"/>
                    </a:lnTo>
                    <a:lnTo>
                      <a:pt x="171" y="363"/>
                    </a:lnTo>
                    <a:lnTo>
                      <a:pt x="178" y="357"/>
                    </a:lnTo>
                    <a:lnTo>
                      <a:pt x="184" y="352"/>
                    </a:lnTo>
                    <a:lnTo>
                      <a:pt x="191" y="346"/>
                    </a:lnTo>
                    <a:lnTo>
                      <a:pt x="197" y="340"/>
                    </a:lnTo>
                    <a:lnTo>
                      <a:pt x="204" y="333"/>
                    </a:lnTo>
                    <a:lnTo>
                      <a:pt x="209" y="326"/>
                    </a:lnTo>
                    <a:lnTo>
                      <a:pt x="214" y="319"/>
                    </a:lnTo>
                    <a:lnTo>
                      <a:pt x="218" y="312"/>
                    </a:lnTo>
                    <a:lnTo>
                      <a:pt x="220" y="308"/>
                    </a:lnTo>
                    <a:lnTo>
                      <a:pt x="222" y="304"/>
                    </a:lnTo>
                    <a:lnTo>
                      <a:pt x="224" y="300"/>
                    </a:lnTo>
                    <a:lnTo>
                      <a:pt x="225" y="296"/>
                    </a:lnTo>
                    <a:lnTo>
                      <a:pt x="227" y="293"/>
                    </a:lnTo>
                    <a:lnTo>
                      <a:pt x="228" y="289"/>
                    </a:lnTo>
                    <a:lnTo>
                      <a:pt x="228" y="284"/>
                    </a:lnTo>
                    <a:lnTo>
                      <a:pt x="229" y="280"/>
                    </a:lnTo>
                    <a:lnTo>
                      <a:pt x="228" y="280"/>
                    </a:lnTo>
                    <a:lnTo>
                      <a:pt x="228" y="278"/>
                    </a:lnTo>
                    <a:lnTo>
                      <a:pt x="224" y="279"/>
                    </a:lnTo>
                    <a:lnTo>
                      <a:pt x="220" y="279"/>
                    </a:lnTo>
                    <a:lnTo>
                      <a:pt x="218" y="280"/>
                    </a:lnTo>
                    <a:lnTo>
                      <a:pt x="216" y="281"/>
                    </a:lnTo>
                    <a:lnTo>
                      <a:pt x="211" y="283"/>
                    </a:lnTo>
                    <a:lnTo>
                      <a:pt x="207" y="285"/>
                    </a:lnTo>
                    <a:lnTo>
                      <a:pt x="202" y="286"/>
                    </a:lnTo>
                    <a:lnTo>
                      <a:pt x="198" y="288"/>
                    </a:lnTo>
                    <a:lnTo>
                      <a:pt x="193" y="289"/>
                    </a:lnTo>
                    <a:lnTo>
                      <a:pt x="189" y="289"/>
                    </a:lnTo>
                    <a:lnTo>
                      <a:pt x="185" y="289"/>
                    </a:lnTo>
                    <a:lnTo>
                      <a:pt x="181" y="289"/>
                    </a:lnTo>
                    <a:lnTo>
                      <a:pt x="177" y="289"/>
                    </a:lnTo>
                    <a:lnTo>
                      <a:pt x="173" y="289"/>
                    </a:lnTo>
                    <a:lnTo>
                      <a:pt x="169" y="287"/>
                    </a:lnTo>
                    <a:lnTo>
                      <a:pt x="166" y="286"/>
                    </a:lnTo>
                    <a:lnTo>
                      <a:pt x="162" y="285"/>
                    </a:lnTo>
                    <a:lnTo>
                      <a:pt x="159" y="283"/>
                    </a:lnTo>
                    <a:lnTo>
                      <a:pt x="156" y="281"/>
                    </a:lnTo>
                    <a:lnTo>
                      <a:pt x="152" y="280"/>
                    </a:lnTo>
                    <a:lnTo>
                      <a:pt x="149" y="277"/>
                    </a:lnTo>
                    <a:lnTo>
                      <a:pt x="146" y="276"/>
                    </a:lnTo>
                    <a:lnTo>
                      <a:pt x="141" y="273"/>
                    </a:lnTo>
                    <a:lnTo>
                      <a:pt x="136" y="270"/>
                    </a:lnTo>
                    <a:lnTo>
                      <a:pt x="136" y="269"/>
                    </a:lnTo>
                    <a:lnTo>
                      <a:pt x="135" y="269"/>
                    </a:lnTo>
                    <a:lnTo>
                      <a:pt x="134" y="268"/>
                    </a:lnTo>
                    <a:lnTo>
                      <a:pt x="133" y="266"/>
                    </a:lnTo>
                    <a:lnTo>
                      <a:pt x="133" y="265"/>
                    </a:lnTo>
                    <a:lnTo>
                      <a:pt x="132" y="264"/>
                    </a:lnTo>
                    <a:lnTo>
                      <a:pt x="132" y="261"/>
                    </a:lnTo>
                    <a:lnTo>
                      <a:pt x="132" y="259"/>
                    </a:lnTo>
                    <a:lnTo>
                      <a:pt x="132" y="258"/>
                    </a:lnTo>
                    <a:lnTo>
                      <a:pt x="131" y="257"/>
                    </a:lnTo>
                    <a:lnTo>
                      <a:pt x="131" y="255"/>
                    </a:lnTo>
                    <a:lnTo>
                      <a:pt x="131" y="254"/>
                    </a:lnTo>
                    <a:lnTo>
                      <a:pt x="131" y="253"/>
                    </a:lnTo>
                    <a:lnTo>
                      <a:pt x="132" y="252"/>
                    </a:lnTo>
                    <a:lnTo>
                      <a:pt x="132" y="250"/>
                    </a:lnTo>
                    <a:lnTo>
                      <a:pt x="132" y="249"/>
                    </a:lnTo>
                    <a:lnTo>
                      <a:pt x="135" y="246"/>
                    </a:lnTo>
                    <a:lnTo>
                      <a:pt x="138" y="244"/>
                    </a:lnTo>
                    <a:lnTo>
                      <a:pt x="141" y="241"/>
                    </a:lnTo>
                    <a:lnTo>
                      <a:pt x="144" y="239"/>
                    </a:lnTo>
                    <a:lnTo>
                      <a:pt x="152" y="234"/>
                    </a:lnTo>
                    <a:lnTo>
                      <a:pt x="160" y="230"/>
                    </a:lnTo>
                    <a:lnTo>
                      <a:pt x="167" y="227"/>
                    </a:lnTo>
                    <a:lnTo>
                      <a:pt x="172" y="225"/>
                    </a:lnTo>
                    <a:lnTo>
                      <a:pt x="177" y="224"/>
                    </a:lnTo>
                    <a:lnTo>
                      <a:pt x="183" y="222"/>
                    </a:lnTo>
                    <a:lnTo>
                      <a:pt x="188" y="221"/>
                    </a:lnTo>
                    <a:lnTo>
                      <a:pt x="195" y="220"/>
                    </a:lnTo>
                    <a:lnTo>
                      <a:pt x="198" y="219"/>
                    </a:lnTo>
                    <a:lnTo>
                      <a:pt x="200" y="217"/>
                    </a:lnTo>
                    <a:lnTo>
                      <a:pt x="203" y="216"/>
                    </a:lnTo>
                    <a:lnTo>
                      <a:pt x="205" y="213"/>
                    </a:lnTo>
                    <a:lnTo>
                      <a:pt x="207" y="212"/>
                    </a:lnTo>
                    <a:lnTo>
                      <a:pt x="209" y="209"/>
                    </a:lnTo>
                    <a:lnTo>
                      <a:pt x="212" y="208"/>
                    </a:lnTo>
                    <a:lnTo>
                      <a:pt x="215" y="206"/>
                    </a:lnTo>
                    <a:lnTo>
                      <a:pt x="218" y="205"/>
                    </a:lnTo>
                    <a:lnTo>
                      <a:pt x="222" y="204"/>
                    </a:lnTo>
                    <a:lnTo>
                      <a:pt x="226" y="202"/>
                    </a:lnTo>
                    <a:lnTo>
                      <a:pt x="230" y="201"/>
                    </a:lnTo>
                    <a:lnTo>
                      <a:pt x="235" y="200"/>
                    </a:lnTo>
                    <a:lnTo>
                      <a:pt x="239" y="198"/>
                    </a:lnTo>
                    <a:lnTo>
                      <a:pt x="242" y="197"/>
                    </a:lnTo>
                    <a:lnTo>
                      <a:pt x="246" y="195"/>
                    </a:lnTo>
                    <a:lnTo>
                      <a:pt x="248" y="193"/>
                    </a:lnTo>
                    <a:lnTo>
                      <a:pt x="249" y="191"/>
                    </a:lnTo>
                    <a:lnTo>
                      <a:pt x="250" y="189"/>
                    </a:lnTo>
                    <a:lnTo>
                      <a:pt x="252" y="187"/>
                    </a:lnTo>
                    <a:lnTo>
                      <a:pt x="253" y="184"/>
                    </a:lnTo>
                    <a:lnTo>
                      <a:pt x="254" y="182"/>
                    </a:lnTo>
                    <a:lnTo>
                      <a:pt x="256" y="180"/>
                    </a:lnTo>
                    <a:lnTo>
                      <a:pt x="257" y="179"/>
                    </a:lnTo>
                    <a:lnTo>
                      <a:pt x="261" y="176"/>
                    </a:lnTo>
                    <a:lnTo>
                      <a:pt x="266" y="175"/>
                    </a:lnTo>
                    <a:lnTo>
                      <a:pt x="269" y="173"/>
                    </a:lnTo>
                    <a:lnTo>
                      <a:pt x="270" y="172"/>
                    </a:lnTo>
                    <a:lnTo>
                      <a:pt x="273" y="171"/>
                    </a:lnTo>
                    <a:lnTo>
                      <a:pt x="273" y="169"/>
                    </a:lnTo>
                    <a:lnTo>
                      <a:pt x="273" y="160"/>
                    </a:lnTo>
                    <a:lnTo>
                      <a:pt x="273" y="152"/>
                    </a:lnTo>
                    <a:lnTo>
                      <a:pt x="273" y="144"/>
                    </a:lnTo>
                    <a:lnTo>
                      <a:pt x="273" y="136"/>
                    </a:lnTo>
                    <a:lnTo>
                      <a:pt x="274" y="133"/>
                    </a:lnTo>
                    <a:lnTo>
                      <a:pt x="275" y="127"/>
                    </a:lnTo>
                    <a:lnTo>
                      <a:pt x="276" y="118"/>
                    </a:lnTo>
                    <a:lnTo>
                      <a:pt x="277" y="108"/>
                    </a:lnTo>
                    <a:lnTo>
                      <a:pt x="278" y="98"/>
                    </a:lnTo>
                    <a:lnTo>
                      <a:pt x="279" y="90"/>
                    </a:lnTo>
                    <a:lnTo>
                      <a:pt x="279" y="83"/>
                    </a:lnTo>
                    <a:lnTo>
                      <a:pt x="279" y="79"/>
                    </a:lnTo>
                    <a:lnTo>
                      <a:pt x="278" y="76"/>
                    </a:lnTo>
                    <a:lnTo>
                      <a:pt x="278" y="70"/>
                    </a:lnTo>
                    <a:lnTo>
                      <a:pt x="277" y="60"/>
                    </a:lnTo>
                    <a:lnTo>
                      <a:pt x="276" y="50"/>
                    </a:lnTo>
                    <a:lnTo>
                      <a:pt x="275" y="40"/>
                    </a:lnTo>
                    <a:lnTo>
                      <a:pt x="274" y="31"/>
                    </a:lnTo>
                    <a:lnTo>
                      <a:pt x="274" y="24"/>
                    </a:lnTo>
                    <a:lnTo>
                      <a:pt x="273" y="22"/>
                    </a:lnTo>
                    <a:lnTo>
                      <a:pt x="276" y="17"/>
                    </a:lnTo>
                    <a:lnTo>
                      <a:pt x="277" y="12"/>
                    </a:lnTo>
                    <a:lnTo>
                      <a:pt x="280" y="7"/>
                    </a:lnTo>
                    <a:lnTo>
                      <a:pt x="281" y="1"/>
                    </a:lnTo>
                    <a:lnTo>
                      <a:pt x="285" y="2"/>
                    </a:lnTo>
                    <a:lnTo>
                      <a:pt x="286" y="1"/>
                    </a:lnTo>
                    <a:lnTo>
                      <a:pt x="287" y="1"/>
                    </a:lnTo>
                    <a:lnTo>
                      <a:pt x="289"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9" name="íṩḷiḋe"/>
              <p:cNvSpPr/>
              <p:nvPr userDrawn="1"/>
            </p:nvSpPr>
            <p:spPr bwMode="auto">
              <a:xfrm>
                <a:off x="8896351" y="3289301"/>
                <a:ext cx="249238" cy="231775"/>
              </a:xfrm>
              <a:custGeom>
                <a:avLst/>
                <a:gdLst>
                  <a:gd name="T0" fmla="*/ 5 w 157"/>
                  <a:gd name="T1" fmla="*/ 0 h 146"/>
                  <a:gd name="T2" fmla="*/ 9 w 157"/>
                  <a:gd name="T3" fmla="*/ 0 h 146"/>
                  <a:gd name="T4" fmla="*/ 11 w 157"/>
                  <a:gd name="T5" fmla="*/ 2 h 146"/>
                  <a:gd name="T6" fmla="*/ 14 w 157"/>
                  <a:gd name="T7" fmla="*/ 4 h 146"/>
                  <a:gd name="T8" fmla="*/ 17 w 157"/>
                  <a:gd name="T9" fmla="*/ 7 h 146"/>
                  <a:gd name="T10" fmla="*/ 19 w 157"/>
                  <a:gd name="T11" fmla="*/ 11 h 146"/>
                  <a:gd name="T12" fmla="*/ 27 w 157"/>
                  <a:gd name="T13" fmla="*/ 19 h 146"/>
                  <a:gd name="T14" fmla="*/ 37 w 157"/>
                  <a:gd name="T15" fmla="*/ 28 h 146"/>
                  <a:gd name="T16" fmla="*/ 45 w 157"/>
                  <a:gd name="T17" fmla="*/ 38 h 146"/>
                  <a:gd name="T18" fmla="*/ 49 w 157"/>
                  <a:gd name="T19" fmla="*/ 49 h 146"/>
                  <a:gd name="T20" fmla="*/ 54 w 157"/>
                  <a:gd name="T21" fmla="*/ 56 h 146"/>
                  <a:gd name="T22" fmla="*/ 61 w 157"/>
                  <a:gd name="T23" fmla="*/ 61 h 146"/>
                  <a:gd name="T24" fmla="*/ 64 w 157"/>
                  <a:gd name="T25" fmla="*/ 66 h 146"/>
                  <a:gd name="T26" fmla="*/ 72 w 157"/>
                  <a:gd name="T27" fmla="*/ 72 h 146"/>
                  <a:gd name="T28" fmla="*/ 85 w 157"/>
                  <a:gd name="T29" fmla="*/ 81 h 146"/>
                  <a:gd name="T30" fmla="*/ 99 w 157"/>
                  <a:gd name="T31" fmla="*/ 90 h 146"/>
                  <a:gd name="T32" fmla="*/ 113 w 157"/>
                  <a:gd name="T33" fmla="*/ 98 h 146"/>
                  <a:gd name="T34" fmla="*/ 121 w 157"/>
                  <a:gd name="T35" fmla="*/ 104 h 146"/>
                  <a:gd name="T36" fmla="*/ 124 w 157"/>
                  <a:gd name="T37" fmla="*/ 104 h 146"/>
                  <a:gd name="T38" fmla="*/ 127 w 157"/>
                  <a:gd name="T39" fmla="*/ 104 h 146"/>
                  <a:gd name="T40" fmla="*/ 131 w 157"/>
                  <a:gd name="T41" fmla="*/ 104 h 146"/>
                  <a:gd name="T42" fmla="*/ 138 w 157"/>
                  <a:gd name="T43" fmla="*/ 108 h 146"/>
                  <a:gd name="T44" fmla="*/ 148 w 157"/>
                  <a:gd name="T45" fmla="*/ 114 h 146"/>
                  <a:gd name="T46" fmla="*/ 154 w 157"/>
                  <a:gd name="T47" fmla="*/ 119 h 146"/>
                  <a:gd name="T48" fmla="*/ 157 w 157"/>
                  <a:gd name="T49" fmla="*/ 125 h 146"/>
                  <a:gd name="T50" fmla="*/ 156 w 157"/>
                  <a:gd name="T51" fmla="*/ 130 h 146"/>
                  <a:gd name="T52" fmla="*/ 155 w 157"/>
                  <a:gd name="T53" fmla="*/ 135 h 146"/>
                  <a:gd name="T54" fmla="*/ 153 w 157"/>
                  <a:gd name="T55" fmla="*/ 139 h 146"/>
                  <a:gd name="T56" fmla="*/ 149 w 157"/>
                  <a:gd name="T57" fmla="*/ 141 h 146"/>
                  <a:gd name="T58" fmla="*/ 145 w 157"/>
                  <a:gd name="T59" fmla="*/ 142 h 146"/>
                  <a:gd name="T60" fmla="*/ 136 w 157"/>
                  <a:gd name="T61" fmla="*/ 142 h 146"/>
                  <a:gd name="T62" fmla="*/ 122 w 157"/>
                  <a:gd name="T63" fmla="*/ 139 h 146"/>
                  <a:gd name="T64" fmla="*/ 112 w 157"/>
                  <a:gd name="T65" fmla="*/ 137 h 146"/>
                  <a:gd name="T66" fmla="*/ 107 w 157"/>
                  <a:gd name="T67" fmla="*/ 137 h 146"/>
                  <a:gd name="T68" fmla="*/ 104 w 157"/>
                  <a:gd name="T69" fmla="*/ 138 h 146"/>
                  <a:gd name="T70" fmla="*/ 100 w 157"/>
                  <a:gd name="T71" fmla="*/ 141 h 146"/>
                  <a:gd name="T72" fmla="*/ 94 w 157"/>
                  <a:gd name="T73" fmla="*/ 144 h 146"/>
                  <a:gd name="T74" fmla="*/ 85 w 157"/>
                  <a:gd name="T75" fmla="*/ 146 h 146"/>
                  <a:gd name="T76" fmla="*/ 76 w 157"/>
                  <a:gd name="T77" fmla="*/ 146 h 146"/>
                  <a:gd name="T78" fmla="*/ 67 w 157"/>
                  <a:gd name="T79" fmla="*/ 145 h 146"/>
                  <a:gd name="T80" fmla="*/ 61 w 157"/>
                  <a:gd name="T81" fmla="*/ 140 h 146"/>
                  <a:gd name="T82" fmla="*/ 57 w 157"/>
                  <a:gd name="T83" fmla="*/ 134 h 146"/>
                  <a:gd name="T84" fmla="*/ 51 w 157"/>
                  <a:gd name="T85" fmla="*/ 128 h 146"/>
                  <a:gd name="T86" fmla="*/ 46 w 157"/>
                  <a:gd name="T87" fmla="*/ 122 h 146"/>
                  <a:gd name="T88" fmla="*/ 41 w 157"/>
                  <a:gd name="T89" fmla="*/ 115 h 146"/>
                  <a:gd name="T90" fmla="*/ 38 w 157"/>
                  <a:gd name="T91" fmla="*/ 107 h 146"/>
                  <a:gd name="T92" fmla="*/ 33 w 157"/>
                  <a:gd name="T93" fmla="*/ 93 h 146"/>
                  <a:gd name="T94" fmla="*/ 29 w 157"/>
                  <a:gd name="T95" fmla="*/ 79 h 146"/>
                  <a:gd name="T96" fmla="*/ 25 w 157"/>
                  <a:gd name="T97" fmla="*/ 70 h 146"/>
                  <a:gd name="T98" fmla="*/ 16 w 157"/>
                  <a:gd name="T99" fmla="*/ 54 h 146"/>
                  <a:gd name="T100" fmla="*/ 7 w 157"/>
                  <a:gd name="T101" fmla="*/ 38 h 146"/>
                  <a:gd name="T102" fmla="*/ 3 w 157"/>
                  <a:gd name="T103" fmla="*/ 27 h 146"/>
                  <a:gd name="T104" fmla="*/ 0 w 157"/>
                  <a:gd name="T105" fmla="*/ 17 h 146"/>
                  <a:gd name="T106" fmla="*/ 0 w 157"/>
                  <a:gd name="T107" fmla="*/ 8 h 146"/>
                  <a:gd name="T108" fmla="*/ 0 w 157"/>
                  <a:gd name="T109" fmla="*/ 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7" h="146">
                    <a:moveTo>
                      <a:pt x="1" y="0"/>
                    </a:moveTo>
                    <a:lnTo>
                      <a:pt x="5" y="0"/>
                    </a:lnTo>
                    <a:lnTo>
                      <a:pt x="8" y="0"/>
                    </a:lnTo>
                    <a:lnTo>
                      <a:pt x="9" y="0"/>
                    </a:lnTo>
                    <a:lnTo>
                      <a:pt x="10" y="1"/>
                    </a:lnTo>
                    <a:lnTo>
                      <a:pt x="11" y="2"/>
                    </a:lnTo>
                    <a:lnTo>
                      <a:pt x="13" y="3"/>
                    </a:lnTo>
                    <a:lnTo>
                      <a:pt x="14" y="4"/>
                    </a:lnTo>
                    <a:lnTo>
                      <a:pt x="15" y="6"/>
                    </a:lnTo>
                    <a:lnTo>
                      <a:pt x="17" y="7"/>
                    </a:lnTo>
                    <a:lnTo>
                      <a:pt x="17" y="8"/>
                    </a:lnTo>
                    <a:lnTo>
                      <a:pt x="19" y="11"/>
                    </a:lnTo>
                    <a:lnTo>
                      <a:pt x="21" y="14"/>
                    </a:lnTo>
                    <a:lnTo>
                      <a:pt x="27" y="19"/>
                    </a:lnTo>
                    <a:lnTo>
                      <a:pt x="33" y="24"/>
                    </a:lnTo>
                    <a:lnTo>
                      <a:pt x="37" y="28"/>
                    </a:lnTo>
                    <a:lnTo>
                      <a:pt x="42" y="33"/>
                    </a:lnTo>
                    <a:lnTo>
                      <a:pt x="45" y="38"/>
                    </a:lnTo>
                    <a:lnTo>
                      <a:pt x="47" y="43"/>
                    </a:lnTo>
                    <a:lnTo>
                      <a:pt x="49" y="49"/>
                    </a:lnTo>
                    <a:lnTo>
                      <a:pt x="51" y="54"/>
                    </a:lnTo>
                    <a:lnTo>
                      <a:pt x="54" y="56"/>
                    </a:lnTo>
                    <a:lnTo>
                      <a:pt x="57" y="58"/>
                    </a:lnTo>
                    <a:lnTo>
                      <a:pt x="61" y="61"/>
                    </a:lnTo>
                    <a:lnTo>
                      <a:pt x="63" y="63"/>
                    </a:lnTo>
                    <a:lnTo>
                      <a:pt x="64" y="66"/>
                    </a:lnTo>
                    <a:lnTo>
                      <a:pt x="65" y="68"/>
                    </a:lnTo>
                    <a:lnTo>
                      <a:pt x="72" y="72"/>
                    </a:lnTo>
                    <a:lnTo>
                      <a:pt x="78" y="77"/>
                    </a:lnTo>
                    <a:lnTo>
                      <a:pt x="85" y="81"/>
                    </a:lnTo>
                    <a:lnTo>
                      <a:pt x="92" y="85"/>
                    </a:lnTo>
                    <a:lnTo>
                      <a:pt x="99" y="90"/>
                    </a:lnTo>
                    <a:lnTo>
                      <a:pt x="106" y="94"/>
                    </a:lnTo>
                    <a:lnTo>
                      <a:pt x="113" y="98"/>
                    </a:lnTo>
                    <a:lnTo>
                      <a:pt x="119" y="102"/>
                    </a:lnTo>
                    <a:lnTo>
                      <a:pt x="121" y="104"/>
                    </a:lnTo>
                    <a:lnTo>
                      <a:pt x="122" y="104"/>
                    </a:lnTo>
                    <a:lnTo>
                      <a:pt x="124" y="104"/>
                    </a:lnTo>
                    <a:lnTo>
                      <a:pt x="125" y="104"/>
                    </a:lnTo>
                    <a:lnTo>
                      <a:pt x="127" y="104"/>
                    </a:lnTo>
                    <a:lnTo>
                      <a:pt x="129" y="104"/>
                    </a:lnTo>
                    <a:lnTo>
                      <a:pt x="131" y="104"/>
                    </a:lnTo>
                    <a:lnTo>
                      <a:pt x="133" y="105"/>
                    </a:lnTo>
                    <a:lnTo>
                      <a:pt x="138" y="108"/>
                    </a:lnTo>
                    <a:lnTo>
                      <a:pt x="145" y="113"/>
                    </a:lnTo>
                    <a:lnTo>
                      <a:pt x="148" y="114"/>
                    </a:lnTo>
                    <a:lnTo>
                      <a:pt x="151" y="117"/>
                    </a:lnTo>
                    <a:lnTo>
                      <a:pt x="154" y="119"/>
                    </a:lnTo>
                    <a:lnTo>
                      <a:pt x="156" y="122"/>
                    </a:lnTo>
                    <a:lnTo>
                      <a:pt x="157" y="125"/>
                    </a:lnTo>
                    <a:lnTo>
                      <a:pt x="157" y="128"/>
                    </a:lnTo>
                    <a:lnTo>
                      <a:pt x="156" y="130"/>
                    </a:lnTo>
                    <a:lnTo>
                      <a:pt x="156" y="133"/>
                    </a:lnTo>
                    <a:lnTo>
                      <a:pt x="155" y="135"/>
                    </a:lnTo>
                    <a:lnTo>
                      <a:pt x="154" y="137"/>
                    </a:lnTo>
                    <a:lnTo>
                      <a:pt x="153" y="139"/>
                    </a:lnTo>
                    <a:lnTo>
                      <a:pt x="151" y="140"/>
                    </a:lnTo>
                    <a:lnTo>
                      <a:pt x="149" y="141"/>
                    </a:lnTo>
                    <a:lnTo>
                      <a:pt x="147" y="142"/>
                    </a:lnTo>
                    <a:lnTo>
                      <a:pt x="145" y="142"/>
                    </a:lnTo>
                    <a:lnTo>
                      <a:pt x="142" y="142"/>
                    </a:lnTo>
                    <a:lnTo>
                      <a:pt x="136" y="142"/>
                    </a:lnTo>
                    <a:lnTo>
                      <a:pt x="129" y="141"/>
                    </a:lnTo>
                    <a:lnTo>
                      <a:pt x="122" y="139"/>
                    </a:lnTo>
                    <a:lnTo>
                      <a:pt x="117" y="138"/>
                    </a:lnTo>
                    <a:lnTo>
                      <a:pt x="112" y="137"/>
                    </a:lnTo>
                    <a:lnTo>
                      <a:pt x="109" y="136"/>
                    </a:lnTo>
                    <a:lnTo>
                      <a:pt x="107" y="137"/>
                    </a:lnTo>
                    <a:lnTo>
                      <a:pt x="105" y="137"/>
                    </a:lnTo>
                    <a:lnTo>
                      <a:pt x="104" y="138"/>
                    </a:lnTo>
                    <a:lnTo>
                      <a:pt x="103" y="139"/>
                    </a:lnTo>
                    <a:lnTo>
                      <a:pt x="100" y="141"/>
                    </a:lnTo>
                    <a:lnTo>
                      <a:pt x="98" y="142"/>
                    </a:lnTo>
                    <a:lnTo>
                      <a:pt x="94" y="144"/>
                    </a:lnTo>
                    <a:lnTo>
                      <a:pt x="90" y="145"/>
                    </a:lnTo>
                    <a:lnTo>
                      <a:pt x="85" y="146"/>
                    </a:lnTo>
                    <a:lnTo>
                      <a:pt x="81" y="146"/>
                    </a:lnTo>
                    <a:lnTo>
                      <a:pt x="76" y="146"/>
                    </a:lnTo>
                    <a:lnTo>
                      <a:pt x="72" y="146"/>
                    </a:lnTo>
                    <a:lnTo>
                      <a:pt x="67" y="145"/>
                    </a:lnTo>
                    <a:lnTo>
                      <a:pt x="63" y="144"/>
                    </a:lnTo>
                    <a:lnTo>
                      <a:pt x="61" y="140"/>
                    </a:lnTo>
                    <a:lnTo>
                      <a:pt x="59" y="136"/>
                    </a:lnTo>
                    <a:lnTo>
                      <a:pt x="57" y="134"/>
                    </a:lnTo>
                    <a:lnTo>
                      <a:pt x="54" y="130"/>
                    </a:lnTo>
                    <a:lnTo>
                      <a:pt x="51" y="128"/>
                    </a:lnTo>
                    <a:lnTo>
                      <a:pt x="49" y="125"/>
                    </a:lnTo>
                    <a:lnTo>
                      <a:pt x="46" y="122"/>
                    </a:lnTo>
                    <a:lnTo>
                      <a:pt x="44" y="118"/>
                    </a:lnTo>
                    <a:lnTo>
                      <a:pt x="41" y="115"/>
                    </a:lnTo>
                    <a:lnTo>
                      <a:pt x="40" y="111"/>
                    </a:lnTo>
                    <a:lnTo>
                      <a:pt x="38" y="107"/>
                    </a:lnTo>
                    <a:lnTo>
                      <a:pt x="37" y="102"/>
                    </a:lnTo>
                    <a:lnTo>
                      <a:pt x="33" y="93"/>
                    </a:lnTo>
                    <a:lnTo>
                      <a:pt x="31" y="84"/>
                    </a:lnTo>
                    <a:lnTo>
                      <a:pt x="29" y="79"/>
                    </a:lnTo>
                    <a:lnTo>
                      <a:pt x="27" y="74"/>
                    </a:lnTo>
                    <a:lnTo>
                      <a:pt x="25" y="70"/>
                    </a:lnTo>
                    <a:lnTo>
                      <a:pt x="21" y="65"/>
                    </a:lnTo>
                    <a:lnTo>
                      <a:pt x="16" y="54"/>
                    </a:lnTo>
                    <a:lnTo>
                      <a:pt x="9" y="44"/>
                    </a:lnTo>
                    <a:lnTo>
                      <a:pt x="7" y="38"/>
                    </a:lnTo>
                    <a:lnTo>
                      <a:pt x="5" y="33"/>
                    </a:lnTo>
                    <a:lnTo>
                      <a:pt x="3" y="27"/>
                    </a:lnTo>
                    <a:lnTo>
                      <a:pt x="1" y="22"/>
                    </a:lnTo>
                    <a:lnTo>
                      <a:pt x="0" y="17"/>
                    </a:lnTo>
                    <a:lnTo>
                      <a:pt x="0" y="11"/>
                    </a:lnTo>
                    <a:lnTo>
                      <a:pt x="0" y="8"/>
                    </a:lnTo>
                    <a:lnTo>
                      <a:pt x="0" y="6"/>
                    </a:lnTo>
                    <a:lnTo>
                      <a:pt x="0" y="3"/>
                    </a:lnTo>
                    <a:lnTo>
                      <a:pt x="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0" name="iš1iḑé"/>
              <p:cNvSpPr/>
              <p:nvPr userDrawn="1"/>
            </p:nvSpPr>
            <p:spPr bwMode="auto">
              <a:xfrm>
                <a:off x="5351463" y="2697163"/>
                <a:ext cx="750888" cy="952500"/>
              </a:xfrm>
              <a:custGeom>
                <a:avLst/>
                <a:gdLst>
                  <a:gd name="T0" fmla="*/ 18 w 473"/>
                  <a:gd name="T1" fmla="*/ 229 h 600"/>
                  <a:gd name="T2" fmla="*/ 1 w 473"/>
                  <a:gd name="T3" fmla="*/ 209 h 600"/>
                  <a:gd name="T4" fmla="*/ 18 w 473"/>
                  <a:gd name="T5" fmla="*/ 192 h 600"/>
                  <a:gd name="T6" fmla="*/ 62 w 473"/>
                  <a:gd name="T7" fmla="*/ 187 h 600"/>
                  <a:gd name="T8" fmla="*/ 120 w 473"/>
                  <a:gd name="T9" fmla="*/ 166 h 600"/>
                  <a:gd name="T10" fmla="*/ 197 w 473"/>
                  <a:gd name="T11" fmla="*/ 132 h 600"/>
                  <a:gd name="T12" fmla="*/ 233 w 473"/>
                  <a:gd name="T13" fmla="*/ 90 h 600"/>
                  <a:gd name="T14" fmla="*/ 246 w 473"/>
                  <a:gd name="T15" fmla="*/ 42 h 600"/>
                  <a:gd name="T16" fmla="*/ 256 w 473"/>
                  <a:gd name="T17" fmla="*/ 2 h 600"/>
                  <a:gd name="T18" fmla="*/ 289 w 473"/>
                  <a:gd name="T19" fmla="*/ 38 h 600"/>
                  <a:gd name="T20" fmla="*/ 345 w 473"/>
                  <a:gd name="T21" fmla="*/ 62 h 600"/>
                  <a:gd name="T22" fmla="*/ 350 w 473"/>
                  <a:gd name="T23" fmla="*/ 83 h 600"/>
                  <a:gd name="T24" fmla="*/ 329 w 473"/>
                  <a:gd name="T25" fmla="*/ 118 h 600"/>
                  <a:gd name="T26" fmla="*/ 276 w 473"/>
                  <a:gd name="T27" fmla="*/ 146 h 600"/>
                  <a:gd name="T28" fmla="*/ 247 w 473"/>
                  <a:gd name="T29" fmla="*/ 197 h 600"/>
                  <a:gd name="T30" fmla="*/ 195 w 473"/>
                  <a:gd name="T31" fmla="*/ 260 h 600"/>
                  <a:gd name="T32" fmla="*/ 200 w 473"/>
                  <a:gd name="T33" fmla="*/ 285 h 600"/>
                  <a:gd name="T34" fmla="*/ 242 w 473"/>
                  <a:gd name="T35" fmla="*/ 261 h 600"/>
                  <a:gd name="T36" fmla="*/ 300 w 473"/>
                  <a:gd name="T37" fmla="*/ 228 h 600"/>
                  <a:gd name="T38" fmla="*/ 388 w 473"/>
                  <a:gd name="T39" fmla="*/ 162 h 600"/>
                  <a:gd name="T40" fmla="*/ 432 w 473"/>
                  <a:gd name="T41" fmla="*/ 141 h 600"/>
                  <a:gd name="T42" fmla="*/ 473 w 473"/>
                  <a:gd name="T43" fmla="*/ 158 h 600"/>
                  <a:gd name="T44" fmla="*/ 455 w 473"/>
                  <a:gd name="T45" fmla="*/ 210 h 600"/>
                  <a:gd name="T46" fmla="*/ 440 w 473"/>
                  <a:gd name="T47" fmla="*/ 283 h 600"/>
                  <a:gd name="T48" fmla="*/ 416 w 473"/>
                  <a:gd name="T49" fmla="*/ 447 h 600"/>
                  <a:gd name="T50" fmla="*/ 408 w 473"/>
                  <a:gd name="T51" fmla="*/ 524 h 600"/>
                  <a:gd name="T52" fmla="*/ 404 w 473"/>
                  <a:gd name="T53" fmla="*/ 581 h 600"/>
                  <a:gd name="T54" fmla="*/ 382 w 473"/>
                  <a:gd name="T55" fmla="*/ 600 h 600"/>
                  <a:gd name="T56" fmla="*/ 336 w 473"/>
                  <a:gd name="T57" fmla="*/ 558 h 600"/>
                  <a:gd name="T58" fmla="*/ 307 w 473"/>
                  <a:gd name="T59" fmla="*/ 535 h 600"/>
                  <a:gd name="T60" fmla="*/ 292 w 473"/>
                  <a:gd name="T61" fmla="*/ 515 h 600"/>
                  <a:gd name="T62" fmla="*/ 302 w 473"/>
                  <a:gd name="T63" fmla="*/ 501 h 600"/>
                  <a:gd name="T64" fmla="*/ 341 w 473"/>
                  <a:gd name="T65" fmla="*/ 527 h 600"/>
                  <a:gd name="T66" fmla="*/ 371 w 473"/>
                  <a:gd name="T67" fmla="*/ 515 h 600"/>
                  <a:gd name="T68" fmla="*/ 385 w 473"/>
                  <a:gd name="T69" fmla="*/ 405 h 600"/>
                  <a:gd name="T70" fmla="*/ 389 w 473"/>
                  <a:gd name="T71" fmla="*/ 351 h 600"/>
                  <a:gd name="T72" fmla="*/ 402 w 473"/>
                  <a:gd name="T73" fmla="*/ 308 h 600"/>
                  <a:gd name="T74" fmla="*/ 415 w 473"/>
                  <a:gd name="T75" fmla="*/ 246 h 600"/>
                  <a:gd name="T76" fmla="*/ 429 w 473"/>
                  <a:gd name="T77" fmla="*/ 198 h 600"/>
                  <a:gd name="T78" fmla="*/ 430 w 473"/>
                  <a:gd name="T79" fmla="*/ 166 h 600"/>
                  <a:gd name="T80" fmla="*/ 394 w 473"/>
                  <a:gd name="T81" fmla="*/ 178 h 600"/>
                  <a:gd name="T82" fmla="*/ 356 w 473"/>
                  <a:gd name="T83" fmla="*/ 220 h 600"/>
                  <a:gd name="T84" fmla="*/ 364 w 473"/>
                  <a:gd name="T85" fmla="*/ 252 h 600"/>
                  <a:gd name="T86" fmla="*/ 334 w 473"/>
                  <a:gd name="T87" fmla="*/ 279 h 600"/>
                  <a:gd name="T88" fmla="*/ 289 w 473"/>
                  <a:gd name="T89" fmla="*/ 287 h 600"/>
                  <a:gd name="T90" fmla="*/ 256 w 473"/>
                  <a:gd name="T91" fmla="*/ 303 h 600"/>
                  <a:gd name="T92" fmla="*/ 192 w 473"/>
                  <a:gd name="T93" fmla="*/ 323 h 600"/>
                  <a:gd name="T94" fmla="*/ 157 w 473"/>
                  <a:gd name="T95" fmla="*/ 348 h 600"/>
                  <a:gd name="T96" fmla="*/ 132 w 473"/>
                  <a:gd name="T97" fmla="*/ 357 h 600"/>
                  <a:gd name="T98" fmla="*/ 107 w 473"/>
                  <a:gd name="T99" fmla="*/ 354 h 600"/>
                  <a:gd name="T100" fmla="*/ 101 w 473"/>
                  <a:gd name="T101" fmla="*/ 336 h 600"/>
                  <a:gd name="T102" fmla="*/ 148 w 473"/>
                  <a:gd name="T103" fmla="*/ 318 h 600"/>
                  <a:gd name="T104" fmla="*/ 167 w 473"/>
                  <a:gd name="T105" fmla="*/ 304 h 600"/>
                  <a:gd name="T106" fmla="*/ 168 w 473"/>
                  <a:gd name="T107" fmla="*/ 263 h 600"/>
                  <a:gd name="T108" fmla="*/ 184 w 473"/>
                  <a:gd name="T109" fmla="*/ 203 h 600"/>
                  <a:gd name="T110" fmla="*/ 159 w 473"/>
                  <a:gd name="T111" fmla="*/ 206 h 600"/>
                  <a:gd name="T112" fmla="*/ 133 w 473"/>
                  <a:gd name="T113" fmla="*/ 217 h 600"/>
                  <a:gd name="T114" fmla="*/ 83 w 473"/>
                  <a:gd name="T115" fmla="*/ 248 h 600"/>
                  <a:gd name="T116" fmla="*/ 74 w 473"/>
                  <a:gd name="T117" fmla="*/ 254 h 600"/>
                  <a:gd name="T118" fmla="*/ 46 w 473"/>
                  <a:gd name="T119" fmla="*/ 255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3" h="600">
                    <a:moveTo>
                      <a:pt x="40" y="250"/>
                    </a:moveTo>
                    <a:lnTo>
                      <a:pt x="39" y="249"/>
                    </a:lnTo>
                    <a:lnTo>
                      <a:pt x="35" y="244"/>
                    </a:lnTo>
                    <a:lnTo>
                      <a:pt x="32" y="241"/>
                    </a:lnTo>
                    <a:lnTo>
                      <a:pt x="28" y="238"/>
                    </a:lnTo>
                    <a:lnTo>
                      <a:pt x="26" y="235"/>
                    </a:lnTo>
                    <a:lnTo>
                      <a:pt x="24" y="234"/>
                    </a:lnTo>
                    <a:lnTo>
                      <a:pt x="21" y="233"/>
                    </a:lnTo>
                    <a:lnTo>
                      <a:pt x="20" y="232"/>
                    </a:lnTo>
                    <a:lnTo>
                      <a:pt x="19" y="230"/>
                    </a:lnTo>
                    <a:lnTo>
                      <a:pt x="18" y="229"/>
                    </a:lnTo>
                    <a:lnTo>
                      <a:pt x="16" y="226"/>
                    </a:lnTo>
                    <a:lnTo>
                      <a:pt x="15" y="222"/>
                    </a:lnTo>
                    <a:lnTo>
                      <a:pt x="12" y="220"/>
                    </a:lnTo>
                    <a:lnTo>
                      <a:pt x="10" y="218"/>
                    </a:lnTo>
                    <a:lnTo>
                      <a:pt x="8" y="216"/>
                    </a:lnTo>
                    <a:lnTo>
                      <a:pt x="5" y="215"/>
                    </a:lnTo>
                    <a:lnTo>
                      <a:pt x="4" y="214"/>
                    </a:lnTo>
                    <a:lnTo>
                      <a:pt x="4" y="213"/>
                    </a:lnTo>
                    <a:lnTo>
                      <a:pt x="3" y="211"/>
                    </a:lnTo>
                    <a:lnTo>
                      <a:pt x="2" y="210"/>
                    </a:lnTo>
                    <a:lnTo>
                      <a:pt x="1" y="209"/>
                    </a:lnTo>
                    <a:lnTo>
                      <a:pt x="1" y="206"/>
                    </a:lnTo>
                    <a:lnTo>
                      <a:pt x="0" y="204"/>
                    </a:lnTo>
                    <a:lnTo>
                      <a:pt x="0" y="202"/>
                    </a:lnTo>
                    <a:lnTo>
                      <a:pt x="4" y="199"/>
                    </a:lnTo>
                    <a:lnTo>
                      <a:pt x="6" y="197"/>
                    </a:lnTo>
                    <a:lnTo>
                      <a:pt x="7" y="196"/>
                    </a:lnTo>
                    <a:lnTo>
                      <a:pt x="8" y="194"/>
                    </a:lnTo>
                    <a:lnTo>
                      <a:pt x="10" y="194"/>
                    </a:lnTo>
                    <a:lnTo>
                      <a:pt x="12" y="193"/>
                    </a:lnTo>
                    <a:lnTo>
                      <a:pt x="15" y="193"/>
                    </a:lnTo>
                    <a:lnTo>
                      <a:pt x="18" y="192"/>
                    </a:lnTo>
                    <a:lnTo>
                      <a:pt x="21" y="191"/>
                    </a:lnTo>
                    <a:lnTo>
                      <a:pt x="24" y="191"/>
                    </a:lnTo>
                    <a:lnTo>
                      <a:pt x="30" y="191"/>
                    </a:lnTo>
                    <a:lnTo>
                      <a:pt x="36" y="191"/>
                    </a:lnTo>
                    <a:lnTo>
                      <a:pt x="42" y="191"/>
                    </a:lnTo>
                    <a:lnTo>
                      <a:pt x="48" y="191"/>
                    </a:lnTo>
                    <a:lnTo>
                      <a:pt x="50" y="190"/>
                    </a:lnTo>
                    <a:lnTo>
                      <a:pt x="53" y="190"/>
                    </a:lnTo>
                    <a:lnTo>
                      <a:pt x="56" y="189"/>
                    </a:lnTo>
                    <a:lnTo>
                      <a:pt x="58" y="187"/>
                    </a:lnTo>
                    <a:lnTo>
                      <a:pt x="62" y="187"/>
                    </a:lnTo>
                    <a:lnTo>
                      <a:pt x="65" y="187"/>
                    </a:lnTo>
                    <a:lnTo>
                      <a:pt x="71" y="185"/>
                    </a:lnTo>
                    <a:lnTo>
                      <a:pt x="76" y="182"/>
                    </a:lnTo>
                    <a:lnTo>
                      <a:pt x="84" y="179"/>
                    </a:lnTo>
                    <a:lnTo>
                      <a:pt x="89" y="176"/>
                    </a:lnTo>
                    <a:lnTo>
                      <a:pt x="92" y="176"/>
                    </a:lnTo>
                    <a:lnTo>
                      <a:pt x="95" y="176"/>
                    </a:lnTo>
                    <a:lnTo>
                      <a:pt x="98" y="176"/>
                    </a:lnTo>
                    <a:lnTo>
                      <a:pt x="100" y="176"/>
                    </a:lnTo>
                    <a:lnTo>
                      <a:pt x="110" y="171"/>
                    </a:lnTo>
                    <a:lnTo>
                      <a:pt x="120" y="166"/>
                    </a:lnTo>
                    <a:lnTo>
                      <a:pt x="130" y="162"/>
                    </a:lnTo>
                    <a:lnTo>
                      <a:pt x="141" y="157"/>
                    </a:lnTo>
                    <a:lnTo>
                      <a:pt x="151" y="152"/>
                    </a:lnTo>
                    <a:lnTo>
                      <a:pt x="161" y="147"/>
                    </a:lnTo>
                    <a:lnTo>
                      <a:pt x="166" y="145"/>
                    </a:lnTo>
                    <a:lnTo>
                      <a:pt x="171" y="142"/>
                    </a:lnTo>
                    <a:lnTo>
                      <a:pt x="175" y="139"/>
                    </a:lnTo>
                    <a:lnTo>
                      <a:pt x="179" y="137"/>
                    </a:lnTo>
                    <a:lnTo>
                      <a:pt x="184" y="137"/>
                    </a:lnTo>
                    <a:lnTo>
                      <a:pt x="188" y="137"/>
                    </a:lnTo>
                    <a:lnTo>
                      <a:pt x="197" y="132"/>
                    </a:lnTo>
                    <a:lnTo>
                      <a:pt x="209" y="124"/>
                    </a:lnTo>
                    <a:lnTo>
                      <a:pt x="216" y="121"/>
                    </a:lnTo>
                    <a:lnTo>
                      <a:pt x="220" y="117"/>
                    </a:lnTo>
                    <a:lnTo>
                      <a:pt x="225" y="114"/>
                    </a:lnTo>
                    <a:lnTo>
                      <a:pt x="228" y="111"/>
                    </a:lnTo>
                    <a:lnTo>
                      <a:pt x="229" y="108"/>
                    </a:lnTo>
                    <a:lnTo>
                      <a:pt x="231" y="105"/>
                    </a:lnTo>
                    <a:lnTo>
                      <a:pt x="232" y="101"/>
                    </a:lnTo>
                    <a:lnTo>
                      <a:pt x="232" y="97"/>
                    </a:lnTo>
                    <a:lnTo>
                      <a:pt x="232" y="94"/>
                    </a:lnTo>
                    <a:lnTo>
                      <a:pt x="233" y="90"/>
                    </a:lnTo>
                    <a:lnTo>
                      <a:pt x="233" y="86"/>
                    </a:lnTo>
                    <a:lnTo>
                      <a:pt x="235" y="82"/>
                    </a:lnTo>
                    <a:lnTo>
                      <a:pt x="237" y="79"/>
                    </a:lnTo>
                    <a:lnTo>
                      <a:pt x="238" y="74"/>
                    </a:lnTo>
                    <a:lnTo>
                      <a:pt x="240" y="70"/>
                    </a:lnTo>
                    <a:lnTo>
                      <a:pt x="241" y="66"/>
                    </a:lnTo>
                    <a:lnTo>
                      <a:pt x="243" y="62"/>
                    </a:lnTo>
                    <a:lnTo>
                      <a:pt x="244" y="58"/>
                    </a:lnTo>
                    <a:lnTo>
                      <a:pt x="244" y="52"/>
                    </a:lnTo>
                    <a:lnTo>
                      <a:pt x="245" y="48"/>
                    </a:lnTo>
                    <a:lnTo>
                      <a:pt x="246" y="42"/>
                    </a:lnTo>
                    <a:lnTo>
                      <a:pt x="246" y="38"/>
                    </a:lnTo>
                    <a:lnTo>
                      <a:pt x="247" y="33"/>
                    </a:lnTo>
                    <a:lnTo>
                      <a:pt x="247" y="28"/>
                    </a:lnTo>
                    <a:lnTo>
                      <a:pt x="246" y="23"/>
                    </a:lnTo>
                    <a:lnTo>
                      <a:pt x="246" y="18"/>
                    </a:lnTo>
                    <a:lnTo>
                      <a:pt x="245" y="14"/>
                    </a:lnTo>
                    <a:lnTo>
                      <a:pt x="244" y="10"/>
                    </a:lnTo>
                    <a:lnTo>
                      <a:pt x="248" y="4"/>
                    </a:lnTo>
                    <a:lnTo>
                      <a:pt x="253" y="0"/>
                    </a:lnTo>
                    <a:lnTo>
                      <a:pt x="254" y="1"/>
                    </a:lnTo>
                    <a:lnTo>
                      <a:pt x="256" y="2"/>
                    </a:lnTo>
                    <a:lnTo>
                      <a:pt x="256" y="4"/>
                    </a:lnTo>
                    <a:lnTo>
                      <a:pt x="259" y="6"/>
                    </a:lnTo>
                    <a:lnTo>
                      <a:pt x="264" y="9"/>
                    </a:lnTo>
                    <a:lnTo>
                      <a:pt x="268" y="13"/>
                    </a:lnTo>
                    <a:lnTo>
                      <a:pt x="273" y="16"/>
                    </a:lnTo>
                    <a:lnTo>
                      <a:pt x="279" y="19"/>
                    </a:lnTo>
                    <a:lnTo>
                      <a:pt x="283" y="22"/>
                    </a:lnTo>
                    <a:lnTo>
                      <a:pt x="286" y="25"/>
                    </a:lnTo>
                    <a:lnTo>
                      <a:pt x="287" y="30"/>
                    </a:lnTo>
                    <a:lnTo>
                      <a:pt x="288" y="34"/>
                    </a:lnTo>
                    <a:lnTo>
                      <a:pt x="289" y="38"/>
                    </a:lnTo>
                    <a:lnTo>
                      <a:pt x="290" y="42"/>
                    </a:lnTo>
                    <a:lnTo>
                      <a:pt x="294" y="47"/>
                    </a:lnTo>
                    <a:lnTo>
                      <a:pt x="300" y="56"/>
                    </a:lnTo>
                    <a:lnTo>
                      <a:pt x="305" y="64"/>
                    </a:lnTo>
                    <a:lnTo>
                      <a:pt x="309" y="70"/>
                    </a:lnTo>
                    <a:lnTo>
                      <a:pt x="315" y="70"/>
                    </a:lnTo>
                    <a:lnTo>
                      <a:pt x="320" y="69"/>
                    </a:lnTo>
                    <a:lnTo>
                      <a:pt x="325" y="68"/>
                    </a:lnTo>
                    <a:lnTo>
                      <a:pt x="329" y="67"/>
                    </a:lnTo>
                    <a:lnTo>
                      <a:pt x="337" y="64"/>
                    </a:lnTo>
                    <a:lnTo>
                      <a:pt x="345" y="62"/>
                    </a:lnTo>
                    <a:lnTo>
                      <a:pt x="346" y="63"/>
                    </a:lnTo>
                    <a:lnTo>
                      <a:pt x="347" y="65"/>
                    </a:lnTo>
                    <a:lnTo>
                      <a:pt x="348" y="66"/>
                    </a:lnTo>
                    <a:lnTo>
                      <a:pt x="349" y="67"/>
                    </a:lnTo>
                    <a:lnTo>
                      <a:pt x="351" y="69"/>
                    </a:lnTo>
                    <a:lnTo>
                      <a:pt x="353" y="71"/>
                    </a:lnTo>
                    <a:lnTo>
                      <a:pt x="353" y="74"/>
                    </a:lnTo>
                    <a:lnTo>
                      <a:pt x="353" y="76"/>
                    </a:lnTo>
                    <a:lnTo>
                      <a:pt x="353" y="78"/>
                    </a:lnTo>
                    <a:lnTo>
                      <a:pt x="353" y="82"/>
                    </a:lnTo>
                    <a:lnTo>
                      <a:pt x="350" y="83"/>
                    </a:lnTo>
                    <a:lnTo>
                      <a:pt x="347" y="85"/>
                    </a:lnTo>
                    <a:lnTo>
                      <a:pt x="345" y="87"/>
                    </a:lnTo>
                    <a:lnTo>
                      <a:pt x="343" y="90"/>
                    </a:lnTo>
                    <a:lnTo>
                      <a:pt x="341" y="93"/>
                    </a:lnTo>
                    <a:lnTo>
                      <a:pt x="340" y="95"/>
                    </a:lnTo>
                    <a:lnTo>
                      <a:pt x="339" y="98"/>
                    </a:lnTo>
                    <a:lnTo>
                      <a:pt x="337" y="102"/>
                    </a:lnTo>
                    <a:lnTo>
                      <a:pt x="336" y="107"/>
                    </a:lnTo>
                    <a:lnTo>
                      <a:pt x="333" y="113"/>
                    </a:lnTo>
                    <a:lnTo>
                      <a:pt x="331" y="116"/>
                    </a:lnTo>
                    <a:lnTo>
                      <a:pt x="329" y="118"/>
                    </a:lnTo>
                    <a:lnTo>
                      <a:pt x="328" y="121"/>
                    </a:lnTo>
                    <a:lnTo>
                      <a:pt x="325" y="122"/>
                    </a:lnTo>
                    <a:lnTo>
                      <a:pt x="319" y="126"/>
                    </a:lnTo>
                    <a:lnTo>
                      <a:pt x="309" y="132"/>
                    </a:lnTo>
                    <a:lnTo>
                      <a:pt x="300" y="138"/>
                    </a:lnTo>
                    <a:lnTo>
                      <a:pt x="293" y="141"/>
                    </a:lnTo>
                    <a:lnTo>
                      <a:pt x="288" y="142"/>
                    </a:lnTo>
                    <a:lnTo>
                      <a:pt x="284" y="144"/>
                    </a:lnTo>
                    <a:lnTo>
                      <a:pt x="281" y="145"/>
                    </a:lnTo>
                    <a:lnTo>
                      <a:pt x="279" y="145"/>
                    </a:lnTo>
                    <a:lnTo>
                      <a:pt x="276" y="146"/>
                    </a:lnTo>
                    <a:lnTo>
                      <a:pt x="274" y="148"/>
                    </a:lnTo>
                    <a:lnTo>
                      <a:pt x="272" y="151"/>
                    </a:lnTo>
                    <a:lnTo>
                      <a:pt x="268" y="155"/>
                    </a:lnTo>
                    <a:lnTo>
                      <a:pt x="265" y="160"/>
                    </a:lnTo>
                    <a:lnTo>
                      <a:pt x="261" y="166"/>
                    </a:lnTo>
                    <a:lnTo>
                      <a:pt x="255" y="178"/>
                    </a:lnTo>
                    <a:lnTo>
                      <a:pt x="250" y="186"/>
                    </a:lnTo>
                    <a:lnTo>
                      <a:pt x="248" y="189"/>
                    </a:lnTo>
                    <a:lnTo>
                      <a:pt x="248" y="191"/>
                    </a:lnTo>
                    <a:lnTo>
                      <a:pt x="248" y="194"/>
                    </a:lnTo>
                    <a:lnTo>
                      <a:pt x="247" y="197"/>
                    </a:lnTo>
                    <a:lnTo>
                      <a:pt x="244" y="201"/>
                    </a:lnTo>
                    <a:lnTo>
                      <a:pt x="240" y="206"/>
                    </a:lnTo>
                    <a:lnTo>
                      <a:pt x="236" y="210"/>
                    </a:lnTo>
                    <a:lnTo>
                      <a:pt x="231" y="214"/>
                    </a:lnTo>
                    <a:lnTo>
                      <a:pt x="221" y="224"/>
                    </a:lnTo>
                    <a:lnTo>
                      <a:pt x="212" y="234"/>
                    </a:lnTo>
                    <a:lnTo>
                      <a:pt x="208" y="240"/>
                    </a:lnTo>
                    <a:lnTo>
                      <a:pt x="203" y="246"/>
                    </a:lnTo>
                    <a:lnTo>
                      <a:pt x="200" y="251"/>
                    </a:lnTo>
                    <a:lnTo>
                      <a:pt x="196" y="257"/>
                    </a:lnTo>
                    <a:lnTo>
                      <a:pt x="195" y="260"/>
                    </a:lnTo>
                    <a:lnTo>
                      <a:pt x="193" y="263"/>
                    </a:lnTo>
                    <a:lnTo>
                      <a:pt x="192" y="266"/>
                    </a:lnTo>
                    <a:lnTo>
                      <a:pt x="191" y="269"/>
                    </a:lnTo>
                    <a:lnTo>
                      <a:pt x="190" y="273"/>
                    </a:lnTo>
                    <a:lnTo>
                      <a:pt x="189" y="275"/>
                    </a:lnTo>
                    <a:lnTo>
                      <a:pt x="189" y="279"/>
                    </a:lnTo>
                    <a:lnTo>
                      <a:pt x="189" y="282"/>
                    </a:lnTo>
                    <a:lnTo>
                      <a:pt x="191" y="283"/>
                    </a:lnTo>
                    <a:lnTo>
                      <a:pt x="192" y="285"/>
                    </a:lnTo>
                    <a:lnTo>
                      <a:pt x="196" y="285"/>
                    </a:lnTo>
                    <a:lnTo>
                      <a:pt x="200" y="285"/>
                    </a:lnTo>
                    <a:lnTo>
                      <a:pt x="203" y="284"/>
                    </a:lnTo>
                    <a:lnTo>
                      <a:pt x="206" y="284"/>
                    </a:lnTo>
                    <a:lnTo>
                      <a:pt x="212" y="282"/>
                    </a:lnTo>
                    <a:lnTo>
                      <a:pt x="217" y="280"/>
                    </a:lnTo>
                    <a:lnTo>
                      <a:pt x="222" y="278"/>
                    </a:lnTo>
                    <a:lnTo>
                      <a:pt x="227" y="275"/>
                    </a:lnTo>
                    <a:lnTo>
                      <a:pt x="231" y="272"/>
                    </a:lnTo>
                    <a:lnTo>
                      <a:pt x="235" y="269"/>
                    </a:lnTo>
                    <a:lnTo>
                      <a:pt x="237" y="265"/>
                    </a:lnTo>
                    <a:lnTo>
                      <a:pt x="240" y="262"/>
                    </a:lnTo>
                    <a:lnTo>
                      <a:pt x="242" y="261"/>
                    </a:lnTo>
                    <a:lnTo>
                      <a:pt x="244" y="261"/>
                    </a:lnTo>
                    <a:lnTo>
                      <a:pt x="245" y="261"/>
                    </a:lnTo>
                    <a:lnTo>
                      <a:pt x="247" y="261"/>
                    </a:lnTo>
                    <a:lnTo>
                      <a:pt x="248" y="261"/>
                    </a:lnTo>
                    <a:lnTo>
                      <a:pt x="250" y="261"/>
                    </a:lnTo>
                    <a:lnTo>
                      <a:pt x="252" y="260"/>
                    </a:lnTo>
                    <a:lnTo>
                      <a:pt x="253" y="259"/>
                    </a:lnTo>
                    <a:lnTo>
                      <a:pt x="265" y="252"/>
                    </a:lnTo>
                    <a:lnTo>
                      <a:pt x="276" y="244"/>
                    </a:lnTo>
                    <a:lnTo>
                      <a:pt x="288" y="236"/>
                    </a:lnTo>
                    <a:lnTo>
                      <a:pt x="300" y="228"/>
                    </a:lnTo>
                    <a:lnTo>
                      <a:pt x="312" y="221"/>
                    </a:lnTo>
                    <a:lnTo>
                      <a:pt x="323" y="213"/>
                    </a:lnTo>
                    <a:lnTo>
                      <a:pt x="336" y="206"/>
                    </a:lnTo>
                    <a:lnTo>
                      <a:pt x="348" y="198"/>
                    </a:lnTo>
                    <a:lnTo>
                      <a:pt x="353" y="195"/>
                    </a:lnTo>
                    <a:lnTo>
                      <a:pt x="357" y="192"/>
                    </a:lnTo>
                    <a:lnTo>
                      <a:pt x="362" y="188"/>
                    </a:lnTo>
                    <a:lnTo>
                      <a:pt x="367" y="183"/>
                    </a:lnTo>
                    <a:lnTo>
                      <a:pt x="377" y="174"/>
                    </a:lnTo>
                    <a:lnTo>
                      <a:pt x="385" y="166"/>
                    </a:lnTo>
                    <a:lnTo>
                      <a:pt x="388" y="162"/>
                    </a:lnTo>
                    <a:lnTo>
                      <a:pt x="390" y="158"/>
                    </a:lnTo>
                    <a:lnTo>
                      <a:pt x="393" y="155"/>
                    </a:lnTo>
                    <a:lnTo>
                      <a:pt x="397" y="153"/>
                    </a:lnTo>
                    <a:lnTo>
                      <a:pt x="401" y="151"/>
                    </a:lnTo>
                    <a:lnTo>
                      <a:pt x="405" y="150"/>
                    </a:lnTo>
                    <a:lnTo>
                      <a:pt x="409" y="147"/>
                    </a:lnTo>
                    <a:lnTo>
                      <a:pt x="413" y="146"/>
                    </a:lnTo>
                    <a:lnTo>
                      <a:pt x="418" y="145"/>
                    </a:lnTo>
                    <a:lnTo>
                      <a:pt x="423" y="143"/>
                    </a:lnTo>
                    <a:lnTo>
                      <a:pt x="427" y="142"/>
                    </a:lnTo>
                    <a:lnTo>
                      <a:pt x="432" y="141"/>
                    </a:lnTo>
                    <a:lnTo>
                      <a:pt x="437" y="141"/>
                    </a:lnTo>
                    <a:lnTo>
                      <a:pt x="442" y="140"/>
                    </a:lnTo>
                    <a:lnTo>
                      <a:pt x="448" y="139"/>
                    </a:lnTo>
                    <a:lnTo>
                      <a:pt x="453" y="139"/>
                    </a:lnTo>
                    <a:lnTo>
                      <a:pt x="458" y="139"/>
                    </a:lnTo>
                    <a:lnTo>
                      <a:pt x="464" y="139"/>
                    </a:lnTo>
                    <a:lnTo>
                      <a:pt x="467" y="145"/>
                    </a:lnTo>
                    <a:lnTo>
                      <a:pt x="471" y="150"/>
                    </a:lnTo>
                    <a:lnTo>
                      <a:pt x="472" y="152"/>
                    </a:lnTo>
                    <a:lnTo>
                      <a:pt x="473" y="155"/>
                    </a:lnTo>
                    <a:lnTo>
                      <a:pt x="473" y="158"/>
                    </a:lnTo>
                    <a:lnTo>
                      <a:pt x="473" y="162"/>
                    </a:lnTo>
                    <a:lnTo>
                      <a:pt x="470" y="166"/>
                    </a:lnTo>
                    <a:lnTo>
                      <a:pt x="468" y="169"/>
                    </a:lnTo>
                    <a:lnTo>
                      <a:pt x="466" y="172"/>
                    </a:lnTo>
                    <a:lnTo>
                      <a:pt x="464" y="176"/>
                    </a:lnTo>
                    <a:lnTo>
                      <a:pt x="463" y="180"/>
                    </a:lnTo>
                    <a:lnTo>
                      <a:pt x="461" y="184"/>
                    </a:lnTo>
                    <a:lnTo>
                      <a:pt x="460" y="188"/>
                    </a:lnTo>
                    <a:lnTo>
                      <a:pt x="459" y="192"/>
                    </a:lnTo>
                    <a:lnTo>
                      <a:pt x="457" y="201"/>
                    </a:lnTo>
                    <a:lnTo>
                      <a:pt x="455" y="210"/>
                    </a:lnTo>
                    <a:lnTo>
                      <a:pt x="454" y="214"/>
                    </a:lnTo>
                    <a:lnTo>
                      <a:pt x="453" y="217"/>
                    </a:lnTo>
                    <a:lnTo>
                      <a:pt x="452" y="221"/>
                    </a:lnTo>
                    <a:lnTo>
                      <a:pt x="450" y="224"/>
                    </a:lnTo>
                    <a:lnTo>
                      <a:pt x="450" y="229"/>
                    </a:lnTo>
                    <a:lnTo>
                      <a:pt x="450" y="233"/>
                    </a:lnTo>
                    <a:lnTo>
                      <a:pt x="450" y="237"/>
                    </a:lnTo>
                    <a:lnTo>
                      <a:pt x="450" y="241"/>
                    </a:lnTo>
                    <a:lnTo>
                      <a:pt x="446" y="254"/>
                    </a:lnTo>
                    <a:lnTo>
                      <a:pt x="443" y="268"/>
                    </a:lnTo>
                    <a:lnTo>
                      <a:pt x="440" y="283"/>
                    </a:lnTo>
                    <a:lnTo>
                      <a:pt x="437" y="297"/>
                    </a:lnTo>
                    <a:lnTo>
                      <a:pt x="434" y="311"/>
                    </a:lnTo>
                    <a:lnTo>
                      <a:pt x="432" y="327"/>
                    </a:lnTo>
                    <a:lnTo>
                      <a:pt x="429" y="341"/>
                    </a:lnTo>
                    <a:lnTo>
                      <a:pt x="428" y="356"/>
                    </a:lnTo>
                    <a:lnTo>
                      <a:pt x="425" y="371"/>
                    </a:lnTo>
                    <a:lnTo>
                      <a:pt x="424" y="387"/>
                    </a:lnTo>
                    <a:lnTo>
                      <a:pt x="421" y="402"/>
                    </a:lnTo>
                    <a:lnTo>
                      <a:pt x="420" y="417"/>
                    </a:lnTo>
                    <a:lnTo>
                      <a:pt x="417" y="432"/>
                    </a:lnTo>
                    <a:lnTo>
                      <a:pt x="416" y="447"/>
                    </a:lnTo>
                    <a:lnTo>
                      <a:pt x="413" y="462"/>
                    </a:lnTo>
                    <a:lnTo>
                      <a:pt x="410" y="477"/>
                    </a:lnTo>
                    <a:lnTo>
                      <a:pt x="411" y="480"/>
                    </a:lnTo>
                    <a:lnTo>
                      <a:pt x="411" y="483"/>
                    </a:lnTo>
                    <a:lnTo>
                      <a:pt x="411" y="487"/>
                    </a:lnTo>
                    <a:lnTo>
                      <a:pt x="412" y="491"/>
                    </a:lnTo>
                    <a:lnTo>
                      <a:pt x="410" y="498"/>
                    </a:lnTo>
                    <a:lnTo>
                      <a:pt x="409" y="504"/>
                    </a:lnTo>
                    <a:lnTo>
                      <a:pt x="409" y="511"/>
                    </a:lnTo>
                    <a:lnTo>
                      <a:pt x="409" y="518"/>
                    </a:lnTo>
                    <a:lnTo>
                      <a:pt x="408" y="524"/>
                    </a:lnTo>
                    <a:lnTo>
                      <a:pt x="408" y="531"/>
                    </a:lnTo>
                    <a:lnTo>
                      <a:pt x="406" y="536"/>
                    </a:lnTo>
                    <a:lnTo>
                      <a:pt x="405" y="542"/>
                    </a:lnTo>
                    <a:lnTo>
                      <a:pt x="405" y="545"/>
                    </a:lnTo>
                    <a:lnTo>
                      <a:pt x="405" y="548"/>
                    </a:lnTo>
                    <a:lnTo>
                      <a:pt x="405" y="551"/>
                    </a:lnTo>
                    <a:lnTo>
                      <a:pt x="404" y="555"/>
                    </a:lnTo>
                    <a:lnTo>
                      <a:pt x="404" y="562"/>
                    </a:lnTo>
                    <a:lnTo>
                      <a:pt x="405" y="568"/>
                    </a:lnTo>
                    <a:lnTo>
                      <a:pt x="405" y="575"/>
                    </a:lnTo>
                    <a:lnTo>
                      <a:pt x="404" y="581"/>
                    </a:lnTo>
                    <a:lnTo>
                      <a:pt x="403" y="584"/>
                    </a:lnTo>
                    <a:lnTo>
                      <a:pt x="402" y="587"/>
                    </a:lnTo>
                    <a:lnTo>
                      <a:pt x="401" y="590"/>
                    </a:lnTo>
                    <a:lnTo>
                      <a:pt x="400" y="592"/>
                    </a:lnTo>
                    <a:lnTo>
                      <a:pt x="398" y="594"/>
                    </a:lnTo>
                    <a:lnTo>
                      <a:pt x="397" y="595"/>
                    </a:lnTo>
                    <a:lnTo>
                      <a:pt x="394" y="596"/>
                    </a:lnTo>
                    <a:lnTo>
                      <a:pt x="391" y="598"/>
                    </a:lnTo>
                    <a:lnTo>
                      <a:pt x="389" y="599"/>
                    </a:lnTo>
                    <a:lnTo>
                      <a:pt x="385" y="599"/>
                    </a:lnTo>
                    <a:lnTo>
                      <a:pt x="382" y="600"/>
                    </a:lnTo>
                    <a:lnTo>
                      <a:pt x="380" y="600"/>
                    </a:lnTo>
                    <a:lnTo>
                      <a:pt x="376" y="594"/>
                    </a:lnTo>
                    <a:lnTo>
                      <a:pt x="372" y="588"/>
                    </a:lnTo>
                    <a:lnTo>
                      <a:pt x="367" y="583"/>
                    </a:lnTo>
                    <a:lnTo>
                      <a:pt x="362" y="579"/>
                    </a:lnTo>
                    <a:lnTo>
                      <a:pt x="357" y="575"/>
                    </a:lnTo>
                    <a:lnTo>
                      <a:pt x="352" y="570"/>
                    </a:lnTo>
                    <a:lnTo>
                      <a:pt x="346" y="566"/>
                    </a:lnTo>
                    <a:lnTo>
                      <a:pt x="340" y="562"/>
                    </a:lnTo>
                    <a:lnTo>
                      <a:pt x="337" y="560"/>
                    </a:lnTo>
                    <a:lnTo>
                      <a:pt x="336" y="558"/>
                    </a:lnTo>
                    <a:lnTo>
                      <a:pt x="334" y="555"/>
                    </a:lnTo>
                    <a:lnTo>
                      <a:pt x="333" y="553"/>
                    </a:lnTo>
                    <a:lnTo>
                      <a:pt x="331" y="551"/>
                    </a:lnTo>
                    <a:lnTo>
                      <a:pt x="329" y="549"/>
                    </a:lnTo>
                    <a:lnTo>
                      <a:pt x="327" y="547"/>
                    </a:lnTo>
                    <a:lnTo>
                      <a:pt x="325" y="545"/>
                    </a:lnTo>
                    <a:lnTo>
                      <a:pt x="323" y="543"/>
                    </a:lnTo>
                    <a:lnTo>
                      <a:pt x="319" y="541"/>
                    </a:lnTo>
                    <a:lnTo>
                      <a:pt x="315" y="539"/>
                    </a:lnTo>
                    <a:lnTo>
                      <a:pt x="311" y="537"/>
                    </a:lnTo>
                    <a:lnTo>
                      <a:pt x="307" y="535"/>
                    </a:lnTo>
                    <a:lnTo>
                      <a:pt x="303" y="533"/>
                    </a:lnTo>
                    <a:lnTo>
                      <a:pt x="300" y="531"/>
                    </a:lnTo>
                    <a:lnTo>
                      <a:pt x="297" y="529"/>
                    </a:lnTo>
                    <a:lnTo>
                      <a:pt x="296" y="527"/>
                    </a:lnTo>
                    <a:lnTo>
                      <a:pt x="296" y="526"/>
                    </a:lnTo>
                    <a:lnTo>
                      <a:pt x="296" y="524"/>
                    </a:lnTo>
                    <a:lnTo>
                      <a:pt x="295" y="522"/>
                    </a:lnTo>
                    <a:lnTo>
                      <a:pt x="295" y="520"/>
                    </a:lnTo>
                    <a:lnTo>
                      <a:pt x="294" y="519"/>
                    </a:lnTo>
                    <a:lnTo>
                      <a:pt x="293" y="516"/>
                    </a:lnTo>
                    <a:lnTo>
                      <a:pt x="292" y="515"/>
                    </a:lnTo>
                    <a:lnTo>
                      <a:pt x="288" y="511"/>
                    </a:lnTo>
                    <a:lnTo>
                      <a:pt x="283" y="507"/>
                    </a:lnTo>
                    <a:lnTo>
                      <a:pt x="283" y="503"/>
                    </a:lnTo>
                    <a:lnTo>
                      <a:pt x="283" y="501"/>
                    </a:lnTo>
                    <a:lnTo>
                      <a:pt x="286" y="499"/>
                    </a:lnTo>
                    <a:lnTo>
                      <a:pt x="289" y="496"/>
                    </a:lnTo>
                    <a:lnTo>
                      <a:pt x="293" y="496"/>
                    </a:lnTo>
                    <a:lnTo>
                      <a:pt x="297" y="496"/>
                    </a:lnTo>
                    <a:lnTo>
                      <a:pt x="299" y="498"/>
                    </a:lnTo>
                    <a:lnTo>
                      <a:pt x="300" y="499"/>
                    </a:lnTo>
                    <a:lnTo>
                      <a:pt x="302" y="501"/>
                    </a:lnTo>
                    <a:lnTo>
                      <a:pt x="304" y="503"/>
                    </a:lnTo>
                    <a:lnTo>
                      <a:pt x="308" y="504"/>
                    </a:lnTo>
                    <a:lnTo>
                      <a:pt x="312" y="507"/>
                    </a:lnTo>
                    <a:lnTo>
                      <a:pt x="315" y="508"/>
                    </a:lnTo>
                    <a:lnTo>
                      <a:pt x="319" y="511"/>
                    </a:lnTo>
                    <a:lnTo>
                      <a:pt x="324" y="512"/>
                    </a:lnTo>
                    <a:lnTo>
                      <a:pt x="328" y="515"/>
                    </a:lnTo>
                    <a:lnTo>
                      <a:pt x="332" y="519"/>
                    </a:lnTo>
                    <a:lnTo>
                      <a:pt x="336" y="523"/>
                    </a:lnTo>
                    <a:lnTo>
                      <a:pt x="338" y="526"/>
                    </a:lnTo>
                    <a:lnTo>
                      <a:pt x="341" y="527"/>
                    </a:lnTo>
                    <a:lnTo>
                      <a:pt x="343" y="530"/>
                    </a:lnTo>
                    <a:lnTo>
                      <a:pt x="345" y="531"/>
                    </a:lnTo>
                    <a:lnTo>
                      <a:pt x="349" y="531"/>
                    </a:lnTo>
                    <a:lnTo>
                      <a:pt x="353" y="531"/>
                    </a:lnTo>
                    <a:lnTo>
                      <a:pt x="357" y="531"/>
                    </a:lnTo>
                    <a:lnTo>
                      <a:pt x="361" y="531"/>
                    </a:lnTo>
                    <a:lnTo>
                      <a:pt x="364" y="528"/>
                    </a:lnTo>
                    <a:lnTo>
                      <a:pt x="365" y="525"/>
                    </a:lnTo>
                    <a:lnTo>
                      <a:pt x="367" y="522"/>
                    </a:lnTo>
                    <a:lnTo>
                      <a:pt x="369" y="518"/>
                    </a:lnTo>
                    <a:lnTo>
                      <a:pt x="371" y="515"/>
                    </a:lnTo>
                    <a:lnTo>
                      <a:pt x="372" y="511"/>
                    </a:lnTo>
                    <a:lnTo>
                      <a:pt x="373" y="507"/>
                    </a:lnTo>
                    <a:lnTo>
                      <a:pt x="374" y="503"/>
                    </a:lnTo>
                    <a:lnTo>
                      <a:pt x="377" y="493"/>
                    </a:lnTo>
                    <a:lnTo>
                      <a:pt x="378" y="484"/>
                    </a:lnTo>
                    <a:lnTo>
                      <a:pt x="379" y="475"/>
                    </a:lnTo>
                    <a:lnTo>
                      <a:pt x="380" y="465"/>
                    </a:lnTo>
                    <a:lnTo>
                      <a:pt x="382" y="444"/>
                    </a:lnTo>
                    <a:lnTo>
                      <a:pt x="383" y="424"/>
                    </a:lnTo>
                    <a:lnTo>
                      <a:pt x="384" y="415"/>
                    </a:lnTo>
                    <a:lnTo>
                      <a:pt x="385" y="405"/>
                    </a:lnTo>
                    <a:lnTo>
                      <a:pt x="385" y="396"/>
                    </a:lnTo>
                    <a:lnTo>
                      <a:pt x="386" y="387"/>
                    </a:lnTo>
                    <a:lnTo>
                      <a:pt x="386" y="381"/>
                    </a:lnTo>
                    <a:lnTo>
                      <a:pt x="386" y="375"/>
                    </a:lnTo>
                    <a:lnTo>
                      <a:pt x="386" y="369"/>
                    </a:lnTo>
                    <a:lnTo>
                      <a:pt x="385" y="362"/>
                    </a:lnTo>
                    <a:lnTo>
                      <a:pt x="387" y="359"/>
                    </a:lnTo>
                    <a:lnTo>
                      <a:pt x="388" y="356"/>
                    </a:lnTo>
                    <a:lnTo>
                      <a:pt x="389" y="355"/>
                    </a:lnTo>
                    <a:lnTo>
                      <a:pt x="389" y="353"/>
                    </a:lnTo>
                    <a:lnTo>
                      <a:pt x="389" y="351"/>
                    </a:lnTo>
                    <a:lnTo>
                      <a:pt x="389" y="348"/>
                    </a:lnTo>
                    <a:lnTo>
                      <a:pt x="389" y="345"/>
                    </a:lnTo>
                    <a:lnTo>
                      <a:pt x="389" y="341"/>
                    </a:lnTo>
                    <a:lnTo>
                      <a:pt x="388" y="338"/>
                    </a:lnTo>
                    <a:lnTo>
                      <a:pt x="388" y="334"/>
                    </a:lnTo>
                    <a:lnTo>
                      <a:pt x="389" y="331"/>
                    </a:lnTo>
                    <a:lnTo>
                      <a:pt x="391" y="327"/>
                    </a:lnTo>
                    <a:lnTo>
                      <a:pt x="393" y="324"/>
                    </a:lnTo>
                    <a:lnTo>
                      <a:pt x="395" y="321"/>
                    </a:lnTo>
                    <a:lnTo>
                      <a:pt x="398" y="315"/>
                    </a:lnTo>
                    <a:lnTo>
                      <a:pt x="402" y="308"/>
                    </a:lnTo>
                    <a:lnTo>
                      <a:pt x="402" y="303"/>
                    </a:lnTo>
                    <a:lnTo>
                      <a:pt x="402" y="299"/>
                    </a:lnTo>
                    <a:lnTo>
                      <a:pt x="404" y="293"/>
                    </a:lnTo>
                    <a:lnTo>
                      <a:pt x="405" y="287"/>
                    </a:lnTo>
                    <a:lnTo>
                      <a:pt x="406" y="280"/>
                    </a:lnTo>
                    <a:lnTo>
                      <a:pt x="408" y="275"/>
                    </a:lnTo>
                    <a:lnTo>
                      <a:pt x="409" y="268"/>
                    </a:lnTo>
                    <a:lnTo>
                      <a:pt x="409" y="262"/>
                    </a:lnTo>
                    <a:lnTo>
                      <a:pt x="412" y="255"/>
                    </a:lnTo>
                    <a:lnTo>
                      <a:pt x="413" y="249"/>
                    </a:lnTo>
                    <a:lnTo>
                      <a:pt x="415" y="246"/>
                    </a:lnTo>
                    <a:lnTo>
                      <a:pt x="416" y="244"/>
                    </a:lnTo>
                    <a:lnTo>
                      <a:pt x="417" y="242"/>
                    </a:lnTo>
                    <a:lnTo>
                      <a:pt x="419" y="239"/>
                    </a:lnTo>
                    <a:lnTo>
                      <a:pt x="421" y="237"/>
                    </a:lnTo>
                    <a:lnTo>
                      <a:pt x="423" y="234"/>
                    </a:lnTo>
                    <a:lnTo>
                      <a:pt x="424" y="232"/>
                    </a:lnTo>
                    <a:lnTo>
                      <a:pt x="425" y="230"/>
                    </a:lnTo>
                    <a:lnTo>
                      <a:pt x="426" y="222"/>
                    </a:lnTo>
                    <a:lnTo>
                      <a:pt x="427" y="214"/>
                    </a:lnTo>
                    <a:lnTo>
                      <a:pt x="429" y="206"/>
                    </a:lnTo>
                    <a:lnTo>
                      <a:pt x="429" y="198"/>
                    </a:lnTo>
                    <a:lnTo>
                      <a:pt x="432" y="190"/>
                    </a:lnTo>
                    <a:lnTo>
                      <a:pt x="434" y="183"/>
                    </a:lnTo>
                    <a:lnTo>
                      <a:pt x="436" y="180"/>
                    </a:lnTo>
                    <a:lnTo>
                      <a:pt x="437" y="176"/>
                    </a:lnTo>
                    <a:lnTo>
                      <a:pt x="437" y="172"/>
                    </a:lnTo>
                    <a:lnTo>
                      <a:pt x="437" y="167"/>
                    </a:lnTo>
                    <a:lnTo>
                      <a:pt x="435" y="167"/>
                    </a:lnTo>
                    <a:lnTo>
                      <a:pt x="434" y="167"/>
                    </a:lnTo>
                    <a:lnTo>
                      <a:pt x="433" y="166"/>
                    </a:lnTo>
                    <a:lnTo>
                      <a:pt x="432" y="166"/>
                    </a:lnTo>
                    <a:lnTo>
                      <a:pt x="430" y="166"/>
                    </a:lnTo>
                    <a:lnTo>
                      <a:pt x="429" y="166"/>
                    </a:lnTo>
                    <a:lnTo>
                      <a:pt x="425" y="166"/>
                    </a:lnTo>
                    <a:lnTo>
                      <a:pt x="421" y="166"/>
                    </a:lnTo>
                    <a:lnTo>
                      <a:pt x="417" y="167"/>
                    </a:lnTo>
                    <a:lnTo>
                      <a:pt x="413" y="167"/>
                    </a:lnTo>
                    <a:lnTo>
                      <a:pt x="410" y="169"/>
                    </a:lnTo>
                    <a:lnTo>
                      <a:pt x="409" y="169"/>
                    </a:lnTo>
                    <a:lnTo>
                      <a:pt x="405" y="171"/>
                    </a:lnTo>
                    <a:lnTo>
                      <a:pt x="401" y="173"/>
                    </a:lnTo>
                    <a:lnTo>
                      <a:pt x="397" y="176"/>
                    </a:lnTo>
                    <a:lnTo>
                      <a:pt x="394" y="178"/>
                    </a:lnTo>
                    <a:lnTo>
                      <a:pt x="388" y="185"/>
                    </a:lnTo>
                    <a:lnTo>
                      <a:pt x="381" y="191"/>
                    </a:lnTo>
                    <a:lnTo>
                      <a:pt x="374" y="198"/>
                    </a:lnTo>
                    <a:lnTo>
                      <a:pt x="369" y="203"/>
                    </a:lnTo>
                    <a:lnTo>
                      <a:pt x="365" y="206"/>
                    </a:lnTo>
                    <a:lnTo>
                      <a:pt x="362" y="208"/>
                    </a:lnTo>
                    <a:lnTo>
                      <a:pt x="359" y="210"/>
                    </a:lnTo>
                    <a:lnTo>
                      <a:pt x="356" y="211"/>
                    </a:lnTo>
                    <a:lnTo>
                      <a:pt x="356" y="214"/>
                    </a:lnTo>
                    <a:lnTo>
                      <a:pt x="356" y="217"/>
                    </a:lnTo>
                    <a:lnTo>
                      <a:pt x="356" y="220"/>
                    </a:lnTo>
                    <a:lnTo>
                      <a:pt x="357" y="222"/>
                    </a:lnTo>
                    <a:lnTo>
                      <a:pt x="358" y="226"/>
                    </a:lnTo>
                    <a:lnTo>
                      <a:pt x="361" y="230"/>
                    </a:lnTo>
                    <a:lnTo>
                      <a:pt x="363" y="235"/>
                    </a:lnTo>
                    <a:lnTo>
                      <a:pt x="365" y="239"/>
                    </a:lnTo>
                    <a:lnTo>
                      <a:pt x="365" y="242"/>
                    </a:lnTo>
                    <a:lnTo>
                      <a:pt x="366" y="244"/>
                    </a:lnTo>
                    <a:lnTo>
                      <a:pt x="367" y="247"/>
                    </a:lnTo>
                    <a:lnTo>
                      <a:pt x="367" y="250"/>
                    </a:lnTo>
                    <a:lnTo>
                      <a:pt x="365" y="251"/>
                    </a:lnTo>
                    <a:lnTo>
                      <a:pt x="364" y="252"/>
                    </a:lnTo>
                    <a:lnTo>
                      <a:pt x="361" y="254"/>
                    </a:lnTo>
                    <a:lnTo>
                      <a:pt x="360" y="255"/>
                    </a:lnTo>
                    <a:lnTo>
                      <a:pt x="357" y="258"/>
                    </a:lnTo>
                    <a:lnTo>
                      <a:pt x="354" y="262"/>
                    </a:lnTo>
                    <a:lnTo>
                      <a:pt x="352" y="266"/>
                    </a:lnTo>
                    <a:lnTo>
                      <a:pt x="349" y="270"/>
                    </a:lnTo>
                    <a:lnTo>
                      <a:pt x="345" y="273"/>
                    </a:lnTo>
                    <a:lnTo>
                      <a:pt x="342" y="275"/>
                    </a:lnTo>
                    <a:lnTo>
                      <a:pt x="340" y="277"/>
                    </a:lnTo>
                    <a:lnTo>
                      <a:pt x="337" y="278"/>
                    </a:lnTo>
                    <a:lnTo>
                      <a:pt x="334" y="279"/>
                    </a:lnTo>
                    <a:lnTo>
                      <a:pt x="332" y="279"/>
                    </a:lnTo>
                    <a:lnTo>
                      <a:pt x="325" y="279"/>
                    </a:lnTo>
                    <a:lnTo>
                      <a:pt x="320" y="279"/>
                    </a:lnTo>
                    <a:lnTo>
                      <a:pt x="313" y="279"/>
                    </a:lnTo>
                    <a:lnTo>
                      <a:pt x="307" y="279"/>
                    </a:lnTo>
                    <a:lnTo>
                      <a:pt x="304" y="279"/>
                    </a:lnTo>
                    <a:lnTo>
                      <a:pt x="301" y="280"/>
                    </a:lnTo>
                    <a:lnTo>
                      <a:pt x="298" y="280"/>
                    </a:lnTo>
                    <a:lnTo>
                      <a:pt x="296" y="282"/>
                    </a:lnTo>
                    <a:lnTo>
                      <a:pt x="292" y="284"/>
                    </a:lnTo>
                    <a:lnTo>
                      <a:pt x="289" y="287"/>
                    </a:lnTo>
                    <a:lnTo>
                      <a:pt x="284" y="290"/>
                    </a:lnTo>
                    <a:lnTo>
                      <a:pt x="278" y="291"/>
                    </a:lnTo>
                    <a:lnTo>
                      <a:pt x="275" y="293"/>
                    </a:lnTo>
                    <a:lnTo>
                      <a:pt x="272" y="294"/>
                    </a:lnTo>
                    <a:lnTo>
                      <a:pt x="269" y="295"/>
                    </a:lnTo>
                    <a:lnTo>
                      <a:pt x="267" y="297"/>
                    </a:lnTo>
                    <a:lnTo>
                      <a:pt x="266" y="299"/>
                    </a:lnTo>
                    <a:lnTo>
                      <a:pt x="265" y="302"/>
                    </a:lnTo>
                    <a:lnTo>
                      <a:pt x="262" y="303"/>
                    </a:lnTo>
                    <a:lnTo>
                      <a:pt x="259" y="303"/>
                    </a:lnTo>
                    <a:lnTo>
                      <a:pt x="256" y="303"/>
                    </a:lnTo>
                    <a:lnTo>
                      <a:pt x="253" y="304"/>
                    </a:lnTo>
                    <a:lnTo>
                      <a:pt x="243" y="311"/>
                    </a:lnTo>
                    <a:lnTo>
                      <a:pt x="233" y="319"/>
                    </a:lnTo>
                    <a:lnTo>
                      <a:pt x="228" y="323"/>
                    </a:lnTo>
                    <a:lnTo>
                      <a:pt x="224" y="327"/>
                    </a:lnTo>
                    <a:lnTo>
                      <a:pt x="219" y="331"/>
                    </a:lnTo>
                    <a:lnTo>
                      <a:pt x="215" y="336"/>
                    </a:lnTo>
                    <a:lnTo>
                      <a:pt x="208" y="331"/>
                    </a:lnTo>
                    <a:lnTo>
                      <a:pt x="200" y="327"/>
                    </a:lnTo>
                    <a:lnTo>
                      <a:pt x="196" y="325"/>
                    </a:lnTo>
                    <a:lnTo>
                      <a:pt x="192" y="323"/>
                    </a:lnTo>
                    <a:lnTo>
                      <a:pt x="189" y="323"/>
                    </a:lnTo>
                    <a:lnTo>
                      <a:pt x="187" y="323"/>
                    </a:lnTo>
                    <a:lnTo>
                      <a:pt x="184" y="323"/>
                    </a:lnTo>
                    <a:lnTo>
                      <a:pt x="181" y="323"/>
                    </a:lnTo>
                    <a:lnTo>
                      <a:pt x="180" y="324"/>
                    </a:lnTo>
                    <a:lnTo>
                      <a:pt x="179" y="327"/>
                    </a:lnTo>
                    <a:lnTo>
                      <a:pt x="176" y="329"/>
                    </a:lnTo>
                    <a:lnTo>
                      <a:pt x="174" y="332"/>
                    </a:lnTo>
                    <a:lnTo>
                      <a:pt x="169" y="338"/>
                    </a:lnTo>
                    <a:lnTo>
                      <a:pt x="164" y="343"/>
                    </a:lnTo>
                    <a:lnTo>
                      <a:pt x="157" y="348"/>
                    </a:lnTo>
                    <a:lnTo>
                      <a:pt x="151" y="353"/>
                    </a:lnTo>
                    <a:lnTo>
                      <a:pt x="148" y="355"/>
                    </a:lnTo>
                    <a:lnTo>
                      <a:pt x="146" y="357"/>
                    </a:lnTo>
                    <a:lnTo>
                      <a:pt x="143" y="358"/>
                    </a:lnTo>
                    <a:lnTo>
                      <a:pt x="141" y="359"/>
                    </a:lnTo>
                    <a:lnTo>
                      <a:pt x="140" y="360"/>
                    </a:lnTo>
                    <a:lnTo>
                      <a:pt x="138" y="360"/>
                    </a:lnTo>
                    <a:lnTo>
                      <a:pt x="137" y="359"/>
                    </a:lnTo>
                    <a:lnTo>
                      <a:pt x="136" y="359"/>
                    </a:lnTo>
                    <a:lnTo>
                      <a:pt x="134" y="358"/>
                    </a:lnTo>
                    <a:lnTo>
                      <a:pt x="132" y="357"/>
                    </a:lnTo>
                    <a:lnTo>
                      <a:pt x="129" y="356"/>
                    </a:lnTo>
                    <a:lnTo>
                      <a:pt x="126" y="356"/>
                    </a:lnTo>
                    <a:lnTo>
                      <a:pt x="124" y="356"/>
                    </a:lnTo>
                    <a:lnTo>
                      <a:pt x="121" y="356"/>
                    </a:lnTo>
                    <a:lnTo>
                      <a:pt x="117" y="356"/>
                    </a:lnTo>
                    <a:lnTo>
                      <a:pt x="114" y="356"/>
                    </a:lnTo>
                    <a:lnTo>
                      <a:pt x="113" y="356"/>
                    </a:lnTo>
                    <a:lnTo>
                      <a:pt x="112" y="356"/>
                    </a:lnTo>
                    <a:lnTo>
                      <a:pt x="110" y="356"/>
                    </a:lnTo>
                    <a:lnTo>
                      <a:pt x="108" y="355"/>
                    </a:lnTo>
                    <a:lnTo>
                      <a:pt x="107" y="354"/>
                    </a:lnTo>
                    <a:lnTo>
                      <a:pt x="105" y="352"/>
                    </a:lnTo>
                    <a:lnTo>
                      <a:pt x="103" y="351"/>
                    </a:lnTo>
                    <a:lnTo>
                      <a:pt x="100" y="347"/>
                    </a:lnTo>
                    <a:lnTo>
                      <a:pt x="98" y="346"/>
                    </a:lnTo>
                    <a:lnTo>
                      <a:pt x="97" y="345"/>
                    </a:lnTo>
                    <a:lnTo>
                      <a:pt x="96" y="345"/>
                    </a:lnTo>
                    <a:lnTo>
                      <a:pt x="96" y="343"/>
                    </a:lnTo>
                    <a:lnTo>
                      <a:pt x="96" y="343"/>
                    </a:lnTo>
                    <a:lnTo>
                      <a:pt x="96" y="340"/>
                    </a:lnTo>
                    <a:lnTo>
                      <a:pt x="98" y="339"/>
                    </a:lnTo>
                    <a:lnTo>
                      <a:pt x="101" y="336"/>
                    </a:lnTo>
                    <a:lnTo>
                      <a:pt x="104" y="334"/>
                    </a:lnTo>
                    <a:lnTo>
                      <a:pt x="107" y="331"/>
                    </a:lnTo>
                    <a:lnTo>
                      <a:pt x="111" y="330"/>
                    </a:lnTo>
                    <a:lnTo>
                      <a:pt x="115" y="328"/>
                    </a:lnTo>
                    <a:lnTo>
                      <a:pt x="119" y="327"/>
                    </a:lnTo>
                    <a:lnTo>
                      <a:pt x="122" y="325"/>
                    </a:lnTo>
                    <a:lnTo>
                      <a:pt x="131" y="323"/>
                    </a:lnTo>
                    <a:lnTo>
                      <a:pt x="138" y="320"/>
                    </a:lnTo>
                    <a:lnTo>
                      <a:pt x="141" y="319"/>
                    </a:lnTo>
                    <a:lnTo>
                      <a:pt x="144" y="319"/>
                    </a:lnTo>
                    <a:lnTo>
                      <a:pt x="148" y="318"/>
                    </a:lnTo>
                    <a:lnTo>
                      <a:pt x="152" y="318"/>
                    </a:lnTo>
                    <a:lnTo>
                      <a:pt x="155" y="317"/>
                    </a:lnTo>
                    <a:lnTo>
                      <a:pt x="158" y="316"/>
                    </a:lnTo>
                    <a:lnTo>
                      <a:pt x="160" y="315"/>
                    </a:lnTo>
                    <a:lnTo>
                      <a:pt x="160" y="315"/>
                    </a:lnTo>
                    <a:lnTo>
                      <a:pt x="162" y="315"/>
                    </a:lnTo>
                    <a:lnTo>
                      <a:pt x="163" y="314"/>
                    </a:lnTo>
                    <a:lnTo>
                      <a:pt x="165" y="311"/>
                    </a:lnTo>
                    <a:lnTo>
                      <a:pt x="166" y="309"/>
                    </a:lnTo>
                    <a:lnTo>
                      <a:pt x="167" y="307"/>
                    </a:lnTo>
                    <a:lnTo>
                      <a:pt x="167" y="304"/>
                    </a:lnTo>
                    <a:lnTo>
                      <a:pt x="167" y="303"/>
                    </a:lnTo>
                    <a:lnTo>
                      <a:pt x="167" y="299"/>
                    </a:lnTo>
                    <a:lnTo>
                      <a:pt x="167" y="297"/>
                    </a:lnTo>
                    <a:lnTo>
                      <a:pt x="166" y="295"/>
                    </a:lnTo>
                    <a:lnTo>
                      <a:pt x="165" y="288"/>
                    </a:lnTo>
                    <a:lnTo>
                      <a:pt x="164" y="283"/>
                    </a:lnTo>
                    <a:lnTo>
                      <a:pt x="164" y="279"/>
                    </a:lnTo>
                    <a:lnTo>
                      <a:pt x="164" y="276"/>
                    </a:lnTo>
                    <a:lnTo>
                      <a:pt x="164" y="274"/>
                    </a:lnTo>
                    <a:lnTo>
                      <a:pt x="165" y="270"/>
                    </a:lnTo>
                    <a:lnTo>
                      <a:pt x="168" y="263"/>
                    </a:lnTo>
                    <a:lnTo>
                      <a:pt x="172" y="254"/>
                    </a:lnTo>
                    <a:lnTo>
                      <a:pt x="176" y="246"/>
                    </a:lnTo>
                    <a:lnTo>
                      <a:pt x="180" y="238"/>
                    </a:lnTo>
                    <a:lnTo>
                      <a:pt x="184" y="230"/>
                    </a:lnTo>
                    <a:lnTo>
                      <a:pt x="188" y="221"/>
                    </a:lnTo>
                    <a:lnTo>
                      <a:pt x="189" y="217"/>
                    </a:lnTo>
                    <a:lnTo>
                      <a:pt x="190" y="214"/>
                    </a:lnTo>
                    <a:lnTo>
                      <a:pt x="191" y="210"/>
                    </a:lnTo>
                    <a:lnTo>
                      <a:pt x="191" y="206"/>
                    </a:lnTo>
                    <a:lnTo>
                      <a:pt x="188" y="205"/>
                    </a:lnTo>
                    <a:lnTo>
                      <a:pt x="184" y="203"/>
                    </a:lnTo>
                    <a:lnTo>
                      <a:pt x="182" y="201"/>
                    </a:lnTo>
                    <a:lnTo>
                      <a:pt x="179" y="200"/>
                    </a:lnTo>
                    <a:lnTo>
                      <a:pt x="178" y="199"/>
                    </a:lnTo>
                    <a:lnTo>
                      <a:pt x="176" y="199"/>
                    </a:lnTo>
                    <a:lnTo>
                      <a:pt x="175" y="199"/>
                    </a:lnTo>
                    <a:lnTo>
                      <a:pt x="174" y="199"/>
                    </a:lnTo>
                    <a:lnTo>
                      <a:pt x="172" y="200"/>
                    </a:lnTo>
                    <a:lnTo>
                      <a:pt x="169" y="201"/>
                    </a:lnTo>
                    <a:lnTo>
                      <a:pt x="166" y="204"/>
                    </a:lnTo>
                    <a:lnTo>
                      <a:pt x="163" y="206"/>
                    </a:lnTo>
                    <a:lnTo>
                      <a:pt x="159" y="206"/>
                    </a:lnTo>
                    <a:lnTo>
                      <a:pt x="155" y="207"/>
                    </a:lnTo>
                    <a:lnTo>
                      <a:pt x="151" y="208"/>
                    </a:lnTo>
                    <a:lnTo>
                      <a:pt x="147" y="209"/>
                    </a:lnTo>
                    <a:lnTo>
                      <a:pt x="144" y="212"/>
                    </a:lnTo>
                    <a:lnTo>
                      <a:pt x="142" y="216"/>
                    </a:lnTo>
                    <a:lnTo>
                      <a:pt x="140" y="217"/>
                    </a:lnTo>
                    <a:lnTo>
                      <a:pt x="139" y="217"/>
                    </a:lnTo>
                    <a:lnTo>
                      <a:pt x="138" y="217"/>
                    </a:lnTo>
                    <a:lnTo>
                      <a:pt x="136" y="217"/>
                    </a:lnTo>
                    <a:lnTo>
                      <a:pt x="135" y="217"/>
                    </a:lnTo>
                    <a:lnTo>
                      <a:pt x="133" y="217"/>
                    </a:lnTo>
                    <a:lnTo>
                      <a:pt x="132" y="217"/>
                    </a:lnTo>
                    <a:lnTo>
                      <a:pt x="130" y="218"/>
                    </a:lnTo>
                    <a:lnTo>
                      <a:pt x="115" y="229"/>
                    </a:lnTo>
                    <a:lnTo>
                      <a:pt x="106" y="235"/>
                    </a:lnTo>
                    <a:lnTo>
                      <a:pt x="101" y="238"/>
                    </a:lnTo>
                    <a:lnTo>
                      <a:pt x="100" y="239"/>
                    </a:lnTo>
                    <a:lnTo>
                      <a:pt x="96" y="241"/>
                    </a:lnTo>
                    <a:lnTo>
                      <a:pt x="92" y="243"/>
                    </a:lnTo>
                    <a:lnTo>
                      <a:pt x="90" y="243"/>
                    </a:lnTo>
                    <a:lnTo>
                      <a:pt x="87" y="246"/>
                    </a:lnTo>
                    <a:lnTo>
                      <a:pt x="83" y="248"/>
                    </a:lnTo>
                    <a:lnTo>
                      <a:pt x="79" y="250"/>
                    </a:lnTo>
                    <a:lnTo>
                      <a:pt x="80" y="250"/>
                    </a:lnTo>
                    <a:lnTo>
                      <a:pt x="80" y="250"/>
                    </a:lnTo>
                    <a:lnTo>
                      <a:pt x="80" y="251"/>
                    </a:lnTo>
                    <a:lnTo>
                      <a:pt x="79" y="251"/>
                    </a:lnTo>
                    <a:lnTo>
                      <a:pt x="78" y="252"/>
                    </a:lnTo>
                    <a:lnTo>
                      <a:pt x="77" y="253"/>
                    </a:lnTo>
                    <a:lnTo>
                      <a:pt x="76" y="254"/>
                    </a:lnTo>
                    <a:lnTo>
                      <a:pt x="75" y="254"/>
                    </a:lnTo>
                    <a:lnTo>
                      <a:pt x="74" y="254"/>
                    </a:lnTo>
                    <a:lnTo>
                      <a:pt x="74" y="254"/>
                    </a:lnTo>
                    <a:lnTo>
                      <a:pt x="74" y="254"/>
                    </a:lnTo>
                    <a:lnTo>
                      <a:pt x="74" y="254"/>
                    </a:lnTo>
                    <a:lnTo>
                      <a:pt x="69" y="255"/>
                    </a:lnTo>
                    <a:lnTo>
                      <a:pt x="64" y="257"/>
                    </a:lnTo>
                    <a:lnTo>
                      <a:pt x="63" y="257"/>
                    </a:lnTo>
                    <a:lnTo>
                      <a:pt x="58" y="257"/>
                    </a:lnTo>
                    <a:lnTo>
                      <a:pt x="53" y="258"/>
                    </a:lnTo>
                    <a:lnTo>
                      <a:pt x="52" y="257"/>
                    </a:lnTo>
                    <a:lnTo>
                      <a:pt x="50" y="257"/>
                    </a:lnTo>
                    <a:lnTo>
                      <a:pt x="48" y="256"/>
                    </a:lnTo>
                    <a:lnTo>
                      <a:pt x="46" y="255"/>
                    </a:lnTo>
                    <a:lnTo>
                      <a:pt x="44" y="254"/>
                    </a:lnTo>
                    <a:lnTo>
                      <a:pt x="42" y="252"/>
                    </a:lnTo>
                    <a:lnTo>
                      <a:pt x="40" y="25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1" name="iṣľíḍê"/>
              <p:cNvSpPr/>
              <p:nvPr userDrawn="1"/>
            </p:nvSpPr>
            <p:spPr bwMode="auto">
              <a:xfrm>
                <a:off x="5662613" y="3254376"/>
                <a:ext cx="147638" cy="69850"/>
              </a:xfrm>
              <a:custGeom>
                <a:avLst/>
                <a:gdLst>
                  <a:gd name="T0" fmla="*/ 68 w 93"/>
                  <a:gd name="T1" fmla="*/ 0 h 44"/>
                  <a:gd name="T2" fmla="*/ 70 w 93"/>
                  <a:gd name="T3" fmla="*/ 0 h 44"/>
                  <a:gd name="T4" fmla="*/ 72 w 93"/>
                  <a:gd name="T5" fmla="*/ 0 h 44"/>
                  <a:gd name="T6" fmla="*/ 75 w 93"/>
                  <a:gd name="T7" fmla="*/ 1 h 44"/>
                  <a:gd name="T8" fmla="*/ 76 w 93"/>
                  <a:gd name="T9" fmla="*/ 1 h 44"/>
                  <a:gd name="T10" fmla="*/ 79 w 93"/>
                  <a:gd name="T11" fmla="*/ 3 h 44"/>
                  <a:gd name="T12" fmla="*/ 81 w 93"/>
                  <a:gd name="T13" fmla="*/ 4 h 44"/>
                  <a:gd name="T14" fmla="*/ 83 w 93"/>
                  <a:gd name="T15" fmla="*/ 5 h 44"/>
                  <a:gd name="T16" fmla="*/ 85 w 93"/>
                  <a:gd name="T17" fmla="*/ 7 h 44"/>
                  <a:gd name="T18" fmla="*/ 87 w 93"/>
                  <a:gd name="T19" fmla="*/ 8 h 44"/>
                  <a:gd name="T20" fmla="*/ 88 w 93"/>
                  <a:gd name="T21" fmla="*/ 10 h 44"/>
                  <a:gd name="T22" fmla="*/ 89 w 93"/>
                  <a:gd name="T23" fmla="*/ 12 h 44"/>
                  <a:gd name="T24" fmla="*/ 91 w 93"/>
                  <a:gd name="T25" fmla="*/ 14 h 44"/>
                  <a:gd name="T26" fmla="*/ 92 w 93"/>
                  <a:gd name="T27" fmla="*/ 16 h 44"/>
                  <a:gd name="T28" fmla="*/ 93 w 93"/>
                  <a:gd name="T29" fmla="*/ 18 h 44"/>
                  <a:gd name="T30" fmla="*/ 93 w 93"/>
                  <a:gd name="T31" fmla="*/ 20 h 44"/>
                  <a:gd name="T32" fmla="*/ 93 w 93"/>
                  <a:gd name="T33" fmla="*/ 22 h 44"/>
                  <a:gd name="T34" fmla="*/ 91 w 93"/>
                  <a:gd name="T35" fmla="*/ 25 h 44"/>
                  <a:gd name="T36" fmla="*/ 88 w 93"/>
                  <a:gd name="T37" fmla="*/ 30 h 44"/>
                  <a:gd name="T38" fmla="*/ 86 w 93"/>
                  <a:gd name="T39" fmla="*/ 32 h 44"/>
                  <a:gd name="T40" fmla="*/ 84 w 93"/>
                  <a:gd name="T41" fmla="*/ 33 h 44"/>
                  <a:gd name="T42" fmla="*/ 83 w 93"/>
                  <a:gd name="T43" fmla="*/ 35 h 44"/>
                  <a:gd name="T44" fmla="*/ 81 w 93"/>
                  <a:gd name="T45" fmla="*/ 36 h 44"/>
                  <a:gd name="T46" fmla="*/ 78 w 93"/>
                  <a:gd name="T47" fmla="*/ 38 h 44"/>
                  <a:gd name="T48" fmla="*/ 72 w 93"/>
                  <a:gd name="T49" fmla="*/ 39 h 44"/>
                  <a:gd name="T50" fmla="*/ 65 w 93"/>
                  <a:gd name="T51" fmla="*/ 40 h 44"/>
                  <a:gd name="T52" fmla="*/ 57 w 93"/>
                  <a:gd name="T53" fmla="*/ 42 h 44"/>
                  <a:gd name="T54" fmla="*/ 49 w 93"/>
                  <a:gd name="T55" fmla="*/ 43 h 44"/>
                  <a:gd name="T56" fmla="*/ 42 w 93"/>
                  <a:gd name="T57" fmla="*/ 44 h 44"/>
                  <a:gd name="T58" fmla="*/ 37 w 93"/>
                  <a:gd name="T59" fmla="*/ 44 h 44"/>
                  <a:gd name="T60" fmla="*/ 35 w 93"/>
                  <a:gd name="T61" fmla="*/ 44 h 44"/>
                  <a:gd name="T62" fmla="*/ 31 w 93"/>
                  <a:gd name="T63" fmla="*/ 39 h 44"/>
                  <a:gd name="T64" fmla="*/ 28 w 93"/>
                  <a:gd name="T65" fmla="*/ 34 h 44"/>
                  <a:gd name="T66" fmla="*/ 23 w 93"/>
                  <a:gd name="T67" fmla="*/ 32 h 44"/>
                  <a:gd name="T68" fmla="*/ 18 w 93"/>
                  <a:gd name="T69" fmla="*/ 30 h 44"/>
                  <a:gd name="T70" fmla="*/ 14 w 93"/>
                  <a:gd name="T71" fmla="*/ 29 h 44"/>
                  <a:gd name="T72" fmla="*/ 10 w 93"/>
                  <a:gd name="T73" fmla="*/ 28 h 44"/>
                  <a:gd name="T74" fmla="*/ 8 w 93"/>
                  <a:gd name="T75" fmla="*/ 27 h 44"/>
                  <a:gd name="T76" fmla="*/ 6 w 93"/>
                  <a:gd name="T77" fmla="*/ 25 h 44"/>
                  <a:gd name="T78" fmla="*/ 5 w 93"/>
                  <a:gd name="T79" fmla="*/ 24 h 44"/>
                  <a:gd name="T80" fmla="*/ 4 w 93"/>
                  <a:gd name="T81" fmla="*/ 22 h 44"/>
                  <a:gd name="T82" fmla="*/ 2 w 93"/>
                  <a:gd name="T83" fmla="*/ 20 h 44"/>
                  <a:gd name="T84" fmla="*/ 1 w 93"/>
                  <a:gd name="T85" fmla="*/ 17 h 44"/>
                  <a:gd name="T86" fmla="*/ 0 w 93"/>
                  <a:gd name="T87" fmla="*/ 15 h 44"/>
                  <a:gd name="T88" fmla="*/ 0 w 93"/>
                  <a:gd name="T89" fmla="*/ 11 h 44"/>
                  <a:gd name="T90" fmla="*/ 4 w 93"/>
                  <a:gd name="T91" fmla="*/ 9 h 44"/>
                  <a:gd name="T92" fmla="*/ 8 w 93"/>
                  <a:gd name="T93" fmla="*/ 8 h 44"/>
                  <a:gd name="T94" fmla="*/ 12 w 93"/>
                  <a:gd name="T95" fmla="*/ 7 h 44"/>
                  <a:gd name="T96" fmla="*/ 17 w 93"/>
                  <a:gd name="T97" fmla="*/ 7 h 44"/>
                  <a:gd name="T98" fmla="*/ 28 w 93"/>
                  <a:gd name="T99" fmla="*/ 6 h 44"/>
                  <a:gd name="T100" fmla="*/ 39 w 93"/>
                  <a:gd name="T101" fmla="*/ 6 h 44"/>
                  <a:gd name="T102" fmla="*/ 40 w 93"/>
                  <a:gd name="T103" fmla="*/ 5 h 44"/>
                  <a:gd name="T104" fmla="*/ 41 w 93"/>
                  <a:gd name="T105" fmla="*/ 4 h 44"/>
                  <a:gd name="T106" fmla="*/ 43 w 93"/>
                  <a:gd name="T107" fmla="*/ 3 h 44"/>
                  <a:gd name="T108" fmla="*/ 45 w 93"/>
                  <a:gd name="T109" fmla="*/ 3 h 44"/>
                  <a:gd name="T110" fmla="*/ 48 w 93"/>
                  <a:gd name="T111" fmla="*/ 2 h 44"/>
                  <a:gd name="T112" fmla="*/ 53 w 93"/>
                  <a:gd name="T113" fmla="*/ 2 h 44"/>
                  <a:gd name="T114" fmla="*/ 58 w 93"/>
                  <a:gd name="T115" fmla="*/ 3 h 44"/>
                  <a:gd name="T116" fmla="*/ 62 w 93"/>
                  <a:gd name="T117" fmla="*/ 2 h 44"/>
                  <a:gd name="T118" fmla="*/ 64 w 93"/>
                  <a:gd name="T119" fmla="*/ 2 h 44"/>
                  <a:gd name="T120" fmla="*/ 65 w 93"/>
                  <a:gd name="T121" fmla="*/ 1 h 44"/>
                  <a:gd name="T122" fmla="*/ 67 w 93"/>
                  <a:gd name="T123" fmla="*/ 0 h 44"/>
                  <a:gd name="T124" fmla="*/ 68 w 93"/>
                  <a:gd name="T1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3" h="44">
                    <a:moveTo>
                      <a:pt x="68" y="0"/>
                    </a:moveTo>
                    <a:lnTo>
                      <a:pt x="70" y="0"/>
                    </a:lnTo>
                    <a:lnTo>
                      <a:pt x="72" y="0"/>
                    </a:lnTo>
                    <a:lnTo>
                      <a:pt x="75" y="1"/>
                    </a:lnTo>
                    <a:lnTo>
                      <a:pt x="76" y="1"/>
                    </a:lnTo>
                    <a:lnTo>
                      <a:pt x="79" y="3"/>
                    </a:lnTo>
                    <a:lnTo>
                      <a:pt x="81" y="4"/>
                    </a:lnTo>
                    <a:lnTo>
                      <a:pt x="83" y="5"/>
                    </a:lnTo>
                    <a:lnTo>
                      <a:pt x="85" y="7"/>
                    </a:lnTo>
                    <a:lnTo>
                      <a:pt x="87" y="8"/>
                    </a:lnTo>
                    <a:lnTo>
                      <a:pt x="88" y="10"/>
                    </a:lnTo>
                    <a:lnTo>
                      <a:pt x="89" y="12"/>
                    </a:lnTo>
                    <a:lnTo>
                      <a:pt x="91" y="14"/>
                    </a:lnTo>
                    <a:lnTo>
                      <a:pt x="92" y="16"/>
                    </a:lnTo>
                    <a:lnTo>
                      <a:pt x="93" y="18"/>
                    </a:lnTo>
                    <a:lnTo>
                      <a:pt x="93" y="20"/>
                    </a:lnTo>
                    <a:lnTo>
                      <a:pt x="93" y="22"/>
                    </a:lnTo>
                    <a:lnTo>
                      <a:pt x="91" y="25"/>
                    </a:lnTo>
                    <a:lnTo>
                      <a:pt x="88" y="30"/>
                    </a:lnTo>
                    <a:lnTo>
                      <a:pt x="86" y="32"/>
                    </a:lnTo>
                    <a:lnTo>
                      <a:pt x="84" y="33"/>
                    </a:lnTo>
                    <a:lnTo>
                      <a:pt x="83" y="35"/>
                    </a:lnTo>
                    <a:lnTo>
                      <a:pt x="81" y="36"/>
                    </a:lnTo>
                    <a:lnTo>
                      <a:pt x="78" y="38"/>
                    </a:lnTo>
                    <a:lnTo>
                      <a:pt x="72" y="39"/>
                    </a:lnTo>
                    <a:lnTo>
                      <a:pt x="65" y="40"/>
                    </a:lnTo>
                    <a:lnTo>
                      <a:pt x="57" y="42"/>
                    </a:lnTo>
                    <a:lnTo>
                      <a:pt x="49" y="43"/>
                    </a:lnTo>
                    <a:lnTo>
                      <a:pt x="42" y="44"/>
                    </a:lnTo>
                    <a:lnTo>
                      <a:pt x="37" y="44"/>
                    </a:lnTo>
                    <a:lnTo>
                      <a:pt x="35" y="44"/>
                    </a:lnTo>
                    <a:lnTo>
                      <a:pt x="31" y="39"/>
                    </a:lnTo>
                    <a:lnTo>
                      <a:pt x="28" y="34"/>
                    </a:lnTo>
                    <a:lnTo>
                      <a:pt x="23" y="32"/>
                    </a:lnTo>
                    <a:lnTo>
                      <a:pt x="18" y="30"/>
                    </a:lnTo>
                    <a:lnTo>
                      <a:pt x="14" y="29"/>
                    </a:lnTo>
                    <a:lnTo>
                      <a:pt x="10" y="28"/>
                    </a:lnTo>
                    <a:lnTo>
                      <a:pt x="8" y="27"/>
                    </a:lnTo>
                    <a:lnTo>
                      <a:pt x="6" y="25"/>
                    </a:lnTo>
                    <a:lnTo>
                      <a:pt x="5" y="24"/>
                    </a:lnTo>
                    <a:lnTo>
                      <a:pt x="4" y="22"/>
                    </a:lnTo>
                    <a:lnTo>
                      <a:pt x="2" y="20"/>
                    </a:lnTo>
                    <a:lnTo>
                      <a:pt x="1" y="17"/>
                    </a:lnTo>
                    <a:lnTo>
                      <a:pt x="0" y="15"/>
                    </a:lnTo>
                    <a:lnTo>
                      <a:pt x="0" y="11"/>
                    </a:lnTo>
                    <a:lnTo>
                      <a:pt x="4" y="9"/>
                    </a:lnTo>
                    <a:lnTo>
                      <a:pt x="8" y="8"/>
                    </a:lnTo>
                    <a:lnTo>
                      <a:pt x="12" y="7"/>
                    </a:lnTo>
                    <a:lnTo>
                      <a:pt x="17" y="7"/>
                    </a:lnTo>
                    <a:lnTo>
                      <a:pt x="28" y="6"/>
                    </a:lnTo>
                    <a:lnTo>
                      <a:pt x="39" y="6"/>
                    </a:lnTo>
                    <a:lnTo>
                      <a:pt x="40" y="5"/>
                    </a:lnTo>
                    <a:lnTo>
                      <a:pt x="41" y="4"/>
                    </a:lnTo>
                    <a:lnTo>
                      <a:pt x="43" y="3"/>
                    </a:lnTo>
                    <a:lnTo>
                      <a:pt x="45" y="3"/>
                    </a:lnTo>
                    <a:lnTo>
                      <a:pt x="48" y="2"/>
                    </a:lnTo>
                    <a:lnTo>
                      <a:pt x="53" y="2"/>
                    </a:lnTo>
                    <a:lnTo>
                      <a:pt x="58" y="3"/>
                    </a:lnTo>
                    <a:lnTo>
                      <a:pt x="62" y="2"/>
                    </a:lnTo>
                    <a:lnTo>
                      <a:pt x="64" y="2"/>
                    </a:lnTo>
                    <a:lnTo>
                      <a:pt x="65" y="1"/>
                    </a:lnTo>
                    <a:lnTo>
                      <a:pt x="67" y="0"/>
                    </a:lnTo>
                    <a:lnTo>
                      <a:pt x="68"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2" name="ïsḻîďe"/>
              <p:cNvSpPr/>
              <p:nvPr userDrawn="1"/>
            </p:nvSpPr>
            <p:spPr bwMode="auto">
              <a:xfrm>
                <a:off x="5418138" y="3278188"/>
                <a:ext cx="92075" cy="284163"/>
              </a:xfrm>
              <a:custGeom>
                <a:avLst/>
                <a:gdLst>
                  <a:gd name="T0" fmla="*/ 28 w 58"/>
                  <a:gd name="T1" fmla="*/ 1 h 179"/>
                  <a:gd name="T2" fmla="*/ 31 w 58"/>
                  <a:gd name="T3" fmla="*/ 2 h 179"/>
                  <a:gd name="T4" fmla="*/ 33 w 58"/>
                  <a:gd name="T5" fmla="*/ 6 h 179"/>
                  <a:gd name="T6" fmla="*/ 38 w 58"/>
                  <a:gd name="T7" fmla="*/ 14 h 179"/>
                  <a:gd name="T8" fmla="*/ 43 w 58"/>
                  <a:gd name="T9" fmla="*/ 22 h 179"/>
                  <a:gd name="T10" fmla="*/ 46 w 58"/>
                  <a:gd name="T11" fmla="*/ 29 h 179"/>
                  <a:gd name="T12" fmla="*/ 47 w 58"/>
                  <a:gd name="T13" fmla="*/ 40 h 179"/>
                  <a:gd name="T14" fmla="*/ 49 w 58"/>
                  <a:gd name="T15" fmla="*/ 49 h 179"/>
                  <a:gd name="T16" fmla="*/ 49 w 58"/>
                  <a:gd name="T17" fmla="*/ 55 h 179"/>
                  <a:gd name="T18" fmla="*/ 51 w 58"/>
                  <a:gd name="T19" fmla="*/ 65 h 179"/>
                  <a:gd name="T20" fmla="*/ 55 w 58"/>
                  <a:gd name="T21" fmla="*/ 79 h 179"/>
                  <a:gd name="T22" fmla="*/ 58 w 58"/>
                  <a:gd name="T23" fmla="*/ 96 h 179"/>
                  <a:gd name="T24" fmla="*/ 58 w 58"/>
                  <a:gd name="T25" fmla="*/ 113 h 179"/>
                  <a:gd name="T26" fmla="*/ 57 w 58"/>
                  <a:gd name="T27" fmla="*/ 131 h 179"/>
                  <a:gd name="T28" fmla="*/ 54 w 58"/>
                  <a:gd name="T29" fmla="*/ 148 h 179"/>
                  <a:gd name="T30" fmla="*/ 50 w 58"/>
                  <a:gd name="T31" fmla="*/ 159 h 179"/>
                  <a:gd name="T32" fmla="*/ 46 w 58"/>
                  <a:gd name="T33" fmla="*/ 166 h 179"/>
                  <a:gd name="T34" fmla="*/ 42 w 58"/>
                  <a:gd name="T35" fmla="*/ 172 h 179"/>
                  <a:gd name="T36" fmla="*/ 38 w 58"/>
                  <a:gd name="T37" fmla="*/ 177 h 179"/>
                  <a:gd name="T38" fmla="*/ 33 w 58"/>
                  <a:gd name="T39" fmla="*/ 179 h 179"/>
                  <a:gd name="T40" fmla="*/ 27 w 58"/>
                  <a:gd name="T41" fmla="*/ 179 h 179"/>
                  <a:gd name="T42" fmla="*/ 22 w 58"/>
                  <a:gd name="T43" fmla="*/ 176 h 179"/>
                  <a:gd name="T44" fmla="*/ 16 w 58"/>
                  <a:gd name="T45" fmla="*/ 170 h 179"/>
                  <a:gd name="T46" fmla="*/ 10 w 58"/>
                  <a:gd name="T47" fmla="*/ 165 h 179"/>
                  <a:gd name="T48" fmla="*/ 5 w 58"/>
                  <a:gd name="T49" fmla="*/ 159 h 179"/>
                  <a:gd name="T50" fmla="*/ 2 w 58"/>
                  <a:gd name="T51" fmla="*/ 154 h 179"/>
                  <a:gd name="T52" fmla="*/ 1 w 58"/>
                  <a:gd name="T53" fmla="*/ 151 h 179"/>
                  <a:gd name="T54" fmla="*/ 0 w 58"/>
                  <a:gd name="T55" fmla="*/ 144 h 179"/>
                  <a:gd name="T56" fmla="*/ 2 w 58"/>
                  <a:gd name="T57" fmla="*/ 131 h 179"/>
                  <a:gd name="T58" fmla="*/ 4 w 58"/>
                  <a:gd name="T59" fmla="*/ 117 h 179"/>
                  <a:gd name="T60" fmla="*/ 10 w 58"/>
                  <a:gd name="T61" fmla="*/ 96 h 179"/>
                  <a:gd name="T62" fmla="*/ 17 w 58"/>
                  <a:gd name="T63" fmla="*/ 72 h 179"/>
                  <a:gd name="T64" fmla="*/ 20 w 58"/>
                  <a:gd name="T65" fmla="*/ 61 h 179"/>
                  <a:gd name="T66" fmla="*/ 21 w 58"/>
                  <a:gd name="T67" fmla="*/ 53 h 179"/>
                  <a:gd name="T68" fmla="*/ 19 w 58"/>
                  <a:gd name="T69" fmla="*/ 39 h 179"/>
                  <a:gd name="T70" fmla="*/ 18 w 58"/>
                  <a:gd name="T71" fmla="*/ 25 h 179"/>
                  <a:gd name="T72" fmla="*/ 17 w 58"/>
                  <a:gd name="T73" fmla="*/ 17 h 179"/>
                  <a:gd name="T74" fmla="*/ 18 w 58"/>
                  <a:gd name="T75" fmla="*/ 9 h 179"/>
                  <a:gd name="T76" fmla="*/ 18 w 58"/>
                  <a:gd name="T77" fmla="*/ 5 h 179"/>
                  <a:gd name="T78" fmla="*/ 20 w 58"/>
                  <a:gd name="T79" fmla="*/ 3 h 179"/>
                  <a:gd name="T80" fmla="*/ 22 w 58"/>
                  <a:gd name="T81" fmla="*/ 1 h 179"/>
                  <a:gd name="T82" fmla="*/ 24 w 58"/>
                  <a:gd name="T83" fmla="*/ 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 h="179">
                    <a:moveTo>
                      <a:pt x="26" y="0"/>
                    </a:moveTo>
                    <a:lnTo>
                      <a:pt x="28" y="1"/>
                    </a:lnTo>
                    <a:lnTo>
                      <a:pt x="30" y="1"/>
                    </a:lnTo>
                    <a:lnTo>
                      <a:pt x="31" y="2"/>
                    </a:lnTo>
                    <a:lnTo>
                      <a:pt x="32" y="4"/>
                    </a:lnTo>
                    <a:lnTo>
                      <a:pt x="33" y="6"/>
                    </a:lnTo>
                    <a:lnTo>
                      <a:pt x="35" y="10"/>
                    </a:lnTo>
                    <a:lnTo>
                      <a:pt x="38" y="14"/>
                    </a:lnTo>
                    <a:lnTo>
                      <a:pt x="41" y="18"/>
                    </a:lnTo>
                    <a:lnTo>
                      <a:pt x="43" y="22"/>
                    </a:lnTo>
                    <a:lnTo>
                      <a:pt x="44" y="25"/>
                    </a:lnTo>
                    <a:lnTo>
                      <a:pt x="46" y="29"/>
                    </a:lnTo>
                    <a:lnTo>
                      <a:pt x="46" y="34"/>
                    </a:lnTo>
                    <a:lnTo>
                      <a:pt x="47" y="40"/>
                    </a:lnTo>
                    <a:lnTo>
                      <a:pt x="49" y="46"/>
                    </a:lnTo>
                    <a:lnTo>
                      <a:pt x="49" y="49"/>
                    </a:lnTo>
                    <a:lnTo>
                      <a:pt x="49" y="53"/>
                    </a:lnTo>
                    <a:lnTo>
                      <a:pt x="49" y="55"/>
                    </a:lnTo>
                    <a:lnTo>
                      <a:pt x="49" y="58"/>
                    </a:lnTo>
                    <a:lnTo>
                      <a:pt x="51" y="65"/>
                    </a:lnTo>
                    <a:lnTo>
                      <a:pt x="54" y="72"/>
                    </a:lnTo>
                    <a:lnTo>
                      <a:pt x="55" y="79"/>
                    </a:lnTo>
                    <a:lnTo>
                      <a:pt x="56" y="87"/>
                    </a:lnTo>
                    <a:lnTo>
                      <a:pt x="58" y="96"/>
                    </a:lnTo>
                    <a:lnTo>
                      <a:pt x="58" y="105"/>
                    </a:lnTo>
                    <a:lnTo>
                      <a:pt x="58" y="113"/>
                    </a:lnTo>
                    <a:lnTo>
                      <a:pt x="58" y="122"/>
                    </a:lnTo>
                    <a:lnTo>
                      <a:pt x="57" y="131"/>
                    </a:lnTo>
                    <a:lnTo>
                      <a:pt x="55" y="140"/>
                    </a:lnTo>
                    <a:lnTo>
                      <a:pt x="54" y="148"/>
                    </a:lnTo>
                    <a:lnTo>
                      <a:pt x="50" y="156"/>
                    </a:lnTo>
                    <a:lnTo>
                      <a:pt x="50" y="159"/>
                    </a:lnTo>
                    <a:lnTo>
                      <a:pt x="48" y="163"/>
                    </a:lnTo>
                    <a:lnTo>
                      <a:pt x="46" y="166"/>
                    </a:lnTo>
                    <a:lnTo>
                      <a:pt x="45" y="169"/>
                    </a:lnTo>
                    <a:lnTo>
                      <a:pt x="42" y="172"/>
                    </a:lnTo>
                    <a:lnTo>
                      <a:pt x="41" y="174"/>
                    </a:lnTo>
                    <a:lnTo>
                      <a:pt x="38" y="177"/>
                    </a:lnTo>
                    <a:lnTo>
                      <a:pt x="36" y="179"/>
                    </a:lnTo>
                    <a:lnTo>
                      <a:pt x="33" y="179"/>
                    </a:lnTo>
                    <a:lnTo>
                      <a:pt x="30" y="179"/>
                    </a:lnTo>
                    <a:lnTo>
                      <a:pt x="27" y="179"/>
                    </a:lnTo>
                    <a:lnTo>
                      <a:pt x="24" y="179"/>
                    </a:lnTo>
                    <a:lnTo>
                      <a:pt x="22" y="176"/>
                    </a:lnTo>
                    <a:lnTo>
                      <a:pt x="19" y="173"/>
                    </a:lnTo>
                    <a:lnTo>
                      <a:pt x="16" y="170"/>
                    </a:lnTo>
                    <a:lnTo>
                      <a:pt x="14" y="168"/>
                    </a:lnTo>
                    <a:lnTo>
                      <a:pt x="10" y="165"/>
                    </a:lnTo>
                    <a:lnTo>
                      <a:pt x="8" y="162"/>
                    </a:lnTo>
                    <a:lnTo>
                      <a:pt x="5" y="159"/>
                    </a:lnTo>
                    <a:lnTo>
                      <a:pt x="2" y="156"/>
                    </a:lnTo>
                    <a:lnTo>
                      <a:pt x="2" y="154"/>
                    </a:lnTo>
                    <a:lnTo>
                      <a:pt x="1" y="153"/>
                    </a:lnTo>
                    <a:lnTo>
                      <a:pt x="1" y="151"/>
                    </a:lnTo>
                    <a:lnTo>
                      <a:pt x="1" y="149"/>
                    </a:lnTo>
                    <a:lnTo>
                      <a:pt x="0" y="144"/>
                    </a:lnTo>
                    <a:lnTo>
                      <a:pt x="1" y="137"/>
                    </a:lnTo>
                    <a:lnTo>
                      <a:pt x="2" y="131"/>
                    </a:lnTo>
                    <a:lnTo>
                      <a:pt x="2" y="125"/>
                    </a:lnTo>
                    <a:lnTo>
                      <a:pt x="4" y="117"/>
                    </a:lnTo>
                    <a:lnTo>
                      <a:pt x="6" y="110"/>
                    </a:lnTo>
                    <a:lnTo>
                      <a:pt x="10" y="96"/>
                    </a:lnTo>
                    <a:lnTo>
                      <a:pt x="14" y="83"/>
                    </a:lnTo>
                    <a:lnTo>
                      <a:pt x="17" y="72"/>
                    </a:lnTo>
                    <a:lnTo>
                      <a:pt x="19" y="65"/>
                    </a:lnTo>
                    <a:lnTo>
                      <a:pt x="20" y="61"/>
                    </a:lnTo>
                    <a:lnTo>
                      <a:pt x="21" y="57"/>
                    </a:lnTo>
                    <a:lnTo>
                      <a:pt x="21" y="53"/>
                    </a:lnTo>
                    <a:lnTo>
                      <a:pt x="21" y="49"/>
                    </a:lnTo>
                    <a:lnTo>
                      <a:pt x="19" y="39"/>
                    </a:lnTo>
                    <a:lnTo>
                      <a:pt x="18" y="29"/>
                    </a:lnTo>
                    <a:lnTo>
                      <a:pt x="18" y="25"/>
                    </a:lnTo>
                    <a:lnTo>
                      <a:pt x="18" y="21"/>
                    </a:lnTo>
                    <a:lnTo>
                      <a:pt x="17" y="17"/>
                    </a:lnTo>
                    <a:lnTo>
                      <a:pt x="17" y="13"/>
                    </a:lnTo>
                    <a:lnTo>
                      <a:pt x="18" y="9"/>
                    </a:lnTo>
                    <a:lnTo>
                      <a:pt x="18" y="7"/>
                    </a:lnTo>
                    <a:lnTo>
                      <a:pt x="18" y="5"/>
                    </a:lnTo>
                    <a:lnTo>
                      <a:pt x="19" y="5"/>
                    </a:lnTo>
                    <a:lnTo>
                      <a:pt x="20" y="3"/>
                    </a:lnTo>
                    <a:lnTo>
                      <a:pt x="21" y="3"/>
                    </a:lnTo>
                    <a:lnTo>
                      <a:pt x="22" y="1"/>
                    </a:lnTo>
                    <a:lnTo>
                      <a:pt x="23" y="1"/>
                    </a:lnTo>
                    <a:lnTo>
                      <a:pt x="24" y="1"/>
                    </a:lnTo>
                    <a:lnTo>
                      <a:pt x="2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3" name="íşḻïḓe"/>
              <p:cNvSpPr/>
              <p:nvPr userDrawn="1"/>
            </p:nvSpPr>
            <p:spPr bwMode="auto">
              <a:xfrm>
                <a:off x="5619751" y="3341688"/>
                <a:ext cx="211138" cy="244475"/>
              </a:xfrm>
              <a:custGeom>
                <a:avLst/>
                <a:gdLst>
                  <a:gd name="T0" fmla="*/ 126 w 133"/>
                  <a:gd name="T1" fmla="*/ 1 h 154"/>
                  <a:gd name="T2" fmla="*/ 133 w 133"/>
                  <a:gd name="T3" fmla="*/ 5 h 154"/>
                  <a:gd name="T4" fmla="*/ 131 w 133"/>
                  <a:gd name="T5" fmla="*/ 11 h 154"/>
                  <a:gd name="T6" fmla="*/ 125 w 133"/>
                  <a:gd name="T7" fmla="*/ 23 h 154"/>
                  <a:gd name="T8" fmla="*/ 115 w 133"/>
                  <a:gd name="T9" fmla="*/ 33 h 154"/>
                  <a:gd name="T10" fmla="*/ 96 w 133"/>
                  <a:gd name="T11" fmla="*/ 49 h 154"/>
                  <a:gd name="T12" fmla="*/ 89 w 133"/>
                  <a:gd name="T13" fmla="*/ 58 h 154"/>
                  <a:gd name="T14" fmla="*/ 89 w 133"/>
                  <a:gd name="T15" fmla="*/ 67 h 154"/>
                  <a:gd name="T16" fmla="*/ 84 w 133"/>
                  <a:gd name="T17" fmla="*/ 74 h 154"/>
                  <a:gd name="T18" fmla="*/ 85 w 133"/>
                  <a:gd name="T19" fmla="*/ 85 h 154"/>
                  <a:gd name="T20" fmla="*/ 82 w 133"/>
                  <a:gd name="T21" fmla="*/ 95 h 154"/>
                  <a:gd name="T22" fmla="*/ 80 w 133"/>
                  <a:gd name="T23" fmla="*/ 108 h 154"/>
                  <a:gd name="T24" fmla="*/ 84 w 133"/>
                  <a:gd name="T25" fmla="*/ 128 h 154"/>
                  <a:gd name="T26" fmla="*/ 86 w 133"/>
                  <a:gd name="T27" fmla="*/ 139 h 154"/>
                  <a:gd name="T28" fmla="*/ 85 w 133"/>
                  <a:gd name="T29" fmla="*/ 145 h 154"/>
                  <a:gd name="T30" fmla="*/ 83 w 133"/>
                  <a:gd name="T31" fmla="*/ 149 h 154"/>
                  <a:gd name="T32" fmla="*/ 78 w 133"/>
                  <a:gd name="T33" fmla="*/ 153 h 154"/>
                  <a:gd name="T34" fmla="*/ 71 w 133"/>
                  <a:gd name="T35" fmla="*/ 154 h 154"/>
                  <a:gd name="T36" fmla="*/ 59 w 133"/>
                  <a:gd name="T37" fmla="*/ 152 h 154"/>
                  <a:gd name="T38" fmla="*/ 51 w 133"/>
                  <a:gd name="T39" fmla="*/ 149 h 154"/>
                  <a:gd name="T40" fmla="*/ 44 w 133"/>
                  <a:gd name="T41" fmla="*/ 146 h 154"/>
                  <a:gd name="T42" fmla="*/ 39 w 133"/>
                  <a:gd name="T43" fmla="*/ 141 h 154"/>
                  <a:gd name="T44" fmla="*/ 36 w 133"/>
                  <a:gd name="T45" fmla="*/ 137 h 154"/>
                  <a:gd name="T46" fmla="*/ 34 w 133"/>
                  <a:gd name="T47" fmla="*/ 123 h 154"/>
                  <a:gd name="T48" fmla="*/ 34 w 133"/>
                  <a:gd name="T49" fmla="*/ 107 h 154"/>
                  <a:gd name="T50" fmla="*/ 33 w 133"/>
                  <a:gd name="T51" fmla="*/ 83 h 154"/>
                  <a:gd name="T52" fmla="*/ 27 w 133"/>
                  <a:gd name="T53" fmla="*/ 81 h 154"/>
                  <a:gd name="T54" fmla="*/ 18 w 133"/>
                  <a:gd name="T55" fmla="*/ 85 h 154"/>
                  <a:gd name="T56" fmla="*/ 7 w 133"/>
                  <a:gd name="T57" fmla="*/ 77 h 154"/>
                  <a:gd name="T58" fmla="*/ 1 w 133"/>
                  <a:gd name="T59" fmla="*/ 69 h 154"/>
                  <a:gd name="T60" fmla="*/ 3 w 133"/>
                  <a:gd name="T61" fmla="*/ 65 h 154"/>
                  <a:gd name="T62" fmla="*/ 8 w 133"/>
                  <a:gd name="T63" fmla="*/ 61 h 154"/>
                  <a:gd name="T64" fmla="*/ 19 w 133"/>
                  <a:gd name="T65" fmla="*/ 61 h 154"/>
                  <a:gd name="T66" fmla="*/ 27 w 133"/>
                  <a:gd name="T67" fmla="*/ 60 h 154"/>
                  <a:gd name="T68" fmla="*/ 34 w 133"/>
                  <a:gd name="T69" fmla="*/ 55 h 154"/>
                  <a:gd name="T70" fmla="*/ 40 w 133"/>
                  <a:gd name="T71" fmla="*/ 46 h 154"/>
                  <a:gd name="T72" fmla="*/ 43 w 133"/>
                  <a:gd name="T73" fmla="*/ 41 h 154"/>
                  <a:gd name="T74" fmla="*/ 43 w 133"/>
                  <a:gd name="T75" fmla="*/ 28 h 154"/>
                  <a:gd name="T76" fmla="*/ 44 w 133"/>
                  <a:gd name="T77" fmla="*/ 21 h 154"/>
                  <a:gd name="T78" fmla="*/ 48 w 133"/>
                  <a:gd name="T79" fmla="*/ 17 h 154"/>
                  <a:gd name="T80" fmla="*/ 51 w 133"/>
                  <a:gd name="T81" fmla="*/ 14 h 154"/>
                  <a:gd name="T82" fmla="*/ 59 w 133"/>
                  <a:gd name="T83" fmla="*/ 15 h 154"/>
                  <a:gd name="T84" fmla="*/ 63 w 133"/>
                  <a:gd name="T85" fmla="*/ 19 h 154"/>
                  <a:gd name="T86" fmla="*/ 75 w 133"/>
                  <a:gd name="T87" fmla="*/ 25 h 154"/>
                  <a:gd name="T88" fmla="*/ 89 w 133"/>
                  <a:gd name="T89" fmla="*/ 28 h 154"/>
                  <a:gd name="T90" fmla="*/ 99 w 133"/>
                  <a:gd name="T91" fmla="*/ 17 h 154"/>
                  <a:gd name="T92" fmla="*/ 111 w 133"/>
                  <a:gd name="T93" fmla="*/ 8 h 154"/>
                  <a:gd name="T94" fmla="*/ 116 w 133"/>
                  <a:gd name="T95" fmla="*/ 2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154">
                    <a:moveTo>
                      <a:pt x="117" y="0"/>
                    </a:moveTo>
                    <a:lnTo>
                      <a:pt x="122" y="0"/>
                    </a:lnTo>
                    <a:lnTo>
                      <a:pt x="126" y="1"/>
                    </a:lnTo>
                    <a:lnTo>
                      <a:pt x="130" y="1"/>
                    </a:lnTo>
                    <a:lnTo>
                      <a:pt x="133" y="2"/>
                    </a:lnTo>
                    <a:lnTo>
                      <a:pt x="133" y="5"/>
                    </a:lnTo>
                    <a:lnTo>
                      <a:pt x="133" y="7"/>
                    </a:lnTo>
                    <a:lnTo>
                      <a:pt x="132" y="9"/>
                    </a:lnTo>
                    <a:lnTo>
                      <a:pt x="131" y="11"/>
                    </a:lnTo>
                    <a:lnTo>
                      <a:pt x="130" y="15"/>
                    </a:lnTo>
                    <a:lnTo>
                      <a:pt x="127" y="19"/>
                    </a:lnTo>
                    <a:lnTo>
                      <a:pt x="125" y="23"/>
                    </a:lnTo>
                    <a:lnTo>
                      <a:pt x="122" y="27"/>
                    </a:lnTo>
                    <a:lnTo>
                      <a:pt x="119" y="30"/>
                    </a:lnTo>
                    <a:lnTo>
                      <a:pt x="115" y="33"/>
                    </a:lnTo>
                    <a:lnTo>
                      <a:pt x="107" y="40"/>
                    </a:lnTo>
                    <a:lnTo>
                      <a:pt x="99" y="45"/>
                    </a:lnTo>
                    <a:lnTo>
                      <a:pt x="96" y="49"/>
                    </a:lnTo>
                    <a:lnTo>
                      <a:pt x="94" y="52"/>
                    </a:lnTo>
                    <a:lnTo>
                      <a:pt x="91" y="55"/>
                    </a:lnTo>
                    <a:lnTo>
                      <a:pt x="89" y="58"/>
                    </a:lnTo>
                    <a:lnTo>
                      <a:pt x="89" y="61"/>
                    </a:lnTo>
                    <a:lnTo>
                      <a:pt x="89" y="64"/>
                    </a:lnTo>
                    <a:lnTo>
                      <a:pt x="89" y="67"/>
                    </a:lnTo>
                    <a:lnTo>
                      <a:pt x="89" y="69"/>
                    </a:lnTo>
                    <a:lnTo>
                      <a:pt x="87" y="72"/>
                    </a:lnTo>
                    <a:lnTo>
                      <a:pt x="84" y="74"/>
                    </a:lnTo>
                    <a:lnTo>
                      <a:pt x="85" y="78"/>
                    </a:lnTo>
                    <a:lnTo>
                      <a:pt x="85" y="81"/>
                    </a:lnTo>
                    <a:lnTo>
                      <a:pt x="85" y="85"/>
                    </a:lnTo>
                    <a:lnTo>
                      <a:pt x="86" y="89"/>
                    </a:lnTo>
                    <a:lnTo>
                      <a:pt x="83" y="92"/>
                    </a:lnTo>
                    <a:lnTo>
                      <a:pt x="82" y="95"/>
                    </a:lnTo>
                    <a:lnTo>
                      <a:pt x="81" y="99"/>
                    </a:lnTo>
                    <a:lnTo>
                      <a:pt x="80" y="104"/>
                    </a:lnTo>
                    <a:lnTo>
                      <a:pt x="80" y="108"/>
                    </a:lnTo>
                    <a:lnTo>
                      <a:pt x="81" y="112"/>
                    </a:lnTo>
                    <a:lnTo>
                      <a:pt x="83" y="121"/>
                    </a:lnTo>
                    <a:lnTo>
                      <a:pt x="84" y="128"/>
                    </a:lnTo>
                    <a:lnTo>
                      <a:pt x="85" y="132"/>
                    </a:lnTo>
                    <a:lnTo>
                      <a:pt x="86" y="136"/>
                    </a:lnTo>
                    <a:lnTo>
                      <a:pt x="86" y="139"/>
                    </a:lnTo>
                    <a:lnTo>
                      <a:pt x="86" y="142"/>
                    </a:lnTo>
                    <a:lnTo>
                      <a:pt x="85" y="144"/>
                    </a:lnTo>
                    <a:lnTo>
                      <a:pt x="85" y="145"/>
                    </a:lnTo>
                    <a:lnTo>
                      <a:pt x="84" y="146"/>
                    </a:lnTo>
                    <a:lnTo>
                      <a:pt x="83" y="148"/>
                    </a:lnTo>
                    <a:lnTo>
                      <a:pt x="83" y="149"/>
                    </a:lnTo>
                    <a:lnTo>
                      <a:pt x="81" y="150"/>
                    </a:lnTo>
                    <a:lnTo>
                      <a:pt x="79" y="152"/>
                    </a:lnTo>
                    <a:lnTo>
                      <a:pt x="78" y="153"/>
                    </a:lnTo>
                    <a:lnTo>
                      <a:pt x="75" y="153"/>
                    </a:lnTo>
                    <a:lnTo>
                      <a:pt x="73" y="154"/>
                    </a:lnTo>
                    <a:lnTo>
                      <a:pt x="71" y="154"/>
                    </a:lnTo>
                    <a:lnTo>
                      <a:pt x="69" y="154"/>
                    </a:lnTo>
                    <a:lnTo>
                      <a:pt x="64" y="153"/>
                    </a:lnTo>
                    <a:lnTo>
                      <a:pt x="59" y="152"/>
                    </a:lnTo>
                    <a:lnTo>
                      <a:pt x="56" y="151"/>
                    </a:lnTo>
                    <a:lnTo>
                      <a:pt x="54" y="150"/>
                    </a:lnTo>
                    <a:lnTo>
                      <a:pt x="51" y="149"/>
                    </a:lnTo>
                    <a:lnTo>
                      <a:pt x="48" y="149"/>
                    </a:lnTo>
                    <a:lnTo>
                      <a:pt x="46" y="148"/>
                    </a:lnTo>
                    <a:lnTo>
                      <a:pt x="44" y="146"/>
                    </a:lnTo>
                    <a:lnTo>
                      <a:pt x="43" y="145"/>
                    </a:lnTo>
                    <a:lnTo>
                      <a:pt x="41" y="143"/>
                    </a:lnTo>
                    <a:lnTo>
                      <a:pt x="39" y="141"/>
                    </a:lnTo>
                    <a:lnTo>
                      <a:pt x="39" y="140"/>
                    </a:lnTo>
                    <a:lnTo>
                      <a:pt x="37" y="138"/>
                    </a:lnTo>
                    <a:lnTo>
                      <a:pt x="36" y="137"/>
                    </a:lnTo>
                    <a:lnTo>
                      <a:pt x="35" y="132"/>
                    </a:lnTo>
                    <a:lnTo>
                      <a:pt x="35" y="128"/>
                    </a:lnTo>
                    <a:lnTo>
                      <a:pt x="34" y="123"/>
                    </a:lnTo>
                    <a:lnTo>
                      <a:pt x="34" y="118"/>
                    </a:lnTo>
                    <a:lnTo>
                      <a:pt x="34" y="113"/>
                    </a:lnTo>
                    <a:lnTo>
                      <a:pt x="34" y="107"/>
                    </a:lnTo>
                    <a:lnTo>
                      <a:pt x="35" y="96"/>
                    </a:lnTo>
                    <a:lnTo>
                      <a:pt x="35" y="84"/>
                    </a:lnTo>
                    <a:lnTo>
                      <a:pt x="33" y="83"/>
                    </a:lnTo>
                    <a:lnTo>
                      <a:pt x="31" y="82"/>
                    </a:lnTo>
                    <a:lnTo>
                      <a:pt x="30" y="81"/>
                    </a:lnTo>
                    <a:lnTo>
                      <a:pt x="27" y="81"/>
                    </a:lnTo>
                    <a:lnTo>
                      <a:pt x="23" y="82"/>
                    </a:lnTo>
                    <a:lnTo>
                      <a:pt x="21" y="84"/>
                    </a:lnTo>
                    <a:lnTo>
                      <a:pt x="18" y="85"/>
                    </a:lnTo>
                    <a:lnTo>
                      <a:pt x="15" y="85"/>
                    </a:lnTo>
                    <a:lnTo>
                      <a:pt x="11" y="81"/>
                    </a:lnTo>
                    <a:lnTo>
                      <a:pt x="7" y="77"/>
                    </a:lnTo>
                    <a:lnTo>
                      <a:pt x="4" y="75"/>
                    </a:lnTo>
                    <a:lnTo>
                      <a:pt x="3" y="73"/>
                    </a:lnTo>
                    <a:lnTo>
                      <a:pt x="1" y="69"/>
                    </a:lnTo>
                    <a:lnTo>
                      <a:pt x="0" y="67"/>
                    </a:lnTo>
                    <a:lnTo>
                      <a:pt x="2" y="66"/>
                    </a:lnTo>
                    <a:lnTo>
                      <a:pt x="3" y="65"/>
                    </a:lnTo>
                    <a:lnTo>
                      <a:pt x="5" y="65"/>
                    </a:lnTo>
                    <a:lnTo>
                      <a:pt x="6" y="64"/>
                    </a:lnTo>
                    <a:lnTo>
                      <a:pt x="8" y="61"/>
                    </a:lnTo>
                    <a:lnTo>
                      <a:pt x="11" y="61"/>
                    </a:lnTo>
                    <a:lnTo>
                      <a:pt x="15" y="61"/>
                    </a:lnTo>
                    <a:lnTo>
                      <a:pt x="19" y="61"/>
                    </a:lnTo>
                    <a:lnTo>
                      <a:pt x="22" y="61"/>
                    </a:lnTo>
                    <a:lnTo>
                      <a:pt x="26" y="61"/>
                    </a:lnTo>
                    <a:lnTo>
                      <a:pt x="27" y="60"/>
                    </a:lnTo>
                    <a:lnTo>
                      <a:pt x="30" y="58"/>
                    </a:lnTo>
                    <a:lnTo>
                      <a:pt x="31" y="57"/>
                    </a:lnTo>
                    <a:lnTo>
                      <a:pt x="34" y="55"/>
                    </a:lnTo>
                    <a:lnTo>
                      <a:pt x="37" y="51"/>
                    </a:lnTo>
                    <a:lnTo>
                      <a:pt x="40" y="48"/>
                    </a:lnTo>
                    <a:lnTo>
                      <a:pt x="40" y="46"/>
                    </a:lnTo>
                    <a:lnTo>
                      <a:pt x="41" y="45"/>
                    </a:lnTo>
                    <a:lnTo>
                      <a:pt x="42" y="42"/>
                    </a:lnTo>
                    <a:lnTo>
                      <a:pt x="43" y="41"/>
                    </a:lnTo>
                    <a:lnTo>
                      <a:pt x="43" y="36"/>
                    </a:lnTo>
                    <a:lnTo>
                      <a:pt x="43" y="32"/>
                    </a:lnTo>
                    <a:lnTo>
                      <a:pt x="43" y="28"/>
                    </a:lnTo>
                    <a:lnTo>
                      <a:pt x="43" y="24"/>
                    </a:lnTo>
                    <a:lnTo>
                      <a:pt x="43" y="22"/>
                    </a:lnTo>
                    <a:lnTo>
                      <a:pt x="44" y="21"/>
                    </a:lnTo>
                    <a:lnTo>
                      <a:pt x="46" y="19"/>
                    </a:lnTo>
                    <a:lnTo>
                      <a:pt x="47" y="18"/>
                    </a:lnTo>
                    <a:lnTo>
                      <a:pt x="48" y="17"/>
                    </a:lnTo>
                    <a:lnTo>
                      <a:pt x="49" y="16"/>
                    </a:lnTo>
                    <a:lnTo>
                      <a:pt x="50" y="15"/>
                    </a:lnTo>
                    <a:lnTo>
                      <a:pt x="51" y="14"/>
                    </a:lnTo>
                    <a:lnTo>
                      <a:pt x="55" y="13"/>
                    </a:lnTo>
                    <a:lnTo>
                      <a:pt x="59" y="13"/>
                    </a:lnTo>
                    <a:lnTo>
                      <a:pt x="59" y="15"/>
                    </a:lnTo>
                    <a:lnTo>
                      <a:pt x="61" y="16"/>
                    </a:lnTo>
                    <a:lnTo>
                      <a:pt x="62" y="17"/>
                    </a:lnTo>
                    <a:lnTo>
                      <a:pt x="63" y="19"/>
                    </a:lnTo>
                    <a:lnTo>
                      <a:pt x="67" y="21"/>
                    </a:lnTo>
                    <a:lnTo>
                      <a:pt x="71" y="23"/>
                    </a:lnTo>
                    <a:lnTo>
                      <a:pt x="75" y="25"/>
                    </a:lnTo>
                    <a:lnTo>
                      <a:pt x="80" y="26"/>
                    </a:lnTo>
                    <a:lnTo>
                      <a:pt x="85" y="27"/>
                    </a:lnTo>
                    <a:lnTo>
                      <a:pt x="89" y="28"/>
                    </a:lnTo>
                    <a:lnTo>
                      <a:pt x="91" y="24"/>
                    </a:lnTo>
                    <a:lnTo>
                      <a:pt x="95" y="21"/>
                    </a:lnTo>
                    <a:lnTo>
                      <a:pt x="99" y="17"/>
                    </a:lnTo>
                    <a:lnTo>
                      <a:pt x="103" y="15"/>
                    </a:lnTo>
                    <a:lnTo>
                      <a:pt x="107" y="11"/>
                    </a:lnTo>
                    <a:lnTo>
                      <a:pt x="111" y="8"/>
                    </a:lnTo>
                    <a:lnTo>
                      <a:pt x="113" y="6"/>
                    </a:lnTo>
                    <a:lnTo>
                      <a:pt x="115" y="4"/>
                    </a:lnTo>
                    <a:lnTo>
                      <a:pt x="116" y="2"/>
                    </a:lnTo>
                    <a:lnTo>
                      <a:pt x="11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nvGrpSpPr>
            <p:cNvPr id="17" name="ïśľiḓê"/>
            <p:cNvGrpSpPr/>
            <p:nvPr userDrawn="1"/>
          </p:nvGrpSpPr>
          <p:grpSpPr>
            <a:xfrm>
              <a:off x="4302126" y="4013201"/>
              <a:ext cx="5973762" cy="336550"/>
              <a:chOff x="4302126" y="4013201"/>
              <a:chExt cx="5973762" cy="336550"/>
            </a:xfrm>
          </p:grpSpPr>
          <p:sp>
            <p:nvSpPr>
              <p:cNvPr id="18" name="ïşļïḍè"/>
              <p:cNvSpPr/>
              <p:nvPr userDrawn="1"/>
            </p:nvSpPr>
            <p:spPr bwMode="auto">
              <a:xfrm>
                <a:off x="4302126" y="4032251"/>
                <a:ext cx="141288" cy="234950"/>
              </a:xfrm>
              <a:custGeom>
                <a:avLst/>
                <a:gdLst>
                  <a:gd name="T0" fmla="*/ 87 w 89"/>
                  <a:gd name="T1" fmla="*/ 91 h 148"/>
                  <a:gd name="T2" fmla="*/ 82 w 89"/>
                  <a:gd name="T3" fmla="*/ 82 h 148"/>
                  <a:gd name="T4" fmla="*/ 74 w 89"/>
                  <a:gd name="T5" fmla="*/ 74 h 148"/>
                  <a:gd name="T6" fmla="*/ 63 w 89"/>
                  <a:gd name="T7" fmla="*/ 66 h 148"/>
                  <a:gd name="T8" fmla="*/ 51 w 89"/>
                  <a:gd name="T9" fmla="*/ 58 h 148"/>
                  <a:gd name="T10" fmla="*/ 35 w 89"/>
                  <a:gd name="T11" fmla="*/ 49 h 148"/>
                  <a:gd name="T12" fmla="*/ 27 w 89"/>
                  <a:gd name="T13" fmla="*/ 40 h 148"/>
                  <a:gd name="T14" fmla="*/ 26 w 89"/>
                  <a:gd name="T15" fmla="*/ 35 h 148"/>
                  <a:gd name="T16" fmla="*/ 26 w 89"/>
                  <a:gd name="T17" fmla="*/ 29 h 148"/>
                  <a:gd name="T18" fmla="*/ 27 w 89"/>
                  <a:gd name="T19" fmla="*/ 22 h 148"/>
                  <a:gd name="T20" fmla="*/ 31 w 89"/>
                  <a:gd name="T21" fmla="*/ 18 h 148"/>
                  <a:gd name="T22" fmla="*/ 36 w 89"/>
                  <a:gd name="T23" fmla="*/ 14 h 148"/>
                  <a:gd name="T24" fmla="*/ 43 w 89"/>
                  <a:gd name="T25" fmla="*/ 13 h 148"/>
                  <a:gd name="T26" fmla="*/ 52 w 89"/>
                  <a:gd name="T27" fmla="*/ 12 h 148"/>
                  <a:gd name="T28" fmla="*/ 63 w 89"/>
                  <a:gd name="T29" fmla="*/ 17 h 148"/>
                  <a:gd name="T30" fmla="*/ 71 w 89"/>
                  <a:gd name="T31" fmla="*/ 26 h 148"/>
                  <a:gd name="T32" fmla="*/ 75 w 89"/>
                  <a:gd name="T33" fmla="*/ 29 h 148"/>
                  <a:gd name="T34" fmla="*/ 79 w 89"/>
                  <a:gd name="T35" fmla="*/ 20 h 148"/>
                  <a:gd name="T36" fmla="*/ 82 w 89"/>
                  <a:gd name="T37" fmla="*/ 12 h 148"/>
                  <a:gd name="T38" fmla="*/ 75 w 89"/>
                  <a:gd name="T39" fmla="*/ 6 h 148"/>
                  <a:gd name="T40" fmla="*/ 63 w 89"/>
                  <a:gd name="T41" fmla="*/ 2 h 148"/>
                  <a:gd name="T42" fmla="*/ 49 w 89"/>
                  <a:gd name="T43" fmla="*/ 0 h 148"/>
                  <a:gd name="T44" fmla="*/ 33 w 89"/>
                  <a:gd name="T45" fmla="*/ 2 h 148"/>
                  <a:gd name="T46" fmla="*/ 21 w 89"/>
                  <a:gd name="T47" fmla="*/ 7 h 148"/>
                  <a:gd name="T48" fmla="*/ 11 w 89"/>
                  <a:gd name="T49" fmla="*/ 15 h 148"/>
                  <a:gd name="T50" fmla="*/ 5 w 89"/>
                  <a:gd name="T51" fmla="*/ 26 h 148"/>
                  <a:gd name="T52" fmla="*/ 1 w 89"/>
                  <a:gd name="T53" fmla="*/ 39 h 148"/>
                  <a:gd name="T54" fmla="*/ 2 w 89"/>
                  <a:gd name="T55" fmla="*/ 50 h 148"/>
                  <a:gd name="T56" fmla="*/ 5 w 89"/>
                  <a:gd name="T57" fmla="*/ 61 h 148"/>
                  <a:gd name="T58" fmla="*/ 10 w 89"/>
                  <a:gd name="T59" fmla="*/ 70 h 148"/>
                  <a:gd name="T60" fmla="*/ 18 w 89"/>
                  <a:gd name="T61" fmla="*/ 78 h 148"/>
                  <a:gd name="T62" fmla="*/ 28 w 89"/>
                  <a:gd name="T63" fmla="*/ 85 h 148"/>
                  <a:gd name="T64" fmla="*/ 43 w 89"/>
                  <a:gd name="T65" fmla="*/ 92 h 148"/>
                  <a:gd name="T66" fmla="*/ 56 w 89"/>
                  <a:gd name="T67" fmla="*/ 102 h 148"/>
                  <a:gd name="T68" fmla="*/ 60 w 89"/>
                  <a:gd name="T69" fmla="*/ 107 h 148"/>
                  <a:gd name="T70" fmla="*/ 63 w 89"/>
                  <a:gd name="T71" fmla="*/ 112 h 148"/>
                  <a:gd name="T72" fmla="*/ 63 w 89"/>
                  <a:gd name="T73" fmla="*/ 119 h 148"/>
                  <a:gd name="T74" fmla="*/ 61 w 89"/>
                  <a:gd name="T75" fmla="*/ 125 h 148"/>
                  <a:gd name="T76" fmla="*/ 58 w 89"/>
                  <a:gd name="T77" fmla="*/ 130 h 148"/>
                  <a:gd name="T78" fmla="*/ 53 w 89"/>
                  <a:gd name="T79" fmla="*/ 134 h 148"/>
                  <a:gd name="T80" fmla="*/ 47 w 89"/>
                  <a:gd name="T81" fmla="*/ 136 h 148"/>
                  <a:gd name="T82" fmla="*/ 39 w 89"/>
                  <a:gd name="T83" fmla="*/ 137 h 148"/>
                  <a:gd name="T84" fmla="*/ 31 w 89"/>
                  <a:gd name="T85" fmla="*/ 136 h 148"/>
                  <a:gd name="T86" fmla="*/ 23 w 89"/>
                  <a:gd name="T87" fmla="*/ 134 h 148"/>
                  <a:gd name="T88" fmla="*/ 18 w 89"/>
                  <a:gd name="T89" fmla="*/ 130 h 148"/>
                  <a:gd name="T90" fmla="*/ 14 w 89"/>
                  <a:gd name="T91" fmla="*/ 124 h 148"/>
                  <a:gd name="T92" fmla="*/ 11 w 89"/>
                  <a:gd name="T93" fmla="*/ 117 h 148"/>
                  <a:gd name="T94" fmla="*/ 5 w 89"/>
                  <a:gd name="T95" fmla="*/ 121 h 148"/>
                  <a:gd name="T96" fmla="*/ 0 w 89"/>
                  <a:gd name="T97" fmla="*/ 141 h 148"/>
                  <a:gd name="T98" fmla="*/ 12 w 89"/>
                  <a:gd name="T99" fmla="*/ 146 h 148"/>
                  <a:gd name="T100" fmla="*/ 25 w 89"/>
                  <a:gd name="T101" fmla="*/ 147 h 148"/>
                  <a:gd name="T102" fmla="*/ 40 w 89"/>
                  <a:gd name="T103" fmla="*/ 148 h 148"/>
                  <a:gd name="T104" fmla="*/ 57 w 89"/>
                  <a:gd name="T105" fmla="*/ 145 h 148"/>
                  <a:gd name="T106" fmla="*/ 70 w 89"/>
                  <a:gd name="T107" fmla="*/ 139 h 148"/>
                  <a:gd name="T108" fmla="*/ 80 w 89"/>
                  <a:gd name="T109" fmla="*/ 130 h 148"/>
                  <a:gd name="T110" fmla="*/ 86 w 89"/>
                  <a:gd name="T111" fmla="*/ 118 h 148"/>
                  <a:gd name="T112" fmla="*/ 89 w 89"/>
                  <a:gd name="T113" fmla="*/ 10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148">
                    <a:moveTo>
                      <a:pt x="88" y="97"/>
                    </a:moveTo>
                    <a:lnTo>
                      <a:pt x="87" y="94"/>
                    </a:lnTo>
                    <a:lnTo>
                      <a:pt x="87" y="91"/>
                    </a:lnTo>
                    <a:lnTo>
                      <a:pt x="85" y="88"/>
                    </a:lnTo>
                    <a:lnTo>
                      <a:pt x="83" y="85"/>
                    </a:lnTo>
                    <a:lnTo>
                      <a:pt x="82" y="82"/>
                    </a:lnTo>
                    <a:lnTo>
                      <a:pt x="79" y="79"/>
                    </a:lnTo>
                    <a:lnTo>
                      <a:pt x="77" y="77"/>
                    </a:lnTo>
                    <a:lnTo>
                      <a:pt x="74" y="74"/>
                    </a:lnTo>
                    <a:lnTo>
                      <a:pt x="71" y="71"/>
                    </a:lnTo>
                    <a:lnTo>
                      <a:pt x="67" y="69"/>
                    </a:lnTo>
                    <a:lnTo>
                      <a:pt x="63" y="66"/>
                    </a:lnTo>
                    <a:lnTo>
                      <a:pt x="59" y="63"/>
                    </a:lnTo>
                    <a:lnTo>
                      <a:pt x="55" y="61"/>
                    </a:lnTo>
                    <a:lnTo>
                      <a:pt x="51" y="58"/>
                    </a:lnTo>
                    <a:lnTo>
                      <a:pt x="45" y="55"/>
                    </a:lnTo>
                    <a:lnTo>
                      <a:pt x="40" y="52"/>
                    </a:lnTo>
                    <a:lnTo>
                      <a:pt x="35" y="49"/>
                    </a:lnTo>
                    <a:lnTo>
                      <a:pt x="32" y="46"/>
                    </a:lnTo>
                    <a:lnTo>
                      <a:pt x="29" y="42"/>
                    </a:lnTo>
                    <a:lnTo>
                      <a:pt x="27" y="40"/>
                    </a:lnTo>
                    <a:lnTo>
                      <a:pt x="27" y="38"/>
                    </a:lnTo>
                    <a:lnTo>
                      <a:pt x="26" y="36"/>
                    </a:lnTo>
                    <a:lnTo>
                      <a:pt x="26" y="35"/>
                    </a:lnTo>
                    <a:lnTo>
                      <a:pt x="26" y="34"/>
                    </a:lnTo>
                    <a:lnTo>
                      <a:pt x="26" y="30"/>
                    </a:lnTo>
                    <a:lnTo>
                      <a:pt x="26" y="29"/>
                    </a:lnTo>
                    <a:lnTo>
                      <a:pt x="27" y="26"/>
                    </a:lnTo>
                    <a:lnTo>
                      <a:pt x="27" y="25"/>
                    </a:lnTo>
                    <a:lnTo>
                      <a:pt x="27" y="22"/>
                    </a:lnTo>
                    <a:lnTo>
                      <a:pt x="29" y="21"/>
                    </a:lnTo>
                    <a:lnTo>
                      <a:pt x="30" y="19"/>
                    </a:lnTo>
                    <a:lnTo>
                      <a:pt x="31" y="18"/>
                    </a:lnTo>
                    <a:lnTo>
                      <a:pt x="33" y="17"/>
                    </a:lnTo>
                    <a:lnTo>
                      <a:pt x="35" y="15"/>
                    </a:lnTo>
                    <a:lnTo>
                      <a:pt x="36" y="14"/>
                    </a:lnTo>
                    <a:lnTo>
                      <a:pt x="39" y="14"/>
                    </a:lnTo>
                    <a:lnTo>
                      <a:pt x="40" y="13"/>
                    </a:lnTo>
                    <a:lnTo>
                      <a:pt x="43" y="13"/>
                    </a:lnTo>
                    <a:lnTo>
                      <a:pt x="46" y="12"/>
                    </a:lnTo>
                    <a:lnTo>
                      <a:pt x="48" y="12"/>
                    </a:lnTo>
                    <a:lnTo>
                      <a:pt x="52" y="12"/>
                    </a:lnTo>
                    <a:lnTo>
                      <a:pt x="56" y="14"/>
                    </a:lnTo>
                    <a:lnTo>
                      <a:pt x="59" y="14"/>
                    </a:lnTo>
                    <a:lnTo>
                      <a:pt x="63" y="17"/>
                    </a:lnTo>
                    <a:lnTo>
                      <a:pt x="66" y="19"/>
                    </a:lnTo>
                    <a:lnTo>
                      <a:pt x="68" y="22"/>
                    </a:lnTo>
                    <a:lnTo>
                      <a:pt x="71" y="26"/>
                    </a:lnTo>
                    <a:lnTo>
                      <a:pt x="73" y="30"/>
                    </a:lnTo>
                    <a:lnTo>
                      <a:pt x="75" y="30"/>
                    </a:lnTo>
                    <a:lnTo>
                      <a:pt x="75" y="29"/>
                    </a:lnTo>
                    <a:lnTo>
                      <a:pt x="77" y="26"/>
                    </a:lnTo>
                    <a:lnTo>
                      <a:pt x="77" y="24"/>
                    </a:lnTo>
                    <a:lnTo>
                      <a:pt x="79" y="20"/>
                    </a:lnTo>
                    <a:lnTo>
                      <a:pt x="79" y="18"/>
                    </a:lnTo>
                    <a:lnTo>
                      <a:pt x="81" y="14"/>
                    </a:lnTo>
                    <a:lnTo>
                      <a:pt x="82" y="12"/>
                    </a:lnTo>
                    <a:lnTo>
                      <a:pt x="83" y="10"/>
                    </a:lnTo>
                    <a:lnTo>
                      <a:pt x="79" y="8"/>
                    </a:lnTo>
                    <a:lnTo>
                      <a:pt x="75" y="6"/>
                    </a:lnTo>
                    <a:lnTo>
                      <a:pt x="71" y="4"/>
                    </a:lnTo>
                    <a:lnTo>
                      <a:pt x="67" y="2"/>
                    </a:lnTo>
                    <a:lnTo>
                      <a:pt x="63" y="2"/>
                    </a:lnTo>
                    <a:lnTo>
                      <a:pt x="59" y="1"/>
                    </a:lnTo>
                    <a:lnTo>
                      <a:pt x="54" y="0"/>
                    </a:lnTo>
                    <a:lnTo>
                      <a:pt x="49" y="0"/>
                    </a:lnTo>
                    <a:lnTo>
                      <a:pt x="43" y="1"/>
                    </a:lnTo>
                    <a:lnTo>
                      <a:pt x="38" y="1"/>
                    </a:lnTo>
                    <a:lnTo>
                      <a:pt x="33" y="2"/>
                    </a:lnTo>
                    <a:lnTo>
                      <a:pt x="29" y="3"/>
                    </a:lnTo>
                    <a:lnTo>
                      <a:pt x="25" y="6"/>
                    </a:lnTo>
                    <a:lnTo>
                      <a:pt x="21" y="7"/>
                    </a:lnTo>
                    <a:lnTo>
                      <a:pt x="17" y="10"/>
                    </a:lnTo>
                    <a:lnTo>
                      <a:pt x="14" y="12"/>
                    </a:lnTo>
                    <a:lnTo>
                      <a:pt x="11" y="15"/>
                    </a:lnTo>
                    <a:lnTo>
                      <a:pt x="8" y="18"/>
                    </a:lnTo>
                    <a:lnTo>
                      <a:pt x="7" y="22"/>
                    </a:lnTo>
                    <a:lnTo>
                      <a:pt x="5" y="26"/>
                    </a:lnTo>
                    <a:lnTo>
                      <a:pt x="3" y="30"/>
                    </a:lnTo>
                    <a:lnTo>
                      <a:pt x="3" y="34"/>
                    </a:lnTo>
                    <a:lnTo>
                      <a:pt x="1" y="39"/>
                    </a:lnTo>
                    <a:lnTo>
                      <a:pt x="1" y="44"/>
                    </a:lnTo>
                    <a:lnTo>
                      <a:pt x="1" y="47"/>
                    </a:lnTo>
                    <a:lnTo>
                      <a:pt x="2" y="50"/>
                    </a:lnTo>
                    <a:lnTo>
                      <a:pt x="3" y="54"/>
                    </a:lnTo>
                    <a:lnTo>
                      <a:pt x="3" y="58"/>
                    </a:lnTo>
                    <a:lnTo>
                      <a:pt x="5" y="61"/>
                    </a:lnTo>
                    <a:lnTo>
                      <a:pt x="6" y="64"/>
                    </a:lnTo>
                    <a:lnTo>
                      <a:pt x="8" y="66"/>
                    </a:lnTo>
                    <a:lnTo>
                      <a:pt x="10" y="70"/>
                    </a:lnTo>
                    <a:lnTo>
                      <a:pt x="12" y="72"/>
                    </a:lnTo>
                    <a:lnTo>
                      <a:pt x="15" y="75"/>
                    </a:lnTo>
                    <a:lnTo>
                      <a:pt x="18" y="78"/>
                    </a:lnTo>
                    <a:lnTo>
                      <a:pt x="21" y="80"/>
                    </a:lnTo>
                    <a:lnTo>
                      <a:pt x="24" y="82"/>
                    </a:lnTo>
                    <a:lnTo>
                      <a:pt x="28" y="85"/>
                    </a:lnTo>
                    <a:lnTo>
                      <a:pt x="32" y="86"/>
                    </a:lnTo>
                    <a:lnTo>
                      <a:pt x="36" y="89"/>
                    </a:lnTo>
                    <a:lnTo>
                      <a:pt x="43" y="92"/>
                    </a:lnTo>
                    <a:lnTo>
                      <a:pt x="48" y="95"/>
                    </a:lnTo>
                    <a:lnTo>
                      <a:pt x="53" y="99"/>
                    </a:lnTo>
                    <a:lnTo>
                      <a:pt x="56" y="102"/>
                    </a:lnTo>
                    <a:lnTo>
                      <a:pt x="58" y="103"/>
                    </a:lnTo>
                    <a:lnTo>
                      <a:pt x="59" y="105"/>
                    </a:lnTo>
                    <a:lnTo>
                      <a:pt x="60" y="107"/>
                    </a:lnTo>
                    <a:lnTo>
                      <a:pt x="62" y="109"/>
                    </a:lnTo>
                    <a:lnTo>
                      <a:pt x="62" y="111"/>
                    </a:lnTo>
                    <a:lnTo>
                      <a:pt x="63" y="112"/>
                    </a:lnTo>
                    <a:lnTo>
                      <a:pt x="63" y="114"/>
                    </a:lnTo>
                    <a:lnTo>
                      <a:pt x="63" y="115"/>
                    </a:lnTo>
                    <a:lnTo>
                      <a:pt x="63" y="119"/>
                    </a:lnTo>
                    <a:lnTo>
                      <a:pt x="63" y="121"/>
                    </a:lnTo>
                    <a:lnTo>
                      <a:pt x="62" y="123"/>
                    </a:lnTo>
                    <a:lnTo>
                      <a:pt x="61" y="125"/>
                    </a:lnTo>
                    <a:lnTo>
                      <a:pt x="60" y="127"/>
                    </a:lnTo>
                    <a:lnTo>
                      <a:pt x="59" y="128"/>
                    </a:lnTo>
                    <a:lnTo>
                      <a:pt x="58" y="130"/>
                    </a:lnTo>
                    <a:lnTo>
                      <a:pt x="56" y="131"/>
                    </a:lnTo>
                    <a:lnTo>
                      <a:pt x="55" y="132"/>
                    </a:lnTo>
                    <a:lnTo>
                      <a:pt x="53" y="134"/>
                    </a:lnTo>
                    <a:lnTo>
                      <a:pt x="51" y="135"/>
                    </a:lnTo>
                    <a:lnTo>
                      <a:pt x="49" y="135"/>
                    </a:lnTo>
                    <a:lnTo>
                      <a:pt x="47" y="136"/>
                    </a:lnTo>
                    <a:lnTo>
                      <a:pt x="44" y="136"/>
                    </a:lnTo>
                    <a:lnTo>
                      <a:pt x="42" y="137"/>
                    </a:lnTo>
                    <a:lnTo>
                      <a:pt x="39" y="137"/>
                    </a:lnTo>
                    <a:lnTo>
                      <a:pt x="36" y="137"/>
                    </a:lnTo>
                    <a:lnTo>
                      <a:pt x="33" y="136"/>
                    </a:lnTo>
                    <a:lnTo>
                      <a:pt x="31" y="136"/>
                    </a:lnTo>
                    <a:lnTo>
                      <a:pt x="28" y="135"/>
                    </a:lnTo>
                    <a:lnTo>
                      <a:pt x="26" y="135"/>
                    </a:lnTo>
                    <a:lnTo>
                      <a:pt x="23" y="134"/>
                    </a:lnTo>
                    <a:lnTo>
                      <a:pt x="21" y="132"/>
                    </a:lnTo>
                    <a:lnTo>
                      <a:pt x="19" y="131"/>
                    </a:lnTo>
                    <a:lnTo>
                      <a:pt x="18" y="130"/>
                    </a:lnTo>
                    <a:lnTo>
                      <a:pt x="16" y="128"/>
                    </a:lnTo>
                    <a:lnTo>
                      <a:pt x="15" y="126"/>
                    </a:lnTo>
                    <a:lnTo>
                      <a:pt x="14" y="124"/>
                    </a:lnTo>
                    <a:lnTo>
                      <a:pt x="12" y="122"/>
                    </a:lnTo>
                    <a:lnTo>
                      <a:pt x="11" y="119"/>
                    </a:lnTo>
                    <a:lnTo>
                      <a:pt x="11" y="117"/>
                    </a:lnTo>
                    <a:lnTo>
                      <a:pt x="10" y="114"/>
                    </a:lnTo>
                    <a:lnTo>
                      <a:pt x="6" y="114"/>
                    </a:lnTo>
                    <a:lnTo>
                      <a:pt x="5" y="121"/>
                    </a:lnTo>
                    <a:lnTo>
                      <a:pt x="3" y="128"/>
                    </a:lnTo>
                    <a:lnTo>
                      <a:pt x="3" y="135"/>
                    </a:lnTo>
                    <a:lnTo>
                      <a:pt x="0" y="141"/>
                    </a:lnTo>
                    <a:lnTo>
                      <a:pt x="4" y="143"/>
                    </a:lnTo>
                    <a:lnTo>
                      <a:pt x="8" y="144"/>
                    </a:lnTo>
                    <a:lnTo>
                      <a:pt x="12" y="146"/>
                    </a:lnTo>
                    <a:lnTo>
                      <a:pt x="17" y="147"/>
                    </a:lnTo>
                    <a:lnTo>
                      <a:pt x="21" y="147"/>
                    </a:lnTo>
                    <a:lnTo>
                      <a:pt x="25" y="147"/>
                    </a:lnTo>
                    <a:lnTo>
                      <a:pt x="29" y="148"/>
                    </a:lnTo>
                    <a:lnTo>
                      <a:pt x="34" y="148"/>
                    </a:lnTo>
                    <a:lnTo>
                      <a:pt x="40" y="148"/>
                    </a:lnTo>
                    <a:lnTo>
                      <a:pt x="46" y="147"/>
                    </a:lnTo>
                    <a:lnTo>
                      <a:pt x="51" y="146"/>
                    </a:lnTo>
                    <a:lnTo>
                      <a:pt x="57" y="145"/>
                    </a:lnTo>
                    <a:lnTo>
                      <a:pt x="62" y="143"/>
                    </a:lnTo>
                    <a:lnTo>
                      <a:pt x="66" y="141"/>
                    </a:lnTo>
                    <a:lnTo>
                      <a:pt x="70" y="139"/>
                    </a:lnTo>
                    <a:lnTo>
                      <a:pt x="74" y="136"/>
                    </a:lnTo>
                    <a:lnTo>
                      <a:pt x="77" y="133"/>
                    </a:lnTo>
                    <a:lnTo>
                      <a:pt x="80" y="130"/>
                    </a:lnTo>
                    <a:lnTo>
                      <a:pt x="83" y="127"/>
                    </a:lnTo>
                    <a:lnTo>
                      <a:pt x="84" y="123"/>
                    </a:lnTo>
                    <a:lnTo>
                      <a:pt x="86" y="118"/>
                    </a:lnTo>
                    <a:lnTo>
                      <a:pt x="87" y="114"/>
                    </a:lnTo>
                    <a:lnTo>
                      <a:pt x="88" y="109"/>
                    </a:lnTo>
                    <a:lnTo>
                      <a:pt x="89" y="103"/>
                    </a:lnTo>
                    <a:lnTo>
                      <a:pt x="89" y="100"/>
                    </a:lnTo>
                    <a:lnTo>
                      <a:pt x="88" y="9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9" name="ïśḷíḓé"/>
              <p:cNvSpPr/>
              <p:nvPr userDrawn="1"/>
            </p:nvSpPr>
            <p:spPr bwMode="auto">
              <a:xfrm>
                <a:off x="4483101" y="4102101"/>
                <a:ext cx="161925" cy="163513"/>
              </a:xfrm>
              <a:custGeom>
                <a:avLst/>
                <a:gdLst>
                  <a:gd name="T0" fmla="*/ 100 w 102"/>
                  <a:gd name="T1" fmla="*/ 34 h 103"/>
                  <a:gd name="T2" fmla="*/ 97 w 102"/>
                  <a:gd name="T3" fmla="*/ 25 h 103"/>
                  <a:gd name="T4" fmla="*/ 92 w 102"/>
                  <a:gd name="T5" fmla="*/ 17 h 103"/>
                  <a:gd name="T6" fmla="*/ 85 w 102"/>
                  <a:gd name="T7" fmla="*/ 10 h 103"/>
                  <a:gd name="T8" fmla="*/ 77 w 102"/>
                  <a:gd name="T9" fmla="*/ 6 h 103"/>
                  <a:gd name="T10" fmla="*/ 68 w 102"/>
                  <a:gd name="T11" fmla="*/ 2 h 103"/>
                  <a:gd name="T12" fmla="*/ 57 w 102"/>
                  <a:gd name="T13" fmla="*/ 1 h 103"/>
                  <a:gd name="T14" fmla="*/ 45 w 102"/>
                  <a:gd name="T15" fmla="*/ 1 h 103"/>
                  <a:gd name="T16" fmla="*/ 34 w 102"/>
                  <a:gd name="T17" fmla="*/ 2 h 103"/>
                  <a:gd name="T18" fmla="*/ 25 w 102"/>
                  <a:gd name="T19" fmla="*/ 6 h 103"/>
                  <a:gd name="T20" fmla="*/ 17 w 102"/>
                  <a:gd name="T21" fmla="*/ 12 h 103"/>
                  <a:gd name="T22" fmla="*/ 10 w 102"/>
                  <a:gd name="T23" fmla="*/ 18 h 103"/>
                  <a:gd name="T24" fmla="*/ 5 w 102"/>
                  <a:gd name="T25" fmla="*/ 27 h 103"/>
                  <a:gd name="T26" fmla="*/ 2 w 102"/>
                  <a:gd name="T27" fmla="*/ 37 h 103"/>
                  <a:gd name="T28" fmla="*/ 0 w 102"/>
                  <a:gd name="T29" fmla="*/ 48 h 103"/>
                  <a:gd name="T30" fmla="*/ 0 w 102"/>
                  <a:gd name="T31" fmla="*/ 61 h 103"/>
                  <a:gd name="T32" fmla="*/ 2 w 102"/>
                  <a:gd name="T33" fmla="*/ 71 h 103"/>
                  <a:gd name="T34" fmla="*/ 5 w 102"/>
                  <a:gd name="T35" fmla="*/ 80 h 103"/>
                  <a:gd name="T36" fmla="*/ 10 w 102"/>
                  <a:gd name="T37" fmla="*/ 87 h 103"/>
                  <a:gd name="T38" fmla="*/ 17 w 102"/>
                  <a:gd name="T39" fmla="*/ 94 h 103"/>
                  <a:gd name="T40" fmla="*/ 25 w 102"/>
                  <a:gd name="T41" fmla="*/ 98 h 103"/>
                  <a:gd name="T42" fmla="*/ 34 w 102"/>
                  <a:gd name="T43" fmla="*/ 102 h 103"/>
                  <a:gd name="T44" fmla="*/ 45 w 102"/>
                  <a:gd name="T45" fmla="*/ 103 h 103"/>
                  <a:gd name="T46" fmla="*/ 57 w 102"/>
                  <a:gd name="T47" fmla="*/ 103 h 103"/>
                  <a:gd name="T48" fmla="*/ 68 w 102"/>
                  <a:gd name="T49" fmla="*/ 102 h 103"/>
                  <a:gd name="T50" fmla="*/ 77 w 102"/>
                  <a:gd name="T51" fmla="*/ 98 h 103"/>
                  <a:gd name="T52" fmla="*/ 85 w 102"/>
                  <a:gd name="T53" fmla="*/ 92 h 103"/>
                  <a:gd name="T54" fmla="*/ 92 w 102"/>
                  <a:gd name="T55" fmla="*/ 86 h 103"/>
                  <a:gd name="T56" fmla="*/ 97 w 102"/>
                  <a:gd name="T57" fmla="*/ 78 h 103"/>
                  <a:gd name="T58" fmla="*/ 100 w 102"/>
                  <a:gd name="T59" fmla="*/ 68 h 103"/>
                  <a:gd name="T60" fmla="*/ 102 w 102"/>
                  <a:gd name="T61" fmla="*/ 56 h 103"/>
                  <a:gd name="T62" fmla="*/ 102 w 102"/>
                  <a:gd name="T63" fmla="*/ 44 h 103"/>
                  <a:gd name="T64" fmla="*/ 71 w 102"/>
                  <a:gd name="T65" fmla="*/ 58 h 103"/>
                  <a:gd name="T66" fmla="*/ 69 w 102"/>
                  <a:gd name="T67" fmla="*/ 72 h 103"/>
                  <a:gd name="T68" fmla="*/ 67 w 102"/>
                  <a:gd name="T69" fmla="*/ 79 h 103"/>
                  <a:gd name="T70" fmla="*/ 65 w 102"/>
                  <a:gd name="T71" fmla="*/ 86 h 103"/>
                  <a:gd name="T72" fmla="*/ 61 w 102"/>
                  <a:gd name="T73" fmla="*/ 91 h 103"/>
                  <a:gd name="T74" fmla="*/ 57 w 102"/>
                  <a:gd name="T75" fmla="*/ 94 h 103"/>
                  <a:gd name="T76" fmla="*/ 53 w 102"/>
                  <a:gd name="T77" fmla="*/ 95 h 103"/>
                  <a:gd name="T78" fmla="*/ 49 w 102"/>
                  <a:gd name="T79" fmla="*/ 95 h 103"/>
                  <a:gd name="T80" fmla="*/ 45 w 102"/>
                  <a:gd name="T81" fmla="*/ 94 h 103"/>
                  <a:gd name="T82" fmla="*/ 41 w 102"/>
                  <a:gd name="T83" fmla="*/ 91 h 103"/>
                  <a:gd name="T84" fmla="*/ 37 w 102"/>
                  <a:gd name="T85" fmla="*/ 87 h 103"/>
                  <a:gd name="T86" fmla="*/ 35 w 102"/>
                  <a:gd name="T87" fmla="*/ 83 h 103"/>
                  <a:gd name="T88" fmla="*/ 33 w 102"/>
                  <a:gd name="T89" fmla="*/ 75 h 103"/>
                  <a:gd name="T90" fmla="*/ 32 w 102"/>
                  <a:gd name="T91" fmla="*/ 68 h 103"/>
                  <a:gd name="T92" fmla="*/ 31 w 102"/>
                  <a:gd name="T93" fmla="*/ 59 h 103"/>
                  <a:gd name="T94" fmla="*/ 31 w 102"/>
                  <a:gd name="T95" fmla="*/ 49 h 103"/>
                  <a:gd name="T96" fmla="*/ 32 w 102"/>
                  <a:gd name="T97" fmla="*/ 38 h 103"/>
                  <a:gd name="T98" fmla="*/ 33 w 102"/>
                  <a:gd name="T99" fmla="*/ 30 h 103"/>
                  <a:gd name="T100" fmla="*/ 35 w 102"/>
                  <a:gd name="T101" fmla="*/ 23 h 103"/>
                  <a:gd name="T102" fmla="*/ 37 w 102"/>
                  <a:gd name="T103" fmla="*/ 18 h 103"/>
                  <a:gd name="T104" fmla="*/ 41 w 102"/>
                  <a:gd name="T105" fmla="*/ 14 h 103"/>
                  <a:gd name="T106" fmla="*/ 45 w 102"/>
                  <a:gd name="T107" fmla="*/ 10 h 103"/>
                  <a:gd name="T108" fmla="*/ 49 w 102"/>
                  <a:gd name="T109" fmla="*/ 9 h 103"/>
                  <a:gd name="T110" fmla="*/ 54 w 102"/>
                  <a:gd name="T111" fmla="*/ 9 h 103"/>
                  <a:gd name="T112" fmla="*/ 58 w 102"/>
                  <a:gd name="T113" fmla="*/ 10 h 103"/>
                  <a:gd name="T114" fmla="*/ 62 w 102"/>
                  <a:gd name="T115" fmla="*/ 13 h 103"/>
                  <a:gd name="T116" fmla="*/ 65 w 102"/>
                  <a:gd name="T117" fmla="*/ 16 h 103"/>
                  <a:gd name="T118" fmla="*/ 68 w 102"/>
                  <a:gd name="T119" fmla="*/ 22 h 103"/>
                  <a:gd name="T120" fmla="*/ 69 w 102"/>
                  <a:gd name="T121" fmla="*/ 27 h 103"/>
                  <a:gd name="T122" fmla="*/ 71 w 102"/>
                  <a:gd name="T123" fmla="*/ 38 h 103"/>
                  <a:gd name="T124" fmla="*/ 71 w 102"/>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2" h="103">
                    <a:moveTo>
                      <a:pt x="101" y="38"/>
                    </a:moveTo>
                    <a:lnTo>
                      <a:pt x="100" y="34"/>
                    </a:lnTo>
                    <a:lnTo>
                      <a:pt x="98" y="29"/>
                    </a:lnTo>
                    <a:lnTo>
                      <a:pt x="97" y="25"/>
                    </a:lnTo>
                    <a:lnTo>
                      <a:pt x="94" y="21"/>
                    </a:lnTo>
                    <a:lnTo>
                      <a:pt x="92" y="17"/>
                    </a:lnTo>
                    <a:lnTo>
                      <a:pt x="89" y="14"/>
                    </a:lnTo>
                    <a:lnTo>
                      <a:pt x="85" y="10"/>
                    </a:lnTo>
                    <a:lnTo>
                      <a:pt x="81" y="8"/>
                    </a:lnTo>
                    <a:lnTo>
                      <a:pt x="77" y="6"/>
                    </a:lnTo>
                    <a:lnTo>
                      <a:pt x="73" y="4"/>
                    </a:lnTo>
                    <a:lnTo>
                      <a:pt x="68" y="2"/>
                    </a:lnTo>
                    <a:lnTo>
                      <a:pt x="63" y="1"/>
                    </a:lnTo>
                    <a:lnTo>
                      <a:pt x="57" y="1"/>
                    </a:lnTo>
                    <a:lnTo>
                      <a:pt x="51" y="0"/>
                    </a:lnTo>
                    <a:lnTo>
                      <a:pt x="45" y="1"/>
                    </a:lnTo>
                    <a:lnTo>
                      <a:pt x="40" y="1"/>
                    </a:lnTo>
                    <a:lnTo>
                      <a:pt x="34" y="2"/>
                    </a:lnTo>
                    <a:lnTo>
                      <a:pt x="29" y="4"/>
                    </a:lnTo>
                    <a:lnTo>
                      <a:pt x="25" y="6"/>
                    </a:lnTo>
                    <a:lnTo>
                      <a:pt x="21" y="9"/>
                    </a:lnTo>
                    <a:lnTo>
                      <a:pt x="17" y="12"/>
                    </a:lnTo>
                    <a:lnTo>
                      <a:pt x="13" y="14"/>
                    </a:lnTo>
                    <a:lnTo>
                      <a:pt x="10" y="18"/>
                    </a:lnTo>
                    <a:lnTo>
                      <a:pt x="8" y="22"/>
                    </a:lnTo>
                    <a:lnTo>
                      <a:pt x="5" y="27"/>
                    </a:lnTo>
                    <a:lnTo>
                      <a:pt x="4" y="31"/>
                    </a:lnTo>
                    <a:lnTo>
                      <a:pt x="2" y="37"/>
                    </a:lnTo>
                    <a:lnTo>
                      <a:pt x="1" y="42"/>
                    </a:lnTo>
                    <a:lnTo>
                      <a:pt x="0" y="48"/>
                    </a:lnTo>
                    <a:lnTo>
                      <a:pt x="0" y="55"/>
                    </a:lnTo>
                    <a:lnTo>
                      <a:pt x="0" y="61"/>
                    </a:lnTo>
                    <a:lnTo>
                      <a:pt x="1" y="66"/>
                    </a:lnTo>
                    <a:lnTo>
                      <a:pt x="2" y="71"/>
                    </a:lnTo>
                    <a:lnTo>
                      <a:pt x="4" y="75"/>
                    </a:lnTo>
                    <a:lnTo>
                      <a:pt x="5" y="80"/>
                    </a:lnTo>
                    <a:lnTo>
                      <a:pt x="8" y="84"/>
                    </a:lnTo>
                    <a:lnTo>
                      <a:pt x="10" y="87"/>
                    </a:lnTo>
                    <a:lnTo>
                      <a:pt x="13" y="91"/>
                    </a:lnTo>
                    <a:lnTo>
                      <a:pt x="17" y="94"/>
                    </a:lnTo>
                    <a:lnTo>
                      <a:pt x="21" y="96"/>
                    </a:lnTo>
                    <a:lnTo>
                      <a:pt x="25" y="98"/>
                    </a:lnTo>
                    <a:lnTo>
                      <a:pt x="29" y="100"/>
                    </a:lnTo>
                    <a:lnTo>
                      <a:pt x="34" y="102"/>
                    </a:lnTo>
                    <a:lnTo>
                      <a:pt x="40" y="103"/>
                    </a:lnTo>
                    <a:lnTo>
                      <a:pt x="45" y="103"/>
                    </a:lnTo>
                    <a:lnTo>
                      <a:pt x="51" y="103"/>
                    </a:lnTo>
                    <a:lnTo>
                      <a:pt x="57" y="103"/>
                    </a:lnTo>
                    <a:lnTo>
                      <a:pt x="63" y="103"/>
                    </a:lnTo>
                    <a:lnTo>
                      <a:pt x="68" y="102"/>
                    </a:lnTo>
                    <a:lnTo>
                      <a:pt x="73" y="99"/>
                    </a:lnTo>
                    <a:lnTo>
                      <a:pt x="77" y="98"/>
                    </a:lnTo>
                    <a:lnTo>
                      <a:pt x="81" y="95"/>
                    </a:lnTo>
                    <a:lnTo>
                      <a:pt x="85" y="92"/>
                    </a:lnTo>
                    <a:lnTo>
                      <a:pt x="89" y="90"/>
                    </a:lnTo>
                    <a:lnTo>
                      <a:pt x="92" y="86"/>
                    </a:lnTo>
                    <a:lnTo>
                      <a:pt x="94" y="82"/>
                    </a:lnTo>
                    <a:lnTo>
                      <a:pt x="97" y="78"/>
                    </a:lnTo>
                    <a:lnTo>
                      <a:pt x="98" y="73"/>
                    </a:lnTo>
                    <a:lnTo>
                      <a:pt x="100" y="68"/>
                    </a:lnTo>
                    <a:lnTo>
                      <a:pt x="101" y="63"/>
                    </a:lnTo>
                    <a:lnTo>
                      <a:pt x="102" y="56"/>
                    </a:lnTo>
                    <a:lnTo>
                      <a:pt x="102" y="50"/>
                    </a:lnTo>
                    <a:lnTo>
                      <a:pt x="102" y="44"/>
                    </a:lnTo>
                    <a:lnTo>
                      <a:pt x="101" y="38"/>
                    </a:lnTo>
                    <a:close/>
                    <a:moveTo>
                      <a:pt x="71" y="58"/>
                    </a:moveTo>
                    <a:lnTo>
                      <a:pt x="69" y="68"/>
                    </a:lnTo>
                    <a:lnTo>
                      <a:pt x="69" y="72"/>
                    </a:lnTo>
                    <a:lnTo>
                      <a:pt x="68" y="76"/>
                    </a:lnTo>
                    <a:lnTo>
                      <a:pt x="67" y="79"/>
                    </a:lnTo>
                    <a:lnTo>
                      <a:pt x="65" y="83"/>
                    </a:lnTo>
                    <a:lnTo>
                      <a:pt x="65" y="86"/>
                    </a:lnTo>
                    <a:lnTo>
                      <a:pt x="63" y="88"/>
                    </a:lnTo>
                    <a:lnTo>
                      <a:pt x="61" y="91"/>
                    </a:lnTo>
                    <a:lnTo>
                      <a:pt x="59" y="92"/>
                    </a:lnTo>
                    <a:lnTo>
                      <a:pt x="57" y="94"/>
                    </a:lnTo>
                    <a:lnTo>
                      <a:pt x="56" y="95"/>
                    </a:lnTo>
                    <a:lnTo>
                      <a:pt x="53" y="95"/>
                    </a:lnTo>
                    <a:lnTo>
                      <a:pt x="51" y="95"/>
                    </a:lnTo>
                    <a:lnTo>
                      <a:pt x="49" y="95"/>
                    </a:lnTo>
                    <a:lnTo>
                      <a:pt x="46" y="95"/>
                    </a:lnTo>
                    <a:lnTo>
                      <a:pt x="45" y="94"/>
                    </a:lnTo>
                    <a:lnTo>
                      <a:pt x="42" y="93"/>
                    </a:lnTo>
                    <a:lnTo>
                      <a:pt x="41" y="91"/>
                    </a:lnTo>
                    <a:lnTo>
                      <a:pt x="39" y="90"/>
                    </a:lnTo>
                    <a:lnTo>
                      <a:pt x="37" y="87"/>
                    </a:lnTo>
                    <a:lnTo>
                      <a:pt x="36" y="85"/>
                    </a:lnTo>
                    <a:lnTo>
                      <a:pt x="35" y="83"/>
                    </a:lnTo>
                    <a:lnTo>
                      <a:pt x="33" y="79"/>
                    </a:lnTo>
                    <a:lnTo>
                      <a:pt x="33" y="75"/>
                    </a:lnTo>
                    <a:lnTo>
                      <a:pt x="32" y="72"/>
                    </a:lnTo>
                    <a:lnTo>
                      <a:pt x="32" y="68"/>
                    </a:lnTo>
                    <a:lnTo>
                      <a:pt x="31" y="63"/>
                    </a:lnTo>
                    <a:lnTo>
                      <a:pt x="31" y="59"/>
                    </a:lnTo>
                    <a:lnTo>
                      <a:pt x="31" y="54"/>
                    </a:lnTo>
                    <a:lnTo>
                      <a:pt x="31" y="49"/>
                    </a:lnTo>
                    <a:lnTo>
                      <a:pt x="31" y="43"/>
                    </a:lnTo>
                    <a:lnTo>
                      <a:pt x="32" y="38"/>
                    </a:lnTo>
                    <a:lnTo>
                      <a:pt x="32" y="34"/>
                    </a:lnTo>
                    <a:lnTo>
                      <a:pt x="33" y="30"/>
                    </a:lnTo>
                    <a:lnTo>
                      <a:pt x="33" y="27"/>
                    </a:lnTo>
                    <a:lnTo>
                      <a:pt x="35" y="23"/>
                    </a:lnTo>
                    <a:lnTo>
                      <a:pt x="36" y="21"/>
                    </a:lnTo>
                    <a:lnTo>
                      <a:pt x="37" y="18"/>
                    </a:lnTo>
                    <a:lnTo>
                      <a:pt x="39" y="16"/>
                    </a:lnTo>
                    <a:lnTo>
                      <a:pt x="41" y="14"/>
                    </a:lnTo>
                    <a:lnTo>
                      <a:pt x="43" y="12"/>
                    </a:lnTo>
                    <a:lnTo>
                      <a:pt x="45" y="10"/>
                    </a:lnTo>
                    <a:lnTo>
                      <a:pt x="47" y="10"/>
                    </a:lnTo>
                    <a:lnTo>
                      <a:pt x="49" y="9"/>
                    </a:lnTo>
                    <a:lnTo>
                      <a:pt x="52" y="9"/>
                    </a:lnTo>
                    <a:lnTo>
                      <a:pt x="54" y="9"/>
                    </a:lnTo>
                    <a:lnTo>
                      <a:pt x="57" y="10"/>
                    </a:lnTo>
                    <a:lnTo>
                      <a:pt x="58" y="10"/>
                    </a:lnTo>
                    <a:lnTo>
                      <a:pt x="61" y="11"/>
                    </a:lnTo>
                    <a:lnTo>
                      <a:pt x="62" y="13"/>
                    </a:lnTo>
                    <a:lnTo>
                      <a:pt x="64" y="14"/>
                    </a:lnTo>
                    <a:lnTo>
                      <a:pt x="65" y="16"/>
                    </a:lnTo>
                    <a:lnTo>
                      <a:pt x="66" y="18"/>
                    </a:lnTo>
                    <a:lnTo>
                      <a:pt x="68" y="22"/>
                    </a:lnTo>
                    <a:lnTo>
                      <a:pt x="69" y="24"/>
                    </a:lnTo>
                    <a:lnTo>
                      <a:pt x="69" y="27"/>
                    </a:lnTo>
                    <a:lnTo>
                      <a:pt x="70" y="30"/>
                    </a:lnTo>
                    <a:lnTo>
                      <a:pt x="71" y="38"/>
                    </a:lnTo>
                    <a:lnTo>
                      <a:pt x="72" y="47"/>
                    </a:lnTo>
                    <a:lnTo>
                      <a:pt x="71"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0" name="ïSļïďè"/>
              <p:cNvSpPr/>
              <p:nvPr userDrawn="1"/>
            </p:nvSpPr>
            <p:spPr bwMode="auto">
              <a:xfrm>
                <a:off x="4689476" y="4105276"/>
                <a:ext cx="150813" cy="160338"/>
              </a:xfrm>
              <a:custGeom>
                <a:avLst/>
                <a:gdLst>
                  <a:gd name="T0" fmla="*/ 84 w 95"/>
                  <a:gd name="T1" fmla="*/ 0 h 101"/>
                  <a:gd name="T2" fmla="*/ 76 w 95"/>
                  <a:gd name="T3" fmla="*/ 0 h 101"/>
                  <a:gd name="T4" fmla="*/ 69 w 95"/>
                  <a:gd name="T5" fmla="*/ 0 h 101"/>
                  <a:gd name="T6" fmla="*/ 66 w 95"/>
                  <a:gd name="T7" fmla="*/ 54 h 101"/>
                  <a:gd name="T8" fmla="*/ 66 w 95"/>
                  <a:gd name="T9" fmla="*/ 62 h 101"/>
                  <a:gd name="T10" fmla="*/ 65 w 95"/>
                  <a:gd name="T11" fmla="*/ 68 h 101"/>
                  <a:gd name="T12" fmla="*/ 64 w 95"/>
                  <a:gd name="T13" fmla="*/ 73 h 101"/>
                  <a:gd name="T14" fmla="*/ 61 w 95"/>
                  <a:gd name="T15" fmla="*/ 78 h 101"/>
                  <a:gd name="T16" fmla="*/ 59 w 95"/>
                  <a:gd name="T17" fmla="*/ 81 h 101"/>
                  <a:gd name="T18" fmla="*/ 56 w 95"/>
                  <a:gd name="T19" fmla="*/ 84 h 101"/>
                  <a:gd name="T20" fmla="*/ 52 w 95"/>
                  <a:gd name="T21" fmla="*/ 85 h 101"/>
                  <a:gd name="T22" fmla="*/ 47 w 95"/>
                  <a:gd name="T23" fmla="*/ 85 h 101"/>
                  <a:gd name="T24" fmla="*/ 43 w 95"/>
                  <a:gd name="T25" fmla="*/ 85 h 101"/>
                  <a:gd name="T26" fmla="*/ 39 w 95"/>
                  <a:gd name="T27" fmla="*/ 83 h 101"/>
                  <a:gd name="T28" fmla="*/ 35 w 95"/>
                  <a:gd name="T29" fmla="*/ 80 h 101"/>
                  <a:gd name="T30" fmla="*/ 32 w 95"/>
                  <a:gd name="T31" fmla="*/ 75 h 101"/>
                  <a:gd name="T32" fmla="*/ 31 w 95"/>
                  <a:gd name="T33" fmla="*/ 68 h 101"/>
                  <a:gd name="T34" fmla="*/ 30 w 95"/>
                  <a:gd name="T35" fmla="*/ 57 h 101"/>
                  <a:gd name="T36" fmla="*/ 26 w 95"/>
                  <a:gd name="T37" fmla="*/ 0 h 101"/>
                  <a:gd name="T38" fmla="*/ 20 w 95"/>
                  <a:gd name="T39" fmla="*/ 0 h 101"/>
                  <a:gd name="T40" fmla="*/ 12 w 95"/>
                  <a:gd name="T41" fmla="*/ 0 h 101"/>
                  <a:gd name="T42" fmla="*/ 5 w 95"/>
                  <a:gd name="T43" fmla="*/ 0 h 101"/>
                  <a:gd name="T44" fmla="*/ 2 w 95"/>
                  <a:gd name="T45" fmla="*/ 57 h 101"/>
                  <a:gd name="T46" fmla="*/ 0 w 95"/>
                  <a:gd name="T47" fmla="*/ 61 h 101"/>
                  <a:gd name="T48" fmla="*/ 1 w 95"/>
                  <a:gd name="T49" fmla="*/ 71 h 101"/>
                  <a:gd name="T50" fmla="*/ 2 w 95"/>
                  <a:gd name="T51" fmla="*/ 79 h 101"/>
                  <a:gd name="T52" fmla="*/ 4 w 95"/>
                  <a:gd name="T53" fmla="*/ 85 h 101"/>
                  <a:gd name="T54" fmla="*/ 8 w 95"/>
                  <a:gd name="T55" fmla="*/ 90 h 101"/>
                  <a:gd name="T56" fmla="*/ 12 w 95"/>
                  <a:gd name="T57" fmla="*/ 95 h 101"/>
                  <a:gd name="T58" fmla="*/ 18 w 95"/>
                  <a:gd name="T59" fmla="*/ 98 h 101"/>
                  <a:gd name="T60" fmla="*/ 26 w 95"/>
                  <a:gd name="T61" fmla="*/ 101 h 101"/>
                  <a:gd name="T62" fmla="*/ 35 w 95"/>
                  <a:gd name="T63" fmla="*/ 101 h 101"/>
                  <a:gd name="T64" fmla="*/ 43 w 95"/>
                  <a:gd name="T65" fmla="*/ 101 h 101"/>
                  <a:gd name="T66" fmla="*/ 51 w 95"/>
                  <a:gd name="T67" fmla="*/ 98 h 101"/>
                  <a:gd name="T68" fmla="*/ 59 w 95"/>
                  <a:gd name="T69" fmla="*/ 93 h 101"/>
                  <a:gd name="T70" fmla="*/ 67 w 95"/>
                  <a:gd name="T71" fmla="*/ 86 h 101"/>
                  <a:gd name="T72" fmla="*/ 70 w 95"/>
                  <a:gd name="T73" fmla="*/ 100 h 101"/>
                  <a:gd name="T74" fmla="*/ 77 w 95"/>
                  <a:gd name="T75" fmla="*/ 100 h 101"/>
                  <a:gd name="T76" fmla="*/ 84 w 95"/>
                  <a:gd name="T77" fmla="*/ 100 h 101"/>
                  <a:gd name="T78" fmla="*/ 91 w 95"/>
                  <a:gd name="T79" fmla="*/ 100 h 101"/>
                  <a:gd name="T80" fmla="*/ 95 w 95"/>
                  <a:gd name="T81" fmla="*/ 0 h 101"/>
                  <a:gd name="T82" fmla="*/ 87 w 95"/>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5" h="101">
                    <a:moveTo>
                      <a:pt x="87" y="0"/>
                    </a:moveTo>
                    <a:lnTo>
                      <a:pt x="84" y="0"/>
                    </a:lnTo>
                    <a:lnTo>
                      <a:pt x="80" y="0"/>
                    </a:lnTo>
                    <a:lnTo>
                      <a:pt x="76" y="0"/>
                    </a:lnTo>
                    <a:lnTo>
                      <a:pt x="72" y="0"/>
                    </a:lnTo>
                    <a:lnTo>
                      <a:pt x="69" y="0"/>
                    </a:lnTo>
                    <a:lnTo>
                      <a:pt x="66" y="0"/>
                    </a:lnTo>
                    <a:lnTo>
                      <a:pt x="66" y="54"/>
                    </a:lnTo>
                    <a:lnTo>
                      <a:pt x="66" y="58"/>
                    </a:lnTo>
                    <a:lnTo>
                      <a:pt x="66" y="62"/>
                    </a:lnTo>
                    <a:lnTo>
                      <a:pt x="65" y="65"/>
                    </a:lnTo>
                    <a:lnTo>
                      <a:pt x="65" y="68"/>
                    </a:lnTo>
                    <a:lnTo>
                      <a:pt x="64" y="71"/>
                    </a:lnTo>
                    <a:lnTo>
                      <a:pt x="64" y="73"/>
                    </a:lnTo>
                    <a:lnTo>
                      <a:pt x="63" y="76"/>
                    </a:lnTo>
                    <a:lnTo>
                      <a:pt x="61" y="78"/>
                    </a:lnTo>
                    <a:lnTo>
                      <a:pt x="60" y="80"/>
                    </a:lnTo>
                    <a:lnTo>
                      <a:pt x="59" y="81"/>
                    </a:lnTo>
                    <a:lnTo>
                      <a:pt x="57" y="83"/>
                    </a:lnTo>
                    <a:lnTo>
                      <a:pt x="56" y="84"/>
                    </a:lnTo>
                    <a:lnTo>
                      <a:pt x="54" y="85"/>
                    </a:lnTo>
                    <a:lnTo>
                      <a:pt x="52" y="85"/>
                    </a:lnTo>
                    <a:lnTo>
                      <a:pt x="50" y="85"/>
                    </a:lnTo>
                    <a:lnTo>
                      <a:pt x="47" y="85"/>
                    </a:lnTo>
                    <a:lnTo>
                      <a:pt x="44" y="85"/>
                    </a:lnTo>
                    <a:lnTo>
                      <a:pt x="43" y="85"/>
                    </a:lnTo>
                    <a:lnTo>
                      <a:pt x="40" y="85"/>
                    </a:lnTo>
                    <a:lnTo>
                      <a:pt x="39" y="83"/>
                    </a:lnTo>
                    <a:lnTo>
                      <a:pt x="37" y="81"/>
                    </a:lnTo>
                    <a:lnTo>
                      <a:pt x="35" y="80"/>
                    </a:lnTo>
                    <a:lnTo>
                      <a:pt x="34" y="77"/>
                    </a:lnTo>
                    <a:lnTo>
                      <a:pt x="32" y="75"/>
                    </a:lnTo>
                    <a:lnTo>
                      <a:pt x="32" y="72"/>
                    </a:lnTo>
                    <a:lnTo>
                      <a:pt x="31" y="68"/>
                    </a:lnTo>
                    <a:lnTo>
                      <a:pt x="30" y="63"/>
                    </a:lnTo>
                    <a:lnTo>
                      <a:pt x="30" y="57"/>
                    </a:lnTo>
                    <a:lnTo>
                      <a:pt x="30" y="0"/>
                    </a:lnTo>
                    <a:lnTo>
                      <a:pt x="26" y="0"/>
                    </a:lnTo>
                    <a:lnTo>
                      <a:pt x="23" y="0"/>
                    </a:lnTo>
                    <a:lnTo>
                      <a:pt x="20" y="0"/>
                    </a:lnTo>
                    <a:lnTo>
                      <a:pt x="16" y="0"/>
                    </a:lnTo>
                    <a:lnTo>
                      <a:pt x="12" y="0"/>
                    </a:lnTo>
                    <a:lnTo>
                      <a:pt x="9" y="0"/>
                    </a:lnTo>
                    <a:lnTo>
                      <a:pt x="5" y="0"/>
                    </a:lnTo>
                    <a:lnTo>
                      <a:pt x="2" y="0"/>
                    </a:lnTo>
                    <a:lnTo>
                      <a:pt x="2" y="57"/>
                    </a:lnTo>
                    <a:lnTo>
                      <a:pt x="1" y="59"/>
                    </a:lnTo>
                    <a:lnTo>
                      <a:pt x="0" y="61"/>
                    </a:lnTo>
                    <a:lnTo>
                      <a:pt x="0" y="66"/>
                    </a:lnTo>
                    <a:lnTo>
                      <a:pt x="1" y="71"/>
                    </a:lnTo>
                    <a:lnTo>
                      <a:pt x="2" y="75"/>
                    </a:lnTo>
                    <a:lnTo>
                      <a:pt x="2" y="79"/>
                    </a:lnTo>
                    <a:lnTo>
                      <a:pt x="4" y="83"/>
                    </a:lnTo>
                    <a:lnTo>
                      <a:pt x="4" y="85"/>
                    </a:lnTo>
                    <a:lnTo>
                      <a:pt x="5" y="89"/>
                    </a:lnTo>
                    <a:lnTo>
                      <a:pt x="8" y="90"/>
                    </a:lnTo>
                    <a:lnTo>
                      <a:pt x="9" y="93"/>
                    </a:lnTo>
                    <a:lnTo>
                      <a:pt x="12" y="95"/>
                    </a:lnTo>
                    <a:lnTo>
                      <a:pt x="15" y="97"/>
                    </a:lnTo>
                    <a:lnTo>
                      <a:pt x="18" y="98"/>
                    </a:lnTo>
                    <a:lnTo>
                      <a:pt x="21" y="100"/>
                    </a:lnTo>
                    <a:lnTo>
                      <a:pt x="26" y="101"/>
                    </a:lnTo>
                    <a:lnTo>
                      <a:pt x="30" y="101"/>
                    </a:lnTo>
                    <a:lnTo>
                      <a:pt x="35" y="101"/>
                    </a:lnTo>
                    <a:lnTo>
                      <a:pt x="39" y="101"/>
                    </a:lnTo>
                    <a:lnTo>
                      <a:pt x="43" y="101"/>
                    </a:lnTo>
                    <a:lnTo>
                      <a:pt x="47" y="100"/>
                    </a:lnTo>
                    <a:lnTo>
                      <a:pt x="51" y="98"/>
                    </a:lnTo>
                    <a:lnTo>
                      <a:pt x="55" y="96"/>
                    </a:lnTo>
                    <a:lnTo>
                      <a:pt x="59" y="93"/>
                    </a:lnTo>
                    <a:lnTo>
                      <a:pt x="63" y="90"/>
                    </a:lnTo>
                    <a:lnTo>
                      <a:pt x="67" y="86"/>
                    </a:lnTo>
                    <a:lnTo>
                      <a:pt x="67" y="100"/>
                    </a:lnTo>
                    <a:lnTo>
                      <a:pt x="70" y="100"/>
                    </a:lnTo>
                    <a:lnTo>
                      <a:pt x="73" y="100"/>
                    </a:lnTo>
                    <a:lnTo>
                      <a:pt x="77" y="100"/>
                    </a:lnTo>
                    <a:lnTo>
                      <a:pt x="80" y="100"/>
                    </a:lnTo>
                    <a:lnTo>
                      <a:pt x="84" y="100"/>
                    </a:lnTo>
                    <a:lnTo>
                      <a:pt x="88" y="100"/>
                    </a:lnTo>
                    <a:lnTo>
                      <a:pt x="91" y="100"/>
                    </a:lnTo>
                    <a:lnTo>
                      <a:pt x="95" y="100"/>
                    </a:lnTo>
                    <a:lnTo>
                      <a:pt x="95" y="0"/>
                    </a:lnTo>
                    <a:lnTo>
                      <a:pt x="91" y="0"/>
                    </a:lnTo>
                    <a:lnTo>
                      <a:pt x="8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1" name="îšļîḑê"/>
              <p:cNvSpPr/>
              <p:nvPr userDrawn="1"/>
            </p:nvSpPr>
            <p:spPr bwMode="auto">
              <a:xfrm>
                <a:off x="4883151" y="4046538"/>
                <a:ext cx="98425" cy="219075"/>
              </a:xfrm>
              <a:custGeom>
                <a:avLst/>
                <a:gdLst>
                  <a:gd name="T0" fmla="*/ 57 w 62"/>
                  <a:gd name="T1" fmla="*/ 129 h 138"/>
                  <a:gd name="T2" fmla="*/ 54 w 62"/>
                  <a:gd name="T3" fmla="*/ 129 h 138"/>
                  <a:gd name="T4" fmla="*/ 53 w 62"/>
                  <a:gd name="T5" fmla="*/ 129 h 138"/>
                  <a:gd name="T6" fmla="*/ 50 w 62"/>
                  <a:gd name="T7" fmla="*/ 129 h 138"/>
                  <a:gd name="T8" fmla="*/ 49 w 62"/>
                  <a:gd name="T9" fmla="*/ 129 h 138"/>
                  <a:gd name="T10" fmla="*/ 47 w 62"/>
                  <a:gd name="T11" fmla="*/ 128 h 138"/>
                  <a:gd name="T12" fmla="*/ 46 w 62"/>
                  <a:gd name="T13" fmla="*/ 127 h 138"/>
                  <a:gd name="T14" fmla="*/ 45 w 62"/>
                  <a:gd name="T15" fmla="*/ 126 h 138"/>
                  <a:gd name="T16" fmla="*/ 44 w 62"/>
                  <a:gd name="T17" fmla="*/ 124 h 138"/>
                  <a:gd name="T18" fmla="*/ 43 w 62"/>
                  <a:gd name="T19" fmla="*/ 122 h 138"/>
                  <a:gd name="T20" fmla="*/ 43 w 62"/>
                  <a:gd name="T21" fmla="*/ 120 h 138"/>
                  <a:gd name="T22" fmla="*/ 42 w 62"/>
                  <a:gd name="T23" fmla="*/ 118 h 138"/>
                  <a:gd name="T24" fmla="*/ 42 w 62"/>
                  <a:gd name="T25" fmla="*/ 115 h 138"/>
                  <a:gd name="T26" fmla="*/ 42 w 62"/>
                  <a:gd name="T27" fmla="*/ 112 h 138"/>
                  <a:gd name="T28" fmla="*/ 43 w 62"/>
                  <a:gd name="T29" fmla="*/ 110 h 138"/>
                  <a:gd name="T30" fmla="*/ 43 w 62"/>
                  <a:gd name="T31" fmla="*/ 50 h 138"/>
                  <a:gd name="T32" fmla="*/ 61 w 62"/>
                  <a:gd name="T33" fmla="*/ 50 h 138"/>
                  <a:gd name="T34" fmla="*/ 60 w 62"/>
                  <a:gd name="T35" fmla="*/ 47 h 138"/>
                  <a:gd name="T36" fmla="*/ 60 w 62"/>
                  <a:gd name="T37" fmla="*/ 44 h 138"/>
                  <a:gd name="T38" fmla="*/ 60 w 62"/>
                  <a:gd name="T39" fmla="*/ 40 h 138"/>
                  <a:gd name="T40" fmla="*/ 61 w 62"/>
                  <a:gd name="T41" fmla="*/ 37 h 138"/>
                  <a:gd name="T42" fmla="*/ 43 w 62"/>
                  <a:gd name="T43" fmla="*/ 37 h 138"/>
                  <a:gd name="T44" fmla="*/ 43 w 62"/>
                  <a:gd name="T45" fmla="*/ 0 h 138"/>
                  <a:gd name="T46" fmla="*/ 35 w 62"/>
                  <a:gd name="T47" fmla="*/ 4 h 138"/>
                  <a:gd name="T48" fmla="*/ 28 w 62"/>
                  <a:gd name="T49" fmla="*/ 7 h 138"/>
                  <a:gd name="T50" fmla="*/ 21 w 62"/>
                  <a:gd name="T51" fmla="*/ 10 h 138"/>
                  <a:gd name="T52" fmla="*/ 14 w 62"/>
                  <a:gd name="T53" fmla="*/ 13 h 138"/>
                  <a:gd name="T54" fmla="*/ 14 w 62"/>
                  <a:gd name="T55" fmla="*/ 37 h 138"/>
                  <a:gd name="T56" fmla="*/ 0 w 62"/>
                  <a:gd name="T57" fmla="*/ 37 h 138"/>
                  <a:gd name="T58" fmla="*/ 0 w 62"/>
                  <a:gd name="T59" fmla="*/ 40 h 138"/>
                  <a:gd name="T60" fmla="*/ 0 w 62"/>
                  <a:gd name="T61" fmla="*/ 44 h 138"/>
                  <a:gd name="T62" fmla="*/ 0 w 62"/>
                  <a:gd name="T63" fmla="*/ 47 h 138"/>
                  <a:gd name="T64" fmla="*/ 0 w 62"/>
                  <a:gd name="T65" fmla="*/ 50 h 138"/>
                  <a:gd name="T66" fmla="*/ 14 w 62"/>
                  <a:gd name="T67" fmla="*/ 50 h 138"/>
                  <a:gd name="T68" fmla="*/ 14 w 62"/>
                  <a:gd name="T69" fmla="*/ 106 h 138"/>
                  <a:gd name="T70" fmla="*/ 14 w 62"/>
                  <a:gd name="T71" fmla="*/ 110 h 138"/>
                  <a:gd name="T72" fmla="*/ 14 w 62"/>
                  <a:gd name="T73" fmla="*/ 114 h 138"/>
                  <a:gd name="T74" fmla="*/ 14 w 62"/>
                  <a:gd name="T75" fmla="*/ 118 h 138"/>
                  <a:gd name="T76" fmla="*/ 15 w 62"/>
                  <a:gd name="T77" fmla="*/ 121 h 138"/>
                  <a:gd name="T78" fmla="*/ 16 w 62"/>
                  <a:gd name="T79" fmla="*/ 123 h 138"/>
                  <a:gd name="T80" fmla="*/ 17 w 62"/>
                  <a:gd name="T81" fmla="*/ 126 h 138"/>
                  <a:gd name="T82" fmla="*/ 18 w 62"/>
                  <a:gd name="T83" fmla="*/ 129 h 138"/>
                  <a:gd name="T84" fmla="*/ 20 w 62"/>
                  <a:gd name="T85" fmla="*/ 131 h 138"/>
                  <a:gd name="T86" fmla="*/ 22 w 62"/>
                  <a:gd name="T87" fmla="*/ 133 h 138"/>
                  <a:gd name="T88" fmla="*/ 24 w 62"/>
                  <a:gd name="T89" fmla="*/ 134 h 138"/>
                  <a:gd name="T90" fmla="*/ 26 w 62"/>
                  <a:gd name="T91" fmla="*/ 136 h 138"/>
                  <a:gd name="T92" fmla="*/ 28 w 62"/>
                  <a:gd name="T93" fmla="*/ 137 h 138"/>
                  <a:gd name="T94" fmla="*/ 31 w 62"/>
                  <a:gd name="T95" fmla="*/ 138 h 138"/>
                  <a:gd name="T96" fmla="*/ 34 w 62"/>
                  <a:gd name="T97" fmla="*/ 138 h 138"/>
                  <a:gd name="T98" fmla="*/ 37 w 62"/>
                  <a:gd name="T99" fmla="*/ 138 h 138"/>
                  <a:gd name="T100" fmla="*/ 41 w 62"/>
                  <a:gd name="T101" fmla="*/ 138 h 138"/>
                  <a:gd name="T102" fmla="*/ 43 w 62"/>
                  <a:gd name="T103" fmla="*/ 138 h 138"/>
                  <a:gd name="T104" fmla="*/ 46 w 62"/>
                  <a:gd name="T105" fmla="*/ 138 h 138"/>
                  <a:gd name="T106" fmla="*/ 50 w 62"/>
                  <a:gd name="T107" fmla="*/ 138 h 138"/>
                  <a:gd name="T108" fmla="*/ 55 w 62"/>
                  <a:gd name="T109" fmla="*/ 137 h 138"/>
                  <a:gd name="T110" fmla="*/ 59 w 62"/>
                  <a:gd name="T111" fmla="*/ 137 h 138"/>
                  <a:gd name="T112" fmla="*/ 62 w 62"/>
                  <a:gd name="T113" fmla="*/ 135 h 138"/>
                  <a:gd name="T114" fmla="*/ 62 w 62"/>
                  <a:gd name="T115" fmla="*/ 127 h 138"/>
                  <a:gd name="T116" fmla="*/ 59 w 62"/>
                  <a:gd name="T117" fmla="*/ 128 h 138"/>
                  <a:gd name="T118" fmla="*/ 57 w 62"/>
                  <a:gd name="T119" fmla="*/ 12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138">
                    <a:moveTo>
                      <a:pt x="57" y="129"/>
                    </a:moveTo>
                    <a:lnTo>
                      <a:pt x="54" y="129"/>
                    </a:lnTo>
                    <a:lnTo>
                      <a:pt x="53" y="129"/>
                    </a:lnTo>
                    <a:lnTo>
                      <a:pt x="50" y="129"/>
                    </a:lnTo>
                    <a:lnTo>
                      <a:pt x="49" y="129"/>
                    </a:lnTo>
                    <a:lnTo>
                      <a:pt x="47" y="128"/>
                    </a:lnTo>
                    <a:lnTo>
                      <a:pt x="46" y="127"/>
                    </a:lnTo>
                    <a:lnTo>
                      <a:pt x="45" y="126"/>
                    </a:lnTo>
                    <a:lnTo>
                      <a:pt x="44" y="124"/>
                    </a:lnTo>
                    <a:lnTo>
                      <a:pt x="43" y="122"/>
                    </a:lnTo>
                    <a:lnTo>
                      <a:pt x="43" y="120"/>
                    </a:lnTo>
                    <a:lnTo>
                      <a:pt x="42" y="118"/>
                    </a:lnTo>
                    <a:lnTo>
                      <a:pt x="42" y="115"/>
                    </a:lnTo>
                    <a:lnTo>
                      <a:pt x="42" y="112"/>
                    </a:lnTo>
                    <a:lnTo>
                      <a:pt x="43" y="110"/>
                    </a:lnTo>
                    <a:lnTo>
                      <a:pt x="43" y="50"/>
                    </a:lnTo>
                    <a:lnTo>
                      <a:pt x="61" y="50"/>
                    </a:lnTo>
                    <a:lnTo>
                      <a:pt x="60" y="47"/>
                    </a:lnTo>
                    <a:lnTo>
                      <a:pt x="60" y="44"/>
                    </a:lnTo>
                    <a:lnTo>
                      <a:pt x="60" y="40"/>
                    </a:lnTo>
                    <a:lnTo>
                      <a:pt x="61" y="37"/>
                    </a:lnTo>
                    <a:lnTo>
                      <a:pt x="43" y="37"/>
                    </a:lnTo>
                    <a:lnTo>
                      <a:pt x="43" y="0"/>
                    </a:lnTo>
                    <a:lnTo>
                      <a:pt x="35" y="4"/>
                    </a:lnTo>
                    <a:lnTo>
                      <a:pt x="28" y="7"/>
                    </a:lnTo>
                    <a:lnTo>
                      <a:pt x="21" y="10"/>
                    </a:lnTo>
                    <a:lnTo>
                      <a:pt x="14" y="13"/>
                    </a:lnTo>
                    <a:lnTo>
                      <a:pt x="14" y="37"/>
                    </a:lnTo>
                    <a:lnTo>
                      <a:pt x="0" y="37"/>
                    </a:lnTo>
                    <a:lnTo>
                      <a:pt x="0" y="40"/>
                    </a:lnTo>
                    <a:lnTo>
                      <a:pt x="0" y="44"/>
                    </a:lnTo>
                    <a:lnTo>
                      <a:pt x="0" y="47"/>
                    </a:lnTo>
                    <a:lnTo>
                      <a:pt x="0" y="50"/>
                    </a:lnTo>
                    <a:lnTo>
                      <a:pt x="14" y="50"/>
                    </a:lnTo>
                    <a:lnTo>
                      <a:pt x="14" y="106"/>
                    </a:lnTo>
                    <a:lnTo>
                      <a:pt x="14" y="110"/>
                    </a:lnTo>
                    <a:lnTo>
                      <a:pt x="14" y="114"/>
                    </a:lnTo>
                    <a:lnTo>
                      <a:pt x="14" y="118"/>
                    </a:lnTo>
                    <a:lnTo>
                      <a:pt x="15" y="121"/>
                    </a:lnTo>
                    <a:lnTo>
                      <a:pt x="16" y="123"/>
                    </a:lnTo>
                    <a:lnTo>
                      <a:pt x="17" y="126"/>
                    </a:lnTo>
                    <a:lnTo>
                      <a:pt x="18" y="129"/>
                    </a:lnTo>
                    <a:lnTo>
                      <a:pt x="20" y="131"/>
                    </a:lnTo>
                    <a:lnTo>
                      <a:pt x="22" y="133"/>
                    </a:lnTo>
                    <a:lnTo>
                      <a:pt x="24" y="134"/>
                    </a:lnTo>
                    <a:lnTo>
                      <a:pt x="26" y="136"/>
                    </a:lnTo>
                    <a:lnTo>
                      <a:pt x="28" y="137"/>
                    </a:lnTo>
                    <a:lnTo>
                      <a:pt x="31" y="138"/>
                    </a:lnTo>
                    <a:lnTo>
                      <a:pt x="34" y="138"/>
                    </a:lnTo>
                    <a:lnTo>
                      <a:pt x="37" y="138"/>
                    </a:lnTo>
                    <a:lnTo>
                      <a:pt x="41" y="138"/>
                    </a:lnTo>
                    <a:lnTo>
                      <a:pt x="43" y="138"/>
                    </a:lnTo>
                    <a:lnTo>
                      <a:pt x="46" y="138"/>
                    </a:lnTo>
                    <a:lnTo>
                      <a:pt x="50" y="138"/>
                    </a:lnTo>
                    <a:lnTo>
                      <a:pt x="55" y="137"/>
                    </a:lnTo>
                    <a:lnTo>
                      <a:pt x="59" y="137"/>
                    </a:lnTo>
                    <a:lnTo>
                      <a:pt x="62" y="135"/>
                    </a:lnTo>
                    <a:lnTo>
                      <a:pt x="62" y="127"/>
                    </a:lnTo>
                    <a:lnTo>
                      <a:pt x="59" y="128"/>
                    </a:lnTo>
                    <a:lnTo>
                      <a:pt x="57" y="12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2" name="ïṧļîḓe"/>
              <p:cNvSpPr/>
              <p:nvPr userDrawn="1"/>
            </p:nvSpPr>
            <p:spPr bwMode="auto">
              <a:xfrm>
                <a:off x="5024438" y="4014788"/>
                <a:ext cx="147638" cy="249238"/>
              </a:xfrm>
              <a:custGeom>
                <a:avLst/>
                <a:gdLst>
                  <a:gd name="T0" fmla="*/ 90 w 93"/>
                  <a:gd name="T1" fmla="*/ 75 h 157"/>
                  <a:gd name="T2" fmla="*/ 88 w 93"/>
                  <a:gd name="T3" fmla="*/ 69 h 157"/>
                  <a:gd name="T4" fmla="*/ 84 w 93"/>
                  <a:gd name="T5" fmla="*/ 65 h 157"/>
                  <a:gd name="T6" fmla="*/ 79 w 93"/>
                  <a:gd name="T7" fmla="*/ 61 h 157"/>
                  <a:gd name="T8" fmla="*/ 73 w 93"/>
                  <a:gd name="T9" fmla="*/ 57 h 157"/>
                  <a:gd name="T10" fmla="*/ 67 w 93"/>
                  <a:gd name="T11" fmla="*/ 56 h 157"/>
                  <a:gd name="T12" fmla="*/ 59 w 93"/>
                  <a:gd name="T13" fmla="*/ 55 h 157"/>
                  <a:gd name="T14" fmla="*/ 51 w 93"/>
                  <a:gd name="T15" fmla="*/ 56 h 157"/>
                  <a:gd name="T16" fmla="*/ 43 w 93"/>
                  <a:gd name="T17" fmla="*/ 60 h 157"/>
                  <a:gd name="T18" fmla="*/ 36 w 93"/>
                  <a:gd name="T19" fmla="*/ 65 h 157"/>
                  <a:gd name="T20" fmla="*/ 28 w 93"/>
                  <a:gd name="T21" fmla="*/ 71 h 157"/>
                  <a:gd name="T22" fmla="*/ 25 w 93"/>
                  <a:gd name="T23" fmla="*/ 0 h 157"/>
                  <a:gd name="T24" fmla="*/ 17 w 93"/>
                  <a:gd name="T25" fmla="*/ 1 h 157"/>
                  <a:gd name="T26" fmla="*/ 13 w 93"/>
                  <a:gd name="T27" fmla="*/ 1 h 157"/>
                  <a:gd name="T28" fmla="*/ 9 w 93"/>
                  <a:gd name="T29" fmla="*/ 1 h 157"/>
                  <a:gd name="T30" fmla="*/ 3 w 93"/>
                  <a:gd name="T31" fmla="*/ 0 h 157"/>
                  <a:gd name="T32" fmla="*/ 0 w 93"/>
                  <a:gd name="T33" fmla="*/ 157 h 157"/>
                  <a:gd name="T34" fmla="*/ 7 w 93"/>
                  <a:gd name="T35" fmla="*/ 157 h 157"/>
                  <a:gd name="T36" fmla="*/ 14 w 93"/>
                  <a:gd name="T37" fmla="*/ 157 h 157"/>
                  <a:gd name="T38" fmla="*/ 21 w 93"/>
                  <a:gd name="T39" fmla="*/ 157 h 157"/>
                  <a:gd name="T40" fmla="*/ 28 w 93"/>
                  <a:gd name="T41" fmla="*/ 157 h 157"/>
                  <a:gd name="T42" fmla="*/ 28 w 93"/>
                  <a:gd name="T43" fmla="*/ 106 h 157"/>
                  <a:gd name="T44" fmla="*/ 28 w 93"/>
                  <a:gd name="T45" fmla="*/ 97 h 157"/>
                  <a:gd name="T46" fmla="*/ 29 w 93"/>
                  <a:gd name="T47" fmla="*/ 89 h 157"/>
                  <a:gd name="T48" fmla="*/ 30 w 93"/>
                  <a:gd name="T49" fmla="*/ 84 h 157"/>
                  <a:gd name="T50" fmla="*/ 33 w 93"/>
                  <a:gd name="T51" fmla="*/ 79 h 157"/>
                  <a:gd name="T52" fmla="*/ 36 w 93"/>
                  <a:gd name="T53" fmla="*/ 76 h 157"/>
                  <a:gd name="T54" fmla="*/ 40 w 93"/>
                  <a:gd name="T55" fmla="*/ 73 h 157"/>
                  <a:gd name="T56" fmla="*/ 45 w 93"/>
                  <a:gd name="T57" fmla="*/ 73 h 157"/>
                  <a:gd name="T58" fmla="*/ 49 w 93"/>
                  <a:gd name="T59" fmla="*/ 72 h 157"/>
                  <a:gd name="T60" fmla="*/ 53 w 93"/>
                  <a:gd name="T61" fmla="*/ 73 h 157"/>
                  <a:gd name="T62" fmla="*/ 57 w 93"/>
                  <a:gd name="T63" fmla="*/ 75 h 157"/>
                  <a:gd name="T64" fmla="*/ 59 w 93"/>
                  <a:gd name="T65" fmla="*/ 78 h 157"/>
                  <a:gd name="T66" fmla="*/ 61 w 93"/>
                  <a:gd name="T67" fmla="*/ 82 h 157"/>
                  <a:gd name="T68" fmla="*/ 63 w 93"/>
                  <a:gd name="T69" fmla="*/ 88 h 157"/>
                  <a:gd name="T70" fmla="*/ 64 w 93"/>
                  <a:gd name="T71" fmla="*/ 98 h 157"/>
                  <a:gd name="T72" fmla="*/ 64 w 93"/>
                  <a:gd name="T73" fmla="*/ 157 h 157"/>
                  <a:gd name="T74" fmla="*/ 71 w 93"/>
                  <a:gd name="T75" fmla="*/ 157 h 157"/>
                  <a:gd name="T76" fmla="*/ 78 w 93"/>
                  <a:gd name="T77" fmla="*/ 157 h 157"/>
                  <a:gd name="T78" fmla="*/ 85 w 93"/>
                  <a:gd name="T79" fmla="*/ 157 h 157"/>
                  <a:gd name="T80" fmla="*/ 93 w 93"/>
                  <a:gd name="T81" fmla="*/ 157 h 157"/>
                  <a:gd name="T82" fmla="*/ 93 w 93"/>
                  <a:gd name="T83" fmla="*/ 86 h 157"/>
                  <a:gd name="T84" fmla="*/ 91 w 93"/>
                  <a:gd name="T8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1" y="79"/>
                    </a:moveTo>
                    <a:lnTo>
                      <a:pt x="90" y="75"/>
                    </a:lnTo>
                    <a:lnTo>
                      <a:pt x="89" y="73"/>
                    </a:lnTo>
                    <a:lnTo>
                      <a:pt x="88" y="69"/>
                    </a:lnTo>
                    <a:lnTo>
                      <a:pt x="85" y="67"/>
                    </a:lnTo>
                    <a:lnTo>
                      <a:pt x="84" y="65"/>
                    </a:lnTo>
                    <a:lnTo>
                      <a:pt x="81" y="62"/>
                    </a:lnTo>
                    <a:lnTo>
                      <a:pt x="79" y="61"/>
                    </a:lnTo>
                    <a:lnTo>
                      <a:pt x="76" y="59"/>
                    </a:lnTo>
                    <a:lnTo>
                      <a:pt x="73" y="57"/>
                    </a:lnTo>
                    <a:lnTo>
                      <a:pt x="70" y="56"/>
                    </a:lnTo>
                    <a:lnTo>
                      <a:pt x="67" y="56"/>
                    </a:lnTo>
                    <a:lnTo>
                      <a:pt x="63" y="55"/>
                    </a:lnTo>
                    <a:lnTo>
                      <a:pt x="59" y="55"/>
                    </a:lnTo>
                    <a:lnTo>
                      <a:pt x="55" y="55"/>
                    </a:lnTo>
                    <a:lnTo>
                      <a:pt x="51" y="56"/>
                    </a:lnTo>
                    <a:lnTo>
                      <a:pt x="47" y="57"/>
                    </a:lnTo>
                    <a:lnTo>
                      <a:pt x="43" y="60"/>
                    </a:lnTo>
                    <a:lnTo>
                      <a:pt x="39" y="61"/>
                    </a:lnTo>
                    <a:lnTo>
                      <a:pt x="36" y="65"/>
                    </a:lnTo>
                    <a:lnTo>
                      <a:pt x="32" y="68"/>
                    </a:lnTo>
                    <a:lnTo>
                      <a:pt x="28" y="71"/>
                    </a:lnTo>
                    <a:lnTo>
                      <a:pt x="28" y="0"/>
                    </a:lnTo>
                    <a:lnTo>
                      <a:pt x="25" y="0"/>
                    </a:lnTo>
                    <a:lnTo>
                      <a:pt x="21" y="1"/>
                    </a:lnTo>
                    <a:lnTo>
                      <a:pt x="17"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8" y="157"/>
                    </a:lnTo>
                    <a:lnTo>
                      <a:pt x="21" y="157"/>
                    </a:lnTo>
                    <a:lnTo>
                      <a:pt x="25" y="157"/>
                    </a:lnTo>
                    <a:lnTo>
                      <a:pt x="28" y="157"/>
                    </a:lnTo>
                    <a:lnTo>
                      <a:pt x="28" y="110"/>
                    </a:lnTo>
                    <a:lnTo>
                      <a:pt x="28" y="106"/>
                    </a:lnTo>
                    <a:lnTo>
                      <a:pt x="28" y="101"/>
                    </a:lnTo>
                    <a:lnTo>
                      <a:pt x="28" y="97"/>
                    </a:lnTo>
                    <a:lnTo>
                      <a:pt x="29" y="93"/>
                    </a:lnTo>
                    <a:lnTo>
                      <a:pt x="29" y="89"/>
                    </a:lnTo>
                    <a:lnTo>
                      <a:pt x="30" y="87"/>
                    </a:lnTo>
                    <a:lnTo>
                      <a:pt x="30" y="84"/>
                    </a:lnTo>
                    <a:lnTo>
                      <a:pt x="32" y="81"/>
                    </a:lnTo>
                    <a:lnTo>
                      <a:pt x="33" y="79"/>
                    </a:lnTo>
                    <a:lnTo>
                      <a:pt x="34" y="77"/>
                    </a:lnTo>
                    <a:lnTo>
                      <a:pt x="36" y="76"/>
                    </a:lnTo>
                    <a:lnTo>
                      <a:pt x="37" y="74"/>
                    </a:lnTo>
                    <a:lnTo>
                      <a:pt x="40" y="73"/>
                    </a:lnTo>
                    <a:lnTo>
                      <a:pt x="42" y="73"/>
                    </a:lnTo>
                    <a:lnTo>
                      <a:pt x="45" y="73"/>
                    </a:lnTo>
                    <a:lnTo>
                      <a:pt x="47" y="72"/>
                    </a:lnTo>
                    <a:lnTo>
                      <a:pt x="49" y="72"/>
                    </a:lnTo>
                    <a:lnTo>
                      <a:pt x="51" y="73"/>
                    </a:lnTo>
                    <a:lnTo>
                      <a:pt x="53" y="73"/>
                    </a:lnTo>
                    <a:lnTo>
                      <a:pt x="55" y="74"/>
                    </a:lnTo>
                    <a:lnTo>
                      <a:pt x="57" y="75"/>
                    </a:lnTo>
                    <a:lnTo>
                      <a:pt x="57" y="77"/>
                    </a:lnTo>
                    <a:lnTo>
                      <a:pt x="59" y="78"/>
                    </a:lnTo>
                    <a:lnTo>
                      <a:pt x="60" y="81"/>
                    </a:lnTo>
                    <a:lnTo>
                      <a:pt x="61" y="82"/>
                    </a:lnTo>
                    <a:lnTo>
                      <a:pt x="62" y="85"/>
                    </a:lnTo>
                    <a:lnTo>
                      <a:pt x="63" y="88"/>
                    </a:lnTo>
                    <a:lnTo>
                      <a:pt x="63" y="91"/>
                    </a:lnTo>
                    <a:lnTo>
                      <a:pt x="64" y="98"/>
                    </a:lnTo>
                    <a:lnTo>
                      <a:pt x="64" y="106"/>
                    </a:lnTo>
                    <a:lnTo>
                      <a:pt x="64" y="157"/>
                    </a:lnTo>
                    <a:lnTo>
                      <a:pt x="67" y="157"/>
                    </a:lnTo>
                    <a:lnTo>
                      <a:pt x="71" y="157"/>
                    </a:lnTo>
                    <a:lnTo>
                      <a:pt x="74" y="157"/>
                    </a:lnTo>
                    <a:lnTo>
                      <a:pt x="78" y="157"/>
                    </a:lnTo>
                    <a:lnTo>
                      <a:pt x="81" y="157"/>
                    </a:lnTo>
                    <a:lnTo>
                      <a:pt x="85" y="157"/>
                    </a:lnTo>
                    <a:lnTo>
                      <a:pt x="89" y="157"/>
                    </a:lnTo>
                    <a:lnTo>
                      <a:pt x="93" y="157"/>
                    </a:lnTo>
                    <a:lnTo>
                      <a:pt x="93" y="91"/>
                    </a:lnTo>
                    <a:lnTo>
                      <a:pt x="93" y="86"/>
                    </a:lnTo>
                    <a:lnTo>
                      <a:pt x="92" y="82"/>
                    </a:lnTo>
                    <a:lnTo>
                      <a:pt x="91" y="7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3" name="í$1idé"/>
              <p:cNvSpPr/>
              <p:nvPr userDrawn="1"/>
            </p:nvSpPr>
            <p:spPr bwMode="auto">
              <a:xfrm>
                <a:off x="5291138" y="4032251"/>
                <a:ext cx="200025" cy="234950"/>
              </a:xfrm>
              <a:custGeom>
                <a:avLst/>
                <a:gdLst>
                  <a:gd name="T0" fmla="*/ 106 w 126"/>
                  <a:gd name="T1" fmla="*/ 3 h 148"/>
                  <a:gd name="T2" fmla="*/ 89 w 126"/>
                  <a:gd name="T3" fmla="*/ 0 h 148"/>
                  <a:gd name="T4" fmla="*/ 64 w 126"/>
                  <a:gd name="T5" fmla="*/ 2 h 148"/>
                  <a:gd name="T6" fmla="*/ 51 w 126"/>
                  <a:gd name="T7" fmla="*/ 5 h 148"/>
                  <a:gd name="T8" fmla="*/ 40 w 126"/>
                  <a:gd name="T9" fmla="*/ 10 h 148"/>
                  <a:gd name="T10" fmla="*/ 30 w 126"/>
                  <a:gd name="T11" fmla="*/ 15 h 148"/>
                  <a:gd name="T12" fmla="*/ 22 w 126"/>
                  <a:gd name="T13" fmla="*/ 22 h 148"/>
                  <a:gd name="T14" fmla="*/ 14 w 126"/>
                  <a:gd name="T15" fmla="*/ 30 h 148"/>
                  <a:gd name="T16" fmla="*/ 9 w 126"/>
                  <a:gd name="T17" fmla="*/ 39 h 148"/>
                  <a:gd name="T18" fmla="*/ 5 w 126"/>
                  <a:gd name="T19" fmla="*/ 50 h 148"/>
                  <a:gd name="T20" fmla="*/ 2 w 126"/>
                  <a:gd name="T21" fmla="*/ 62 h 148"/>
                  <a:gd name="T22" fmla="*/ 0 w 126"/>
                  <a:gd name="T23" fmla="*/ 74 h 148"/>
                  <a:gd name="T24" fmla="*/ 2 w 126"/>
                  <a:gd name="T25" fmla="*/ 95 h 148"/>
                  <a:gd name="T26" fmla="*/ 5 w 126"/>
                  <a:gd name="T27" fmla="*/ 105 h 148"/>
                  <a:gd name="T28" fmla="*/ 9 w 126"/>
                  <a:gd name="T29" fmla="*/ 115 h 148"/>
                  <a:gd name="T30" fmla="*/ 14 w 126"/>
                  <a:gd name="T31" fmla="*/ 123 h 148"/>
                  <a:gd name="T32" fmla="*/ 22 w 126"/>
                  <a:gd name="T33" fmla="*/ 130 h 148"/>
                  <a:gd name="T34" fmla="*/ 29 w 126"/>
                  <a:gd name="T35" fmla="*/ 136 h 148"/>
                  <a:gd name="T36" fmla="*/ 38 w 126"/>
                  <a:gd name="T37" fmla="*/ 141 h 148"/>
                  <a:gd name="T38" fmla="*/ 53 w 126"/>
                  <a:gd name="T39" fmla="*/ 146 h 148"/>
                  <a:gd name="T40" fmla="*/ 78 w 126"/>
                  <a:gd name="T41" fmla="*/ 148 h 148"/>
                  <a:gd name="T42" fmla="*/ 94 w 126"/>
                  <a:gd name="T43" fmla="*/ 147 h 148"/>
                  <a:gd name="T44" fmla="*/ 110 w 126"/>
                  <a:gd name="T45" fmla="*/ 144 h 148"/>
                  <a:gd name="T46" fmla="*/ 124 w 126"/>
                  <a:gd name="T47" fmla="*/ 123 h 148"/>
                  <a:gd name="T48" fmla="*/ 112 w 126"/>
                  <a:gd name="T49" fmla="*/ 128 h 148"/>
                  <a:gd name="T50" fmla="*/ 98 w 126"/>
                  <a:gd name="T51" fmla="*/ 135 h 148"/>
                  <a:gd name="T52" fmla="*/ 84 w 126"/>
                  <a:gd name="T53" fmla="*/ 137 h 148"/>
                  <a:gd name="T54" fmla="*/ 68 w 126"/>
                  <a:gd name="T55" fmla="*/ 135 h 148"/>
                  <a:gd name="T56" fmla="*/ 54 w 126"/>
                  <a:gd name="T57" fmla="*/ 128 h 148"/>
                  <a:gd name="T58" fmla="*/ 45 w 126"/>
                  <a:gd name="T59" fmla="*/ 117 h 148"/>
                  <a:gd name="T60" fmla="*/ 38 w 126"/>
                  <a:gd name="T61" fmla="*/ 103 h 148"/>
                  <a:gd name="T62" fmla="*/ 34 w 126"/>
                  <a:gd name="T63" fmla="*/ 84 h 148"/>
                  <a:gd name="T64" fmla="*/ 35 w 126"/>
                  <a:gd name="T65" fmla="*/ 62 h 148"/>
                  <a:gd name="T66" fmla="*/ 40 w 126"/>
                  <a:gd name="T67" fmla="*/ 43 h 148"/>
                  <a:gd name="T68" fmla="*/ 47 w 126"/>
                  <a:gd name="T69" fmla="*/ 30 h 148"/>
                  <a:gd name="T70" fmla="*/ 58 w 126"/>
                  <a:gd name="T71" fmla="*/ 19 h 148"/>
                  <a:gd name="T72" fmla="*/ 72 w 126"/>
                  <a:gd name="T73" fmla="*/ 14 h 148"/>
                  <a:gd name="T74" fmla="*/ 88 w 126"/>
                  <a:gd name="T75" fmla="*/ 13 h 148"/>
                  <a:gd name="T76" fmla="*/ 102 w 126"/>
                  <a:gd name="T77" fmla="*/ 18 h 148"/>
                  <a:gd name="T78" fmla="*/ 114 w 126"/>
                  <a:gd name="T79" fmla="*/ 27 h 148"/>
                  <a:gd name="T80" fmla="*/ 121 w 126"/>
                  <a:gd name="T81" fmla="*/ 29 h 148"/>
                  <a:gd name="T82" fmla="*/ 123 w 126"/>
                  <a:gd name="T83" fmla="*/ 17 h 148"/>
                  <a:gd name="T84" fmla="*/ 121 w 126"/>
                  <a:gd name="T85" fmla="*/ 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6" h="148">
                    <a:moveTo>
                      <a:pt x="116" y="6"/>
                    </a:moveTo>
                    <a:lnTo>
                      <a:pt x="111" y="4"/>
                    </a:lnTo>
                    <a:lnTo>
                      <a:pt x="106" y="3"/>
                    </a:lnTo>
                    <a:lnTo>
                      <a:pt x="101" y="2"/>
                    </a:lnTo>
                    <a:lnTo>
                      <a:pt x="95" y="1"/>
                    </a:lnTo>
                    <a:lnTo>
                      <a:pt x="89" y="0"/>
                    </a:lnTo>
                    <a:lnTo>
                      <a:pt x="83" y="0"/>
                    </a:lnTo>
                    <a:lnTo>
                      <a:pt x="74" y="1"/>
                    </a:lnTo>
                    <a:lnTo>
                      <a:pt x="64" y="2"/>
                    </a:lnTo>
                    <a:lnTo>
                      <a:pt x="60" y="2"/>
                    </a:lnTo>
                    <a:lnTo>
                      <a:pt x="55" y="4"/>
                    </a:lnTo>
                    <a:lnTo>
                      <a:pt x="51" y="5"/>
                    </a:lnTo>
                    <a:lnTo>
                      <a:pt x="47" y="6"/>
                    </a:lnTo>
                    <a:lnTo>
                      <a:pt x="44" y="8"/>
                    </a:lnTo>
                    <a:lnTo>
                      <a:pt x="40" y="10"/>
                    </a:lnTo>
                    <a:lnTo>
                      <a:pt x="37" y="11"/>
                    </a:lnTo>
                    <a:lnTo>
                      <a:pt x="34" y="13"/>
                    </a:lnTo>
                    <a:lnTo>
                      <a:pt x="30" y="15"/>
                    </a:lnTo>
                    <a:lnTo>
                      <a:pt x="27" y="17"/>
                    </a:lnTo>
                    <a:lnTo>
                      <a:pt x="25" y="19"/>
                    </a:lnTo>
                    <a:lnTo>
                      <a:pt x="22" y="22"/>
                    </a:lnTo>
                    <a:lnTo>
                      <a:pt x="19" y="24"/>
                    </a:lnTo>
                    <a:lnTo>
                      <a:pt x="17" y="26"/>
                    </a:lnTo>
                    <a:lnTo>
                      <a:pt x="14" y="30"/>
                    </a:lnTo>
                    <a:lnTo>
                      <a:pt x="13" y="33"/>
                    </a:lnTo>
                    <a:lnTo>
                      <a:pt x="10" y="36"/>
                    </a:lnTo>
                    <a:lnTo>
                      <a:pt x="9" y="39"/>
                    </a:lnTo>
                    <a:lnTo>
                      <a:pt x="7" y="42"/>
                    </a:lnTo>
                    <a:lnTo>
                      <a:pt x="6" y="46"/>
                    </a:lnTo>
                    <a:lnTo>
                      <a:pt x="5" y="50"/>
                    </a:lnTo>
                    <a:lnTo>
                      <a:pt x="3" y="54"/>
                    </a:lnTo>
                    <a:lnTo>
                      <a:pt x="2" y="58"/>
                    </a:lnTo>
                    <a:lnTo>
                      <a:pt x="2" y="62"/>
                    </a:lnTo>
                    <a:lnTo>
                      <a:pt x="1" y="66"/>
                    </a:lnTo>
                    <a:lnTo>
                      <a:pt x="1" y="70"/>
                    </a:lnTo>
                    <a:lnTo>
                      <a:pt x="0" y="74"/>
                    </a:lnTo>
                    <a:lnTo>
                      <a:pt x="0" y="79"/>
                    </a:lnTo>
                    <a:lnTo>
                      <a:pt x="1" y="87"/>
                    </a:lnTo>
                    <a:lnTo>
                      <a:pt x="2" y="95"/>
                    </a:lnTo>
                    <a:lnTo>
                      <a:pt x="3" y="99"/>
                    </a:lnTo>
                    <a:lnTo>
                      <a:pt x="3" y="102"/>
                    </a:lnTo>
                    <a:lnTo>
                      <a:pt x="5" y="105"/>
                    </a:lnTo>
                    <a:lnTo>
                      <a:pt x="6" y="108"/>
                    </a:lnTo>
                    <a:lnTo>
                      <a:pt x="7" y="112"/>
                    </a:lnTo>
                    <a:lnTo>
                      <a:pt x="9" y="115"/>
                    </a:lnTo>
                    <a:lnTo>
                      <a:pt x="10" y="118"/>
                    </a:lnTo>
                    <a:lnTo>
                      <a:pt x="12" y="120"/>
                    </a:lnTo>
                    <a:lnTo>
                      <a:pt x="14" y="123"/>
                    </a:lnTo>
                    <a:lnTo>
                      <a:pt x="17" y="125"/>
                    </a:lnTo>
                    <a:lnTo>
                      <a:pt x="18" y="127"/>
                    </a:lnTo>
                    <a:lnTo>
                      <a:pt x="22" y="130"/>
                    </a:lnTo>
                    <a:lnTo>
                      <a:pt x="23" y="132"/>
                    </a:lnTo>
                    <a:lnTo>
                      <a:pt x="26" y="134"/>
                    </a:lnTo>
                    <a:lnTo>
                      <a:pt x="29" y="136"/>
                    </a:lnTo>
                    <a:lnTo>
                      <a:pt x="32" y="138"/>
                    </a:lnTo>
                    <a:lnTo>
                      <a:pt x="35" y="139"/>
                    </a:lnTo>
                    <a:lnTo>
                      <a:pt x="38" y="141"/>
                    </a:lnTo>
                    <a:lnTo>
                      <a:pt x="42" y="142"/>
                    </a:lnTo>
                    <a:lnTo>
                      <a:pt x="46" y="143"/>
                    </a:lnTo>
                    <a:lnTo>
                      <a:pt x="53" y="146"/>
                    </a:lnTo>
                    <a:lnTo>
                      <a:pt x="61" y="147"/>
                    </a:lnTo>
                    <a:lnTo>
                      <a:pt x="69" y="148"/>
                    </a:lnTo>
                    <a:lnTo>
                      <a:pt x="78" y="148"/>
                    </a:lnTo>
                    <a:lnTo>
                      <a:pt x="84" y="148"/>
                    </a:lnTo>
                    <a:lnTo>
                      <a:pt x="90" y="147"/>
                    </a:lnTo>
                    <a:lnTo>
                      <a:pt x="94" y="147"/>
                    </a:lnTo>
                    <a:lnTo>
                      <a:pt x="100" y="147"/>
                    </a:lnTo>
                    <a:lnTo>
                      <a:pt x="105" y="146"/>
                    </a:lnTo>
                    <a:lnTo>
                      <a:pt x="110" y="144"/>
                    </a:lnTo>
                    <a:lnTo>
                      <a:pt x="115" y="143"/>
                    </a:lnTo>
                    <a:lnTo>
                      <a:pt x="120" y="141"/>
                    </a:lnTo>
                    <a:lnTo>
                      <a:pt x="124" y="123"/>
                    </a:lnTo>
                    <a:lnTo>
                      <a:pt x="122" y="122"/>
                    </a:lnTo>
                    <a:lnTo>
                      <a:pt x="117" y="125"/>
                    </a:lnTo>
                    <a:lnTo>
                      <a:pt x="112" y="128"/>
                    </a:lnTo>
                    <a:lnTo>
                      <a:pt x="108" y="131"/>
                    </a:lnTo>
                    <a:lnTo>
                      <a:pt x="103" y="133"/>
                    </a:lnTo>
                    <a:lnTo>
                      <a:pt x="98" y="135"/>
                    </a:lnTo>
                    <a:lnTo>
                      <a:pt x="94" y="136"/>
                    </a:lnTo>
                    <a:lnTo>
                      <a:pt x="89" y="137"/>
                    </a:lnTo>
                    <a:lnTo>
                      <a:pt x="84" y="137"/>
                    </a:lnTo>
                    <a:lnTo>
                      <a:pt x="78" y="137"/>
                    </a:lnTo>
                    <a:lnTo>
                      <a:pt x="73" y="136"/>
                    </a:lnTo>
                    <a:lnTo>
                      <a:pt x="68" y="135"/>
                    </a:lnTo>
                    <a:lnTo>
                      <a:pt x="62" y="132"/>
                    </a:lnTo>
                    <a:lnTo>
                      <a:pt x="58" y="131"/>
                    </a:lnTo>
                    <a:lnTo>
                      <a:pt x="54" y="128"/>
                    </a:lnTo>
                    <a:lnTo>
                      <a:pt x="51" y="125"/>
                    </a:lnTo>
                    <a:lnTo>
                      <a:pt x="47" y="121"/>
                    </a:lnTo>
                    <a:lnTo>
                      <a:pt x="45" y="117"/>
                    </a:lnTo>
                    <a:lnTo>
                      <a:pt x="42" y="113"/>
                    </a:lnTo>
                    <a:lnTo>
                      <a:pt x="40" y="108"/>
                    </a:lnTo>
                    <a:lnTo>
                      <a:pt x="38" y="103"/>
                    </a:lnTo>
                    <a:lnTo>
                      <a:pt x="36" y="97"/>
                    </a:lnTo>
                    <a:lnTo>
                      <a:pt x="35" y="91"/>
                    </a:lnTo>
                    <a:lnTo>
                      <a:pt x="34" y="84"/>
                    </a:lnTo>
                    <a:lnTo>
                      <a:pt x="34" y="77"/>
                    </a:lnTo>
                    <a:lnTo>
                      <a:pt x="34" y="69"/>
                    </a:lnTo>
                    <a:lnTo>
                      <a:pt x="35" y="62"/>
                    </a:lnTo>
                    <a:lnTo>
                      <a:pt x="37" y="55"/>
                    </a:lnTo>
                    <a:lnTo>
                      <a:pt x="38" y="49"/>
                    </a:lnTo>
                    <a:lnTo>
                      <a:pt x="40" y="43"/>
                    </a:lnTo>
                    <a:lnTo>
                      <a:pt x="42" y="38"/>
                    </a:lnTo>
                    <a:lnTo>
                      <a:pt x="45" y="34"/>
                    </a:lnTo>
                    <a:lnTo>
                      <a:pt x="47" y="30"/>
                    </a:lnTo>
                    <a:lnTo>
                      <a:pt x="51" y="26"/>
                    </a:lnTo>
                    <a:lnTo>
                      <a:pt x="54" y="22"/>
                    </a:lnTo>
                    <a:lnTo>
                      <a:pt x="58" y="19"/>
                    </a:lnTo>
                    <a:lnTo>
                      <a:pt x="62" y="17"/>
                    </a:lnTo>
                    <a:lnTo>
                      <a:pt x="67" y="15"/>
                    </a:lnTo>
                    <a:lnTo>
                      <a:pt x="72" y="14"/>
                    </a:lnTo>
                    <a:lnTo>
                      <a:pt x="78" y="13"/>
                    </a:lnTo>
                    <a:lnTo>
                      <a:pt x="83" y="12"/>
                    </a:lnTo>
                    <a:lnTo>
                      <a:pt x="88" y="13"/>
                    </a:lnTo>
                    <a:lnTo>
                      <a:pt x="93" y="14"/>
                    </a:lnTo>
                    <a:lnTo>
                      <a:pt x="98" y="15"/>
                    </a:lnTo>
                    <a:lnTo>
                      <a:pt x="102" y="18"/>
                    </a:lnTo>
                    <a:lnTo>
                      <a:pt x="106" y="21"/>
                    </a:lnTo>
                    <a:lnTo>
                      <a:pt x="110" y="24"/>
                    </a:lnTo>
                    <a:lnTo>
                      <a:pt x="114" y="27"/>
                    </a:lnTo>
                    <a:lnTo>
                      <a:pt x="118" y="32"/>
                    </a:lnTo>
                    <a:lnTo>
                      <a:pt x="121" y="32"/>
                    </a:lnTo>
                    <a:lnTo>
                      <a:pt x="121" y="29"/>
                    </a:lnTo>
                    <a:lnTo>
                      <a:pt x="122" y="25"/>
                    </a:lnTo>
                    <a:lnTo>
                      <a:pt x="122" y="21"/>
                    </a:lnTo>
                    <a:lnTo>
                      <a:pt x="123" y="17"/>
                    </a:lnTo>
                    <a:lnTo>
                      <a:pt x="124" y="14"/>
                    </a:lnTo>
                    <a:lnTo>
                      <a:pt x="126" y="10"/>
                    </a:lnTo>
                    <a:lnTo>
                      <a:pt x="121" y="8"/>
                    </a:lnTo>
                    <a:lnTo>
                      <a:pt x="116" y="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4" name="i$lïḍe"/>
              <p:cNvSpPr/>
              <p:nvPr userDrawn="1"/>
            </p:nvSpPr>
            <p:spPr bwMode="auto">
              <a:xfrm>
                <a:off x="5538788" y="4014788"/>
                <a:ext cx="147638" cy="249238"/>
              </a:xfrm>
              <a:custGeom>
                <a:avLst/>
                <a:gdLst>
                  <a:gd name="T0" fmla="*/ 91 w 93"/>
                  <a:gd name="T1" fmla="*/ 79 h 157"/>
                  <a:gd name="T2" fmla="*/ 90 w 93"/>
                  <a:gd name="T3" fmla="*/ 73 h 157"/>
                  <a:gd name="T4" fmla="*/ 86 w 93"/>
                  <a:gd name="T5" fmla="*/ 67 h 157"/>
                  <a:gd name="T6" fmla="*/ 82 w 93"/>
                  <a:gd name="T7" fmla="*/ 62 h 157"/>
                  <a:gd name="T8" fmla="*/ 76 w 93"/>
                  <a:gd name="T9" fmla="*/ 59 h 157"/>
                  <a:gd name="T10" fmla="*/ 70 w 93"/>
                  <a:gd name="T11" fmla="*/ 56 h 157"/>
                  <a:gd name="T12" fmla="*/ 63 w 93"/>
                  <a:gd name="T13" fmla="*/ 55 h 157"/>
                  <a:gd name="T14" fmla="*/ 55 w 93"/>
                  <a:gd name="T15" fmla="*/ 55 h 157"/>
                  <a:gd name="T16" fmla="*/ 47 w 93"/>
                  <a:gd name="T17" fmla="*/ 57 h 157"/>
                  <a:gd name="T18" fmla="*/ 39 w 93"/>
                  <a:gd name="T19" fmla="*/ 61 h 157"/>
                  <a:gd name="T20" fmla="*/ 32 w 93"/>
                  <a:gd name="T21" fmla="*/ 68 h 157"/>
                  <a:gd name="T22" fmla="*/ 29 w 93"/>
                  <a:gd name="T23" fmla="*/ 0 h 157"/>
                  <a:gd name="T24" fmla="*/ 22 w 93"/>
                  <a:gd name="T25" fmla="*/ 1 h 157"/>
                  <a:gd name="T26" fmla="*/ 14 w 93"/>
                  <a:gd name="T27" fmla="*/ 1 h 157"/>
                  <a:gd name="T28" fmla="*/ 11 w 93"/>
                  <a:gd name="T29" fmla="*/ 1 h 157"/>
                  <a:gd name="T30" fmla="*/ 7 w 93"/>
                  <a:gd name="T31" fmla="*/ 1 h 157"/>
                  <a:gd name="T32" fmla="*/ 0 w 93"/>
                  <a:gd name="T33" fmla="*/ 0 h 157"/>
                  <a:gd name="T34" fmla="*/ 3 w 93"/>
                  <a:gd name="T35" fmla="*/ 157 h 157"/>
                  <a:gd name="T36" fmla="*/ 11 w 93"/>
                  <a:gd name="T37" fmla="*/ 157 h 157"/>
                  <a:gd name="T38" fmla="*/ 18 w 93"/>
                  <a:gd name="T39" fmla="*/ 157 h 157"/>
                  <a:gd name="T40" fmla="*/ 25 w 93"/>
                  <a:gd name="T41" fmla="*/ 157 h 157"/>
                  <a:gd name="T42" fmla="*/ 29 w 93"/>
                  <a:gd name="T43" fmla="*/ 110 h 157"/>
                  <a:gd name="T44" fmla="*/ 28 w 93"/>
                  <a:gd name="T45" fmla="*/ 101 h 157"/>
                  <a:gd name="T46" fmla="*/ 29 w 93"/>
                  <a:gd name="T47" fmla="*/ 93 h 157"/>
                  <a:gd name="T48" fmla="*/ 30 w 93"/>
                  <a:gd name="T49" fmla="*/ 87 h 157"/>
                  <a:gd name="T50" fmla="*/ 32 w 93"/>
                  <a:gd name="T51" fmla="*/ 81 h 157"/>
                  <a:gd name="T52" fmla="*/ 34 w 93"/>
                  <a:gd name="T53" fmla="*/ 77 h 157"/>
                  <a:gd name="T54" fmla="*/ 38 w 93"/>
                  <a:gd name="T55" fmla="*/ 74 h 157"/>
                  <a:gd name="T56" fmla="*/ 42 w 93"/>
                  <a:gd name="T57" fmla="*/ 73 h 157"/>
                  <a:gd name="T58" fmla="*/ 47 w 93"/>
                  <a:gd name="T59" fmla="*/ 72 h 157"/>
                  <a:gd name="T60" fmla="*/ 51 w 93"/>
                  <a:gd name="T61" fmla="*/ 73 h 157"/>
                  <a:gd name="T62" fmla="*/ 55 w 93"/>
                  <a:gd name="T63" fmla="*/ 74 h 157"/>
                  <a:gd name="T64" fmla="*/ 58 w 93"/>
                  <a:gd name="T65" fmla="*/ 77 h 157"/>
                  <a:gd name="T66" fmla="*/ 60 w 93"/>
                  <a:gd name="T67" fmla="*/ 81 h 157"/>
                  <a:gd name="T68" fmla="*/ 62 w 93"/>
                  <a:gd name="T69" fmla="*/ 85 h 157"/>
                  <a:gd name="T70" fmla="*/ 64 w 93"/>
                  <a:gd name="T71" fmla="*/ 91 h 157"/>
                  <a:gd name="T72" fmla="*/ 64 w 93"/>
                  <a:gd name="T73" fmla="*/ 106 h 157"/>
                  <a:gd name="T74" fmla="*/ 67 w 93"/>
                  <a:gd name="T75" fmla="*/ 157 h 157"/>
                  <a:gd name="T76" fmla="*/ 74 w 93"/>
                  <a:gd name="T77" fmla="*/ 157 h 157"/>
                  <a:gd name="T78" fmla="*/ 82 w 93"/>
                  <a:gd name="T79" fmla="*/ 157 h 157"/>
                  <a:gd name="T80" fmla="*/ 90 w 93"/>
                  <a:gd name="T81" fmla="*/ 157 h 157"/>
                  <a:gd name="T82" fmla="*/ 93 w 93"/>
                  <a:gd name="T83" fmla="*/ 91 h 157"/>
                  <a:gd name="T84" fmla="*/ 92 w 93"/>
                  <a:gd name="T85" fmla="*/ 8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2" y="82"/>
                    </a:moveTo>
                    <a:lnTo>
                      <a:pt x="91" y="79"/>
                    </a:lnTo>
                    <a:lnTo>
                      <a:pt x="90" y="75"/>
                    </a:lnTo>
                    <a:lnTo>
                      <a:pt x="90" y="73"/>
                    </a:lnTo>
                    <a:lnTo>
                      <a:pt x="88" y="69"/>
                    </a:lnTo>
                    <a:lnTo>
                      <a:pt x="86" y="67"/>
                    </a:lnTo>
                    <a:lnTo>
                      <a:pt x="84" y="65"/>
                    </a:lnTo>
                    <a:lnTo>
                      <a:pt x="82" y="62"/>
                    </a:lnTo>
                    <a:lnTo>
                      <a:pt x="79" y="61"/>
                    </a:lnTo>
                    <a:lnTo>
                      <a:pt x="76" y="59"/>
                    </a:lnTo>
                    <a:lnTo>
                      <a:pt x="73" y="57"/>
                    </a:lnTo>
                    <a:lnTo>
                      <a:pt x="70" y="56"/>
                    </a:lnTo>
                    <a:lnTo>
                      <a:pt x="66" y="56"/>
                    </a:lnTo>
                    <a:lnTo>
                      <a:pt x="63" y="55"/>
                    </a:lnTo>
                    <a:lnTo>
                      <a:pt x="59" y="55"/>
                    </a:lnTo>
                    <a:lnTo>
                      <a:pt x="55" y="55"/>
                    </a:lnTo>
                    <a:lnTo>
                      <a:pt x="51" y="56"/>
                    </a:lnTo>
                    <a:lnTo>
                      <a:pt x="47" y="57"/>
                    </a:lnTo>
                    <a:lnTo>
                      <a:pt x="43" y="60"/>
                    </a:lnTo>
                    <a:lnTo>
                      <a:pt x="39" y="61"/>
                    </a:lnTo>
                    <a:lnTo>
                      <a:pt x="36" y="65"/>
                    </a:lnTo>
                    <a:lnTo>
                      <a:pt x="32" y="68"/>
                    </a:lnTo>
                    <a:lnTo>
                      <a:pt x="29" y="71"/>
                    </a:lnTo>
                    <a:lnTo>
                      <a:pt x="29" y="0"/>
                    </a:lnTo>
                    <a:lnTo>
                      <a:pt x="26" y="0"/>
                    </a:lnTo>
                    <a:lnTo>
                      <a:pt x="22" y="1"/>
                    </a:lnTo>
                    <a:lnTo>
                      <a:pt x="18" y="1"/>
                    </a:lnTo>
                    <a:lnTo>
                      <a:pt x="14" y="1"/>
                    </a:lnTo>
                    <a:lnTo>
                      <a:pt x="13" y="1"/>
                    </a:lnTo>
                    <a:lnTo>
                      <a:pt x="11" y="1"/>
                    </a:lnTo>
                    <a:lnTo>
                      <a:pt x="9" y="1"/>
                    </a:lnTo>
                    <a:lnTo>
                      <a:pt x="7" y="1"/>
                    </a:lnTo>
                    <a:lnTo>
                      <a:pt x="2" y="0"/>
                    </a:lnTo>
                    <a:lnTo>
                      <a:pt x="0" y="0"/>
                    </a:lnTo>
                    <a:lnTo>
                      <a:pt x="0" y="157"/>
                    </a:lnTo>
                    <a:lnTo>
                      <a:pt x="3" y="157"/>
                    </a:lnTo>
                    <a:lnTo>
                      <a:pt x="7" y="157"/>
                    </a:lnTo>
                    <a:lnTo>
                      <a:pt x="11" y="157"/>
                    </a:lnTo>
                    <a:lnTo>
                      <a:pt x="14" y="157"/>
                    </a:lnTo>
                    <a:lnTo>
                      <a:pt x="18" y="157"/>
                    </a:lnTo>
                    <a:lnTo>
                      <a:pt x="22" y="157"/>
                    </a:lnTo>
                    <a:lnTo>
                      <a:pt x="25" y="157"/>
                    </a:lnTo>
                    <a:lnTo>
                      <a:pt x="29" y="157"/>
                    </a:lnTo>
                    <a:lnTo>
                      <a:pt x="29" y="110"/>
                    </a:lnTo>
                    <a:lnTo>
                      <a:pt x="28" y="106"/>
                    </a:lnTo>
                    <a:lnTo>
                      <a:pt x="28" y="101"/>
                    </a:lnTo>
                    <a:lnTo>
                      <a:pt x="29" y="97"/>
                    </a:lnTo>
                    <a:lnTo>
                      <a:pt x="29" y="93"/>
                    </a:lnTo>
                    <a:lnTo>
                      <a:pt x="29" y="89"/>
                    </a:lnTo>
                    <a:lnTo>
                      <a:pt x="30" y="87"/>
                    </a:lnTo>
                    <a:lnTo>
                      <a:pt x="30" y="84"/>
                    </a:lnTo>
                    <a:lnTo>
                      <a:pt x="32" y="81"/>
                    </a:lnTo>
                    <a:lnTo>
                      <a:pt x="33" y="79"/>
                    </a:lnTo>
                    <a:lnTo>
                      <a:pt x="34" y="77"/>
                    </a:lnTo>
                    <a:lnTo>
                      <a:pt x="36" y="76"/>
                    </a:lnTo>
                    <a:lnTo>
                      <a:pt x="38" y="74"/>
                    </a:lnTo>
                    <a:lnTo>
                      <a:pt x="40" y="73"/>
                    </a:lnTo>
                    <a:lnTo>
                      <a:pt x="42" y="73"/>
                    </a:lnTo>
                    <a:lnTo>
                      <a:pt x="45" y="73"/>
                    </a:lnTo>
                    <a:lnTo>
                      <a:pt x="47" y="72"/>
                    </a:lnTo>
                    <a:lnTo>
                      <a:pt x="50" y="72"/>
                    </a:lnTo>
                    <a:lnTo>
                      <a:pt x="51" y="73"/>
                    </a:lnTo>
                    <a:lnTo>
                      <a:pt x="53" y="73"/>
                    </a:lnTo>
                    <a:lnTo>
                      <a:pt x="55" y="74"/>
                    </a:lnTo>
                    <a:lnTo>
                      <a:pt x="56" y="75"/>
                    </a:lnTo>
                    <a:lnTo>
                      <a:pt x="58" y="77"/>
                    </a:lnTo>
                    <a:lnTo>
                      <a:pt x="59" y="78"/>
                    </a:lnTo>
                    <a:lnTo>
                      <a:pt x="60" y="81"/>
                    </a:lnTo>
                    <a:lnTo>
                      <a:pt x="62" y="82"/>
                    </a:lnTo>
                    <a:lnTo>
                      <a:pt x="62" y="85"/>
                    </a:lnTo>
                    <a:lnTo>
                      <a:pt x="63" y="88"/>
                    </a:lnTo>
                    <a:lnTo>
                      <a:pt x="64" y="91"/>
                    </a:lnTo>
                    <a:lnTo>
                      <a:pt x="64" y="98"/>
                    </a:lnTo>
                    <a:lnTo>
                      <a:pt x="64" y="106"/>
                    </a:lnTo>
                    <a:lnTo>
                      <a:pt x="64" y="157"/>
                    </a:lnTo>
                    <a:lnTo>
                      <a:pt x="67" y="157"/>
                    </a:lnTo>
                    <a:lnTo>
                      <a:pt x="71" y="157"/>
                    </a:lnTo>
                    <a:lnTo>
                      <a:pt x="74" y="157"/>
                    </a:lnTo>
                    <a:lnTo>
                      <a:pt x="78" y="157"/>
                    </a:lnTo>
                    <a:lnTo>
                      <a:pt x="82" y="157"/>
                    </a:lnTo>
                    <a:lnTo>
                      <a:pt x="86" y="157"/>
                    </a:lnTo>
                    <a:lnTo>
                      <a:pt x="90" y="157"/>
                    </a:lnTo>
                    <a:lnTo>
                      <a:pt x="93" y="157"/>
                    </a:lnTo>
                    <a:lnTo>
                      <a:pt x="93" y="91"/>
                    </a:lnTo>
                    <a:lnTo>
                      <a:pt x="93" y="86"/>
                    </a:lnTo>
                    <a:lnTo>
                      <a:pt x="92" y="8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5" name="iṥľiḓê"/>
              <p:cNvSpPr/>
              <p:nvPr userDrawn="1"/>
            </p:nvSpPr>
            <p:spPr bwMode="auto">
              <a:xfrm>
                <a:off x="5745163" y="4105276"/>
                <a:ext cx="46038" cy="158750"/>
              </a:xfrm>
              <a:custGeom>
                <a:avLst/>
                <a:gdLst>
                  <a:gd name="T0" fmla="*/ 21 w 29"/>
                  <a:gd name="T1" fmla="*/ 0 h 100"/>
                  <a:gd name="T2" fmla="*/ 18 w 29"/>
                  <a:gd name="T3" fmla="*/ 0 h 100"/>
                  <a:gd name="T4" fmla="*/ 16 w 29"/>
                  <a:gd name="T5" fmla="*/ 0 h 100"/>
                  <a:gd name="T6" fmla="*/ 12 w 29"/>
                  <a:gd name="T7" fmla="*/ 0 h 100"/>
                  <a:gd name="T8" fmla="*/ 8 w 29"/>
                  <a:gd name="T9" fmla="*/ 0 h 100"/>
                  <a:gd name="T10" fmla="*/ 4 w 29"/>
                  <a:gd name="T11" fmla="*/ 0 h 100"/>
                  <a:gd name="T12" fmla="*/ 0 w 29"/>
                  <a:gd name="T13" fmla="*/ 0 h 100"/>
                  <a:gd name="T14" fmla="*/ 0 w 29"/>
                  <a:gd name="T15" fmla="*/ 100 h 100"/>
                  <a:gd name="T16" fmla="*/ 4 w 29"/>
                  <a:gd name="T17" fmla="*/ 100 h 100"/>
                  <a:gd name="T18" fmla="*/ 8 w 29"/>
                  <a:gd name="T19" fmla="*/ 100 h 100"/>
                  <a:gd name="T20" fmla="*/ 12 w 29"/>
                  <a:gd name="T21" fmla="*/ 100 h 100"/>
                  <a:gd name="T22" fmla="*/ 16 w 29"/>
                  <a:gd name="T23" fmla="*/ 100 h 100"/>
                  <a:gd name="T24" fmla="*/ 18 w 29"/>
                  <a:gd name="T25" fmla="*/ 100 h 100"/>
                  <a:gd name="T26" fmla="*/ 21 w 29"/>
                  <a:gd name="T27" fmla="*/ 100 h 100"/>
                  <a:gd name="T28" fmla="*/ 25 w 29"/>
                  <a:gd name="T29" fmla="*/ 100 h 100"/>
                  <a:gd name="T30" fmla="*/ 29 w 29"/>
                  <a:gd name="T31" fmla="*/ 100 h 100"/>
                  <a:gd name="T32" fmla="*/ 29 w 29"/>
                  <a:gd name="T33" fmla="*/ 0 h 100"/>
                  <a:gd name="T34" fmla="*/ 25 w 29"/>
                  <a:gd name="T35" fmla="*/ 0 h 100"/>
                  <a:gd name="T36" fmla="*/ 21 w 29"/>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100">
                    <a:moveTo>
                      <a:pt x="21" y="0"/>
                    </a:moveTo>
                    <a:lnTo>
                      <a:pt x="18" y="0"/>
                    </a:lnTo>
                    <a:lnTo>
                      <a:pt x="16" y="0"/>
                    </a:lnTo>
                    <a:lnTo>
                      <a:pt x="12" y="0"/>
                    </a:lnTo>
                    <a:lnTo>
                      <a:pt x="8" y="0"/>
                    </a:lnTo>
                    <a:lnTo>
                      <a:pt x="4" y="0"/>
                    </a:lnTo>
                    <a:lnTo>
                      <a:pt x="0" y="0"/>
                    </a:lnTo>
                    <a:lnTo>
                      <a:pt x="0" y="100"/>
                    </a:lnTo>
                    <a:lnTo>
                      <a:pt x="4" y="100"/>
                    </a:lnTo>
                    <a:lnTo>
                      <a:pt x="8" y="100"/>
                    </a:lnTo>
                    <a:lnTo>
                      <a:pt x="12" y="100"/>
                    </a:lnTo>
                    <a:lnTo>
                      <a:pt x="16" y="100"/>
                    </a:lnTo>
                    <a:lnTo>
                      <a:pt x="18" y="100"/>
                    </a:lnTo>
                    <a:lnTo>
                      <a:pt x="21" y="100"/>
                    </a:lnTo>
                    <a:lnTo>
                      <a:pt x="25" y="100"/>
                    </a:lnTo>
                    <a:lnTo>
                      <a:pt x="29" y="100"/>
                    </a:lnTo>
                    <a:lnTo>
                      <a:pt x="29" y="0"/>
                    </a:lnTo>
                    <a:lnTo>
                      <a:pt x="25" y="0"/>
                    </a:lnTo>
                    <a:lnTo>
                      <a:pt x="2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6" name="îŝ1îḋê"/>
              <p:cNvSpPr/>
              <p:nvPr userDrawn="1"/>
            </p:nvSpPr>
            <p:spPr bwMode="auto">
              <a:xfrm>
                <a:off x="5741988" y="4017963"/>
                <a:ext cx="53975" cy="50800"/>
              </a:xfrm>
              <a:custGeom>
                <a:avLst/>
                <a:gdLst>
                  <a:gd name="T0" fmla="*/ 32 w 34"/>
                  <a:gd name="T1" fmla="*/ 10 h 32"/>
                  <a:gd name="T2" fmla="*/ 30 w 34"/>
                  <a:gd name="T3" fmla="*/ 7 h 32"/>
                  <a:gd name="T4" fmla="*/ 28 w 34"/>
                  <a:gd name="T5" fmla="*/ 5 h 32"/>
                  <a:gd name="T6" fmla="*/ 26 w 34"/>
                  <a:gd name="T7" fmla="*/ 3 h 32"/>
                  <a:gd name="T8" fmla="*/ 23 w 34"/>
                  <a:gd name="T9" fmla="*/ 2 h 32"/>
                  <a:gd name="T10" fmla="*/ 20 w 34"/>
                  <a:gd name="T11" fmla="*/ 0 h 32"/>
                  <a:gd name="T12" fmla="*/ 16 w 34"/>
                  <a:gd name="T13" fmla="*/ 0 h 32"/>
                  <a:gd name="T14" fmla="*/ 13 w 34"/>
                  <a:gd name="T15" fmla="*/ 0 h 32"/>
                  <a:gd name="T16" fmla="*/ 10 w 34"/>
                  <a:gd name="T17" fmla="*/ 2 h 32"/>
                  <a:gd name="T18" fmla="*/ 7 w 34"/>
                  <a:gd name="T19" fmla="*/ 3 h 32"/>
                  <a:gd name="T20" fmla="*/ 5 w 34"/>
                  <a:gd name="T21" fmla="*/ 5 h 32"/>
                  <a:gd name="T22" fmla="*/ 3 w 34"/>
                  <a:gd name="T23" fmla="*/ 7 h 32"/>
                  <a:gd name="T24" fmla="*/ 2 w 34"/>
                  <a:gd name="T25" fmla="*/ 10 h 32"/>
                  <a:gd name="T26" fmla="*/ 1 w 34"/>
                  <a:gd name="T27" fmla="*/ 13 h 32"/>
                  <a:gd name="T28" fmla="*/ 0 w 34"/>
                  <a:gd name="T29" fmla="*/ 16 h 32"/>
                  <a:gd name="T30" fmla="*/ 1 w 34"/>
                  <a:gd name="T31" fmla="*/ 20 h 32"/>
                  <a:gd name="T32" fmla="*/ 2 w 34"/>
                  <a:gd name="T33" fmla="*/ 23 h 32"/>
                  <a:gd name="T34" fmla="*/ 2 w 34"/>
                  <a:gd name="T35" fmla="*/ 26 h 32"/>
                  <a:gd name="T36" fmla="*/ 5 w 34"/>
                  <a:gd name="T37" fmla="*/ 28 h 32"/>
                  <a:gd name="T38" fmla="*/ 6 w 34"/>
                  <a:gd name="T39" fmla="*/ 30 h 32"/>
                  <a:gd name="T40" fmla="*/ 10 w 34"/>
                  <a:gd name="T41" fmla="*/ 31 h 32"/>
                  <a:gd name="T42" fmla="*/ 13 w 34"/>
                  <a:gd name="T43" fmla="*/ 32 h 32"/>
                  <a:gd name="T44" fmla="*/ 16 w 34"/>
                  <a:gd name="T45" fmla="*/ 32 h 32"/>
                  <a:gd name="T46" fmla="*/ 20 w 34"/>
                  <a:gd name="T47" fmla="*/ 32 h 32"/>
                  <a:gd name="T48" fmla="*/ 23 w 34"/>
                  <a:gd name="T49" fmla="*/ 31 h 32"/>
                  <a:gd name="T50" fmla="*/ 26 w 34"/>
                  <a:gd name="T51" fmla="*/ 30 h 32"/>
                  <a:gd name="T52" fmla="*/ 28 w 34"/>
                  <a:gd name="T53" fmla="*/ 27 h 32"/>
                  <a:gd name="T54" fmla="*/ 30 w 34"/>
                  <a:gd name="T55" fmla="*/ 25 h 32"/>
                  <a:gd name="T56" fmla="*/ 32 w 34"/>
                  <a:gd name="T57" fmla="*/ 23 h 32"/>
                  <a:gd name="T58" fmla="*/ 33 w 34"/>
                  <a:gd name="T59" fmla="*/ 19 h 32"/>
                  <a:gd name="T60" fmla="*/ 34 w 34"/>
                  <a:gd name="T61" fmla="*/ 16 h 32"/>
                  <a:gd name="T62" fmla="*/ 33 w 34"/>
                  <a:gd name="T63" fmla="*/ 13 h 32"/>
                  <a:gd name="T64" fmla="*/ 32 w 34"/>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 h="32">
                    <a:moveTo>
                      <a:pt x="32" y="10"/>
                    </a:moveTo>
                    <a:lnTo>
                      <a:pt x="30" y="7"/>
                    </a:lnTo>
                    <a:lnTo>
                      <a:pt x="28" y="5"/>
                    </a:lnTo>
                    <a:lnTo>
                      <a:pt x="26" y="3"/>
                    </a:lnTo>
                    <a:lnTo>
                      <a:pt x="23" y="2"/>
                    </a:lnTo>
                    <a:lnTo>
                      <a:pt x="20" y="0"/>
                    </a:lnTo>
                    <a:lnTo>
                      <a:pt x="16" y="0"/>
                    </a:lnTo>
                    <a:lnTo>
                      <a:pt x="13" y="0"/>
                    </a:lnTo>
                    <a:lnTo>
                      <a:pt x="10" y="2"/>
                    </a:lnTo>
                    <a:lnTo>
                      <a:pt x="7" y="3"/>
                    </a:lnTo>
                    <a:lnTo>
                      <a:pt x="5" y="5"/>
                    </a:lnTo>
                    <a:lnTo>
                      <a:pt x="3" y="7"/>
                    </a:lnTo>
                    <a:lnTo>
                      <a:pt x="2" y="10"/>
                    </a:lnTo>
                    <a:lnTo>
                      <a:pt x="1" y="13"/>
                    </a:lnTo>
                    <a:lnTo>
                      <a:pt x="0" y="16"/>
                    </a:lnTo>
                    <a:lnTo>
                      <a:pt x="1" y="20"/>
                    </a:lnTo>
                    <a:lnTo>
                      <a:pt x="2" y="23"/>
                    </a:lnTo>
                    <a:lnTo>
                      <a:pt x="2" y="26"/>
                    </a:lnTo>
                    <a:lnTo>
                      <a:pt x="5" y="28"/>
                    </a:lnTo>
                    <a:lnTo>
                      <a:pt x="6" y="30"/>
                    </a:lnTo>
                    <a:lnTo>
                      <a:pt x="10" y="31"/>
                    </a:lnTo>
                    <a:lnTo>
                      <a:pt x="13" y="32"/>
                    </a:lnTo>
                    <a:lnTo>
                      <a:pt x="16" y="32"/>
                    </a:lnTo>
                    <a:lnTo>
                      <a:pt x="20" y="32"/>
                    </a:lnTo>
                    <a:lnTo>
                      <a:pt x="23" y="31"/>
                    </a:lnTo>
                    <a:lnTo>
                      <a:pt x="26" y="30"/>
                    </a:lnTo>
                    <a:lnTo>
                      <a:pt x="28" y="27"/>
                    </a:lnTo>
                    <a:lnTo>
                      <a:pt x="30" y="25"/>
                    </a:lnTo>
                    <a:lnTo>
                      <a:pt x="32" y="23"/>
                    </a:lnTo>
                    <a:lnTo>
                      <a:pt x="33" y="19"/>
                    </a:lnTo>
                    <a:lnTo>
                      <a:pt x="34" y="16"/>
                    </a:lnTo>
                    <a:lnTo>
                      <a:pt x="33" y="13"/>
                    </a:lnTo>
                    <a:lnTo>
                      <a:pt x="32"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7" name="íśľîdé"/>
              <p:cNvSpPr/>
              <p:nvPr userDrawn="1"/>
            </p:nvSpPr>
            <p:spPr bwMode="auto">
              <a:xfrm>
                <a:off x="5851526" y="4102101"/>
                <a:ext cx="147638" cy="161925"/>
              </a:xfrm>
              <a:custGeom>
                <a:avLst/>
                <a:gdLst>
                  <a:gd name="T0" fmla="*/ 91 w 93"/>
                  <a:gd name="T1" fmla="*/ 23 h 102"/>
                  <a:gd name="T2" fmla="*/ 89 w 93"/>
                  <a:gd name="T3" fmla="*/ 16 h 102"/>
                  <a:gd name="T4" fmla="*/ 86 w 93"/>
                  <a:gd name="T5" fmla="*/ 10 h 102"/>
                  <a:gd name="T6" fmla="*/ 81 w 93"/>
                  <a:gd name="T7" fmla="*/ 6 h 102"/>
                  <a:gd name="T8" fmla="*/ 74 w 93"/>
                  <a:gd name="T9" fmla="*/ 2 h 102"/>
                  <a:gd name="T10" fmla="*/ 68 w 93"/>
                  <a:gd name="T11" fmla="*/ 1 h 102"/>
                  <a:gd name="T12" fmla="*/ 60 w 93"/>
                  <a:gd name="T13" fmla="*/ 0 h 102"/>
                  <a:gd name="T14" fmla="*/ 51 w 93"/>
                  <a:gd name="T15" fmla="*/ 1 h 102"/>
                  <a:gd name="T16" fmla="*/ 43 w 93"/>
                  <a:gd name="T17" fmla="*/ 5 h 102"/>
                  <a:gd name="T18" fmla="*/ 35 w 93"/>
                  <a:gd name="T19" fmla="*/ 10 h 102"/>
                  <a:gd name="T20" fmla="*/ 28 w 93"/>
                  <a:gd name="T21" fmla="*/ 17 h 102"/>
                  <a:gd name="T22" fmla="*/ 24 w 93"/>
                  <a:gd name="T23" fmla="*/ 2 h 102"/>
                  <a:gd name="T24" fmla="*/ 17 w 93"/>
                  <a:gd name="T25" fmla="*/ 2 h 102"/>
                  <a:gd name="T26" fmla="*/ 10 w 93"/>
                  <a:gd name="T27" fmla="*/ 2 h 102"/>
                  <a:gd name="T28" fmla="*/ 3 w 93"/>
                  <a:gd name="T29" fmla="*/ 2 h 102"/>
                  <a:gd name="T30" fmla="*/ 0 w 93"/>
                  <a:gd name="T31" fmla="*/ 102 h 102"/>
                  <a:gd name="T32" fmla="*/ 7 w 93"/>
                  <a:gd name="T33" fmla="*/ 102 h 102"/>
                  <a:gd name="T34" fmla="*/ 14 w 93"/>
                  <a:gd name="T35" fmla="*/ 102 h 102"/>
                  <a:gd name="T36" fmla="*/ 22 w 93"/>
                  <a:gd name="T37" fmla="*/ 102 h 102"/>
                  <a:gd name="T38" fmla="*/ 28 w 93"/>
                  <a:gd name="T39" fmla="*/ 102 h 102"/>
                  <a:gd name="T40" fmla="*/ 28 w 93"/>
                  <a:gd name="T41" fmla="*/ 51 h 102"/>
                  <a:gd name="T42" fmla="*/ 29 w 93"/>
                  <a:gd name="T43" fmla="*/ 42 h 102"/>
                  <a:gd name="T44" fmla="*/ 30 w 93"/>
                  <a:gd name="T45" fmla="*/ 34 h 102"/>
                  <a:gd name="T46" fmla="*/ 31 w 93"/>
                  <a:gd name="T47" fmla="*/ 29 h 102"/>
                  <a:gd name="T48" fmla="*/ 34 w 93"/>
                  <a:gd name="T49" fmla="*/ 24 h 102"/>
                  <a:gd name="T50" fmla="*/ 37 w 93"/>
                  <a:gd name="T51" fmla="*/ 21 h 102"/>
                  <a:gd name="T52" fmla="*/ 41 w 93"/>
                  <a:gd name="T53" fmla="*/ 18 h 102"/>
                  <a:gd name="T54" fmla="*/ 45 w 93"/>
                  <a:gd name="T55" fmla="*/ 18 h 102"/>
                  <a:gd name="T56" fmla="*/ 50 w 93"/>
                  <a:gd name="T57" fmla="*/ 17 h 102"/>
                  <a:gd name="T58" fmla="*/ 54 w 93"/>
                  <a:gd name="T59" fmla="*/ 18 h 102"/>
                  <a:gd name="T60" fmla="*/ 57 w 93"/>
                  <a:gd name="T61" fmla="*/ 20 h 102"/>
                  <a:gd name="T62" fmla="*/ 59 w 93"/>
                  <a:gd name="T63" fmla="*/ 23 h 102"/>
                  <a:gd name="T64" fmla="*/ 62 w 93"/>
                  <a:gd name="T65" fmla="*/ 27 h 102"/>
                  <a:gd name="T66" fmla="*/ 63 w 93"/>
                  <a:gd name="T67" fmla="*/ 33 h 102"/>
                  <a:gd name="T68" fmla="*/ 64 w 93"/>
                  <a:gd name="T69" fmla="*/ 43 h 102"/>
                  <a:gd name="T70" fmla="*/ 65 w 93"/>
                  <a:gd name="T71" fmla="*/ 102 h 102"/>
                  <a:gd name="T72" fmla="*/ 71 w 93"/>
                  <a:gd name="T73" fmla="*/ 102 h 102"/>
                  <a:gd name="T74" fmla="*/ 78 w 93"/>
                  <a:gd name="T75" fmla="*/ 102 h 102"/>
                  <a:gd name="T76" fmla="*/ 86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0" y="20"/>
                    </a:lnTo>
                    <a:lnTo>
                      <a:pt x="89" y="16"/>
                    </a:lnTo>
                    <a:lnTo>
                      <a:pt x="87" y="13"/>
                    </a:lnTo>
                    <a:lnTo>
                      <a:pt x="86" y="10"/>
                    </a:lnTo>
                    <a:lnTo>
                      <a:pt x="83" y="8"/>
                    </a:lnTo>
                    <a:lnTo>
                      <a:pt x="81" y="6"/>
                    </a:lnTo>
                    <a:lnTo>
                      <a:pt x="78" y="4"/>
                    </a:lnTo>
                    <a:lnTo>
                      <a:pt x="74" y="2"/>
                    </a:lnTo>
                    <a:lnTo>
                      <a:pt x="72" y="2"/>
                    </a:lnTo>
                    <a:lnTo>
                      <a:pt x="68" y="1"/>
                    </a:lnTo>
                    <a:lnTo>
                      <a:pt x="64" y="0"/>
                    </a:lnTo>
                    <a:lnTo>
                      <a:pt x="60" y="0"/>
                    </a:lnTo>
                    <a:lnTo>
                      <a:pt x="56" y="0"/>
                    </a:lnTo>
                    <a:lnTo>
                      <a:pt x="51" y="1"/>
                    </a:lnTo>
                    <a:lnTo>
                      <a:pt x="46" y="3"/>
                    </a:lnTo>
                    <a:lnTo>
                      <a:pt x="43" y="5"/>
                    </a:lnTo>
                    <a:lnTo>
                      <a:pt x="39" y="7"/>
                    </a:lnTo>
                    <a:lnTo>
                      <a:pt x="35" y="10"/>
                    </a:lnTo>
                    <a:lnTo>
                      <a:pt x="31" y="14"/>
                    </a:lnTo>
                    <a:lnTo>
                      <a:pt x="28" y="17"/>
                    </a:lnTo>
                    <a:lnTo>
                      <a:pt x="28" y="2"/>
                    </a:lnTo>
                    <a:lnTo>
                      <a:pt x="24" y="2"/>
                    </a:lnTo>
                    <a:lnTo>
                      <a:pt x="21" y="2"/>
                    </a:lnTo>
                    <a:lnTo>
                      <a:pt x="17" y="2"/>
                    </a:lnTo>
                    <a:lnTo>
                      <a:pt x="14" y="2"/>
                    </a:lnTo>
                    <a:lnTo>
                      <a:pt x="10" y="2"/>
                    </a:lnTo>
                    <a:lnTo>
                      <a:pt x="6" y="2"/>
                    </a:lnTo>
                    <a:lnTo>
                      <a:pt x="3" y="2"/>
                    </a:lnTo>
                    <a:lnTo>
                      <a:pt x="0" y="2"/>
                    </a:lnTo>
                    <a:lnTo>
                      <a:pt x="0" y="102"/>
                    </a:lnTo>
                    <a:lnTo>
                      <a:pt x="4" y="102"/>
                    </a:lnTo>
                    <a:lnTo>
                      <a:pt x="7" y="102"/>
                    </a:lnTo>
                    <a:lnTo>
                      <a:pt x="11" y="102"/>
                    </a:lnTo>
                    <a:lnTo>
                      <a:pt x="14" y="102"/>
                    </a:lnTo>
                    <a:lnTo>
                      <a:pt x="18" y="102"/>
                    </a:lnTo>
                    <a:lnTo>
                      <a:pt x="22" y="102"/>
                    </a:lnTo>
                    <a:lnTo>
                      <a:pt x="25" y="102"/>
                    </a:lnTo>
                    <a:lnTo>
                      <a:pt x="28" y="102"/>
                    </a:lnTo>
                    <a:lnTo>
                      <a:pt x="28" y="55"/>
                    </a:lnTo>
                    <a:lnTo>
                      <a:pt x="28" y="51"/>
                    </a:lnTo>
                    <a:lnTo>
                      <a:pt x="28" y="46"/>
                    </a:lnTo>
                    <a:lnTo>
                      <a:pt x="29" y="42"/>
                    </a:lnTo>
                    <a:lnTo>
                      <a:pt x="29" y="38"/>
                    </a:lnTo>
                    <a:lnTo>
                      <a:pt x="30" y="34"/>
                    </a:lnTo>
                    <a:lnTo>
                      <a:pt x="30" y="32"/>
                    </a:lnTo>
                    <a:lnTo>
                      <a:pt x="31" y="29"/>
                    </a:lnTo>
                    <a:lnTo>
                      <a:pt x="32" y="26"/>
                    </a:lnTo>
                    <a:lnTo>
                      <a:pt x="34" y="24"/>
                    </a:lnTo>
                    <a:lnTo>
                      <a:pt x="35" y="22"/>
                    </a:lnTo>
                    <a:lnTo>
                      <a:pt x="37" y="21"/>
                    </a:lnTo>
                    <a:lnTo>
                      <a:pt x="38" y="19"/>
                    </a:lnTo>
                    <a:lnTo>
                      <a:pt x="41" y="18"/>
                    </a:lnTo>
                    <a:lnTo>
                      <a:pt x="42" y="18"/>
                    </a:lnTo>
                    <a:lnTo>
                      <a:pt x="45" y="18"/>
                    </a:lnTo>
                    <a:lnTo>
                      <a:pt x="47" y="17"/>
                    </a:lnTo>
                    <a:lnTo>
                      <a:pt x="50" y="17"/>
                    </a:lnTo>
                    <a:lnTo>
                      <a:pt x="51" y="18"/>
                    </a:lnTo>
                    <a:lnTo>
                      <a:pt x="54" y="18"/>
                    </a:lnTo>
                    <a:lnTo>
                      <a:pt x="55" y="19"/>
                    </a:lnTo>
                    <a:lnTo>
                      <a:pt x="57" y="20"/>
                    </a:lnTo>
                    <a:lnTo>
                      <a:pt x="58" y="22"/>
                    </a:lnTo>
                    <a:lnTo>
                      <a:pt x="59" y="23"/>
                    </a:lnTo>
                    <a:lnTo>
                      <a:pt x="61" y="26"/>
                    </a:lnTo>
                    <a:lnTo>
                      <a:pt x="62" y="27"/>
                    </a:lnTo>
                    <a:lnTo>
                      <a:pt x="62" y="30"/>
                    </a:lnTo>
                    <a:lnTo>
                      <a:pt x="63" y="33"/>
                    </a:lnTo>
                    <a:lnTo>
                      <a:pt x="63" y="36"/>
                    </a:lnTo>
                    <a:lnTo>
                      <a:pt x="64" y="43"/>
                    </a:lnTo>
                    <a:lnTo>
                      <a:pt x="65" y="51"/>
                    </a:lnTo>
                    <a:lnTo>
                      <a:pt x="65" y="102"/>
                    </a:lnTo>
                    <a:lnTo>
                      <a:pt x="68" y="102"/>
                    </a:lnTo>
                    <a:lnTo>
                      <a:pt x="71" y="102"/>
                    </a:lnTo>
                    <a:lnTo>
                      <a:pt x="74" y="102"/>
                    </a:lnTo>
                    <a:lnTo>
                      <a:pt x="78" y="102"/>
                    </a:lnTo>
                    <a:lnTo>
                      <a:pt x="82" y="102"/>
                    </a:lnTo>
                    <a:lnTo>
                      <a:pt x="86" y="102"/>
                    </a:lnTo>
                    <a:lnTo>
                      <a:pt x="90" y="102"/>
                    </a:lnTo>
                    <a:lnTo>
                      <a:pt x="93" y="102"/>
                    </a:lnTo>
                    <a:lnTo>
                      <a:pt x="93" y="42"/>
                    </a:lnTo>
                    <a:lnTo>
                      <a:pt x="93" y="36"/>
                    </a:lnTo>
                    <a:lnTo>
                      <a:pt x="93"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8" name="ïśļîḋé"/>
              <p:cNvSpPr/>
              <p:nvPr userDrawn="1"/>
            </p:nvSpPr>
            <p:spPr bwMode="auto">
              <a:xfrm>
                <a:off x="6043613" y="4102101"/>
                <a:ext cx="152400" cy="163513"/>
              </a:xfrm>
              <a:custGeom>
                <a:avLst/>
                <a:gdLst>
                  <a:gd name="T0" fmla="*/ 88 w 96"/>
                  <a:gd name="T1" fmla="*/ 93 h 103"/>
                  <a:gd name="T2" fmla="*/ 85 w 96"/>
                  <a:gd name="T3" fmla="*/ 87 h 103"/>
                  <a:gd name="T4" fmla="*/ 85 w 96"/>
                  <a:gd name="T5" fmla="*/ 25 h 103"/>
                  <a:gd name="T6" fmla="*/ 82 w 96"/>
                  <a:gd name="T7" fmla="*/ 16 h 103"/>
                  <a:gd name="T8" fmla="*/ 77 w 96"/>
                  <a:gd name="T9" fmla="*/ 10 h 103"/>
                  <a:gd name="T10" fmla="*/ 69 w 96"/>
                  <a:gd name="T11" fmla="*/ 5 h 103"/>
                  <a:gd name="T12" fmla="*/ 59 w 96"/>
                  <a:gd name="T13" fmla="*/ 2 h 103"/>
                  <a:gd name="T14" fmla="*/ 45 w 96"/>
                  <a:gd name="T15" fmla="*/ 0 h 103"/>
                  <a:gd name="T16" fmla="*/ 29 w 96"/>
                  <a:gd name="T17" fmla="*/ 2 h 103"/>
                  <a:gd name="T18" fmla="*/ 15 w 96"/>
                  <a:gd name="T19" fmla="*/ 8 h 103"/>
                  <a:gd name="T20" fmla="*/ 9 w 96"/>
                  <a:gd name="T21" fmla="*/ 26 h 103"/>
                  <a:gd name="T22" fmla="*/ 17 w 96"/>
                  <a:gd name="T23" fmla="*/ 21 h 103"/>
                  <a:gd name="T24" fmla="*/ 25 w 96"/>
                  <a:gd name="T25" fmla="*/ 15 h 103"/>
                  <a:gd name="T26" fmla="*/ 37 w 96"/>
                  <a:gd name="T27" fmla="*/ 13 h 103"/>
                  <a:gd name="T28" fmla="*/ 48 w 96"/>
                  <a:gd name="T29" fmla="*/ 17 h 103"/>
                  <a:gd name="T30" fmla="*/ 55 w 96"/>
                  <a:gd name="T31" fmla="*/ 25 h 103"/>
                  <a:gd name="T32" fmla="*/ 57 w 96"/>
                  <a:gd name="T33" fmla="*/ 34 h 103"/>
                  <a:gd name="T34" fmla="*/ 53 w 96"/>
                  <a:gd name="T35" fmla="*/ 40 h 103"/>
                  <a:gd name="T36" fmla="*/ 46 w 96"/>
                  <a:gd name="T37" fmla="*/ 44 h 103"/>
                  <a:gd name="T38" fmla="*/ 38 w 96"/>
                  <a:gd name="T39" fmla="*/ 46 h 103"/>
                  <a:gd name="T40" fmla="*/ 24 w 96"/>
                  <a:gd name="T41" fmla="*/ 49 h 103"/>
                  <a:gd name="T42" fmla="*/ 13 w 96"/>
                  <a:gd name="T43" fmla="*/ 54 h 103"/>
                  <a:gd name="T44" fmla="*/ 5 w 96"/>
                  <a:gd name="T45" fmla="*/ 59 h 103"/>
                  <a:gd name="T46" fmla="*/ 1 w 96"/>
                  <a:gd name="T47" fmla="*/ 67 h 103"/>
                  <a:gd name="T48" fmla="*/ 0 w 96"/>
                  <a:gd name="T49" fmla="*/ 75 h 103"/>
                  <a:gd name="T50" fmla="*/ 1 w 96"/>
                  <a:gd name="T51" fmla="*/ 83 h 103"/>
                  <a:gd name="T52" fmla="*/ 3 w 96"/>
                  <a:gd name="T53" fmla="*/ 91 h 103"/>
                  <a:gd name="T54" fmla="*/ 8 w 96"/>
                  <a:gd name="T55" fmla="*/ 96 h 103"/>
                  <a:gd name="T56" fmla="*/ 14 w 96"/>
                  <a:gd name="T57" fmla="*/ 100 h 103"/>
                  <a:gd name="T58" fmla="*/ 23 w 96"/>
                  <a:gd name="T59" fmla="*/ 103 h 103"/>
                  <a:gd name="T60" fmla="*/ 34 w 96"/>
                  <a:gd name="T61" fmla="*/ 103 h 103"/>
                  <a:gd name="T62" fmla="*/ 46 w 96"/>
                  <a:gd name="T63" fmla="*/ 99 h 103"/>
                  <a:gd name="T64" fmla="*/ 54 w 96"/>
                  <a:gd name="T65" fmla="*/ 93 h 103"/>
                  <a:gd name="T66" fmla="*/ 60 w 96"/>
                  <a:gd name="T67" fmla="*/ 95 h 103"/>
                  <a:gd name="T68" fmla="*/ 67 w 96"/>
                  <a:gd name="T69" fmla="*/ 102 h 103"/>
                  <a:gd name="T70" fmla="*/ 77 w 96"/>
                  <a:gd name="T71" fmla="*/ 103 h 103"/>
                  <a:gd name="T72" fmla="*/ 88 w 96"/>
                  <a:gd name="T73" fmla="*/ 103 h 103"/>
                  <a:gd name="T74" fmla="*/ 96 w 96"/>
                  <a:gd name="T75" fmla="*/ 99 h 103"/>
                  <a:gd name="T76" fmla="*/ 91 w 96"/>
                  <a:gd name="T77" fmla="*/ 95 h 103"/>
                  <a:gd name="T78" fmla="*/ 55 w 96"/>
                  <a:gd name="T79" fmla="*/ 79 h 103"/>
                  <a:gd name="T80" fmla="*/ 53 w 96"/>
                  <a:gd name="T81" fmla="*/ 85 h 103"/>
                  <a:gd name="T82" fmla="*/ 50 w 96"/>
                  <a:gd name="T83" fmla="*/ 88 h 103"/>
                  <a:gd name="T84" fmla="*/ 45 w 96"/>
                  <a:gd name="T85" fmla="*/ 91 h 103"/>
                  <a:gd name="T86" fmla="*/ 41 w 96"/>
                  <a:gd name="T87" fmla="*/ 91 h 103"/>
                  <a:gd name="T88" fmla="*/ 33 w 96"/>
                  <a:gd name="T89" fmla="*/ 89 h 103"/>
                  <a:gd name="T90" fmla="*/ 30 w 96"/>
                  <a:gd name="T91" fmla="*/ 82 h 103"/>
                  <a:gd name="T92" fmla="*/ 29 w 96"/>
                  <a:gd name="T93" fmla="*/ 71 h 103"/>
                  <a:gd name="T94" fmla="*/ 30 w 96"/>
                  <a:gd name="T95" fmla="*/ 65 h 103"/>
                  <a:gd name="T96" fmla="*/ 34 w 96"/>
                  <a:gd name="T97" fmla="*/ 59 h 103"/>
                  <a:gd name="T98" fmla="*/ 41 w 96"/>
                  <a:gd name="T99" fmla="*/ 54 h 103"/>
                  <a:gd name="T100" fmla="*/ 54 w 96"/>
                  <a:gd name="T101" fmla="*/ 5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6" h="103">
                    <a:moveTo>
                      <a:pt x="91" y="95"/>
                    </a:moveTo>
                    <a:lnTo>
                      <a:pt x="89" y="94"/>
                    </a:lnTo>
                    <a:lnTo>
                      <a:pt x="88" y="93"/>
                    </a:lnTo>
                    <a:lnTo>
                      <a:pt x="87" y="91"/>
                    </a:lnTo>
                    <a:lnTo>
                      <a:pt x="86" y="90"/>
                    </a:lnTo>
                    <a:lnTo>
                      <a:pt x="85" y="87"/>
                    </a:lnTo>
                    <a:lnTo>
                      <a:pt x="85" y="85"/>
                    </a:lnTo>
                    <a:lnTo>
                      <a:pt x="85" y="27"/>
                    </a:lnTo>
                    <a:lnTo>
                      <a:pt x="85" y="25"/>
                    </a:lnTo>
                    <a:lnTo>
                      <a:pt x="85" y="22"/>
                    </a:lnTo>
                    <a:lnTo>
                      <a:pt x="84" y="19"/>
                    </a:lnTo>
                    <a:lnTo>
                      <a:pt x="82" y="16"/>
                    </a:lnTo>
                    <a:lnTo>
                      <a:pt x="81" y="14"/>
                    </a:lnTo>
                    <a:lnTo>
                      <a:pt x="79" y="12"/>
                    </a:lnTo>
                    <a:lnTo>
                      <a:pt x="77" y="10"/>
                    </a:lnTo>
                    <a:lnTo>
                      <a:pt x="75" y="8"/>
                    </a:lnTo>
                    <a:lnTo>
                      <a:pt x="72" y="6"/>
                    </a:lnTo>
                    <a:lnTo>
                      <a:pt x="69" y="5"/>
                    </a:lnTo>
                    <a:lnTo>
                      <a:pt x="66" y="4"/>
                    </a:lnTo>
                    <a:lnTo>
                      <a:pt x="62" y="2"/>
                    </a:lnTo>
                    <a:lnTo>
                      <a:pt x="59" y="2"/>
                    </a:lnTo>
                    <a:lnTo>
                      <a:pt x="54" y="1"/>
                    </a:lnTo>
                    <a:lnTo>
                      <a:pt x="50" y="0"/>
                    </a:lnTo>
                    <a:lnTo>
                      <a:pt x="45" y="0"/>
                    </a:lnTo>
                    <a:lnTo>
                      <a:pt x="40" y="0"/>
                    </a:lnTo>
                    <a:lnTo>
                      <a:pt x="34" y="1"/>
                    </a:lnTo>
                    <a:lnTo>
                      <a:pt x="29" y="2"/>
                    </a:lnTo>
                    <a:lnTo>
                      <a:pt x="24" y="4"/>
                    </a:lnTo>
                    <a:lnTo>
                      <a:pt x="20" y="6"/>
                    </a:lnTo>
                    <a:lnTo>
                      <a:pt x="15" y="8"/>
                    </a:lnTo>
                    <a:lnTo>
                      <a:pt x="11" y="10"/>
                    </a:lnTo>
                    <a:lnTo>
                      <a:pt x="7" y="14"/>
                    </a:lnTo>
                    <a:lnTo>
                      <a:pt x="9" y="26"/>
                    </a:lnTo>
                    <a:lnTo>
                      <a:pt x="11" y="26"/>
                    </a:lnTo>
                    <a:lnTo>
                      <a:pt x="14" y="23"/>
                    </a:lnTo>
                    <a:lnTo>
                      <a:pt x="17" y="21"/>
                    </a:lnTo>
                    <a:lnTo>
                      <a:pt x="20" y="18"/>
                    </a:lnTo>
                    <a:lnTo>
                      <a:pt x="22" y="17"/>
                    </a:lnTo>
                    <a:lnTo>
                      <a:pt x="25" y="15"/>
                    </a:lnTo>
                    <a:lnTo>
                      <a:pt x="29" y="14"/>
                    </a:lnTo>
                    <a:lnTo>
                      <a:pt x="33" y="14"/>
                    </a:lnTo>
                    <a:lnTo>
                      <a:pt x="37" y="13"/>
                    </a:lnTo>
                    <a:lnTo>
                      <a:pt x="41" y="14"/>
                    </a:lnTo>
                    <a:lnTo>
                      <a:pt x="45" y="15"/>
                    </a:lnTo>
                    <a:lnTo>
                      <a:pt x="48" y="17"/>
                    </a:lnTo>
                    <a:lnTo>
                      <a:pt x="50" y="19"/>
                    </a:lnTo>
                    <a:lnTo>
                      <a:pt x="53" y="22"/>
                    </a:lnTo>
                    <a:lnTo>
                      <a:pt x="55" y="25"/>
                    </a:lnTo>
                    <a:lnTo>
                      <a:pt x="56" y="28"/>
                    </a:lnTo>
                    <a:lnTo>
                      <a:pt x="57" y="32"/>
                    </a:lnTo>
                    <a:lnTo>
                      <a:pt x="57" y="34"/>
                    </a:lnTo>
                    <a:lnTo>
                      <a:pt x="56" y="36"/>
                    </a:lnTo>
                    <a:lnTo>
                      <a:pt x="55" y="38"/>
                    </a:lnTo>
                    <a:lnTo>
                      <a:pt x="53" y="40"/>
                    </a:lnTo>
                    <a:lnTo>
                      <a:pt x="52" y="42"/>
                    </a:lnTo>
                    <a:lnTo>
                      <a:pt x="49" y="42"/>
                    </a:lnTo>
                    <a:lnTo>
                      <a:pt x="46" y="44"/>
                    </a:lnTo>
                    <a:lnTo>
                      <a:pt x="42" y="45"/>
                    </a:lnTo>
                    <a:lnTo>
                      <a:pt x="40" y="46"/>
                    </a:lnTo>
                    <a:lnTo>
                      <a:pt x="38" y="46"/>
                    </a:lnTo>
                    <a:lnTo>
                      <a:pt x="33" y="47"/>
                    </a:lnTo>
                    <a:lnTo>
                      <a:pt x="29" y="47"/>
                    </a:lnTo>
                    <a:lnTo>
                      <a:pt x="24" y="49"/>
                    </a:lnTo>
                    <a:lnTo>
                      <a:pt x="20" y="51"/>
                    </a:lnTo>
                    <a:lnTo>
                      <a:pt x="17" y="52"/>
                    </a:lnTo>
                    <a:lnTo>
                      <a:pt x="13" y="54"/>
                    </a:lnTo>
                    <a:lnTo>
                      <a:pt x="10" y="55"/>
                    </a:lnTo>
                    <a:lnTo>
                      <a:pt x="8" y="57"/>
                    </a:lnTo>
                    <a:lnTo>
                      <a:pt x="5" y="59"/>
                    </a:lnTo>
                    <a:lnTo>
                      <a:pt x="4" y="62"/>
                    </a:lnTo>
                    <a:lnTo>
                      <a:pt x="2" y="64"/>
                    </a:lnTo>
                    <a:lnTo>
                      <a:pt x="1" y="67"/>
                    </a:lnTo>
                    <a:lnTo>
                      <a:pt x="0" y="69"/>
                    </a:lnTo>
                    <a:lnTo>
                      <a:pt x="0" y="71"/>
                    </a:lnTo>
                    <a:lnTo>
                      <a:pt x="0" y="75"/>
                    </a:lnTo>
                    <a:lnTo>
                      <a:pt x="0" y="78"/>
                    </a:lnTo>
                    <a:lnTo>
                      <a:pt x="0" y="81"/>
                    </a:lnTo>
                    <a:lnTo>
                      <a:pt x="1" y="83"/>
                    </a:lnTo>
                    <a:lnTo>
                      <a:pt x="1" y="86"/>
                    </a:lnTo>
                    <a:lnTo>
                      <a:pt x="2" y="88"/>
                    </a:lnTo>
                    <a:lnTo>
                      <a:pt x="3" y="91"/>
                    </a:lnTo>
                    <a:lnTo>
                      <a:pt x="5" y="93"/>
                    </a:lnTo>
                    <a:lnTo>
                      <a:pt x="6" y="95"/>
                    </a:lnTo>
                    <a:lnTo>
                      <a:pt x="8" y="96"/>
                    </a:lnTo>
                    <a:lnTo>
                      <a:pt x="9" y="98"/>
                    </a:lnTo>
                    <a:lnTo>
                      <a:pt x="12" y="99"/>
                    </a:lnTo>
                    <a:lnTo>
                      <a:pt x="14" y="100"/>
                    </a:lnTo>
                    <a:lnTo>
                      <a:pt x="17" y="102"/>
                    </a:lnTo>
                    <a:lnTo>
                      <a:pt x="20" y="103"/>
                    </a:lnTo>
                    <a:lnTo>
                      <a:pt x="23" y="103"/>
                    </a:lnTo>
                    <a:lnTo>
                      <a:pt x="26" y="103"/>
                    </a:lnTo>
                    <a:lnTo>
                      <a:pt x="30" y="103"/>
                    </a:lnTo>
                    <a:lnTo>
                      <a:pt x="34" y="103"/>
                    </a:lnTo>
                    <a:lnTo>
                      <a:pt x="38" y="103"/>
                    </a:lnTo>
                    <a:lnTo>
                      <a:pt x="42" y="102"/>
                    </a:lnTo>
                    <a:lnTo>
                      <a:pt x="46" y="99"/>
                    </a:lnTo>
                    <a:lnTo>
                      <a:pt x="49" y="98"/>
                    </a:lnTo>
                    <a:lnTo>
                      <a:pt x="52" y="95"/>
                    </a:lnTo>
                    <a:lnTo>
                      <a:pt x="54" y="93"/>
                    </a:lnTo>
                    <a:lnTo>
                      <a:pt x="57" y="90"/>
                    </a:lnTo>
                    <a:lnTo>
                      <a:pt x="58" y="93"/>
                    </a:lnTo>
                    <a:lnTo>
                      <a:pt x="60" y="95"/>
                    </a:lnTo>
                    <a:lnTo>
                      <a:pt x="62" y="98"/>
                    </a:lnTo>
                    <a:lnTo>
                      <a:pt x="65" y="99"/>
                    </a:lnTo>
                    <a:lnTo>
                      <a:pt x="67" y="102"/>
                    </a:lnTo>
                    <a:lnTo>
                      <a:pt x="70" y="103"/>
                    </a:lnTo>
                    <a:lnTo>
                      <a:pt x="73" y="103"/>
                    </a:lnTo>
                    <a:lnTo>
                      <a:pt x="77" y="103"/>
                    </a:lnTo>
                    <a:lnTo>
                      <a:pt x="80" y="103"/>
                    </a:lnTo>
                    <a:lnTo>
                      <a:pt x="84" y="103"/>
                    </a:lnTo>
                    <a:lnTo>
                      <a:pt x="88" y="103"/>
                    </a:lnTo>
                    <a:lnTo>
                      <a:pt x="93" y="102"/>
                    </a:lnTo>
                    <a:lnTo>
                      <a:pt x="94" y="100"/>
                    </a:lnTo>
                    <a:lnTo>
                      <a:pt x="96" y="99"/>
                    </a:lnTo>
                    <a:lnTo>
                      <a:pt x="96" y="95"/>
                    </a:lnTo>
                    <a:lnTo>
                      <a:pt x="93" y="95"/>
                    </a:lnTo>
                    <a:lnTo>
                      <a:pt x="91" y="95"/>
                    </a:lnTo>
                    <a:close/>
                    <a:moveTo>
                      <a:pt x="57" y="68"/>
                    </a:moveTo>
                    <a:lnTo>
                      <a:pt x="57" y="74"/>
                    </a:lnTo>
                    <a:lnTo>
                      <a:pt x="55" y="79"/>
                    </a:lnTo>
                    <a:lnTo>
                      <a:pt x="55" y="81"/>
                    </a:lnTo>
                    <a:lnTo>
                      <a:pt x="53" y="83"/>
                    </a:lnTo>
                    <a:lnTo>
                      <a:pt x="53" y="85"/>
                    </a:lnTo>
                    <a:lnTo>
                      <a:pt x="52" y="87"/>
                    </a:lnTo>
                    <a:lnTo>
                      <a:pt x="51" y="87"/>
                    </a:lnTo>
                    <a:lnTo>
                      <a:pt x="50" y="88"/>
                    </a:lnTo>
                    <a:lnTo>
                      <a:pt x="49" y="90"/>
                    </a:lnTo>
                    <a:lnTo>
                      <a:pt x="47" y="91"/>
                    </a:lnTo>
                    <a:lnTo>
                      <a:pt x="45" y="91"/>
                    </a:lnTo>
                    <a:lnTo>
                      <a:pt x="45" y="91"/>
                    </a:lnTo>
                    <a:lnTo>
                      <a:pt x="42" y="91"/>
                    </a:lnTo>
                    <a:lnTo>
                      <a:pt x="41" y="91"/>
                    </a:lnTo>
                    <a:lnTo>
                      <a:pt x="38" y="91"/>
                    </a:lnTo>
                    <a:lnTo>
                      <a:pt x="36" y="91"/>
                    </a:lnTo>
                    <a:lnTo>
                      <a:pt x="33" y="89"/>
                    </a:lnTo>
                    <a:lnTo>
                      <a:pt x="32" y="87"/>
                    </a:lnTo>
                    <a:lnTo>
                      <a:pt x="31" y="85"/>
                    </a:lnTo>
                    <a:lnTo>
                      <a:pt x="30" y="82"/>
                    </a:lnTo>
                    <a:lnTo>
                      <a:pt x="29" y="79"/>
                    </a:lnTo>
                    <a:lnTo>
                      <a:pt x="29" y="75"/>
                    </a:lnTo>
                    <a:lnTo>
                      <a:pt x="29" y="71"/>
                    </a:lnTo>
                    <a:lnTo>
                      <a:pt x="29" y="70"/>
                    </a:lnTo>
                    <a:lnTo>
                      <a:pt x="29" y="67"/>
                    </a:lnTo>
                    <a:lnTo>
                      <a:pt x="30" y="65"/>
                    </a:lnTo>
                    <a:lnTo>
                      <a:pt x="31" y="63"/>
                    </a:lnTo>
                    <a:lnTo>
                      <a:pt x="33" y="61"/>
                    </a:lnTo>
                    <a:lnTo>
                      <a:pt x="34" y="59"/>
                    </a:lnTo>
                    <a:lnTo>
                      <a:pt x="36" y="57"/>
                    </a:lnTo>
                    <a:lnTo>
                      <a:pt x="38" y="55"/>
                    </a:lnTo>
                    <a:lnTo>
                      <a:pt x="41" y="54"/>
                    </a:lnTo>
                    <a:lnTo>
                      <a:pt x="45" y="52"/>
                    </a:lnTo>
                    <a:lnTo>
                      <a:pt x="50" y="51"/>
                    </a:lnTo>
                    <a:lnTo>
                      <a:pt x="54" y="50"/>
                    </a:lnTo>
                    <a:lnTo>
                      <a:pt x="57" y="48"/>
                    </a:lnTo>
                    <a:lnTo>
                      <a:pt x="57" y="6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9" name="îŝḻïḓé"/>
              <p:cNvSpPr/>
              <p:nvPr userDrawn="1"/>
            </p:nvSpPr>
            <p:spPr bwMode="auto">
              <a:xfrm>
                <a:off x="6323013" y="4038601"/>
                <a:ext cx="200025" cy="228600"/>
              </a:xfrm>
              <a:custGeom>
                <a:avLst/>
                <a:gdLst>
                  <a:gd name="T0" fmla="*/ 121 w 126"/>
                  <a:gd name="T1" fmla="*/ 0 h 144"/>
                  <a:gd name="T2" fmla="*/ 113 w 126"/>
                  <a:gd name="T3" fmla="*/ 0 h 144"/>
                  <a:gd name="T4" fmla="*/ 109 w 126"/>
                  <a:gd name="T5" fmla="*/ 63 h 144"/>
                  <a:gd name="T6" fmla="*/ 107 w 126"/>
                  <a:gd name="T7" fmla="*/ 91 h 144"/>
                  <a:gd name="T8" fmla="*/ 106 w 126"/>
                  <a:gd name="T9" fmla="*/ 100 h 144"/>
                  <a:gd name="T10" fmla="*/ 105 w 126"/>
                  <a:gd name="T11" fmla="*/ 107 h 144"/>
                  <a:gd name="T12" fmla="*/ 102 w 126"/>
                  <a:gd name="T13" fmla="*/ 112 h 144"/>
                  <a:gd name="T14" fmla="*/ 98 w 126"/>
                  <a:gd name="T15" fmla="*/ 118 h 144"/>
                  <a:gd name="T16" fmla="*/ 94 w 126"/>
                  <a:gd name="T17" fmla="*/ 123 h 144"/>
                  <a:gd name="T18" fmla="*/ 90 w 126"/>
                  <a:gd name="T19" fmla="*/ 126 h 144"/>
                  <a:gd name="T20" fmla="*/ 86 w 126"/>
                  <a:gd name="T21" fmla="*/ 128 h 144"/>
                  <a:gd name="T22" fmla="*/ 80 w 126"/>
                  <a:gd name="T23" fmla="*/ 131 h 144"/>
                  <a:gd name="T24" fmla="*/ 74 w 126"/>
                  <a:gd name="T25" fmla="*/ 131 h 144"/>
                  <a:gd name="T26" fmla="*/ 68 w 126"/>
                  <a:gd name="T27" fmla="*/ 131 h 144"/>
                  <a:gd name="T28" fmla="*/ 61 w 126"/>
                  <a:gd name="T29" fmla="*/ 131 h 144"/>
                  <a:gd name="T30" fmla="*/ 54 w 126"/>
                  <a:gd name="T31" fmla="*/ 130 h 144"/>
                  <a:gd name="T32" fmla="*/ 49 w 126"/>
                  <a:gd name="T33" fmla="*/ 127 h 144"/>
                  <a:gd name="T34" fmla="*/ 45 w 126"/>
                  <a:gd name="T35" fmla="*/ 123 h 144"/>
                  <a:gd name="T36" fmla="*/ 40 w 126"/>
                  <a:gd name="T37" fmla="*/ 119 h 144"/>
                  <a:gd name="T38" fmla="*/ 37 w 126"/>
                  <a:gd name="T39" fmla="*/ 113 h 144"/>
                  <a:gd name="T40" fmla="*/ 34 w 126"/>
                  <a:gd name="T41" fmla="*/ 107 h 144"/>
                  <a:gd name="T42" fmla="*/ 33 w 126"/>
                  <a:gd name="T43" fmla="*/ 99 h 144"/>
                  <a:gd name="T44" fmla="*/ 31 w 126"/>
                  <a:gd name="T45" fmla="*/ 83 h 144"/>
                  <a:gd name="T46" fmla="*/ 31 w 126"/>
                  <a:gd name="T47" fmla="*/ 58 h 144"/>
                  <a:gd name="T48" fmla="*/ 28 w 126"/>
                  <a:gd name="T49" fmla="*/ 0 h 144"/>
                  <a:gd name="T50" fmla="*/ 21 w 126"/>
                  <a:gd name="T51" fmla="*/ 1 h 144"/>
                  <a:gd name="T52" fmla="*/ 17 w 126"/>
                  <a:gd name="T53" fmla="*/ 1 h 144"/>
                  <a:gd name="T54" fmla="*/ 13 w 126"/>
                  <a:gd name="T55" fmla="*/ 1 h 144"/>
                  <a:gd name="T56" fmla="*/ 9 w 126"/>
                  <a:gd name="T57" fmla="*/ 1 h 144"/>
                  <a:gd name="T58" fmla="*/ 3 w 126"/>
                  <a:gd name="T59" fmla="*/ 0 h 144"/>
                  <a:gd name="T60" fmla="*/ 0 w 126"/>
                  <a:gd name="T61" fmla="*/ 85 h 144"/>
                  <a:gd name="T62" fmla="*/ 1 w 126"/>
                  <a:gd name="T63" fmla="*/ 99 h 144"/>
                  <a:gd name="T64" fmla="*/ 4 w 126"/>
                  <a:gd name="T65" fmla="*/ 111 h 144"/>
                  <a:gd name="T66" fmla="*/ 6 w 126"/>
                  <a:gd name="T67" fmla="*/ 119 h 144"/>
                  <a:gd name="T68" fmla="*/ 10 w 126"/>
                  <a:gd name="T69" fmla="*/ 125 h 144"/>
                  <a:gd name="T70" fmla="*/ 16 w 126"/>
                  <a:gd name="T71" fmla="*/ 131 h 144"/>
                  <a:gd name="T72" fmla="*/ 23 w 126"/>
                  <a:gd name="T73" fmla="*/ 136 h 144"/>
                  <a:gd name="T74" fmla="*/ 31 w 126"/>
                  <a:gd name="T75" fmla="*/ 139 h 144"/>
                  <a:gd name="T76" fmla="*/ 41 w 126"/>
                  <a:gd name="T77" fmla="*/ 142 h 144"/>
                  <a:gd name="T78" fmla="*/ 52 w 126"/>
                  <a:gd name="T79" fmla="*/ 143 h 144"/>
                  <a:gd name="T80" fmla="*/ 64 w 126"/>
                  <a:gd name="T81" fmla="*/ 144 h 144"/>
                  <a:gd name="T82" fmla="*/ 74 w 126"/>
                  <a:gd name="T83" fmla="*/ 143 h 144"/>
                  <a:gd name="T84" fmla="*/ 85 w 126"/>
                  <a:gd name="T85" fmla="*/ 142 h 144"/>
                  <a:gd name="T86" fmla="*/ 94 w 126"/>
                  <a:gd name="T87" fmla="*/ 139 h 144"/>
                  <a:gd name="T88" fmla="*/ 103 w 126"/>
                  <a:gd name="T89" fmla="*/ 135 h 144"/>
                  <a:gd name="T90" fmla="*/ 109 w 126"/>
                  <a:gd name="T91" fmla="*/ 131 h 144"/>
                  <a:gd name="T92" fmla="*/ 114 w 126"/>
                  <a:gd name="T93" fmla="*/ 126 h 144"/>
                  <a:gd name="T94" fmla="*/ 118 w 126"/>
                  <a:gd name="T95" fmla="*/ 119 h 144"/>
                  <a:gd name="T96" fmla="*/ 121 w 126"/>
                  <a:gd name="T97" fmla="*/ 113 h 144"/>
                  <a:gd name="T98" fmla="*/ 123 w 126"/>
                  <a:gd name="T99" fmla="*/ 104 h 144"/>
                  <a:gd name="T100" fmla="*/ 125 w 126"/>
                  <a:gd name="T101" fmla="*/ 95 h 144"/>
                  <a:gd name="T102" fmla="*/ 126 w 126"/>
                  <a:gd name="T103" fmla="*/ 86 h 144"/>
                  <a:gd name="T104" fmla="*/ 125 w 126"/>
                  <a:gd name="T105" fmla="*/ 7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6" h="144">
                    <a:moveTo>
                      <a:pt x="125" y="0"/>
                    </a:moveTo>
                    <a:lnTo>
                      <a:pt x="121" y="0"/>
                    </a:lnTo>
                    <a:lnTo>
                      <a:pt x="117" y="0"/>
                    </a:lnTo>
                    <a:lnTo>
                      <a:pt x="113" y="0"/>
                    </a:lnTo>
                    <a:lnTo>
                      <a:pt x="109" y="0"/>
                    </a:lnTo>
                    <a:lnTo>
                      <a:pt x="109" y="63"/>
                    </a:lnTo>
                    <a:lnTo>
                      <a:pt x="109" y="78"/>
                    </a:lnTo>
                    <a:lnTo>
                      <a:pt x="107" y="91"/>
                    </a:lnTo>
                    <a:lnTo>
                      <a:pt x="107" y="96"/>
                    </a:lnTo>
                    <a:lnTo>
                      <a:pt x="106" y="100"/>
                    </a:lnTo>
                    <a:lnTo>
                      <a:pt x="106" y="103"/>
                    </a:lnTo>
                    <a:lnTo>
                      <a:pt x="105" y="107"/>
                    </a:lnTo>
                    <a:lnTo>
                      <a:pt x="103" y="110"/>
                    </a:lnTo>
                    <a:lnTo>
                      <a:pt x="102" y="112"/>
                    </a:lnTo>
                    <a:lnTo>
                      <a:pt x="100" y="115"/>
                    </a:lnTo>
                    <a:lnTo>
                      <a:pt x="98" y="118"/>
                    </a:lnTo>
                    <a:lnTo>
                      <a:pt x="97" y="120"/>
                    </a:lnTo>
                    <a:lnTo>
                      <a:pt x="94" y="123"/>
                    </a:lnTo>
                    <a:lnTo>
                      <a:pt x="93" y="124"/>
                    </a:lnTo>
                    <a:lnTo>
                      <a:pt x="90" y="126"/>
                    </a:lnTo>
                    <a:lnTo>
                      <a:pt x="88" y="127"/>
                    </a:lnTo>
                    <a:lnTo>
                      <a:pt x="86" y="128"/>
                    </a:lnTo>
                    <a:lnTo>
                      <a:pt x="83" y="130"/>
                    </a:lnTo>
                    <a:lnTo>
                      <a:pt x="80" y="131"/>
                    </a:lnTo>
                    <a:lnTo>
                      <a:pt x="78" y="131"/>
                    </a:lnTo>
                    <a:lnTo>
                      <a:pt x="74" y="131"/>
                    </a:lnTo>
                    <a:lnTo>
                      <a:pt x="71" y="131"/>
                    </a:lnTo>
                    <a:lnTo>
                      <a:pt x="68" y="131"/>
                    </a:lnTo>
                    <a:lnTo>
                      <a:pt x="65" y="131"/>
                    </a:lnTo>
                    <a:lnTo>
                      <a:pt x="61" y="131"/>
                    </a:lnTo>
                    <a:lnTo>
                      <a:pt x="57" y="131"/>
                    </a:lnTo>
                    <a:lnTo>
                      <a:pt x="54" y="130"/>
                    </a:lnTo>
                    <a:lnTo>
                      <a:pt x="52" y="128"/>
                    </a:lnTo>
                    <a:lnTo>
                      <a:pt x="49" y="127"/>
                    </a:lnTo>
                    <a:lnTo>
                      <a:pt x="46" y="125"/>
                    </a:lnTo>
                    <a:lnTo>
                      <a:pt x="45" y="123"/>
                    </a:lnTo>
                    <a:lnTo>
                      <a:pt x="42" y="121"/>
                    </a:lnTo>
                    <a:lnTo>
                      <a:pt x="40" y="119"/>
                    </a:lnTo>
                    <a:lnTo>
                      <a:pt x="38" y="115"/>
                    </a:lnTo>
                    <a:lnTo>
                      <a:pt x="37" y="113"/>
                    </a:lnTo>
                    <a:lnTo>
                      <a:pt x="35" y="110"/>
                    </a:lnTo>
                    <a:lnTo>
                      <a:pt x="34" y="107"/>
                    </a:lnTo>
                    <a:lnTo>
                      <a:pt x="33" y="103"/>
                    </a:lnTo>
                    <a:lnTo>
                      <a:pt x="33" y="99"/>
                    </a:lnTo>
                    <a:lnTo>
                      <a:pt x="32" y="92"/>
                    </a:lnTo>
                    <a:lnTo>
                      <a:pt x="31" y="83"/>
                    </a:lnTo>
                    <a:lnTo>
                      <a:pt x="31" y="72"/>
                    </a:lnTo>
                    <a:lnTo>
                      <a:pt x="31" y="58"/>
                    </a:lnTo>
                    <a:lnTo>
                      <a:pt x="31" y="0"/>
                    </a:lnTo>
                    <a:lnTo>
                      <a:pt x="28" y="0"/>
                    </a:lnTo>
                    <a:lnTo>
                      <a:pt x="23" y="1"/>
                    </a:lnTo>
                    <a:lnTo>
                      <a:pt x="21" y="1"/>
                    </a:lnTo>
                    <a:lnTo>
                      <a:pt x="18" y="1"/>
                    </a:lnTo>
                    <a:lnTo>
                      <a:pt x="17" y="1"/>
                    </a:lnTo>
                    <a:lnTo>
                      <a:pt x="16" y="1"/>
                    </a:lnTo>
                    <a:lnTo>
                      <a:pt x="13" y="1"/>
                    </a:lnTo>
                    <a:lnTo>
                      <a:pt x="12" y="1"/>
                    </a:lnTo>
                    <a:lnTo>
                      <a:pt x="9" y="1"/>
                    </a:lnTo>
                    <a:lnTo>
                      <a:pt x="7" y="1"/>
                    </a:lnTo>
                    <a:lnTo>
                      <a:pt x="3" y="0"/>
                    </a:lnTo>
                    <a:lnTo>
                      <a:pt x="0" y="0"/>
                    </a:lnTo>
                    <a:lnTo>
                      <a:pt x="0" y="85"/>
                    </a:lnTo>
                    <a:lnTo>
                      <a:pt x="0" y="92"/>
                    </a:lnTo>
                    <a:lnTo>
                      <a:pt x="1" y="99"/>
                    </a:lnTo>
                    <a:lnTo>
                      <a:pt x="1" y="106"/>
                    </a:lnTo>
                    <a:lnTo>
                      <a:pt x="4" y="111"/>
                    </a:lnTo>
                    <a:lnTo>
                      <a:pt x="5" y="115"/>
                    </a:lnTo>
                    <a:lnTo>
                      <a:pt x="6" y="119"/>
                    </a:lnTo>
                    <a:lnTo>
                      <a:pt x="8" y="123"/>
                    </a:lnTo>
                    <a:lnTo>
                      <a:pt x="10" y="125"/>
                    </a:lnTo>
                    <a:lnTo>
                      <a:pt x="13" y="128"/>
                    </a:lnTo>
                    <a:lnTo>
                      <a:pt x="16" y="131"/>
                    </a:lnTo>
                    <a:lnTo>
                      <a:pt x="19" y="134"/>
                    </a:lnTo>
                    <a:lnTo>
                      <a:pt x="23" y="136"/>
                    </a:lnTo>
                    <a:lnTo>
                      <a:pt x="27" y="138"/>
                    </a:lnTo>
                    <a:lnTo>
                      <a:pt x="31" y="139"/>
                    </a:lnTo>
                    <a:lnTo>
                      <a:pt x="36" y="141"/>
                    </a:lnTo>
                    <a:lnTo>
                      <a:pt x="41" y="142"/>
                    </a:lnTo>
                    <a:lnTo>
                      <a:pt x="46" y="143"/>
                    </a:lnTo>
                    <a:lnTo>
                      <a:pt x="52" y="143"/>
                    </a:lnTo>
                    <a:lnTo>
                      <a:pt x="57" y="144"/>
                    </a:lnTo>
                    <a:lnTo>
                      <a:pt x="64" y="144"/>
                    </a:lnTo>
                    <a:lnTo>
                      <a:pt x="70" y="144"/>
                    </a:lnTo>
                    <a:lnTo>
                      <a:pt x="74" y="143"/>
                    </a:lnTo>
                    <a:lnTo>
                      <a:pt x="80" y="143"/>
                    </a:lnTo>
                    <a:lnTo>
                      <a:pt x="85" y="142"/>
                    </a:lnTo>
                    <a:lnTo>
                      <a:pt x="90" y="140"/>
                    </a:lnTo>
                    <a:lnTo>
                      <a:pt x="94" y="139"/>
                    </a:lnTo>
                    <a:lnTo>
                      <a:pt x="98" y="137"/>
                    </a:lnTo>
                    <a:lnTo>
                      <a:pt x="103" y="135"/>
                    </a:lnTo>
                    <a:lnTo>
                      <a:pt x="106" y="133"/>
                    </a:lnTo>
                    <a:lnTo>
                      <a:pt x="109" y="131"/>
                    </a:lnTo>
                    <a:lnTo>
                      <a:pt x="111" y="128"/>
                    </a:lnTo>
                    <a:lnTo>
                      <a:pt x="114" y="126"/>
                    </a:lnTo>
                    <a:lnTo>
                      <a:pt x="116" y="123"/>
                    </a:lnTo>
                    <a:lnTo>
                      <a:pt x="118" y="119"/>
                    </a:lnTo>
                    <a:lnTo>
                      <a:pt x="119" y="116"/>
                    </a:lnTo>
                    <a:lnTo>
                      <a:pt x="121" y="113"/>
                    </a:lnTo>
                    <a:lnTo>
                      <a:pt x="122" y="109"/>
                    </a:lnTo>
                    <a:lnTo>
                      <a:pt x="123" y="104"/>
                    </a:lnTo>
                    <a:lnTo>
                      <a:pt x="124" y="100"/>
                    </a:lnTo>
                    <a:lnTo>
                      <a:pt x="125" y="95"/>
                    </a:lnTo>
                    <a:lnTo>
                      <a:pt x="125" y="91"/>
                    </a:lnTo>
                    <a:lnTo>
                      <a:pt x="126" y="86"/>
                    </a:lnTo>
                    <a:lnTo>
                      <a:pt x="126" y="80"/>
                    </a:lnTo>
                    <a:lnTo>
                      <a:pt x="125" y="74"/>
                    </a:lnTo>
                    <a:lnTo>
                      <a:pt x="125"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0" name="iṧľîḑê"/>
              <p:cNvSpPr/>
              <p:nvPr userDrawn="1"/>
            </p:nvSpPr>
            <p:spPr bwMode="auto">
              <a:xfrm>
                <a:off x="6588126" y="4102101"/>
                <a:ext cx="147638" cy="161925"/>
              </a:xfrm>
              <a:custGeom>
                <a:avLst/>
                <a:gdLst>
                  <a:gd name="T0" fmla="*/ 91 w 93"/>
                  <a:gd name="T1" fmla="*/ 23 h 102"/>
                  <a:gd name="T2" fmla="*/ 89 w 93"/>
                  <a:gd name="T3" fmla="*/ 16 h 102"/>
                  <a:gd name="T4" fmla="*/ 85 w 93"/>
                  <a:gd name="T5" fmla="*/ 10 h 102"/>
                  <a:gd name="T6" fmla="*/ 80 w 93"/>
                  <a:gd name="T7" fmla="*/ 6 h 102"/>
                  <a:gd name="T8" fmla="*/ 75 w 93"/>
                  <a:gd name="T9" fmla="*/ 2 h 102"/>
                  <a:gd name="T10" fmla="*/ 68 w 93"/>
                  <a:gd name="T11" fmla="*/ 1 h 102"/>
                  <a:gd name="T12" fmla="*/ 60 w 93"/>
                  <a:gd name="T13" fmla="*/ 0 h 102"/>
                  <a:gd name="T14" fmla="*/ 51 w 93"/>
                  <a:gd name="T15" fmla="*/ 1 h 102"/>
                  <a:gd name="T16" fmla="*/ 43 w 93"/>
                  <a:gd name="T17" fmla="*/ 5 h 102"/>
                  <a:gd name="T18" fmla="*/ 35 w 93"/>
                  <a:gd name="T19" fmla="*/ 10 h 102"/>
                  <a:gd name="T20" fmla="*/ 27 w 93"/>
                  <a:gd name="T21" fmla="*/ 17 h 102"/>
                  <a:gd name="T22" fmla="*/ 24 w 93"/>
                  <a:gd name="T23" fmla="*/ 2 h 102"/>
                  <a:gd name="T24" fmla="*/ 17 w 93"/>
                  <a:gd name="T25" fmla="*/ 2 h 102"/>
                  <a:gd name="T26" fmla="*/ 10 w 93"/>
                  <a:gd name="T27" fmla="*/ 2 h 102"/>
                  <a:gd name="T28" fmla="*/ 3 w 93"/>
                  <a:gd name="T29" fmla="*/ 2 h 102"/>
                  <a:gd name="T30" fmla="*/ 0 w 93"/>
                  <a:gd name="T31" fmla="*/ 102 h 102"/>
                  <a:gd name="T32" fmla="*/ 7 w 93"/>
                  <a:gd name="T33" fmla="*/ 102 h 102"/>
                  <a:gd name="T34" fmla="*/ 15 w 93"/>
                  <a:gd name="T35" fmla="*/ 102 h 102"/>
                  <a:gd name="T36" fmla="*/ 22 w 93"/>
                  <a:gd name="T37" fmla="*/ 102 h 102"/>
                  <a:gd name="T38" fmla="*/ 28 w 93"/>
                  <a:gd name="T39" fmla="*/ 102 h 102"/>
                  <a:gd name="T40" fmla="*/ 28 w 93"/>
                  <a:gd name="T41" fmla="*/ 51 h 102"/>
                  <a:gd name="T42" fmla="*/ 28 w 93"/>
                  <a:gd name="T43" fmla="*/ 42 h 102"/>
                  <a:gd name="T44" fmla="*/ 30 w 93"/>
                  <a:gd name="T45" fmla="*/ 34 h 102"/>
                  <a:gd name="T46" fmla="*/ 31 w 93"/>
                  <a:gd name="T47" fmla="*/ 29 h 102"/>
                  <a:gd name="T48" fmla="*/ 33 w 93"/>
                  <a:gd name="T49" fmla="*/ 24 h 102"/>
                  <a:gd name="T50" fmla="*/ 37 w 93"/>
                  <a:gd name="T51" fmla="*/ 21 h 102"/>
                  <a:gd name="T52" fmla="*/ 40 w 93"/>
                  <a:gd name="T53" fmla="*/ 18 h 102"/>
                  <a:gd name="T54" fmla="*/ 44 w 93"/>
                  <a:gd name="T55" fmla="*/ 18 h 102"/>
                  <a:gd name="T56" fmla="*/ 49 w 93"/>
                  <a:gd name="T57" fmla="*/ 17 h 102"/>
                  <a:gd name="T58" fmla="*/ 53 w 93"/>
                  <a:gd name="T59" fmla="*/ 18 h 102"/>
                  <a:gd name="T60" fmla="*/ 56 w 93"/>
                  <a:gd name="T61" fmla="*/ 20 h 102"/>
                  <a:gd name="T62" fmla="*/ 59 w 93"/>
                  <a:gd name="T63" fmla="*/ 23 h 102"/>
                  <a:gd name="T64" fmla="*/ 61 w 93"/>
                  <a:gd name="T65" fmla="*/ 27 h 102"/>
                  <a:gd name="T66" fmla="*/ 63 w 93"/>
                  <a:gd name="T67" fmla="*/ 33 h 102"/>
                  <a:gd name="T68" fmla="*/ 64 w 93"/>
                  <a:gd name="T69" fmla="*/ 43 h 102"/>
                  <a:gd name="T70" fmla="*/ 64 w 93"/>
                  <a:gd name="T71" fmla="*/ 102 h 102"/>
                  <a:gd name="T72" fmla="*/ 71 w 93"/>
                  <a:gd name="T73" fmla="*/ 102 h 102"/>
                  <a:gd name="T74" fmla="*/ 78 w 93"/>
                  <a:gd name="T75" fmla="*/ 102 h 102"/>
                  <a:gd name="T76" fmla="*/ 85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0" y="20"/>
                    </a:lnTo>
                    <a:lnTo>
                      <a:pt x="89" y="16"/>
                    </a:lnTo>
                    <a:lnTo>
                      <a:pt x="87" y="13"/>
                    </a:lnTo>
                    <a:lnTo>
                      <a:pt x="85" y="10"/>
                    </a:lnTo>
                    <a:lnTo>
                      <a:pt x="83" y="8"/>
                    </a:lnTo>
                    <a:lnTo>
                      <a:pt x="80" y="6"/>
                    </a:lnTo>
                    <a:lnTo>
                      <a:pt x="78" y="4"/>
                    </a:lnTo>
                    <a:lnTo>
                      <a:pt x="75" y="2"/>
                    </a:lnTo>
                    <a:lnTo>
                      <a:pt x="71" y="2"/>
                    </a:lnTo>
                    <a:lnTo>
                      <a:pt x="68" y="1"/>
                    </a:lnTo>
                    <a:lnTo>
                      <a:pt x="64" y="0"/>
                    </a:lnTo>
                    <a:lnTo>
                      <a:pt x="60" y="0"/>
                    </a:lnTo>
                    <a:lnTo>
                      <a:pt x="55" y="0"/>
                    </a:lnTo>
                    <a:lnTo>
                      <a:pt x="51" y="1"/>
                    </a:lnTo>
                    <a:lnTo>
                      <a:pt x="47" y="3"/>
                    </a:lnTo>
                    <a:lnTo>
                      <a:pt x="43" y="5"/>
                    </a:lnTo>
                    <a:lnTo>
                      <a:pt x="39" y="7"/>
                    </a:lnTo>
                    <a:lnTo>
                      <a:pt x="35" y="10"/>
                    </a:lnTo>
                    <a:lnTo>
                      <a:pt x="31" y="14"/>
                    </a:lnTo>
                    <a:lnTo>
                      <a:pt x="27" y="17"/>
                    </a:lnTo>
                    <a:lnTo>
                      <a:pt x="27" y="2"/>
                    </a:lnTo>
                    <a:lnTo>
                      <a:pt x="24" y="2"/>
                    </a:lnTo>
                    <a:lnTo>
                      <a:pt x="20" y="2"/>
                    </a:lnTo>
                    <a:lnTo>
                      <a:pt x="17" y="2"/>
                    </a:lnTo>
                    <a:lnTo>
                      <a:pt x="14" y="2"/>
                    </a:lnTo>
                    <a:lnTo>
                      <a:pt x="10" y="2"/>
                    </a:lnTo>
                    <a:lnTo>
                      <a:pt x="7" y="2"/>
                    </a:lnTo>
                    <a:lnTo>
                      <a:pt x="3" y="2"/>
                    </a:lnTo>
                    <a:lnTo>
                      <a:pt x="0" y="2"/>
                    </a:lnTo>
                    <a:lnTo>
                      <a:pt x="0" y="102"/>
                    </a:lnTo>
                    <a:lnTo>
                      <a:pt x="3" y="102"/>
                    </a:lnTo>
                    <a:lnTo>
                      <a:pt x="7" y="102"/>
                    </a:lnTo>
                    <a:lnTo>
                      <a:pt x="11" y="102"/>
                    </a:lnTo>
                    <a:lnTo>
                      <a:pt x="15" y="102"/>
                    </a:lnTo>
                    <a:lnTo>
                      <a:pt x="19" y="102"/>
                    </a:lnTo>
                    <a:lnTo>
                      <a:pt x="22" y="102"/>
                    </a:lnTo>
                    <a:lnTo>
                      <a:pt x="25" y="102"/>
                    </a:lnTo>
                    <a:lnTo>
                      <a:pt x="28" y="102"/>
                    </a:lnTo>
                    <a:lnTo>
                      <a:pt x="28" y="55"/>
                    </a:lnTo>
                    <a:lnTo>
                      <a:pt x="28" y="51"/>
                    </a:lnTo>
                    <a:lnTo>
                      <a:pt x="28" y="46"/>
                    </a:lnTo>
                    <a:lnTo>
                      <a:pt x="28" y="42"/>
                    </a:lnTo>
                    <a:lnTo>
                      <a:pt x="29" y="38"/>
                    </a:lnTo>
                    <a:lnTo>
                      <a:pt x="30" y="34"/>
                    </a:lnTo>
                    <a:lnTo>
                      <a:pt x="30" y="32"/>
                    </a:lnTo>
                    <a:lnTo>
                      <a:pt x="31" y="29"/>
                    </a:lnTo>
                    <a:lnTo>
                      <a:pt x="32" y="26"/>
                    </a:lnTo>
                    <a:lnTo>
                      <a:pt x="33" y="24"/>
                    </a:lnTo>
                    <a:lnTo>
                      <a:pt x="35" y="22"/>
                    </a:lnTo>
                    <a:lnTo>
                      <a:pt x="37" y="21"/>
                    </a:lnTo>
                    <a:lnTo>
                      <a:pt x="39" y="19"/>
                    </a:lnTo>
                    <a:lnTo>
                      <a:pt x="40" y="18"/>
                    </a:lnTo>
                    <a:lnTo>
                      <a:pt x="43" y="18"/>
                    </a:lnTo>
                    <a:lnTo>
                      <a:pt x="44" y="18"/>
                    </a:lnTo>
                    <a:lnTo>
                      <a:pt x="47" y="17"/>
                    </a:lnTo>
                    <a:lnTo>
                      <a:pt x="49" y="17"/>
                    </a:lnTo>
                    <a:lnTo>
                      <a:pt x="51" y="18"/>
                    </a:lnTo>
                    <a:lnTo>
                      <a:pt x="53" y="18"/>
                    </a:lnTo>
                    <a:lnTo>
                      <a:pt x="55" y="19"/>
                    </a:lnTo>
                    <a:lnTo>
                      <a:pt x="56" y="20"/>
                    </a:lnTo>
                    <a:lnTo>
                      <a:pt x="58" y="22"/>
                    </a:lnTo>
                    <a:lnTo>
                      <a:pt x="59" y="23"/>
                    </a:lnTo>
                    <a:lnTo>
                      <a:pt x="60" y="26"/>
                    </a:lnTo>
                    <a:lnTo>
                      <a:pt x="61" y="27"/>
                    </a:lnTo>
                    <a:lnTo>
                      <a:pt x="63" y="30"/>
                    </a:lnTo>
                    <a:lnTo>
                      <a:pt x="63" y="33"/>
                    </a:lnTo>
                    <a:lnTo>
                      <a:pt x="63" y="36"/>
                    </a:lnTo>
                    <a:lnTo>
                      <a:pt x="64" y="43"/>
                    </a:lnTo>
                    <a:lnTo>
                      <a:pt x="64" y="51"/>
                    </a:lnTo>
                    <a:lnTo>
                      <a:pt x="64" y="102"/>
                    </a:lnTo>
                    <a:lnTo>
                      <a:pt x="67" y="102"/>
                    </a:lnTo>
                    <a:lnTo>
                      <a:pt x="71" y="102"/>
                    </a:lnTo>
                    <a:lnTo>
                      <a:pt x="75" y="102"/>
                    </a:lnTo>
                    <a:lnTo>
                      <a:pt x="78" y="102"/>
                    </a:lnTo>
                    <a:lnTo>
                      <a:pt x="82" y="102"/>
                    </a:lnTo>
                    <a:lnTo>
                      <a:pt x="85" y="102"/>
                    </a:lnTo>
                    <a:lnTo>
                      <a:pt x="89" y="102"/>
                    </a:lnTo>
                    <a:lnTo>
                      <a:pt x="93" y="102"/>
                    </a:lnTo>
                    <a:lnTo>
                      <a:pt x="93" y="42"/>
                    </a:lnTo>
                    <a:lnTo>
                      <a:pt x="93" y="36"/>
                    </a:lnTo>
                    <a:lnTo>
                      <a:pt x="92"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1" name="îŝ1îde"/>
              <p:cNvSpPr/>
              <p:nvPr userDrawn="1"/>
            </p:nvSpPr>
            <p:spPr bwMode="auto">
              <a:xfrm>
                <a:off x="6796088" y="4105276"/>
                <a:ext cx="44450" cy="158750"/>
              </a:xfrm>
              <a:custGeom>
                <a:avLst/>
                <a:gdLst>
                  <a:gd name="T0" fmla="*/ 20 w 28"/>
                  <a:gd name="T1" fmla="*/ 0 h 100"/>
                  <a:gd name="T2" fmla="*/ 17 w 28"/>
                  <a:gd name="T3" fmla="*/ 0 h 100"/>
                  <a:gd name="T4" fmla="*/ 14 w 28"/>
                  <a:gd name="T5" fmla="*/ 0 h 100"/>
                  <a:gd name="T6" fmla="*/ 11 w 28"/>
                  <a:gd name="T7" fmla="*/ 0 h 100"/>
                  <a:gd name="T8" fmla="*/ 7 w 28"/>
                  <a:gd name="T9" fmla="*/ 0 h 100"/>
                  <a:gd name="T10" fmla="*/ 3 w 28"/>
                  <a:gd name="T11" fmla="*/ 0 h 100"/>
                  <a:gd name="T12" fmla="*/ 0 w 28"/>
                  <a:gd name="T13" fmla="*/ 0 h 100"/>
                  <a:gd name="T14" fmla="*/ 0 w 28"/>
                  <a:gd name="T15" fmla="*/ 100 h 100"/>
                  <a:gd name="T16" fmla="*/ 3 w 28"/>
                  <a:gd name="T17" fmla="*/ 100 h 100"/>
                  <a:gd name="T18" fmla="*/ 7 w 28"/>
                  <a:gd name="T19" fmla="*/ 100 h 100"/>
                  <a:gd name="T20" fmla="*/ 11 w 28"/>
                  <a:gd name="T21" fmla="*/ 100 h 100"/>
                  <a:gd name="T22" fmla="*/ 14 w 28"/>
                  <a:gd name="T23" fmla="*/ 100 h 100"/>
                  <a:gd name="T24" fmla="*/ 17 w 28"/>
                  <a:gd name="T25" fmla="*/ 100 h 100"/>
                  <a:gd name="T26" fmla="*/ 20 w 28"/>
                  <a:gd name="T27" fmla="*/ 100 h 100"/>
                  <a:gd name="T28" fmla="*/ 24 w 28"/>
                  <a:gd name="T29" fmla="*/ 100 h 100"/>
                  <a:gd name="T30" fmla="*/ 28 w 28"/>
                  <a:gd name="T31" fmla="*/ 100 h 100"/>
                  <a:gd name="T32" fmla="*/ 28 w 28"/>
                  <a:gd name="T33" fmla="*/ 0 h 100"/>
                  <a:gd name="T34" fmla="*/ 24 w 28"/>
                  <a:gd name="T35" fmla="*/ 0 h 100"/>
                  <a:gd name="T36" fmla="*/ 20 w 28"/>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100">
                    <a:moveTo>
                      <a:pt x="20" y="0"/>
                    </a:moveTo>
                    <a:lnTo>
                      <a:pt x="17" y="0"/>
                    </a:lnTo>
                    <a:lnTo>
                      <a:pt x="14" y="0"/>
                    </a:lnTo>
                    <a:lnTo>
                      <a:pt x="11" y="0"/>
                    </a:lnTo>
                    <a:lnTo>
                      <a:pt x="7" y="0"/>
                    </a:lnTo>
                    <a:lnTo>
                      <a:pt x="3" y="0"/>
                    </a:lnTo>
                    <a:lnTo>
                      <a:pt x="0" y="0"/>
                    </a:lnTo>
                    <a:lnTo>
                      <a:pt x="0" y="100"/>
                    </a:lnTo>
                    <a:lnTo>
                      <a:pt x="3" y="100"/>
                    </a:lnTo>
                    <a:lnTo>
                      <a:pt x="7" y="100"/>
                    </a:lnTo>
                    <a:lnTo>
                      <a:pt x="11" y="100"/>
                    </a:lnTo>
                    <a:lnTo>
                      <a:pt x="14" y="100"/>
                    </a:lnTo>
                    <a:lnTo>
                      <a:pt x="17" y="100"/>
                    </a:lnTo>
                    <a:lnTo>
                      <a:pt x="20" y="100"/>
                    </a:lnTo>
                    <a:lnTo>
                      <a:pt x="24" y="100"/>
                    </a:lnTo>
                    <a:lnTo>
                      <a:pt x="28" y="100"/>
                    </a:lnTo>
                    <a:lnTo>
                      <a:pt x="28" y="0"/>
                    </a:lnTo>
                    <a:lnTo>
                      <a:pt x="24" y="0"/>
                    </a:lnTo>
                    <a:lnTo>
                      <a:pt x="20"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2" name="iṣḻiḓê"/>
              <p:cNvSpPr/>
              <p:nvPr userDrawn="1"/>
            </p:nvSpPr>
            <p:spPr bwMode="auto">
              <a:xfrm>
                <a:off x="6791326" y="4017963"/>
                <a:ext cx="52388" cy="50800"/>
              </a:xfrm>
              <a:custGeom>
                <a:avLst/>
                <a:gdLst>
                  <a:gd name="T0" fmla="*/ 31 w 33"/>
                  <a:gd name="T1" fmla="*/ 10 h 32"/>
                  <a:gd name="T2" fmla="*/ 31 w 33"/>
                  <a:gd name="T3" fmla="*/ 7 h 32"/>
                  <a:gd name="T4" fmla="*/ 28 w 33"/>
                  <a:gd name="T5" fmla="*/ 5 h 32"/>
                  <a:gd name="T6" fmla="*/ 26 w 33"/>
                  <a:gd name="T7" fmla="*/ 3 h 32"/>
                  <a:gd name="T8" fmla="*/ 23 w 33"/>
                  <a:gd name="T9" fmla="*/ 2 h 32"/>
                  <a:gd name="T10" fmla="*/ 20 w 33"/>
                  <a:gd name="T11" fmla="*/ 0 h 32"/>
                  <a:gd name="T12" fmla="*/ 16 w 33"/>
                  <a:gd name="T13" fmla="*/ 0 h 32"/>
                  <a:gd name="T14" fmla="*/ 13 w 33"/>
                  <a:gd name="T15" fmla="*/ 0 h 32"/>
                  <a:gd name="T16" fmla="*/ 10 w 33"/>
                  <a:gd name="T17" fmla="*/ 2 h 32"/>
                  <a:gd name="T18" fmla="*/ 7 w 33"/>
                  <a:gd name="T19" fmla="*/ 3 h 32"/>
                  <a:gd name="T20" fmla="*/ 5 w 33"/>
                  <a:gd name="T21" fmla="*/ 5 h 32"/>
                  <a:gd name="T22" fmla="*/ 3 w 33"/>
                  <a:gd name="T23" fmla="*/ 7 h 32"/>
                  <a:gd name="T24" fmla="*/ 2 w 33"/>
                  <a:gd name="T25" fmla="*/ 10 h 32"/>
                  <a:gd name="T26" fmla="*/ 1 w 33"/>
                  <a:gd name="T27" fmla="*/ 13 h 32"/>
                  <a:gd name="T28" fmla="*/ 0 w 33"/>
                  <a:gd name="T29" fmla="*/ 16 h 32"/>
                  <a:gd name="T30" fmla="*/ 0 w 33"/>
                  <a:gd name="T31" fmla="*/ 20 h 32"/>
                  <a:gd name="T32" fmla="*/ 2 w 33"/>
                  <a:gd name="T33" fmla="*/ 23 h 32"/>
                  <a:gd name="T34" fmla="*/ 3 w 33"/>
                  <a:gd name="T35" fmla="*/ 26 h 32"/>
                  <a:gd name="T36" fmla="*/ 4 w 33"/>
                  <a:gd name="T37" fmla="*/ 28 h 32"/>
                  <a:gd name="T38" fmla="*/ 7 w 33"/>
                  <a:gd name="T39" fmla="*/ 30 h 32"/>
                  <a:gd name="T40" fmla="*/ 10 w 33"/>
                  <a:gd name="T41" fmla="*/ 31 h 32"/>
                  <a:gd name="T42" fmla="*/ 13 w 33"/>
                  <a:gd name="T43" fmla="*/ 32 h 32"/>
                  <a:gd name="T44" fmla="*/ 16 w 33"/>
                  <a:gd name="T45" fmla="*/ 32 h 32"/>
                  <a:gd name="T46" fmla="*/ 20 w 33"/>
                  <a:gd name="T47" fmla="*/ 32 h 32"/>
                  <a:gd name="T48" fmla="*/ 23 w 33"/>
                  <a:gd name="T49" fmla="*/ 31 h 32"/>
                  <a:gd name="T50" fmla="*/ 26 w 33"/>
                  <a:gd name="T51" fmla="*/ 30 h 32"/>
                  <a:gd name="T52" fmla="*/ 28 w 33"/>
                  <a:gd name="T53" fmla="*/ 27 h 32"/>
                  <a:gd name="T54" fmla="*/ 31 w 33"/>
                  <a:gd name="T55" fmla="*/ 25 h 32"/>
                  <a:gd name="T56" fmla="*/ 31 w 33"/>
                  <a:gd name="T57" fmla="*/ 23 h 32"/>
                  <a:gd name="T58" fmla="*/ 33 w 33"/>
                  <a:gd name="T59" fmla="*/ 19 h 32"/>
                  <a:gd name="T60" fmla="*/ 33 w 33"/>
                  <a:gd name="T61" fmla="*/ 16 h 32"/>
                  <a:gd name="T62" fmla="*/ 33 w 33"/>
                  <a:gd name="T63" fmla="*/ 13 h 32"/>
                  <a:gd name="T64" fmla="*/ 31 w 33"/>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 h="32">
                    <a:moveTo>
                      <a:pt x="31" y="10"/>
                    </a:moveTo>
                    <a:lnTo>
                      <a:pt x="31" y="7"/>
                    </a:lnTo>
                    <a:lnTo>
                      <a:pt x="28" y="5"/>
                    </a:lnTo>
                    <a:lnTo>
                      <a:pt x="26" y="3"/>
                    </a:lnTo>
                    <a:lnTo>
                      <a:pt x="23" y="2"/>
                    </a:lnTo>
                    <a:lnTo>
                      <a:pt x="20" y="0"/>
                    </a:lnTo>
                    <a:lnTo>
                      <a:pt x="16" y="0"/>
                    </a:lnTo>
                    <a:lnTo>
                      <a:pt x="13" y="0"/>
                    </a:lnTo>
                    <a:lnTo>
                      <a:pt x="10" y="2"/>
                    </a:lnTo>
                    <a:lnTo>
                      <a:pt x="7" y="3"/>
                    </a:lnTo>
                    <a:lnTo>
                      <a:pt x="5" y="5"/>
                    </a:lnTo>
                    <a:lnTo>
                      <a:pt x="3" y="7"/>
                    </a:lnTo>
                    <a:lnTo>
                      <a:pt x="2" y="10"/>
                    </a:lnTo>
                    <a:lnTo>
                      <a:pt x="1" y="13"/>
                    </a:lnTo>
                    <a:lnTo>
                      <a:pt x="0" y="16"/>
                    </a:lnTo>
                    <a:lnTo>
                      <a:pt x="0" y="20"/>
                    </a:lnTo>
                    <a:lnTo>
                      <a:pt x="2" y="23"/>
                    </a:lnTo>
                    <a:lnTo>
                      <a:pt x="3" y="26"/>
                    </a:lnTo>
                    <a:lnTo>
                      <a:pt x="4" y="28"/>
                    </a:lnTo>
                    <a:lnTo>
                      <a:pt x="7" y="30"/>
                    </a:lnTo>
                    <a:lnTo>
                      <a:pt x="10" y="31"/>
                    </a:lnTo>
                    <a:lnTo>
                      <a:pt x="13" y="32"/>
                    </a:lnTo>
                    <a:lnTo>
                      <a:pt x="16" y="32"/>
                    </a:lnTo>
                    <a:lnTo>
                      <a:pt x="20" y="32"/>
                    </a:lnTo>
                    <a:lnTo>
                      <a:pt x="23" y="31"/>
                    </a:lnTo>
                    <a:lnTo>
                      <a:pt x="26" y="30"/>
                    </a:lnTo>
                    <a:lnTo>
                      <a:pt x="28" y="27"/>
                    </a:lnTo>
                    <a:lnTo>
                      <a:pt x="31" y="25"/>
                    </a:lnTo>
                    <a:lnTo>
                      <a:pt x="31" y="23"/>
                    </a:lnTo>
                    <a:lnTo>
                      <a:pt x="33" y="19"/>
                    </a:lnTo>
                    <a:lnTo>
                      <a:pt x="33" y="16"/>
                    </a:lnTo>
                    <a:lnTo>
                      <a:pt x="33" y="13"/>
                    </a:lnTo>
                    <a:lnTo>
                      <a:pt x="31"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3" name="iṡ1îde"/>
              <p:cNvSpPr/>
              <p:nvPr userDrawn="1"/>
            </p:nvSpPr>
            <p:spPr bwMode="auto">
              <a:xfrm>
                <a:off x="6888163" y="4105276"/>
                <a:ext cx="155575" cy="158750"/>
              </a:xfrm>
              <a:custGeom>
                <a:avLst/>
                <a:gdLst>
                  <a:gd name="T0" fmla="*/ 91 w 98"/>
                  <a:gd name="T1" fmla="*/ 0 h 100"/>
                  <a:gd name="T2" fmla="*/ 87 w 98"/>
                  <a:gd name="T3" fmla="*/ 0 h 100"/>
                  <a:gd name="T4" fmla="*/ 82 w 98"/>
                  <a:gd name="T5" fmla="*/ 0 h 100"/>
                  <a:gd name="T6" fmla="*/ 78 w 98"/>
                  <a:gd name="T7" fmla="*/ 8 h 100"/>
                  <a:gd name="T8" fmla="*/ 71 w 98"/>
                  <a:gd name="T9" fmla="*/ 28 h 100"/>
                  <a:gd name="T10" fmla="*/ 65 w 98"/>
                  <a:gd name="T11" fmla="*/ 45 h 100"/>
                  <a:gd name="T12" fmla="*/ 58 w 98"/>
                  <a:gd name="T13" fmla="*/ 64 h 100"/>
                  <a:gd name="T14" fmla="*/ 32 w 98"/>
                  <a:gd name="T15" fmla="*/ 0 h 100"/>
                  <a:gd name="T16" fmla="*/ 24 w 98"/>
                  <a:gd name="T17" fmla="*/ 0 h 100"/>
                  <a:gd name="T18" fmla="*/ 16 w 98"/>
                  <a:gd name="T19" fmla="*/ 0 h 100"/>
                  <a:gd name="T20" fmla="*/ 8 w 98"/>
                  <a:gd name="T21" fmla="*/ 0 h 100"/>
                  <a:gd name="T22" fmla="*/ 0 w 98"/>
                  <a:gd name="T23" fmla="*/ 0 h 100"/>
                  <a:gd name="T24" fmla="*/ 6 w 98"/>
                  <a:gd name="T25" fmla="*/ 17 h 100"/>
                  <a:gd name="T26" fmla="*/ 14 w 98"/>
                  <a:gd name="T27" fmla="*/ 38 h 100"/>
                  <a:gd name="T28" fmla="*/ 22 w 98"/>
                  <a:gd name="T29" fmla="*/ 61 h 100"/>
                  <a:gd name="T30" fmla="*/ 32 w 98"/>
                  <a:gd name="T31" fmla="*/ 89 h 100"/>
                  <a:gd name="T32" fmla="*/ 34 w 98"/>
                  <a:gd name="T33" fmla="*/ 95 h 100"/>
                  <a:gd name="T34" fmla="*/ 36 w 98"/>
                  <a:gd name="T35" fmla="*/ 100 h 100"/>
                  <a:gd name="T36" fmla="*/ 42 w 98"/>
                  <a:gd name="T37" fmla="*/ 100 h 100"/>
                  <a:gd name="T38" fmla="*/ 47 w 98"/>
                  <a:gd name="T39" fmla="*/ 100 h 100"/>
                  <a:gd name="T40" fmla="*/ 52 w 98"/>
                  <a:gd name="T41" fmla="*/ 100 h 100"/>
                  <a:gd name="T42" fmla="*/ 58 w 98"/>
                  <a:gd name="T43" fmla="*/ 100 h 100"/>
                  <a:gd name="T44" fmla="*/ 62 w 98"/>
                  <a:gd name="T45" fmla="*/ 88 h 100"/>
                  <a:gd name="T46" fmla="*/ 66 w 98"/>
                  <a:gd name="T47" fmla="*/ 73 h 100"/>
                  <a:gd name="T48" fmla="*/ 74 w 98"/>
                  <a:gd name="T49" fmla="*/ 57 h 100"/>
                  <a:gd name="T50" fmla="*/ 82 w 98"/>
                  <a:gd name="T51" fmla="*/ 39 h 100"/>
                  <a:gd name="T52" fmla="*/ 85 w 98"/>
                  <a:gd name="T53" fmla="*/ 29 h 100"/>
                  <a:gd name="T54" fmla="*/ 90 w 98"/>
                  <a:gd name="T55" fmla="*/ 16 h 100"/>
                  <a:gd name="T56" fmla="*/ 96 w 98"/>
                  <a:gd name="T57" fmla="*/ 4 h 100"/>
                  <a:gd name="T58" fmla="*/ 96 w 98"/>
                  <a:gd name="T59" fmla="*/ 3 h 100"/>
                  <a:gd name="T60" fmla="*/ 98 w 98"/>
                  <a:gd name="T61" fmla="*/ 1 h 100"/>
                  <a:gd name="T62" fmla="*/ 95 w 98"/>
                  <a:gd name="T6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 h="100">
                    <a:moveTo>
                      <a:pt x="93" y="0"/>
                    </a:moveTo>
                    <a:lnTo>
                      <a:pt x="91" y="0"/>
                    </a:lnTo>
                    <a:lnTo>
                      <a:pt x="90" y="0"/>
                    </a:lnTo>
                    <a:lnTo>
                      <a:pt x="87" y="0"/>
                    </a:lnTo>
                    <a:lnTo>
                      <a:pt x="85" y="0"/>
                    </a:lnTo>
                    <a:lnTo>
                      <a:pt x="82" y="0"/>
                    </a:lnTo>
                    <a:lnTo>
                      <a:pt x="80" y="0"/>
                    </a:lnTo>
                    <a:lnTo>
                      <a:pt x="78" y="8"/>
                    </a:lnTo>
                    <a:lnTo>
                      <a:pt x="74" y="18"/>
                    </a:lnTo>
                    <a:lnTo>
                      <a:pt x="71" y="28"/>
                    </a:lnTo>
                    <a:lnTo>
                      <a:pt x="68" y="36"/>
                    </a:lnTo>
                    <a:lnTo>
                      <a:pt x="65" y="45"/>
                    </a:lnTo>
                    <a:lnTo>
                      <a:pt x="62" y="55"/>
                    </a:lnTo>
                    <a:lnTo>
                      <a:pt x="58" y="64"/>
                    </a:lnTo>
                    <a:lnTo>
                      <a:pt x="55" y="73"/>
                    </a:lnTo>
                    <a:lnTo>
                      <a:pt x="32" y="0"/>
                    </a:lnTo>
                    <a:lnTo>
                      <a:pt x="28" y="0"/>
                    </a:lnTo>
                    <a:lnTo>
                      <a:pt x="24" y="0"/>
                    </a:lnTo>
                    <a:lnTo>
                      <a:pt x="20" y="0"/>
                    </a:lnTo>
                    <a:lnTo>
                      <a:pt x="16" y="0"/>
                    </a:lnTo>
                    <a:lnTo>
                      <a:pt x="12" y="0"/>
                    </a:lnTo>
                    <a:lnTo>
                      <a:pt x="8" y="0"/>
                    </a:lnTo>
                    <a:lnTo>
                      <a:pt x="3" y="0"/>
                    </a:lnTo>
                    <a:lnTo>
                      <a:pt x="0" y="0"/>
                    </a:lnTo>
                    <a:lnTo>
                      <a:pt x="2" y="8"/>
                    </a:lnTo>
                    <a:lnTo>
                      <a:pt x="6" y="17"/>
                    </a:lnTo>
                    <a:lnTo>
                      <a:pt x="10" y="27"/>
                    </a:lnTo>
                    <a:lnTo>
                      <a:pt x="14" y="38"/>
                    </a:lnTo>
                    <a:lnTo>
                      <a:pt x="18" y="49"/>
                    </a:lnTo>
                    <a:lnTo>
                      <a:pt x="22" y="61"/>
                    </a:lnTo>
                    <a:lnTo>
                      <a:pt x="27" y="75"/>
                    </a:lnTo>
                    <a:lnTo>
                      <a:pt x="32" y="89"/>
                    </a:lnTo>
                    <a:lnTo>
                      <a:pt x="33" y="92"/>
                    </a:lnTo>
                    <a:lnTo>
                      <a:pt x="34" y="95"/>
                    </a:lnTo>
                    <a:lnTo>
                      <a:pt x="35" y="97"/>
                    </a:lnTo>
                    <a:lnTo>
                      <a:pt x="36" y="100"/>
                    </a:lnTo>
                    <a:lnTo>
                      <a:pt x="39" y="100"/>
                    </a:lnTo>
                    <a:lnTo>
                      <a:pt x="42" y="100"/>
                    </a:lnTo>
                    <a:lnTo>
                      <a:pt x="44" y="100"/>
                    </a:lnTo>
                    <a:lnTo>
                      <a:pt x="47" y="100"/>
                    </a:lnTo>
                    <a:lnTo>
                      <a:pt x="50" y="100"/>
                    </a:lnTo>
                    <a:lnTo>
                      <a:pt x="52" y="100"/>
                    </a:lnTo>
                    <a:lnTo>
                      <a:pt x="55" y="100"/>
                    </a:lnTo>
                    <a:lnTo>
                      <a:pt x="58" y="100"/>
                    </a:lnTo>
                    <a:lnTo>
                      <a:pt x="59" y="94"/>
                    </a:lnTo>
                    <a:lnTo>
                      <a:pt x="62" y="88"/>
                    </a:lnTo>
                    <a:lnTo>
                      <a:pt x="64" y="81"/>
                    </a:lnTo>
                    <a:lnTo>
                      <a:pt x="66" y="73"/>
                    </a:lnTo>
                    <a:lnTo>
                      <a:pt x="70" y="66"/>
                    </a:lnTo>
                    <a:lnTo>
                      <a:pt x="74" y="57"/>
                    </a:lnTo>
                    <a:lnTo>
                      <a:pt x="77" y="49"/>
                    </a:lnTo>
                    <a:lnTo>
                      <a:pt x="82" y="39"/>
                    </a:lnTo>
                    <a:lnTo>
                      <a:pt x="83" y="33"/>
                    </a:lnTo>
                    <a:lnTo>
                      <a:pt x="85" y="29"/>
                    </a:lnTo>
                    <a:lnTo>
                      <a:pt x="87" y="23"/>
                    </a:lnTo>
                    <a:lnTo>
                      <a:pt x="90" y="16"/>
                    </a:lnTo>
                    <a:lnTo>
                      <a:pt x="93" y="11"/>
                    </a:lnTo>
                    <a:lnTo>
                      <a:pt x="96" y="4"/>
                    </a:lnTo>
                    <a:lnTo>
                      <a:pt x="96" y="4"/>
                    </a:lnTo>
                    <a:lnTo>
                      <a:pt x="96" y="3"/>
                    </a:lnTo>
                    <a:lnTo>
                      <a:pt x="97" y="2"/>
                    </a:lnTo>
                    <a:lnTo>
                      <a:pt x="98" y="1"/>
                    </a:lnTo>
                    <a:lnTo>
                      <a:pt x="98" y="0"/>
                    </a:lnTo>
                    <a:lnTo>
                      <a:pt x="95" y="0"/>
                    </a:lnTo>
                    <a:lnTo>
                      <a:pt x="93"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4" name="îṥľïḑê"/>
              <p:cNvSpPr/>
              <p:nvPr userDrawn="1"/>
            </p:nvSpPr>
            <p:spPr bwMode="auto">
              <a:xfrm>
                <a:off x="7078663" y="4102101"/>
                <a:ext cx="144463" cy="163513"/>
              </a:xfrm>
              <a:custGeom>
                <a:avLst/>
                <a:gdLst>
                  <a:gd name="T0" fmla="*/ 87 w 91"/>
                  <a:gd name="T1" fmla="*/ 26 h 103"/>
                  <a:gd name="T2" fmla="*/ 83 w 91"/>
                  <a:gd name="T3" fmla="*/ 18 h 103"/>
                  <a:gd name="T4" fmla="*/ 79 w 91"/>
                  <a:gd name="T5" fmla="*/ 10 h 103"/>
                  <a:gd name="T6" fmla="*/ 71 w 91"/>
                  <a:gd name="T7" fmla="*/ 6 h 103"/>
                  <a:gd name="T8" fmla="*/ 63 w 91"/>
                  <a:gd name="T9" fmla="*/ 2 h 103"/>
                  <a:gd name="T10" fmla="*/ 54 w 91"/>
                  <a:gd name="T11" fmla="*/ 0 h 103"/>
                  <a:gd name="T12" fmla="*/ 43 w 91"/>
                  <a:gd name="T13" fmla="*/ 1 h 103"/>
                  <a:gd name="T14" fmla="*/ 32 w 91"/>
                  <a:gd name="T15" fmla="*/ 2 h 103"/>
                  <a:gd name="T16" fmla="*/ 23 w 91"/>
                  <a:gd name="T17" fmla="*/ 6 h 103"/>
                  <a:gd name="T18" fmla="*/ 15 w 91"/>
                  <a:gd name="T19" fmla="*/ 10 h 103"/>
                  <a:gd name="T20" fmla="*/ 10 w 91"/>
                  <a:gd name="T21" fmla="*/ 17 h 103"/>
                  <a:gd name="T22" fmla="*/ 5 w 91"/>
                  <a:gd name="T23" fmla="*/ 25 h 103"/>
                  <a:gd name="T24" fmla="*/ 2 w 91"/>
                  <a:gd name="T25" fmla="*/ 34 h 103"/>
                  <a:gd name="T26" fmla="*/ 0 w 91"/>
                  <a:gd name="T27" fmla="*/ 44 h 103"/>
                  <a:gd name="T28" fmla="*/ 0 w 91"/>
                  <a:gd name="T29" fmla="*/ 56 h 103"/>
                  <a:gd name="T30" fmla="*/ 2 w 91"/>
                  <a:gd name="T31" fmla="*/ 68 h 103"/>
                  <a:gd name="T32" fmla="*/ 5 w 91"/>
                  <a:gd name="T33" fmla="*/ 78 h 103"/>
                  <a:gd name="T34" fmla="*/ 10 w 91"/>
                  <a:gd name="T35" fmla="*/ 86 h 103"/>
                  <a:gd name="T36" fmla="*/ 17 w 91"/>
                  <a:gd name="T37" fmla="*/ 92 h 103"/>
                  <a:gd name="T38" fmla="*/ 25 w 91"/>
                  <a:gd name="T39" fmla="*/ 98 h 103"/>
                  <a:gd name="T40" fmla="*/ 35 w 91"/>
                  <a:gd name="T41" fmla="*/ 102 h 103"/>
                  <a:gd name="T42" fmla="*/ 46 w 91"/>
                  <a:gd name="T43" fmla="*/ 103 h 103"/>
                  <a:gd name="T44" fmla="*/ 56 w 91"/>
                  <a:gd name="T45" fmla="*/ 103 h 103"/>
                  <a:gd name="T46" fmla="*/ 64 w 91"/>
                  <a:gd name="T47" fmla="*/ 102 h 103"/>
                  <a:gd name="T48" fmla="*/ 72 w 91"/>
                  <a:gd name="T49" fmla="*/ 100 h 103"/>
                  <a:gd name="T50" fmla="*/ 79 w 91"/>
                  <a:gd name="T51" fmla="*/ 97 h 103"/>
                  <a:gd name="T52" fmla="*/ 87 w 91"/>
                  <a:gd name="T53" fmla="*/ 84 h 103"/>
                  <a:gd name="T54" fmla="*/ 81 w 91"/>
                  <a:gd name="T55" fmla="*/ 84 h 103"/>
                  <a:gd name="T56" fmla="*/ 75 w 91"/>
                  <a:gd name="T57" fmla="*/ 87 h 103"/>
                  <a:gd name="T58" fmla="*/ 69 w 91"/>
                  <a:gd name="T59" fmla="*/ 91 h 103"/>
                  <a:gd name="T60" fmla="*/ 63 w 91"/>
                  <a:gd name="T61" fmla="*/ 91 h 103"/>
                  <a:gd name="T62" fmla="*/ 56 w 91"/>
                  <a:gd name="T63" fmla="*/ 91 h 103"/>
                  <a:gd name="T64" fmla="*/ 49 w 91"/>
                  <a:gd name="T65" fmla="*/ 91 h 103"/>
                  <a:gd name="T66" fmla="*/ 43 w 91"/>
                  <a:gd name="T67" fmla="*/ 87 h 103"/>
                  <a:gd name="T68" fmla="*/ 39 w 91"/>
                  <a:gd name="T69" fmla="*/ 84 h 103"/>
                  <a:gd name="T70" fmla="*/ 35 w 91"/>
                  <a:gd name="T71" fmla="*/ 79 h 103"/>
                  <a:gd name="T72" fmla="*/ 33 w 91"/>
                  <a:gd name="T73" fmla="*/ 73 h 103"/>
                  <a:gd name="T74" fmla="*/ 31 w 91"/>
                  <a:gd name="T75" fmla="*/ 66 h 103"/>
                  <a:gd name="T76" fmla="*/ 31 w 91"/>
                  <a:gd name="T77" fmla="*/ 57 h 103"/>
                  <a:gd name="T78" fmla="*/ 91 w 91"/>
                  <a:gd name="T79" fmla="*/ 52 h 103"/>
                  <a:gd name="T80" fmla="*/ 91 w 91"/>
                  <a:gd name="T81" fmla="*/ 40 h 103"/>
                  <a:gd name="T82" fmla="*/ 89 w 91"/>
                  <a:gd name="T83" fmla="*/ 30 h 103"/>
                  <a:gd name="T84" fmla="*/ 31 w 91"/>
                  <a:gd name="T85" fmla="*/ 34 h 103"/>
                  <a:gd name="T86" fmla="*/ 32 w 91"/>
                  <a:gd name="T87" fmla="*/ 26 h 103"/>
                  <a:gd name="T88" fmla="*/ 34 w 91"/>
                  <a:gd name="T89" fmla="*/ 20 h 103"/>
                  <a:gd name="T90" fmla="*/ 36 w 91"/>
                  <a:gd name="T91" fmla="*/ 16 h 103"/>
                  <a:gd name="T92" fmla="*/ 39 w 91"/>
                  <a:gd name="T93" fmla="*/ 12 h 103"/>
                  <a:gd name="T94" fmla="*/ 42 w 91"/>
                  <a:gd name="T95" fmla="*/ 10 h 103"/>
                  <a:gd name="T96" fmla="*/ 46 w 91"/>
                  <a:gd name="T97" fmla="*/ 9 h 103"/>
                  <a:gd name="T98" fmla="*/ 50 w 91"/>
                  <a:gd name="T99" fmla="*/ 9 h 103"/>
                  <a:gd name="T100" fmla="*/ 52 w 91"/>
                  <a:gd name="T101" fmla="*/ 10 h 103"/>
                  <a:gd name="T102" fmla="*/ 55 w 91"/>
                  <a:gd name="T103" fmla="*/ 12 h 103"/>
                  <a:gd name="T104" fmla="*/ 57 w 91"/>
                  <a:gd name="T105" fmla="*/ 16 h 103"/>
                  <a:gd name="T106" fmla="*/ 59 w 91"/>
                  <a:gd name="T107" fmla="*/ 22 h 103"/>
                  <a:gd name="T108" fmla="*/ 62 w 91"/>
                  <a:gd name="T109" fmla="*/ 34 h 103"/>
                  <a:gd name="T110" fmla="*/ 31 w 91"/>
                  <a:gd name="T111" fmla="*/ 4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1" h="103">
                    <a:moveTo>
                      <a:pt x="89" y="30"/>
                    </a:moveTo>
                    <a:lnTo>
                      <a:pt x="87" y="26"/>
                    </a:lnTo>
                    <a:lnTo>
                      <a:pt x="86" y="21"/>
                    </a:lnTo>
                    <a:lnTo>
                      <a:pt x="83" y="18"/>
                    </a:lnTo>
                    <a:lnTo>
                      <a:pt x="81" y="14"/>
                    </a:lnTo>
                    <a:lnTo>
                      <a:pt x="79" y="10"/>
                    </a:lnTo>
                    <a:lnTo>
                      <a:pt x="75" y="8"/>
                    </a:lnTo>
                    <a:lnTo>
                      <a:pt x="71" y="6"/>
                    </a:lnTo>
                    <a:lnTo>
                      <a:pt x="67" y="4"/>
                    </a:lnTo>
                    <a:lnTo>
                      <a:pt x="63" y="2"/>
                    </a:lnTo>
                    <a:lnTo>
                      <a:pt x="59" y="1"/>
                    </a:lnTo>
                    <a:lnTo>
                      <a:pt x="54" y="0"/>
                    </a:lnTo>
                    <a:lnTo>
                      <a:pt x="48" y="0"/>
                    </a:lnTo>
                    <a:lnTo>
                      <a:pt x="43" y="1"/>
                    </a:lnTo>
                    <a:lnTo>
                      <a:pt x="37" y="1"/>
                    </a:lnTo>
                    <a:lnTo>
                      <a:pt x="32" y="2"/>
                    </a:lnTo>
                    <a:lnTo>
                      <a:pt x="27" y="4"/>
                    </a:lnTo>
                    <a:lnTo>
                      <a:pt x="23" y="6"/>
                    </a:lnTo>
                    <a:lnTo>
                      <a:pt x="19" y="8"/>
                    </a:lnTo>
                    <a:lnTo>
                      <a:pt x="15" y="10"/>
                    </a:lnTo>
                    <a:lnTo>
                      <a:pt x="13" y="14"/>
                    </a:lnTo>
                    <a:lnTo>
                      <a:pt x="10" y="17"/>
                    </a:lnTo>
                    <a:lnTo>
                      <a:pt x="7" y="21"/>
                    </a:lnTo>
                    <a:lnTo>
                      <a:pt x="5" y="25"/>
                    </a:lnTo>
                    <a:lnTo>
                      <a:pt x="3" y="29"/>
                    </a:lnTo>
                    <a:lnTo>
                      <a:pt x="2" y="34"/>
                    </a:lnTo>
                    <a:lnTo>
                      <a:pt x="1" y="38"/>
                    </a:lnTo>
                    <a:lnTo>
                      <a:pt x="0" y="44"/>
                    </a:lnTo>
                    <a:lnTo>
                      <a:pt x="0" y="50"/>
                    </a:lnTo>
                    <a:lnTo>
                      <a:pt x="0" y="56"/>
                    </a:lnTo>
                    <a:lnTo>
                      <a:pt x="1" y="63"/>
                    </a:lnTo>
                    <a:lnTo>
                      <a:pt x="2" y="68"/>
                    </a:lnTo>
                    <a:lnTo>
                      <a:pt x="3" y="73"/>
                    </a:lnTo>
                    <a:lnTo>
                      <a:pt x="5" y="78"/>
                    </a:lnTo>
                    <a:lnTo>
                      <a:pt x="7" y="82"/>
                    </a:lnTo>
                    <a:lnTo>
                      <a:pt x="10" y="86"/>
                    </a:lnTo>
                    <a:lnTo>
                      <a:pt x="14" y="90"/>
                    </a:lnTo>
                    <a:lnTo>
                      <a:pt x="17" y="92"/>
                    </a:lnTo>
                    <a:lnTo>
                      <a:pt x="21" y="95"/>
                    </a:lnTo>
                    <a:lnTo>
                      <a:pt x="25" y="98"/>
                    </a:lnTo>
                    <a:lnTo>
                      <a:pt x="30" y="99"/>
                    </a:lnTo>
                    <a:lnTo>
                      <a:pt x="35" y="102"/>
                    </a:lnTo>
                    <a:lnTo>
                      <a:pt x="40" y="103"/>
                    </a:lnTo>
                    <a:lnTo>
                      <a:pt x="46" y="103"/>
                    </a:lnTo>
                    <a:lnTo>
                      <a:pt x="52" y="103"/>
                    </a:lnTo>
                    <a:lnTo>
                      <a:pt x="56" y="103"/>
                    </a:lnTo>
                    <a:lnTo>
                      <a:pt x="60" y="103"/>
                    </a:lnTo>
                    <a:lnTo>
                      <a:pt x="64" y="102"/>
                    </a:lnTo>
                    <a:lnTo>
                      <a:pt x="68" y="102"/>
                    </a:lnTo>
                    <a:lnTo>
                      <a:pt x="72" y="100"/>
                    </a:lnTo>
                    <a:lnTo>
                      <a:pt x="75" y="99"/>
                    </a:lnTo>
                    <a:lnTo>
                      <a:pt x="79" y="97"/>
                    </a:lnTo>
                    <a:lnTo>
                      <a:pt x="82" y="95"/>
                    </a:lnTo>
                    <a:lnTo>
                      <a:pt x="87" y="84"/>
                    </a:lnTo>
                    <a:lnTo>
                      <a:pt x="84" y="82"/>
                    </a:lnTo>
                    <a:lnTo>
                      <a:pt x="81" y="84"/>
                    </a:lnTo>
                    <a:lnTo>
                      <a:pt x="78" y="86"/>
                    </a:lnTo>
                    <a:lnTo>
                      <a:pt x="75" y="87"/>
                    </a:lnTo>
                    <a:lnTo>
                      <a:pt x="72" y="89"/>
                    </a:lnTo>
                    <a:lnTo>
                      <a:pt x="69" y="91"/>
                    </a:lnTo>
                    <a:lnTo>
                      <a:pt x="66" y="91"/>
                    </a:lnTo>
                    <a:lnTo>
                      <a:pt x="63" y="91"/>
                    </a:lnTo>
                    <a:lnTo>
                      <a:pt x="59" y="91"/>
                    </a:lnTo>
                    <a:lnTo>
                      <a:pt x="56" y="91"/>
                    </a:lnTo>
                    <a:lnTo>
                      <a:pt x="52" y="91"/>
                    </a:lnTo>
                    <a:lnTo>
                      <a:pt x="49" y="91"/>
                    </a:lnTo>
                    <a:lnTo>
                      <a:pt x="47" y="89"/>
                    </a:lnTo>
                    <a:lnTo>
                      <a:pt x="43" y="87"/>
                    </a:lnTo>
                    <a:lnTo>
                      <a:pt x="41" y="86"/>
                    </a:lnTo>
                    <a:lnTo>
                      <a:pt x="39" y="84"/>
                    </a:lnTo>
                    <a:lnTo>
                      <a:pt x="37" y="82"/>
                    </a:lnTo>
                    <a:lnTo>
                      <a:pt x="35" y="79"/>
                    </a:lnTo>
                    <a:lnTo>
                      <a:pt x="34" y="76"/>
                    </a:lnTo>
                    <a:lnTo>
                      <a:pt x="33" y="73"/>
                    </a:lnTo>
                    <a:lnTo>
                      <a:pt x="32" y="70"/>
                    </a:lnTo>
                    <a:lnTo>
                      <a:pt x="31" y="66"/>
                    </a:lnTo>
                    <a:lnTo>
                      <a:pt x="31" y="62"/>
                    </a:lnTo>
                    <a:lnTo>
                      <a:pt x="31" y="57"/>
                    </a:lnTo>
                    <a:lnTo>
                      <a:pt x="31" y="52"/>
                    </a:lnTo>
                    <a:lnTo>
                      <a:pt x="91" y="52"/>
                    </a:lnTo>
                    <a:lnTo>
                      <a:pt x="91" y="46"/>
                    </a:lnTo>
                    <a:lnTo>
                      <a:pt x="91" y="40"/>
                    </a:lnTo>
                    <a:lnTo>
                      <a:pt x="90" y="34"/>
                    </a:lnTo>
                    <a:lnTo>
                      <a:pt x="89" y="30"/>
                    </a:lnTo>
                    <a:close/>
                    <a:moveTo>
                      <a:pt x="31" y="42"/>
                    </a:moveTo>
                    <a:lnTo>
                      <a:pt x="31" y="34"/>
                    </a:lnTo>
                    <a:lnTo>
                      <a:pt x="32" y="28"/>
                    </a:lnTo>
                    <a:lnTo>
                      <a:pt x="32" y="26"/>
                    </a:lnTo>
                    <a:lnTo>
                      <a:pt x="33" y="22"/>
                    </a:lnTo>
                    <a:lnTo>
                      <a:pt x="34" y="20"/>
                    </a:lnTo>
                    <a:lnTo>
                      <a:pt x="35" y="18"/>
                    </a:lnTo>
                    <a:lnTo>
                      <a:pt x="36" y="16"/>
                    </a:lnTo>
                    <a:lnTo>
                      <a:pt x="38" y="14"/>
                    </a:lnTo>
                    <a:lnTo>
                      <a:pt x="39" y="12"/>
                    </a:lnTo>
                    <a:lnTo>
                      <a:pt x="40" y="11"/>
                    </a:lnTo>
                    <a:lnTo>
                      <a:pt x="42" y="10"/>
                    </a:lnTo>
                    <a:lnTo>
                      <a:pt x="44" y="10"/>
                    </a:lnTo>
                    <a:lnTo>
                      <a:pt x="46" y="9"/>
                    </a:lnTo>
                    <a:lnTo>
                      <a:pt x="48" y="9"/>
                    </a:lnTo>
                    <a:lnTo>
                      <a:pt x="50" y="9"/>
                    </a:lnTo>
                    <a:lnTo>
                      <a:pt x="51" y="10"/>
                    </a:lnTo>
                    <a:lnTo>
                      <a:pt x="52" y="10"/>
                    </a:lnTo>
                    <a:lnTo>
                      <a:pt x="54" y="11"/>
                    </a:lnTo>
                    <a:lnTo>
                      <a:pt x="55" y="12"/>
                    </a:lnTo>
                    <a:lnTo>
                      <a:pt x="56" y="14"/>
                    </a:lnTo>
                    <a:lnTo>
                      <a:pt x="57" y="16"/>
                    </a:lnTo>
                    <a:lnTo>
                      <a:pt x="58" y="18"/>
                    </a:lnTo>
                    <a:lnTo>
                      <a:pt x="59" y="22"/>
                    </a:lnTo>
                    <a:lnTo>
                      <a:pt x="61" y="28"/>
                    </a:lnTo>
                    <a:lnTo>
                      <a:pt x="62" y="34"/>
                    </a:lnTo>
                    <a:lnTo>
                      <a:pt x="62" y="42"/>
                    </a:lnTo>
                    <a:lnTo>
                      <a:pt x="31" y="4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5" name="iŝḻíḑè"/>
              <p:cNvSpPr/>
              <p:nvPr userDrawn="1"/>
            </p:nvSpPr>
            <p:spPr bwMode="auto">
              <a:xfrm>
                <a:off x="7273926" y="4102101"/>
                <a:ext cx="98425" cy="161925"/>
              </a:xfrm>
              <a:custGeom>
                <a:avLst/>
                <a:gdLst>
                  <a:gd name="T0" fmla="*/ 56 w 62"/>
                  <a:gd name="T1" fmla="*/ 0 h 102"/>
                  <a:gd name="T2" fmla="*/ 53 w 62"/>
                  <a:gd name="T3" fmla="*/ 1 h 102"/>
                  <a:gd name="T4" fmla="*/ 50 w 62"/>
                  <a:gd name="T5" fmla="*/ 2 h 102"/>
                  <a:gd name="T6" fmla="*/ 48 w 62"/>
                  <a:gd name="T7" fmla="*/ 2 h 102"/>
                  <a:gd name="T8" fmla="*/ 45 w 62"/>
                  <a:gd name="T9" fmla="*/ 4 h 102"/>
                  <a:gd name="T10" fmla="*/ 43 w 62"/>
                  <a:gd name="T11" fmla="*/ 5 h 102"/>
                  <a:gd name="T12" fmla="*/ 40 w 62"/>
                  <a:gd name="T13" fmla="*/ 6 h 102"/>
                  <a:gd name="T14" fmla="*/ 39 w 62"/>
                  <a:gd name="T15" fmla="*/ 9 h 102"/>
                  <a:gd name="T16" fmla="*/ 36 w 62"/>
                  <a:gd name="T17" fmla="*/ 10 h 102"/>
                  <a:gd name="T18" fmla="*/ 35 w 62"/>
                  <a:gd name="T19" fmla="*/ 13 h 102"/>
                  <a:gd name="T20" fmla="*/ 33 w 62"/>
                  <a:gd name="T21" fmla="*/ 16 h 102"/>
                  <a:gd name="T22" fmla="*/ 32 w 62"/>
                  <a:gd name="T23" fmla="*/ 18 h 102"/>
                  <a:gd name="T24" fmla="*/ 30 w 62"/>
                  <a:gd name="T25" fmla="*/ 22 h 102"/>
                  <a:gd name="T26" fmla="*/ 29 w 62"/>
                  <a:gd name="T27" fmla="*/ 24 h 102"/>
                  <a:gd name="T28" fmla="*/ 28 w 62"/>
                  <a:gd name="T29" fmla="*/ 27 h 102"/>
                  <a:gd name="T30" fmla="*/ 28 w 62"/>
                  <a:gd name="T31" fmla="*/ 2 h 102"/>
                  <a:gd name="T32" fmla="*/ 24 w 62"/>
                  <a:gd name="T33" fmla="*/ 2 h 102"/>
                  <a:gd name="T34" fmla="*/ 21 w 62"/>
                  <a:gd name="T35" fmla="*/ 2 h 102"/>
                  <a:gd name="T36" fmla="*/ 18 w 62"/>
                  <a:gd name="T37" fmla="*/ 2 h 102"/>
                  <a:gd name="T38" fmla="*/ 14 w 62"/>
                  <a:gd name="T39" fmla="*/ 2 h 102"/>
                  <a:gd name="T40" fmla="*/ 11 w 62"/>
                  <a:gd name="T41" fmla="*/ 2 h 102"/>
                  <a:gd name="T42" fmla="*/ 7 w 62"/>
                  <a:gd name="T43" fmla="*/ 2 h 102"/>
                  <a:gd name="T44" fmla="*/ 3 w 62"/>
                  <a:gd name="T45" fmla="*/ 2 h 102"/>
                  <a:gd name="T46" fmla="*/ 0 w 62"/>
                  <a:gd name="T47" fmla="*/ 2 h 102"/>
                  <a:gd name="T48" fmla="*/ 0 w 62"/>
                  <a:gd name="T49" fmla="*/ 102 h 102"/>
                  <a:gd name="T50" fmla="*/ 3 w 62"/>
                  <a:gd name="T51" fmla="*/ 102 h 102"/>
                  <a:gd name="T52" fmla="*/ 7 w 62"/>
                  <a:gd name="T53" fmla="*/ 102 h 102"/>
                  <a:gd name="T54" fmla="*/ 11 w 62"/>
                  <a:gd name="T55" fmla="*/ 102 h 102"/>
                  <a:gd name="T56" fmla="*/ 14 w 62"/>
                  <a:gd name="T57" fmla="*/ 102 h 102"/>
                  <a:gd name="T58" fmla="*/ 18 w 62"/>
                  <a:gd name="T59" fmla="*/ 102 h 102"/>
                  <a:gd name="T60" fmla="*/ 21 w 62"/>
                  <a:gd name="T61" fmla="*/ 102 h 102"/>
                  <a:gd name="T62" fmla="*/ 24 w 62"/>
                  <a:gd name="T63" fmla="*/ 102 h 102"/>
                  <a:gd name="T64" fmla="*/ 28 w 62"/>
                  <a:gd name="T65" fmla="*/ 102 h 102"/>
                  <a:gd name="T66" fmla="*/ 28 w 62"/>
                  <a:gd name="T67" fmla="*/ 65 h 102"/>
                  <a:gd name="T68" fmla="*/ 28 w 62"/>
                  <a:gd name="T69" fmla="*/ 57 h 102"/>
                  <a:gd name="T70" fmla="*/ 28 w 62"/>
                  <a:gd name="T71" fmla="*/ 51 h 102"/>
                  <a:gd name="T72" fmla="*/ 28 w 62"/>
                  <a:gd name="T73" fmla="*/ 45 h 102"/>
                  <a:gd name="T74" fmla="*/ 29 w 62"/>
                  <a:gd name="T75" fmla="*/ 41 h 102"/>
                  <a:gd name="T76" fmla="*/ 31 w 62"/>
                  <a:gd name="T77" fmla="*/ 38 h 102"/>
                  <a:gd name="T78" fmla="*/ 32 w 62"/>
                  <a:gd name="T79" fmla="*/ 35 h 102"/>
                  <a:gd name="T80" fmla="*/ 34 w 62"/>
                  <a:gd name="T81" fmla="*/ 33 h 102"/>
                  <a:gd name="T82" fmla="*/ 36 w 62"/>
                  <a:gd name="T83" fmla="*/ 31 h 102"/>
                  <a:gd name="T84" fmla="*/ 39 w 62"/>
                  <a:gd name="T85" fmla="*/ 29 h 102"/>
                  <a:gd name="T86" fmla="*/ 42 w 62"/>
                  <a:gd name="T87" fmla="*/ 28 h 102"/>
                  <a:gd name="T88" fmla="*/ 45 w 62"/>
                  <a:gd name="T89" fmla="*/ 27 h 102"/>
                  <a:gd name="T90" fmla="*/ 49 w 62"/>
                  <a:gd name="T91" fmla="*/ 27 h 102"/>
                  <a:gd name="T92" fmla="*/ 52 w 62"/>
                  <a:gd name="T93" fmla="*/ 27 h 102"/>
                  <a:gd name="T94" fmla="*/ 54 w 62"/>
                  <a:gd name="T95" fmla="*/ 27 h 102"/>
                  <a:gd name="T96" fmla="*/ 57 w 62"/>
                  <a:gd name="T97" fmla="*/ 29 h 102"/>
                  <a:gd name="T98" fmla="*/ 60 w 62"/>
                  <a:gd name="T99" fmla="*/ 30 h 102"/>
                  <a:gd name="T100" fmla="*/ 61 w 62"/>
                  <a:gd name="T101" fmla="*/ 29 h 102"/>
                  <a:gd name="T102" fmla="*/ 61 w 62"/>
                  <a:gd name="T103" fmla="*/ 22 h 102"/>
                  <a:gd name="T104" fmla="*/ 61 w 62"/>
                  <a:gd name="T105" fmla="*/ 14 h 102"/>
                  <a:gd name="T106" fmla="*/ 61 w 62"/>
                  <a:gd name="T107" fmla="*/ 7 h 102"/>
                  <a:gd name="T108" fmla="*/ 62 w 62"/>
                  <a:gd name="T109" fmla="*/ 0 h 102"/>
                  <a:gd name="T110" fmla="*/ 59 w 62"/>
                  <a:gd name="T111" fmla="*/ 0 h 102"/>
                  <a:gd name="T112" fmla="*/ 56 w 62"/>
                  <a:gd name="T113"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 h="102">
                    <a:moveTo>
                      <a:pt x="56" y="0"/>
                    </a:moveTo>
                    <a:lnTo>
                      <a:pt x="53" y="1"/>
                    </a:lnTo>
                    <a:lnTo>
                      <a:pt x="50" y="2"/>
                    </a:lnTo>
                    <a:lnTo>
                      <a:pt x="48" y="2"/>
                    </a:lnTo>
                    <a:lnTo>
                      <a:pt x="45" y="4"/>
                    </a:lnTo>
                    <a:lnTo>
                      <a:pt x="43" y="5"/>
                    </a:lnTo>
                    <a:lnTo>
                      <a:pt x="40" y="6"/>
                    </a:lnTo>
                    <a:lnTo>
                      <a:pt x="39" y="9"/>
                    </a:lnTo>
                    <a:lnTo>
                      <a:pt x="36" y="10"/>
                    </a:lnTo>
                    <a:lnTo>
                      <a:pt x="35" y="13"/>
                    </a:lnTo>
                    <a:lnTo>
                      <a:pt x="33" y="16"/>
                    </a:lnTo>
                    <a:lnTo>
                      <a:pt x="32" y="18"/>
                    </a:lnTo>
                    <a:lnTo>
                      <a:pt x="30" y="22"/>
                    </a:lnTo>
                    <a:lnTo>
                      <a:pt x="29" y="24"/>
                    </a:lnTo>
                    <a:lnTo>
                      <a:pt x="28" y="27"/>
                    </a:lnTo>
                    <a:lnTo>
                      <a:pt x="28" y="2"/>
                    </a:lnTo>
                    <a:lnTo>
                      <a:pt x="24" y="2"/>
                    </a:lnTo>
                    <a:lnTo>
                      <a:pt x="21" y="2"/>
                    </a:lnTo>
                    <a:lnTo>
                      <a:pt x="18" y="2"/>
                    </a:lnTo>
                    <a:lnTo>
                      <a:pt x="14" y="2"/>
                    </a:lnTo>
                    <a:lnTo>
                      <a:pt x="11" y="2"/>
                    </a:lnTo>
                    <a:lnTo>
                      <a:pt x="7" y="2"/>
                    </a:lnTo>
                    <a:lnTo>
                      <a:pt x="3" y="2"/>
                    </a:lnTo>
                    <a:lnTo>
                      <a:pt x="0" y="2"/>
                    </a:lnTo>
                    <a:lnTo>
                      <a:pt x="0" y="102"/>
                    </a:lnTo>
                    <a:lnTo>
                      <a:pt x="3" y="102"/>
                    </a:lnTo>
                    <a:lnTo>
                      <a:pt x="7" y="102"/>
                    </a:lnTo>
                    <a:lnTo>
                      <a:pt x="11" y="102"/>
                    </a:lnTo>
                    <a:lnTo>
                      <a:pt x="14" y="102"/>
                    </a:lnTo>
                    <a:lnTo>
                      <a:pt x="18" y="102"/>
                    </a:lnTo>
                    <a:lnTo>
                      <a:pt x="21" y="102"/>
                    </a:lnTo>
                    <a:lnTo>
                      <a:pt x="24" y="102"/>
                    </a:lnTo>
                    <a:lnTo>
                      <a:pt x="28" y="102"/>
                    </a:lnTo>
                    <a:lnTo>
                      <a:pt x="28" y="65"/>
                    </a:lnTo>
                    <a:lnTo>
                      <a:pt x="28" y="57"/>
                    </a:lnTo>
                    <a:lnTo>
                      <a:pt x="28" y="51"/>
                    </a:lnTo>
                    <a:lnTo>
                      <a:pt x="28" y="45"/>
                    </a:lnTo>
                    <a:lnTo>
                      <a:pt x="29" y="41"/>
                    </a:lnTo>
                    <a:lnTo>
                      <a:pt x="31" y="38"/>
                    </a:lnTo>
                    <a:lnTo>
                      <a:pt x="32" y="35"/>
                    </a:lnTo>
                    <a:lnTo>
                      <a:pt x="34" y="33"/>
                    </a:lnTo>
                    <a:lnTo>
                      <a:pt x="36" y="31"/>
                    </a:lnTo>
                    <a:lnTo>
                      <a:pt x="39" y="29"/>
                    </a:lnTo>
                    <a:lnTo>
                      <a:pt x="42" y="28"/>
                    </a:lnTo>
                    <a:lnTo>
                      <a:pt x="45" y="27"/>
                    </a:lnTo>
                    <a:lnTo>
                      <a:pt x="49" y="27"/>
                    </a:lnTo>
                    <a:lnTo>
                      <a:pt x="52" y="27"/>
                    </a:lnTo>
                    <a:lnTo>
                      <a:pt x="54" y="27"/>
                    </a:lnTo>
                    <a:lnTo>
                      <a:pt x="57" y="29"/>
                    </a:lnTo>
                    <a:lnTo>
                      <a:pt x="60" y="30"/>
                    </a:lnTo>
                    <a:lnTo>
                      <a:pt x="61" y="29"/>
                    </a:lnTo>
                    <a:lnTo>
                      <a:pt x="61" y="22"/>
                    </a:lnTo>
                    <a:lnTo>
                      <a:pt x="61" y="14"/>
                    </a:lnTo>
                    <a:lnTo>
                      <a:pt x="61" y="7"/>
                    </a:lnTo>
                    <a:lnTo>
                      <a:pt x="62" y="0"/>
                    </a:lnTo>
                    <a:lnTo>
                      <a:pt x="59" y="0"/>
                    </a:lnTo>
                    <a:lnTo>
                      <a:pt x="5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6" name="íṧḷídè"/>
              <p:cNvSpPr/>
              <p:nvPr userDrawn="1"/>
            </p:nvSpPr>
            <p:spPr bwMode="auto">
              <a:xfrm>
                <a:off x="7407276" y="4102101"/>
                <a:ext cx="109538" cy="163513"/>
              </a:xfrm>
              <a:custGeom>
                <a:avLst/>
                <a:gdLst>
                  <a:gd name="T0" fmla="*/ 67 w 69"/>
                  <a:gd name="T1" fmla="*/ 59 h 103"/>
                  <a:gd name="T2" fmla="*/ 62 w 69"/>
                  <a:gd name="T3" fmla="*/ 52 h 103"/>
                  <a:gd name="T4" fmla="*/ 55 w 69"/>
                  <a:gd name="T5" fmla="*/ 47 h 103"/>
                  <a:gd name="T6" fmla="*/ 46 w 69"/>
                  <a:gd name="T7" fmla="*/ 42 h 103"/>
                  <a:gd name="T8" fmla="*/ 34 w 69"/>
                  <a:gd name="T9" fmla="*/ 37 h 103"/>
                  <a:gd name="T10" fmla="*/ 25 w 69"/>
                  <a:gd name="T11" fmla="*/ 31 h 103"/>
                  <a:gd name="T12" fmla="*/ 21 w 69"/>
                  <a:gd name="T13" fmla="*/ 25 h 103"/>
                  <a:gd name="T14" fmla="*/ 21 w 69"/>
                  <a:gd name="T15" fmla="*/ 18 h 103"/>
                  <a:gd name="T16" fmla="*/ 27 w 69"/>
                  <a:gd name="T17" fmla="*/ 13 h 103"/>
                  <a:gd name="T18" fmla="*/ 36 w 69"/>
                  <a:gd name="T19" fmla="*/ 10 h 103"/>
                  <a:gd name="T20" fmla="*/ 45 w 69"/>
                  <a:gd name="T21" fmla="*/ 14 h 103"/>
                  <a:gd name="T22" fmla="*/ 53 w 69"/>
                  <a:gd name="T23" fmla="*/ 21 h 103"/>
                  <a:gd name="T24" fmla="*/ 61 w 69"/>
                  <a:gd name="T25" fmla="*/ 27 h 103"/>
                  <a:gd name="T26" fmla="*/ 65 w 69"/>
                  <a:gd name="T27" fmla="*/ 14 h 103"/>
                  <a:gd name="T28" fmla="*/ 60 w 69"/>
                  <a:gd name="T29" fmla="*/ 6 h 103"/>
                  <a:gd name="T30" fmla="*/ 48 w 69"/>
                  <a:gd name="T31" fmla="*/ 2 h 103"/>
                  <a:gd name="T32" fmla="*/ 36 w 69"/>
                  <a:gd name="T33" fmla="*/ 0 h 103"/>
                  <a:gd name="T34" fmla="*/ 24 w 69"/>
                  <a:gd name="T35" fmla="*/ 2 h 103"/>
                  <a:gd name="T36" fmla="*/ 15 w 69"/>
                  <a:gd name="T37" fmla="*/ 6 h 103"/>
                  <a:gd name="T38" fmla="*/ 8 w 69"/>
                  <a:gd name="T39" fmla="*/ 12 h 103"/>
                  <a:gd name="T40" fmla="*/ 3 w 69"/>
                  <a:gd name="T41" fmla="*/ 20 h 103"/>
                  <a:gd name="T42" fmla="*/ 1 w 69"/>
                  <a:gd name="T43" fmla="*/ 30 h 103"/>
                  <a:gd name="T44" fmla="*/ 1 w 69"/>
                  <a:gd name="T45" fmla="*/ 38 h 103"/>
                  <a:gd name="T46" fmla="*/ 3 w 69"/>
                  <a:gd name="T47" fmla="*/ 46 h 103"/>
                  <a:gd name="T48" fmla="*/ 8 w 69"/>
                  <a:gd name="T49" fmla="*/ 52 h 103"/>
                  <a:gd name="T50" fmla="*/ 14 w 69"/>
                  <a:gd name="T51" fmla="*/ 58 h 103"/>
                  <a:gd name="T52" fmla="*/ 23 w 69"/>
                  <a:gd name="T53" fmla="*/ 63 h 103"/>
                  <a:gd name="T54" fmla="*/ 34 w 69"/>
                  <a:gd name="T55" fmla="*/ 68 h 103"/>
                  <a:gd name="T56" fmla="*/ 44 w 69"/>
                  <a:gd name="T57" fmla="*/ 74 h 103"/>
                  <a:gd name="T58" fmla="*/ 48 w 69"/>
                  <a:gd name="T59" fmla="*/ 79 h 103"/>
                  <a:gd name="T60" fmla="*/ 47 w 69"/>
                  <a:gd name="T61" fmla="*/ 87 h 103"/>
                  <a:gd name="T62" fmla="*/ 41 w 69"/>
                  <a:gd name="T63" fmla="*/ 92 h 103"/>
                  <a:gd name="T64" fmla="*/ 32 w 69"/>
                  <a:gd name="T65" fmla="*/ 95 h 103"/>
                  <a:gd name="T66" fmla="*/ 21 w 69"/>
                  <a:gd name="T67" fmla="*/ 92 h 103"/>
                  <a:gd name="T68" fmla="*/ 12 w 69"/>
                  <a:gd name="T69" fmla="*/ 85 h 103"/>
                  <a:gd name="T70" fmla="*/ 4 w 69"/>
                  <a:gd name="T71" fmla="*/ 77 h 103"/>
                  <a:gd name="T72" fmla="*/ 1 w 69"/>
                  <a:gd name="T73" fmla="*/ 92 h 103"/>
                  <a:gd name="T74" fmla="*/ 7 w 69"/>
                  <a:gd name="T75" fmla="*/ 99 h 103"/>
                  <a:gd name="T76" fmla="*/ 17 w 69"/>
                  <a:gd name="T77" fmla="*/ 103 h 103"/>
                  <a:gd name="T78" fmla="*/ 29 w 69"/>
                  <a:gd name="T79" fmla="*/ 103 h 103"/>
                  <a:gd name="T80" fmla="*/ 42 w 69"/>
                  <a:gd name="T81" fmla="*/ 102 h 103"/>
                  <a:gd name="T82" fmla="*/ 52 w 69"/>
                  <a:gd name="T83" fmla="*/ 99 h 103"/>
                  <a:gd name="T84" fmla="*/ 60 w 69"/>
                  <a:gd name="T85" fmla="*/ 93 h 103"/>
                  <a:gd name="T86" fmla="*/ 66 w 69"/>
                  <a:gd name="T87" fmla="*/ 85 h 103"/>
                  <a:gd name="T88" fmla="*/ 69 w 69"/>
                  <a:gd name="T89" fmla="*/ 75 h 103"/>
                  <a:gd name="T90" fmla="*/ 69 w 69"/>
                  <a:gd name="T91" fmla="*/ 6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9" h="103">
                    <a:moveTo>
                      <a:pt x="68" y="64"/>
                    </a:moveTo>
                    <a:lnTo>
                      <a:pt x="68" y="62"/>
                    </a:lnTo>
                    <a:lnTo>
                      <a:pt x="67" y="59"/>
                    </a:lnTo>
                    <a:lnTo>
                      <a:pt x="65" y="57"/>
                    </a:lnTo>
                    <a:lnTo>
                      <a:pt x="64" y="55"/>
                    </a:lnTo>
                    <a:lnTo>
                      <a:pt x="62" y="52"/>
                    </a:lnTo>
                    <a:lnTo>
                      <a:pt x="60" y="51"/>
                    </a:lnTo>
                    <a:lnTo>
                      <a:pt x="57" y="48"/>
                    </a:lnTo>
                    <a:lnTo>
                      <a:pt x="55" y="47"/>
                    </a:lnTo>
                    <a:lnTo>
                      <a:pt x="52" y="45"/>
                    </a:lnTo>
                    <a:lnTo>
                      <a:pt x="49" y="43"/>
                    </a:lnTo>
                    <a:lnTo>
                      <a:pt x="46" y="42"/>
                    </a:lnTo>
                    <a:lnTo>
                      <a:pt x="42" y="40"/>
                    </a:lnTo>
                    <a:lnTo>
                      <a:pt x="39" y="38"/>
                    </a:lnTo>
                    <a:lnTo>
                      <a:pt x="34" y="37"/>
                    </a:lnTo>
                    <a:lnTo>
                      <a:pt x="31" y="34"/>
                    </a:lnTo>
                    <a:lnTo>
                      <a:pt x="28" y="33"/>
                    </a:lnTo>
                    <a:lnTo>
                      <a:pt x="25" y="31"/>
                    </a:lnTo>
                    <a:lnTo>
                      <a:pt x="24" y="29"/>
                    </a:lnTo>
                    <a:lnTo>
                      <a:pt x="22" y="27"/>
                    </a:lnTo>
                    <a:lnTo>
                      <a:pt x="21" y="25"/>
                    </a:lnTo>
                    <a:lnTo>
                      <a:pt x="20" y="23"/>
                    </a:lnTo>
                    <a:lnTo>
                      <a:pt x="21" y="20"/>
                    </a:lnTo>
                    <a:lnTo>
                      <a:pt x="21" y="18"/>
                    </a:lnTo>
                    <a:lnTo>
                      <a:pt x="23" y="16"/>
                    </a:lnTo>
                    <a:lnTo>
                      <a:pt x="24" y="14"/>
                    </a:lnTo>
                    <a:lnTo>
                      <a:pt x="27" y="13"/>
                    </a:lnTo>
                    <a:lnTo>
                      <a:pt x="29" y="12"/>
                    </a:lnTo>
                    <a:lnTo>
                      <a:pt x="32" y="11"/>
                    </a:lnTo>
                    <a:lnTo>
                      <a:pt x="36" y="10"/>
                    </a:lnTo>
                    <a:lnTo>
                      <a:pt x="39" y="11"/>
                    </a:lnTo>
                    <a:lnTo>
                      <a:pt x="43" y="12"/>
                    </a:lnTo>
                    <a:lnTo>
                      <a:pt x="45" y="14"/>
                    </a:lnTo>
                    <a:lnTo>
                      <a:pt x="48" y="16"/>
                    </a:lnTo>
                    <a:lnTo>
                      <a:pt x="51" y="18"/>
                    </a:lnTo>
                    <a:lnTo>
                      <a:pt x="53" y="21"/>
                    </a:lnTo>
                    <a:lnTo>
                      <a:pt x="55" y="24"/>
                    </a:lnTo>
                    <a:lnTo>
                      <a:pt x="56" y="27"/>
                    </a:lnTo>
                    <a:lnTo>
                      <a:pt x="61" y="27"/>
                    </a:lnTo>
                    <a:lnTo>
                      <a:pt x="63" y="23"/>
                    </a:lnTo>
                    <a:lnTo>
                      <a:pt x="64" y="19"/>
                    </a:lnTo>
                    <a:lnTo>
                      <a:pt x="65" y="14"/>
                    </a:lnTo>
                    <a:lnTo>
                      <a:pt x="66" y="10"/>
                    </a:lnTo>
                    <a:lnTo>
                      <a:pt x="63" y="8"/>
                    </a:lnTo>
                    <a:lnTo>
                      <a:pt x="60" y="6"/>
                    </a:lnTo>
                    <a:lnTo>
                      <a:pt x="56" y="4"/>
                    </a:lnTo>
                    <a:lnTo>
                      <a:pt x="52" y="3"/>
                    </a:lnTo>
                    <a:lnTo>
                      <a:pt x="48" y="2"/>
                    </a:lnTo>
                    <a:lnTo>
                      <a:pt x="44" y="1"/>
                    </a:lnTo>
                    <a:lnTo>
                      <a:pt x="40" y="0"/>
                    </a:lnTo>
                    <a:lnTo>
                      <a:pt x="36" y="0"/>
                    </a:lnTo>
                    <a:lnTo>
                      <a:pt x="32" y="0"/>
                    </a:lnTo>
                    <a:lnTo>
                      <a:pt x="28" y="1"/>
                    </a:lnTo>
                    <a:lnTo>
                      <a:pt x="24" y="2"/>
                    </a:lnTo>
                    <a:lnTo>
                      <a:pt x="21" y="3"/>
                    </a:lnTo>
                    <a:lnTo>
                      <a:pt x="18" y="4"/>
                    </a:lnTo>
                    <a:lnTo>
                      <a:pt x="15" y="6"/>
                    </a:lnTo>
                    <a:lnTo>
                      <a:pt x="12" y="7"/>
                    </a:lnTo>
                    <a:lnTo>
                      <a:pt x="10" y="10"/>
                    </a:lnTo>
                    <a:lnTo>
                      <a:pt x="8" y="12"/>
                    </a:lnTo>
                    <a:lnTo>
                      <a:pt x="6" y="14"/>
                    </a:lnTo>
                    <a:lnTo>
                      <a:pt x="4" y="17"/>
                    </a:lnTo>
                    <a:lnTo>
                      <a:pt x="3" y="20"/>
                    </a:lnTo>
                    <a:lnTo>
                      <a:pt x="2" y="22"/>
                    </a:lnTo>
                    <a:lnTo>
                      <a:pt x="1" y="26"/>
                    </a:lnTo>
                    <a:lnTo>
                      <a:pt x="1" y="30"/>
                    </a:lnTo>
                    <a:lnTo>
                      <a:pt x="0" y="34"/>
                    </a:lnTo>
                    <a:lnTo>
                      <a:pt x="0" y="36"/>
                    </a:lnTo>
                    <a:lnTo>
                      <a:pt x="1" y="38"/>
                    </a:lnTo>
                    <a:lnTo>
                      <a:pt x="1" y="41"/>
                    </a:lnTo>
                    <a:lnTo>
                      <a:pt x="2" y="43"/>
                    </a:lnTo>
                    <a:lnTo>
                      <a:pt x="3" y="46"/>
                    </a:lnTo>
                    <a:lnTo>
                      <a:pt x="4" y="48"/>
                    </a:lnTo>
                    <a:lnTo>
                      <a:pt x="6" y="51"/>
                    </a:lnTo>
                    <a:lnTo>
                      <a:pt x="8" y="52"/>
                    </a:lnTo>
                    <a:lnTo>
                      <a:pt x="10" y="55"/>
                    </a:lnTo>
                    <a:lnTo>
                      <a:pt x="12" y="56"/>
                    </a:lnTo>
                    <a:lnTo>
                      <a:pt x="14" y="58"/>
                    </a:lnTo>
                    <a:lnTo>
                      <a:pt x="17" y="60"/>
                    </a:lnTo>
                    <a:lnTo>
                      <a:pt x="20" y="62"/>
                    </a:lnTo>
                    <a:lnTo>
                      <a:pt x="23" y="63"/>
                    </a:lnTo>
                    <a:lnTo>
                      <a:pt x="26" y="65"/>
                    </a:lnTo>
                    <a:lnTo>
                      <a:pt x="30" y="67"/>
                    </a:lnTo>
                    <a:lnTo>
                      <a:pt x="34" y="68"/>
                    </a:lnTo>
                    <a:lnTo>
                      <a:pt x="38" y="70"/>
                    </a:lnTo>
                    <a:lnTo>
                      <a:pt x="41" y="71"/>
                    </a:lnTo>
                    <a:lnTo>
                      <a:pt x="44" y="74"/>
                    </a:lnTo>
                    <a:lnTo>
                      <a:pt x="46" y="75"/>
                    </a:lnTo>
                    <a:lnTo>
                      <a:pt x="48" y="78"/>
                    </a:lnTo>
                    <a:lnTo>
                      <a:pt x="48" y="79"/>
                    </a:lnTo>
                    <a:lnTo>
                      <a:pt x="48" y="82"/>
                    </a:lnTo>
                    <a:lnTo>
                      <a:pt x="48" y="84"/>
                    </a:lnTo>
                    <a:lnTo>
                      <a:pt x="47" y="87"/>
                    </a:lnTo>
                    <a:lnTo>
                      <a:pt x="45" y="89"/>
                    </a:lnTo>
                    <a:lnTo>
                      <a:pt x="44" y="91"/>
                    </a:lnTo>
                    <a:lnTo>
                      <a:pt x="41" y="92"/>
                    </a:lnTo>
                    <a:lnTo>
                      <a:pt x="39" y="93"/>
                    </a:lnTo>
                    <a:lnTo>
                      <a:pt x="36" y="94"/>
                    </a:lnTo>
                    <a:lnTo>
                      <a:pt x="32" y="95"/>
                    </a:lnTo>
                    <a:lnTo>
                      <a:pt x="28" y="95"/>
                    </a:lnTo>
                    <a:lnTo>
                      <a:pt x="24" y="94"/>
                    </a:lnTo>
                    <a:lnTo>
                      <a:pt x="21" y="92"/>
                    </a:lnTo>
                    <a:lnTo>
                      <a:pt x="18" y="91"/>
                    </a:lnTo>
                    <a:lnTo>
                      <a:pt x="16" y="87"/>
                    </a:lnTo>
                    <a:lnTo>
                      <a:pt x="12" y="85"/>
                    </a:lnTo>
                    <a:lnTo>
                      <a:pt x="10" y="81"/>
                    </a:lnTo>
                    <a:lnTo>
                      <a:pt x="8" y="77"/>
                    </a:lnTo>
                    <a:lnTo>
                      <a:pt x="4" y="77"/>
                    </a:lnTo>
                    <a:lnTo>
                      <a:pt x="3" y="81"/>
                    </a:lnTo>
                    <a:lnTo>
                      <a:pt x="2" y="87"/>
                    </a:lnTo>
                    <a:lnTo>
                      <a:pt x="1" y="92"/>
                    </a:lnTo>
                    <a:lnTo>
                      <a:pt x="0" y="96"/>
                    </a:lnTo>
                    <a:lnTo>
                      <a:pt x="3" y="98"/>
                    </a:lnTo>
                    <a:lnTo>
                      <a:pt x="7" y="99"/>
                    </a:lnTo>
                    <a:lnTo>
                      <a:pt x="10" y="100"/>
                    </a:lnTo>
                    <a:lnTo>
                      <a:pt x="13" y="102"/>
                    </a:lnTo>
                    <a:lnTo>
                      <a:pt x="17" y="103"/>
                    </a:lnTo>
                    <a:lnTo>
                      <a:pt x="20" y="103"/>
                    </a:lnTo>
                    <a:lnTo>
                      <a:pt x="25" y="103"/>
                    </a:lnTo>
                    <a:lnTo>
                      <a:pt x="29" y="103"/>
                    </a:lnTo>
                    <a:lnTo>
                      <a:pt x="33" y="103"/>
                    </a:lnTo>
                    <a:lnTo>
                      <a:pt x="38" y="103"/>
                    </a:lnTo>
                    <a:lnTo>
                      <a:pt x="42" y="102"/>
                    </a:lnTo>
                    <a:lnTo>
                      <a:pt x="46" y="101"/>
                    </a:lnTo>
                    <a:lnTo>
                      <a:pt x="49" y="100"/>
                    </a:lnTo>
                    <a:lnTo>
                      <a:pt x="52" y="99"/>
                    </a:lnTo>
                    <a:lnTo>
                      <a:pt x="56" y="97"/>
                    </a:lnTo>
                    <a:lnTo>
                      <a:pt x="59" y="95"/>
                    </a:lnTo>
                    <a:lnTo>
                      <a:pt x="60" y="93"/>
                    </a:lnTo>
                    <a:lnTo>
                      <a:pt x="63" y="91"/>
                    </a:lnTo>
                    <a:lnTo>
                      <a:pt x="64" y="88"/>
                    </a:lnTo>
                    <a:lnTo>
                      <a:pt x="66" y="85"/>
                    </a:lnTo>
                    <a:lnTo>
                      <a:pt x="68" y="83"/>
                    </a:lnTo>
                    <a:lnTo>
                      <a:pt x="68" y="79"/>
                    </a:lnTo>
                    <a:lnTo>
                      <a:pt x="69" y="75"/>
                    </a:lnTo>
                    <a:lnTo>
                      <a:pt x="69" y="71"/>
                    </a:lnTo>
                    <a:lnTo>
                      <a:pt x="69" y="69"/>
                    </a:lnTo>
                    <a:lnTo>
                      <a:pt x="69" y="67"/>
                    </a:lnTo>
                    <a:lnTo>
                      <a:pt x="68" y="64"/>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7" name="î$líḋé"/>
              <p:cNvSpPr/>
              <p:nvPr userDrawn="1"/>
            </p:nvSpPr>
            <p:spPr bwMode="auto">
              <a:xfrm>
                <a:off x="7567613" y="4105276"/>
                <a:ext cx="44450" cy="158750"/>
              </a:xfrm>
              <a:custGeom>
                <a:avLst/>
                <a:gdLst>
                  <a:gd name="T0" fmla="*/ 21 w 28"/>
                  <a:gd name="T1" fmla="*/ 0 h 100"/>
                  <a:gd name="T2" fmla="*/ 18 w 28"/>
                  <a:gd name="T3" fmla="*/ 0 h 100"/>
                  <a:gd name="T4" fmla="*/ 15 w 28"/>
                  <a:gd name="T5" fmla="*/ 0 h 100"/>
                  <a:gd name="T6" fmla="*/ 11 w 28"/>
                  <a:gd name="T7" fmla="*/ 0 h 100"/>
                  <a:gd name="T8" fmla="*/ 7 w 28"/>
                  <a:gd name="T9" fmla="*/ 0 h 100"/>
                  <a:gd name="T10" fmla="*/ 3 w 28"/>
                  <a:gd name="T11" fmla="*/ 0 h 100"/>
                  <a:gd name="T12" fmla="*/ 0 w 28"/>
                  <a:gd name="T13" fmla="*/ 0 h 100"/>
                  <a:gd name="T14" fmla="*/ 0 w 28"/>
                  <a:gd name="T15" fmla="*/ 100 h 100"/>
                  <a:gd name="T16" fmla="*/ 3 w 28"/>
                  <a:gd name="T17" fmla="*/ 100 h 100"/>
                  <a:gd name="T18" fmla="*/ 7 w 28"/>
                  <a:gd name="T19" fmla="*/ 100 h 100"/>
                  <a:gd name="T20" fmla="*/ 11 w 28"/>
                  <a:gd name="T21" fmla="*/ 100 h 100"/>
                  <a:gd name="T22" fmla="*/ 15 w 28"/>
                  <a:gd name="T23" fmla="*/ 100 h 100"/>
                  <a:gd name="T24" fmla="*/ 18 w 28"/>
                  <a:gd name="T25" fmla="*/ 100 h 100"/>
                  <a:gd name="T26" fmla="*/ 21 w 28"/>
                  <a:gd name="T27" fmla="*/ 100 h 100"/>
                  <a:gd name="T28" fmla="*/ 24 w 28"/>
                  <a:gd name="T29" fmla="*/ 100 h 100"/>
                  <a:gd name="T30" fmla="*/ 28 w 28"/>
                  <a:gd name="T31" fmla="*/ 100 h 100"/>
                  <a:gd name="T32" fmla="*/ 28 w 28"/>
                  <a:gd name="T33" fmla="*/ 0 h 100"/>
                  <a:gd name="T34" fmla="*/ 24 w 28"/>
                  <a:gd name="T35" fmla="*/ 0 h 100"/>
                  <a:gd name="T36" fmla="*/ 21 w 28"/>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100">
                    <a:moveTo>
                      <a:pt x="21" y="0"/>
                    </a:moveTo>
                    <a:lnTo>
                      <a:pt x="18" y="0"/>
                    </a:lnTo>
                    <a:lnTo>
                      <a:pt x="15" y="0"/>
                    </a:lnTo>
                    <a:lnTo>
                      <a:pt x="11" y="0"/>
                    </a:lnTo>
                    <a:lnTo>
                      <a:pt x="7" y="0"/>
                    </a:lnTo>
                    <a:lnTo>
                      <a:pt x="3" y="0"/>
                    </a:lnTo>
                    <a:lnTo>
                      <a:pt x="0" y="0"/>
                    </a:lnTo>
                    <a:lnTo>
                      <a:pt x="0" y="100"/>
                    </a:lnTo>
                    <a:lnTo>
                      <a:pt x="3" y="100"/>
                    </a:lnTo>
                    <a:lnTo>
                      <a:pt x="7" y="100"/>
                    </a:lnTo>
                    <a:lnTo>
                      <a:pt x="11" y="100"/>
                    </a:lnTo>
                    <a:lnTo>
                      <a:pt x="15" y="100"/>
                    </a:lnTo>
                    <a:lnTo>
                      <a:pt x="18" y="100"/>
                    </a:lnTo>
                    <a:lnTo>
                      <a:pt x="21" y="100"/>
                    </a:lnTo>
                    <a:lnTo>
                      <a:pt x="24" y="100"/>
                    </a:lnTo>
                    <a:lnTo>
                      <a:pt x="28" y="100"/>
                    </a:lnTo>
                    <a:lnTo>
                      <a:pt x="28" y="0"/>
                    </a:lnTo>
                    <a:lnTo>
                      <a:pt x="24" y="0"/>
                    </a:lnTo>
                    <a:lnTo>
                      <a:pt x="2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8" name="îṩḻïḓè"/>
              <p:cNvSpPr/>
              <p:nvPr userDrawn="1"/>
            </p:nvSpPr>
            <p:spPr bwMode="auto">
              <a:xfrm>
                <a:off x="7564438" y="4017963"/>
                <a:ext cx="52388" cy="50800"/>
              </a:xfrm>
              <a:custGeom>
                <a:avLst/>
                <a:gdLst>
                  <a:gd name="T0" fmla="*/ 31 w 33"/>
                  <a:gd name="T1" fmla="*/ 10 h 32"/>
                  <a:gd name="T2" fmla="*/ 29 w 33"/>
                  <a:gd name="T3" fmla="*/ 7 h 32"/>
                  <a:gd name="T4" fmla="*/ 28 w 33"/>
                  <a:gd name="T5" fmla="*/ 5 h 32"/>
                  <a:gd name="T6" fmla="*/ 25 w 33"/>
                  <a:gd name="T7" fmla="*/ 3 h 32"/>
                  <a:gd name="T8" fmla="*/ 22 w 33"/>
                  <a:gd name="T9" fmla="*/ 2 h 32"/>
                  <a:gd name="T10" fmla="*/ 19 w 33"/>
                  <a:gd name="T11" fmla="*/ 0 h 32"/>
                  <a:gd name="T12" fmla="*/ 16 w 33"/>
                  <a:gd name="T13" fmla="*/ 0 h 32"/>
                  <a:gd name="T14" fmla="*/ 13 w 33"/>
                  <a:gd name="T15" fmla="*/ 0 h 32"/>
                  <a:gd name="T16" fmla="*/ 9 w 33"/>
                  <a:gd name="T17" fmla="*/ 2 h 32"/>
                  <a:gd name="T18" fmla="*/ 6 w 33"/>
                  <a:gd name="T19" fmla="*/ 3 h 32"/>
                  <a:gd name="T20" fmla="*/ 4 w 33"/>
                  <a:gd name="T21" fmla="*/ 5 h 32"/>
                  <a:gd name="T22" fmla="*/ 2 w 33"/>
                  <a:gd name="T23" fmla="*/ 7 h 32"/>
                  <a:gd name="T24" fmla="*/ 1 w 33"/>
                  <a:gd name="T25" fmla="*/ 10 h 32"/>
                  <a:gd name="T26" fmla="*/ 0 w 33"/>
                  <a:gd name="T27" fmla="*/ 13 h 32"/>
                  <a:gd name="T28" fmla="*/ 0 w 33"/>
                  <a:gd name="T29" fmla="*/ 16 h 32"/>
                  <a:gd name="T30" fmla="*/ 0 w 33"/>
                  <a:gd name="T31" fmla="*/ 20 h 32"/>
                  <a:gd name="T32" fmla="*/ 1 w 33"/>
                  <a:gd name="T33" fmla="*/ 23 h 32"/>
                  <a:gd name="T34" fmla="*/ 2 w 33"/>
                  <a:gd name="T35" fmla="*/ 26 h 32"/>
                  <a:gd name="T36" fmla="*/ 4 w 33"/>
                  <a:gd name="T37" fmla="*/ 28 h 32"/>
                  <a:gd name="T38" fmla="*/ 6 w 33"/>
                  <a:gd name="T39" fmla="*/ 30 h 32"/>
                  <a:gd name="T40" fmla="*/ 9 w 33"/>
                  <a:gd name="T41" fmla="*/ 31 h 32"/>
                  <a:gd name="T42" fmla="*/ 12 w 33"/>
                  <a:gd name="T43" fmla="*/ 32 h 32"/>
                  <a:gd name="T44" fmla="*/ 16 w 33"/>
                  <a:gd name="T45" fmla="*/ 32 h 32"/>
                  <a:gd name="T46" fmla="*/ 19 w 33"/>
                  <a:gd name="T47" fmla="*/ 32 h 32"/>
                  <a:gd name="T48" fmla="*/ 22 w 33"/>
                  <a:gd name="T49" fmla="*/ 31 h 32"/>
                  <a:gd name="T50" fmla="*/ 25 w 33"/>
                  <a:gd name="T51" fmla="*/ 30 h 32"/>
                  <a:gd name="T52" fmla="*/ 28 w 33"/>
                  <a:gd name="T53" fmla="*/ 27 h 32"/>
                  <a:gd name="T54" fmla="*/ 29 w 33"/>
                  <a:gd name="T55" fmla="*/ 25 h 32"/>
                  <a:gd name="T56" fmla="*/ 31 w 33"/>
                  <a:gd name="T57" fmla="*/ 23 h 32"/>
                  <a:gd name="T58" fmla="*/ 32 w 33"/>
                  <a:gd name="T59" fmla="*/ 19 h 32"/>
                  <a:gd name="T60" fmla="*/ 33 w 33"/>
                  <a:gd name="T61" fmla="*/ 16 h 32"/>
                  <a:gd name="T62" fmla="*/ 32 w 33"/>
                  <a:gd name="T63" fmla="*/ 13 h 32"/>
                  <a:gd name="T64" fmla="*/ 31 w 33"/>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 h="32">
                    <a:moveTo>
                      <a:pt x="31" y="10"/>
                    </a:moveTo>
                    <a:lnTo>
                      <a:pt x="29" y="7"/>
                    </a:lnTo>
                    <a:lnTo>
                      <a:pt x="28" y="5"/>
                    </a:lnTo>
                    <a:lnTo>
                      <a:pt x="25" y="3"/>
                    </a:lnTo>
                    <a:lnTo>
                      <a:pt x="22" y="2"/>
                    </a:lnTo>
                    <a:lnTo>
                      <a:pt x="19" y="0"/>
                    </a:lnTo>
                    <a:lnTo>
                      <a:pt x="16" y="0"/>
                    </a:lnTo>
                    <a:lnTo>
                      <a:pt x="13" y="0"/>
                    </a:lnTo>
                    <a:lnTo>
                      <a:pt x="9" y="2"/>
                    </a:lnTo>
                    <a:lnTo>
                      <a:pt x="6" y="3"/>
                    </a:lnTo>
                    <a:lnTo>
                      <a:pt x="4" y="5"/>
                    </a:lnTo>
                    <a:lnTo>
                      <a:pt x="2" y="7"/>
                    </a:lnTo>
                    <a:lnTo>
                      <a:pt x="1" y="10"/>
                    </a:lnTo>
                    <a:lnTo>
                      <a:pt x="0" y="13"/>
                    </a:lnTo>
                    <a:lnTo>
                      <a:pt x="0" y="16"/>
                    </a:lnTo>
                    <a:lnTo>
                      <a:pt x="0" y="20"/>
                    </a:lnTo>
                    <a:lnTo>
                      <a:pt x="1" y="23"/>
                    </a:lnTo>
                    <a:lnTo>
                      <a:pt x="2" y="26"/>
                    </a:lnTo>
                    <a:lnTo>
                      <a:pt x="4" y="28"/>
                    </a:lnTo>
                    <a:lnTo>
                      <a:pt x="6" y="30"/>
                    </a:lnTo>
                    <a:lnTo>
                      <a:pt x="9" y="31"/>
                    </a:lnTo>
                    <a:lnTo>
                      <a:pt x="12" y="32"/>
                    </a:lnTo>
                    <a:lnTo>
                      <a:pt x="16" y="32"/>
                    </a:lnTo>
                    <a:lnTo>
                      <a:pt x="19" y="32"/>
                    </a:lnTo>
                    <a:lnTo>
                      <a:pt x="22" y="31"/>
                    </a:lnTo>
                    <a:lnTo>
                      <a:pt x="25" y="30"/>
                    </a:lnTo>
                    <a:lnTo>
                      <a:pt x="28" y="27"/>
                    </a:lnTo>
                    <a:lnTo>
                      <a:pt x="29" y="25"/>
                    </a:lnTo>
                    <a:lnTo>
                      <a:pt x="31" y="23"/>
                    </a:lnTo>
                    <a:lnTo>
                      <a:pt x="32" y="19"/>
                    </a:lnTo>
                    <a:lnTo>
                      <a:pt x="33" y="16"/>
                    </a:lnTo>
                    <a:lnTo>
                      <a:pt x="32" y="13"/>
                    </a:lnTo>
                    <a:lnTo>
                      <a:pt x="31"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9" name="îṥḷíde"/>
              <p:cNvSpPr/>
              <p:nvPr userDrawn="1"/>
            </p:nvSpPr>
            <p:spPr bwMode="auto">
              <a:xfrm>
                <a:off x="7659688" y="4046538"/>
                <a:ext cx="98425" cy="219075"/>
              </a:xfrm>
              <a:custGeom>
                <a:avLst/>
                <a:gdLst>
                  <a:gd name="T0" fmla="*/ 58 w 62"/>
                  <a:gd name="T1" fmla="*/ 129 h 138"/>
                  <a:gd name="T2" fmla="*/ 55 w 62"/>
                  <a:gd name="T3" fmla="*/ 129 h 138"/>
                  <a:gd name="T4" fmla="*/ 54 w 62"/>
                  <a:gd name="T5" fmla="*/ 129 h 138"/>
                  <a:gd name="T6" fmla="*/ 51 w 62"/>
                  <a:gd name="T7" fmla="*/ 129 h 138"/>
                  <a:gd name="T8" fmla="*/ 50 w 62"/>
                  <a:gd name="T9" fmla="*/ 129 h 138"/>
                  <a:gd name="T10" fmla="*/ 48 w 62"/>
                  <a:gd name="T11" fmla="*/ 128 h 138"/>
                  <a:gd name="T12" fmla="*/ 46 w 62"/>
                  <a:gd name="T13" fmla="*/ 127 h 138"/>
                  <a:gd name="T14" fmla="*/ 46 w 62"/>
                  <a:gd name="T15" fmla="*/ 126 h 138"/>
                  <a:gd name="T16" fmla="*/ 45 w 62"/>
                  <a:gd name="T17" fmla="*/ 124 h 138"/>
                  <a:gd name="T18" fmla="*/ 44 w 62"/>
                  <a:gd name="T19" fmla="*/ 122 h 138"/>
                  <a:gd name="T20" fmla="*/ 43 w 62"/>
                  <a:gd name="T21" fmla="*/ 120 h 138"/>
                  <a:gd name="T22" fmla="*/ 43 w 62"/>
                  <a:gd name="T23" fmla="*/ 118 h 138"/>
                  <a:gd name="T24" fmla="*/ 43 w 62"/>
                  <a:gd name="T25" fmla="*/ 115 h 138"/>
                  <a:gd name="T26" fmla="*/ 43 w 62"/>
                  <a:gd name="T27" fmla="*/ 112 h 138"/>
                  <a:gd name="T28" fmla="*/ 43 w 62"/>
                  <a:gd name="T29" fmla="*/ 110 h 138"/>
                  <a:gd name="T30" fmla="*/ 43 w 62"/>
                  <a:gd name="T31" fmla="*/ 50 h 138"/>
                  <a:gd name="T32" fmla="*/ 61 w 62"/>
                  <a:gd name="T33" fmla="*/ 50 h 138"/>
                  <a:gd name="T34" fmla="*/ 61 w 62"/>
                  <a:gd name="T35" fmla="*/ 47 h 138"/>
                  <a:gd name="T36" fmla="*/ 61 w 62"/>
                  <a:gd name="T37" fmla="*/ 44 h 138"/>
                  <a:gd name="T38" fmla="*/ 61 w 62"/>
                  <a:gd name="T39" fmla="*/ 40 h 138"/>
                  <a:gd name="T40" fmla="*/ 61 w 62"/>
                  <a:gd name="T41" fmla="*/ 37 h 138"/>
                  <a:gd name="T42" fmla="*/ 43 w 62"/>
                  <a:gd name="T43" fmla="*/ 37 h 138"/>
                  <a:gd name="T44" fmla="*/ 43 w 62"/>
                  <a:gd name="T45" fmla="*/ 0 h 138"/>
                  <a:gd name="T46" fmla="*/ 36 w 62"/>
                  <a:gd name="T47" fmla="*/ 4 h 138"/>
                  <a:gd name="T48" fmla="*/ 29 w 62"/>
                  <a:gd name="T49" fmla="*/ 7 h 138"/>
                  <a:gd name="T50" fmla="*/ 22 w 62"/>
                  <a:gd name="T51" fmla="*/ 10 h 138"/>
                  <a:gd name="T52" fmla="*/ 14 w 62"/>
                  <a:gd name="T53" fmla="*/ 13 h 138"/>
                  <a:gd name="T54" fmla="*/ 14 w 62"/>
                  <a:gd name="T55" fmla="*/ 37 h 138"/>
                  <a:gd name="T56" fmla="*/ 0 w 62"/>
                  <a:gd name="T57" fmla="*/ 37 h 138"/>
                  <a:gd name="T58" fmla="*/ 0 w 62"/>
                  <a:gd name="T59" fmla="*/ 40 h 138"/>
                  <a:gd name="T60" fmla="*/ 1 w 62"/>
                  <a:gd name="T61" fmla="*/ 44 h 138"/>
                  <a:gd name="T62" fmla="*/ 0 w 62"/>
                  <a:gd name="T63" fmla="*/ 47 h 138"/>
                  <a:gd name="T64" fmla="*/ 0 w 62"/>
                  <a:gd name="T65" fmla="*/ 50 h 138"/>
                  <a:gd name="T66" fmla="*/ 14 w 62"/>
                  <a:gd name="T67" fmla="*/ 50 h 138"/>
                  <a:gd name="T68" fmla="*/ 14 w 62"/>
                  <a:gd name="T69" fmla="*/ 106 h 138"/>
                  <a:gd name="T70" fmla="*/ 14 w 62"/>
                  <a:gd name="T71" fmla="*/ 110 h 138"/>
                  <a:gd name="T72" fmla="*/ 14 w 62"/>
                  <a:gd name="T73" fmla="*/ 114 h 138"/>
                  <a:gd name="T74" fmla="*/ 15 w 62"/>
                  <a:gd name="T75" fmla="*/ 118 h 138"/>
                  <a:gd name="T76" fmla="*/ 16 w 62"/>
                  <a:gd name="T77" fmla="*/ 121 h 138"/>
                  <a:gd name="T78" fmla="*/ 17 w 62"/>
                  <a:gd name="T79" fmla="*/ 123 h 138"/>
                  <a:gd name="T80" fmla="*/ 18 w 62"/>
                  <a:gd name="T81" fmla="*/ 126 h 138"/>
                  <a:gd name="T82" fmla="*/ 19 w 62"/>
                  <a:gd name="T83" fmla="*/ 129 h 138"/>
                  <a:gd name="T84" fmla="*/ 20 w 62"/>
                  <a:gd name="T85" fmla="*/ 131 h 138"/>
                  <a:gd name="T86" fmla="*/ 22 w 62"/>
                  <a:gd name="T87" fmla="*/ 133 h 138"/>
                  <a:gd name="T88" fmla="*/ 24 w 62"/>
                  <a:gd name="T89" fmla="*/ 134 h 138"/>
                  <a:gd name="T90" fmla="*/ 26 w 62"/>
                  <a:gd name="T91" fmla="*/ 136 h 138"/>
                  <a:gd name="T92" fmla="*/ 29 w 62"/>
                  <a:gd name="T93" fmla="*/ 137 h 138"/>
                  <a:gd name="T94" fmla="*/ 31 w 62"/>
                  <a:gd name="T95" fmla="*/ 138 h 138"/>
                  <a:gd name="T96" fmla="*/ 34 w 62"/>
                  <a:gd name="T97" fmla="*/ 138 h 138"/>
                  <a:gd name="T98" fmla="*/ 38 w 62"/>
                  <a:gd name="T99" fmla="*/ 138 h 138"/>
                  <a:gd name="T100" fmla="*/ 41 w 62"/>
                  <a:gd name="T101" fmla="*/ 138 h 138"/>
                  <a:gd name="T102" fmla="*/ 43 w 62"/>
                  <a:gd name="T103" fmla="*/ 138 h 138"/>
                  <a:gd name="T104" fmla="*/ 46 w 62"/>
                  <a:gd name="T105" fmla="*/ 138 h 138"/>
                  <a:gd name="T106" fmla="*/ 50 w 62"/>
                  <a:gd name="T107" fmla="*/ 138 h 138"/>
                  <a:gd name="T108" fmla="*/ 55 w 62"/>
                  <a:gd name="T109" fmla="*/ 137 h 138"/>
                  <a:gd name="T110" fmla="*/ 59 w 62"/>
                  <a:gd name="T111" fmla="*/ 137 h 138"/>
                  <a:gd name="T112" fmla="*/ 62 w 62"/>
                  <a:gd name="T113" fmla="*/ 135 h 138"/>
                  <a:gd name="T114" fmla="*/ 62 w 62"/>
                  <a:gd name="T115" fmla="*/ 127 h 138"/>
                  <a:gd name="T116" fmla="*/ 60 w 62"/>
                  <a:gd name="T117" fmla="*/ 128 h 138"/>
                  <a:gd name="T118" fmla="*/ 58 w 62"/>
                  <a:gd name="T119" fmla="*/ 12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138">
                    <a:moveTo>
                      <a:pt x="58" y="129"/>
                    </a:moveTo>
                    <a:lnTo>
                      <a:pt x="55" y="129"/>
                    </a:lnTo>
                    <a:lnTo>
                      <a:pt x="54" y="129"/>
                    </a:lnTo>
                    <a:lnTo>
                      <a:pt x="51" y="129"/>
                    </a:lnTo>
                    <a:lnTo>
                      <a:pt x="50" y="129"/>
                    </a:lnTo>
                    <a:lnTo>
                      <a:pt x="48" y="128"/>
                    </a:lnTo>
                    <a:lnTo>
                      <a:pt x="46" y="127"/>
                    </a:lnTo>
                    <a:lnTo>
                      <a:pt x="46" y="126"/>
                    </a:lnTo>
                    <a:lnTo>
                      <a:pt x="45" y="124"/>
                    </a:lnTo>
                    <a:lnTo>
                      <a:pt x="44" y="122"/>
                    </a:lnTo>
                    <a:lnTo>
                      <a:pt x="43" y="120"/>
                    </a:lnTo>
                    <a:lnTo>
                      <a:pt x="43" y="118"/>
                    </a:lnTo>
                    <a:lnTo>
                      <a:pt x="43" y="115"/>
                    </a:lnTo>
                    <a:lnTo>
                      <a:pt x="43" y="112"/>
                    </a:lnTo>
                    <a:lnTo>
                      <a:pt x="43" y="110"/>
                    </a:lnTo>
                    <a:lnTo>
                      <a:pt x="43" y="50"/>
                    </a:lnTo>
                    <a:lnTo>
                      <a:pt x="61" y="50"/>
                    </a:lnTo>
                    <a:lnTo>
                      <a:pt x="61" y="47"/>
                    </a:lnTo>
                    <a:lnTo>
                      <a:pt x="61" y="44"/>
                    </a:lnTo>
                    <a:lnTo>
                      <a:pt x="61" y="40"/>
                    </a:lnTo>
                    <a:lnTo>
                      <a:pt x="61" y="37"/>
                    </a:lnTo>
                    <a:lnTo>
                      <a:pt x="43" y="37"/>
                    </a:lnTo>
                    <a:lnTo>
                      <a:pt x="43" y="0"/>
                    </a:lnTo>
                    <a:lnTo>
                      <a:pt x="36" y="4"/>
                    </a:lnTo>
                    <a:lnTo>
                      <a:pt x="29" y="7"/>
                    </a:lnTo>
                    <a:lnTo>
                      <a:pt x="22" y="10"/>
                    </a:lnTo>
                    <a:lnTo>
                      <a:pt x="14" y="13"/>
                    </a:lnTo>
                    <a:lnTo>
                      <a:pt x="14" y="37"/>
                    </a:lnTo>
                    <a:lnTo>
                      <a:pt x="0" y="37"/>
                    </a:lnTo>
                    <a:lnTo>
                      <a:pt x="0" y="40"/>
                    </a:lnTo>
                    <a:lnTo>
                      <a:pt x="1" y="44"/>
                    </a:lnTo>
                    <a:lnTo>
                      <a:pt x="0" y="47"/>
                    </a:lnTo>
                    <a:lnTo>
                      <a:pt x="0" y="50"/>
                    </a:lnTo>
                    <a:lnTo>
                      <a:pt x="14" y="50"/>
                    </a:lnTo>
                    <a:lnTo>
                      <a:pt x="14" y="106"/>
                    </a:lnTo>
                    <a:lnTo>
                      <a:pt x="14" y="110"/>
                    </a:lnTo>
                    <a:lnTo>
                      <a:pt x="14" y="114"/>
                    </a:lnTo>
                    <a:lnTo>
                      <a:pt x="15" y="118"/>
                    </a:lnTo>
                    <a:lnTo>
                      <a:pt x="16" y="121"/>
                    </a:lnTo>
                    <a:lnTo>
                      <a:pt x="17" y="123"/>
                    </a:lnTo>
                    <a:lnTo>
                      <a:pt x="18" y="126"/>
                    </a:lnTo>
                    <a:lnTo>
                      <a:pt x="19" y="129"/>
                    </a:lnTo>
                    <a:lnTo>
                      <a:pt x="20" y="131"/>
                    </a:lnTo>
                    <a:lnTo>
                      <a:pt x="22" y="133"/>
                    </a:lnTo>
                    <a:lnTo>
                      <a:pt x="24" y="134"/>
                    </a:lnTo>
                    <a:lnTo>
                      <a:pt x="26" y="136"/>
                    </a:lnTo>
                    <a:lnTo>
                      <a:pt x="29" y="137"/>
                    </a:lnTo>
                    <a:lnTo>
                      <a:pt x="31" y="138"/>
                    </a:lnTo>
                    <a:lnTo>
                      <a:pt x="34" y="138"/>
                    </a:lnTo>
                    <a:lnTo>
                      <a:pt x="38" y="138"/>
                    </a:lnTo>
                    <a:lnTo>
                      <a:pt x="41" y="138"/>
                    </a:lnTo>
                    <a:lnTo>
                      <a:pt x="43" y="138"/>
                    </a:lnTo>
                    <a:lnTo>
                      <a:pt x="46" y="138"/>
                    </a:lnTo>
                    <a:lnTo>
                      <a:pt x="50" y="138"/>
                    </a:lnTo>
                    <a:lnTo>
                      <a:pt x="55" y="137"/>
                    </a:lnTo>
                    <a:lnTo>
                      <a:pt x="59" y="137"/>
                    </a:lnTo>
                    <a:lnTo>
                      <a:pt x="62" y="135"/>
                    </a:lnTo>
                    <a:lnTo>
                      <a:pt x="62" y="127"/>
                    </a:lnTo>
                    <a:lnTo>
                      <a:pt x="60" y="128"/>
                    </a:lnTo>
                    <a:lnTo>
                      <a:pt x="58" y="12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0" name="îŝ1iḑè"/>
              <p:cNvSpPr/>
              <p:nvPr userDrawn="1"/>
            </p:nvSpPr>
            <p:spPr bwMode="auto">
              <a:xfrm>
                <a:off x="7789863" y="4105276"/>
                <a:ext cx="153988" cy="242888"/>
              </a:xfrm>
              <a:custGeom>
                <a:avLst/>
                <a:gdLst>
                  <a:gd name="T0" fmla="*/ 93 w 97"/>
                  <a:gd name="T1" fmla="*/ 0 h 153"/>
                  <a:gd name="T2" fmla="*/ 91 w 97"/>
                  <a:gd name="T3" fmla="*/ 0 h 153"/>
                  <a:gd name="T4" fmla="*/ 88 w 97"/>
                  <a:gd name="T5" fmla="*/ 0 h 153"/>
                  <a:gd name="T6" fmla="*/ 87 w 97"/>
                  <a:gd name="T7" fmla="*/ 0 h 153"/>
                  <a:gd name="T8" fmla="*/ 84 w 97"/>
                  <a:gd name="T9" fmla="*/ 0 h 153"/>
                  <a:gd name="T10" fmla="*/ 83 w 97"/>
                  <a:gd name="T11" fmla="*/ 0 h 153"/>
                  <a:gd name="T12" fmla="*/ 80 w 97"/>
                  <a:gd name="T13" fmla="*/ 0 h 153"/>
                  <a:gd name="T14" fmla="*/ 76 w 97"/>
                  <a:gd name="T15" fmla="*/ 11 h 153"/>
                  <a:gd name="T16" fmla="*/ 72 w 97"/>
                  <a:gd name="T17" fmla="*/ 21 h 153"/>
                  <a:gd name="T18" fmla="*/ 68 w 97"/>
                  <a:gd name="T19" fmla="*/ 32 h 153"/>
                  <a:gd name="T20" fmla="*/ 64 w 97"/>
                  <a:gd name="T21" fmla="*/ 44 h 153"/>
                  <a:gd name="T22" fmla="*/ 56 w 97"/>
                  <a:gd name="T23" fmla="*/ 65 h 153"/>
                  <a:gd name="T24" fmla="*/ 55 w 97"/>
                  <a:gd name="T25" fmla="*/ 62 h 153"/>
                  <a:gd name="T26" fmla="*/ 53 w 97"/>
                  <a:gd name="T27" fmla="*/ 59 h 153"/>
                  <a:gd name="T28" fmla="*/ 52 w 97"/>
                  <a:gd name="T29" fmla="*/ 55 h 153"/>
                  <a:gd name="T30" fmla="*/ 49 w 97"/>
                  <a:gd name="T31" fmla="*/ 50 h 153"/>
                  <a:gd name="T32" fmla="*/ 47 w 97"/>
                  <a:gd name="T33" fmla="*/ 42 h 153"/>
                  <a:gd name="T34" fmla="*/ 44 w 97"/>
                  <a:gd name="T35" fmla="*/ 35 h 153"/>
                  <a:gd name="T36" fmla="*/ 41 w 97"/>
                  <a:gd name="T37" fmla="*/ 28 h 153"/>
                  <a:gd name="T38" fmla="*/ 39 w 97"/>
                  <a:gd name="T39" fmla="*/ 21 h 153"/>
                  <a:gd name="T40" fmla="*/ 36 w 97"/>
                  <a:gd name="T41" fmla="*/ 15 h 153"/>
                  <a:gd name="T42" fmla="*/ 35 w 97"/>
                  <a:gd name="T43" fmla="*/ 9 h 153"/>
                  <a:gd name="T44" fmla="*/ 33 w 97"/>
                  <a:gd name="T45" fmla="*/ 4 h 153"/>
                  <a:gd name="T46" fmla="*/ 32 w 97"/>
                  <a:gd name="T47" fmla="*/ 0 h 153"/>
                  <a:gd name="T48" fmla="*/ 28 w 97"/>
                  <a:gd name="T49" fmla="*/ 0 h 153"/>
                  <a:gd name="T50" fmla="*/ 24 w 97"/>
                  <a:gd name="T51" fmla="*/ 0 h 153"/>
                  <a:gd name="T52" fmla="*/ 20 w 97"/>
                  <a:gd name="T53" fmla="*/ 0 h 153"/>
                  <a:gd name="T54" fmla="*/ 16 w 97"/>
                  <a:gd name="T55" fmla="*/ 0 h 153"/>
                  <a:gd name="T56" fmla="*/ 12 w 97"/>
                  <a:gd name="T57" fmla="*/ 0 h 153"/>
                  <a:gd name="T58" fmla="*/ 8 w 97"/>
                  <a:gd name="T59" fmla="*/ 0 h 153"/>
                  <a:gd name="T60" fmla="*/ 4 w 97"/>
                  <a:gd name="T61" fmla="*/ 0 h 153"/>
                  <a:gd name="T62" fmla="*/ 0 w 97"/>
                  <a:gd name="T63" fmla="*/ 0 h 153"/>
                  <a:gd name="T64" fmla="*/ 42 w 97"/>
                  <a:gd name="T65" fmla="*/ 100 h 153"/>
                  <a:gd name="T66" fmla="*/ 16 w 97"/>
                  <a:gd name="T67" fmla="*/ 153 h 153"/>
                  <a:gd name="T68" fmla="*/ 20 w 97"/>
                  <a:gd name="T69" fmla="*/ 153 h 153"/>
                  <a:gd name="T70" fmla="*/ 24 w 97"/>
                  <a:gd name="T71" fmla="*/ 153 h 153"/>
                  <a:gd name="T72" fmla="*/ 28 w 97"/>
                  <a:gd name="T73" fmla="*/ 153 h 153"/>
                  <a:gd name="T74" fmla="*/ 33 w 97"/>
                  <a:gd name="T75" fmla="*/ 153 h 153"/>
                  <a:gd name="T76" fmla="*/ 37 w 97"/>
                  <a:gd name="T77" fmla="*/ 141 h 153"/>
                  <a:gd name="T78" fmla="*/ 41 w 97"/>
                  <a:gd name="T79" fmla="*/ 130 h 153"/>
                  <a:gd name="T80" fmla="*/ 46 w 97"/>
                  <a:gd name="T81" fmla="*/ 118 h 153"/>
                  <a:gd name="T82" fmla="*/ 52 w 97"/>
                  <a:gd name="T83" fmla="*/ 105 h 153"/>
                  <a:gd name="T84" fmla="*/ 57 w 97"/>
                  <a:gd name="T85" fmla="*/ 92 h 153"/>
                  <a:gd name="T86" fmla="*/ 63 w 97"/>
                  <a:gd name="T87" fmla="*/ 77 h 153"/>
                  <a:gd name="T88" fmla="*/ 70 w 97"/>
                  <a:gd name="T89" fmla="*/ 63 h 153"/>
                  <a:gd name="T90" fmla="*/ 76 w 97"/>
                  <a:gd name="T91" fmla="*/ 48 h 153"/>
                  <a:gd name="T92" fmla="*/ 97 w 97"/>
                  <a:gd name="T93" fmla="*/ 0 h 153"/>
                  <a:gd name="T94" fmla="*/ 96 w 97"/>
                  <a:gd name="T95" fmla="*/ 0 h 153"/>
                  <a:gd name="T96" fmla="*/ 93 w 97"/>
                  <a:gd name="T97"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7" h="153">
                    <a:moveTo>
                      <a:pt x="93" y="0"/>
                    </a:moveTo>
                    <a:lnTo>
                      <a:pt x="91" y="0"/>
                    </a:lnTo>
                    <a:lnTo>
                      <a:pt x="88" y="0"/>
                    </a:lnTo>
                    <a:lnTo>
                      <a:pt x="87" y="0"/>
                    </a:lnTo>
                    <a:lnTo>
                      <a:pt x="84" y="0"/>
                    </a:lnTo>
                    <a:lnTo>
                      <a:pt x="83" y="0"/>
                    </a:lnTo>
                    <a:lnTo>
                      <a:pt x="80" y="0"/>
                    </a:lnTo>
                    <a:lnTo>
                      <a:pt x="76" y="11"/>
                    </a:lnTo>
                    <a:lnTo>
                      <a:pt x="72" y="21"/>
                    </a:lnTo>
                    <a:lnTo>
                      <a:pt x="68" y="32"/>
                    </a:lnTo>
                    <a:lnTo>
                      <a:pt x="64" y="44"/>
                    </a:lnTo>
                    <a:lnTo>
                      <a:pt x="56" y="65"/>
                    </a:lnTo>
                    <a:lnTo>
                      <a:pt x="55" y="62"/>
                    </a:lnTo>
                    <a:lnTo>
                      <a:pt x="53" y="59"/>
                    </a:lnTo>
                    <a:lnTo>
                      <a:pt x="52" y="55"/>
                    </a:lnTo>
                    <a:lnTo>
                      <a:pt x="49" y="50"/>
                    </a:lnTo>
                    <a:lnTo>
                      <a:pt x="47" y="42"/>
                    </a:lnTo>
                    <a:lnTo>
                      <a:pt x="44" y="35"/>
                    </a:lnTo>
                    <a:lnTo>
                      <a:pt x="41" y="28"/>
                    </a:lnTo>
                    <a:lnTo>
                      <a:pt x="39" y="21"/>
                    </a:lnTo>
                    <a:lnTo>
                      <a:pt x="36" y="15"/>
                    </a:lnTo>
                    <a:lnTo>
                      <a:pt x="35" y="9"/>
                    </a:lnTo>
                    <a:lnTo>
                      <a:pt x="33" y="4"/>
                    </a:lnTo>
                    <a:lnTo>
                      <a:pt x="32" y="0"/>
                    </a:lnTo>
                    <a:lnTo>
                      <a:pt x="28" y="0"/>
                    </a:lnTo>
                    <a:lnTo>
                      <a:pt x="24" y="0"/>
                    </a:lnTo>
                    <a:lnTo>
                      <a:pt x="20" y="0"/>
                    </a:lnTo>
                    <a:lnTo>
                      <a:pt x="16" y="0"/>
                    </a:lnTo>
                    <a:lnTo>
                      <a:pt x="12" y="0"/>
                    </a:lnTo>
                    <a:lnTo>
                      <a:pt x="8" y="0"/>
                    </a:lnTo>
                    <a:lnTo>
                      <a:pt x="4" y="0"/>
                    </a:lnTo>
                    <a:lnTo>
                      <a:pt x="0" y="0"/>
                    </a:lnTo>
                    <a:lnTo>
                      <a:pt x="42" y="100"/>
                    </a:lnTo>
                    <a:lnTo>
                      <a:pt x="16" y="153"/>
                    </a:lnTo>
                    <a:lnTo>
                      <a:pt x="20" y="153"/>
                    </a:lnTo>
                    <a:lnTo>
                      <a:pt x="24" y="153"/>
                    </a:lnTo>
                    <a:lnTo>
                      <a:pt x="28" y="153"/>
                    </a:lnTo>
                    <a:lnTo>
                      <a:pt x="33" y="153"/>
                    </a:lnTo>
                    <a:lnTo>
                      <a:pt x="37" y="141"/>
                    </a:lnTo>
                    <a:lnTo>
                      <a:pt x="41" y="130"/>
                    </a:lnTo>
                    <a:lnTo>
                      <a:pt x="46" y="118"/>
                    </a:lnTo>
                    <a:lnTo>
                      <a:pt x="52" y="105"/>
                    </a:lnTo>
                    <a:lnTo>
                      <a:pt x="57" y="92"/>
                    </a:lnTo>
                    <a:lnTo>
                      <a:pt x="63" y="77"/>
                    </a:lnTo>
                    <a:lnTo>
                      <a:pt x="70" y="63"/>
                    </a:lnTo>
                    <a:lnTo>
                      <a:pt x="76" y="48"/>
                    </a:lnTo>
                    <a:lnTo>
                      <a:pt x="97" y="0"/>
                    </a:lnTo>
                    <a:lnTo>
                      <a:pt x="96" y="0"/>
                    </a:lnTo>
                    <a:lnTo>
                      <a:pt x="93"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1" name="iş1îḓê"/>
              <p:cNvSpPr/>
              <p:nvPr userDrawn="1"/>
            </p:nvSpPr>
            <p:spPr bwMode="auto">
              <a:xfrm>
                <a:off x="8050213" y="4102101"/>
                <a:ext cx="165100" cy="163513"/>
              </a:xfrm>
              <a:custGeom>
                <a:avLst/>
                <a:gdLst>
                  <a:gd name="T0" fmla="*/ 101 w 104"/>
                  <a:gd name="T1" fmla="*/ 34 h 103"/>
                  <a:gd name="T2" fmla="*/ 97 w 104"/>
                  <a:gd name="T3" fmla="*/ 25 h 103"/>
                  <a:gd name="T4" fmla="*/ 92 w 104"/>
                  <a:gd name="T5" fmla="*/ 17 h 103"/>
                  <a:gd name="T6" fmla="*/ 86 w 104"/>
                  <a:gd name="T7" fmla="*/ 10 h 103"/>
                  <a:gd name="T8" fmla="*/ 78 w 104"/>
                  <a:gd name="T9" fmla="*/ 6 h 103"/>
                  <a:gd name="T10" fmla="*/ 68 w 104"/>
                  <a:gd name="T11" fmla="*/ 2 h 103"/>
                  <a:gd name="T12" fmla="*/ 58 w 104"/>
                  <a:gd name="T13" fmla="*/ 1 h 103"/>
                  <a:gd name="T14" fmla="*/ 46 w 104"/>
                  <a:gd name="T15" fmla="*/ 1 h 103"/>
                  <a:gd name="T16" fmla="*/ 35 w 104"/>
                  <a:gd name="T17" fmla="*/ 2 h 103"/>
                  <a:gd name="T18" fmla="*/ 26 w 104"/>
                  <a:gd name="T19" fmla="*/ 6 h 103"/>
                  <a:gd name="T20" fmla="*/ 18 w 104"/>
                  <a:gd name="T21" fmla="*/ 12 h 103"/>
                  <a:gd name="T22" fmla="*/ 12 w 104"/>
                  <a:gd name="T23" fmla="*/ 18 h 103"/>
                  <a:gd name="T24" fmla="*/ 6 w 104"/>
                  <a:gd name="T25" fmla="*/ 27 h 103"/>
                  <a:gd name="T26" fmla="*/ 3 w 104"/>
                  <a:gd name="T27" fmla="*/ 37 h 103"/>
                  <a:gd name="T28" fmla="*/ 1 w 104"/>
                  <a:gd name="T29" fmla="*/ 48 h 103"/>
                  <a:gd name="T30" fmla="*/ 1 w 104"/>
                  <a:gd name="T31" fmla="*/ 61 h 103"/>
                  <a:gd name="T32" fmla="*/ 3 w 104"/>
                  <a:gd name="T33" fmla="*/ 71 h 103"/>
                  <a:gd name="T34" fmla="*/ 6 w 104"/>
                  <a:gd name="T35" fmla="*/ 80 h 103"/>
                  <a:gd name="T36" fmla="*/ 12 w 104"/>
                  <a:gd name="T37" fmla="*/ 87 h 103"/>
                  <a:gd name="T38" fmla="*/ 18 w 104"/>
                  <a:gd name="T39" fmla="*/ 94 h 103"/>
                  <a:gd name="T40" fmla="*/ 26 w 104"/>
                  <a:gd name="T41" fmla="*/ 98 h 103"/>
                  <a:gd name="T42" fmla="*/ 35 w 104"/>
                  <a:gd name="T43" fmla="*/ 102 h 103"/>
                  <a:gd name="T44" fmla="*/ 46 w 104"/>
                  <a:gd name="T45" fmla="*/ 103 h 103"/>
                  <a:gd name="T46" fmla="*/ 58 w 104"/>
                  <a:gd name="T47" fmla="*/ 103 h 103"/>
                  <a:gd name="T48" fmla="*/ 68 w 104"/>
                  <a:gd name="T49" fmla="*/ 102 h 103"/>
                  <a:gd name="T50" fmla="*/ 78 w 104"/>
                  <a:gd name="T51" fmla="*/ 98 h 103"/>
                  <a:gd name="T52" fmla="*/ 86 w 104"/>
                  <a:gd name="T53" fmla="*/ 92 h 103"/>
                  <a:gd name="T54" fmla="*/ 92 w 104"/>
                  <a:gd name="T55" fmla="*/ 86 h 103"/>
                  <a:gd name="T56" fmla="*/ 97 w 104"/>
                  <a:gd name="T57" fmla="*/ 78 h 103"/>
                  <a:gd name="T58" fmla="*/ 101 w 104"/>
                  <a:gd name="T59" fmla="*/ 68 h 103"/>
                  <a:gd name="T60" fmla="*/ 103 w 104"/>
                  <a:gd name="T61" fmla="*/ 56 h 103"/>
                  <a:gd name="T62" fmla="*/ 103 w 104"/>
                  <a:gd name="T63" fmla="*/ 44 h 103"/>
                  <a:gd name="T64" fmla="*/ 72 w 104"/>
                  <a:gd name="T65" fmla="*/ 58 h 103"/>
                  <a:gd name="T66" fmla="*/ 70 w 104"/>
                  <a:gd name="T67" fmla="*/ 72 h 103"/>
                  <a:gd name="T68" fmla="*/ 68 w 104"/>
                  <a:gd name="T69" fmla="*/ 79 h 103"/>
                  <a:gd name="T70" fmla="*/ 65 w 104"/>
                  <a:gd name="T71" fmla="*/ 86 h 103"/>
                  <a:gd name="T72" fmla="*/ 62 w 104"/>
                  <a:gd name="T73" fmla="*/ 91 h 103"/>
                  <a:gd name="T74" fmla="*/ 58 w 104"/>
                  <a:gd name="T75" fmla="*/ 94 h 103"/>
                  <a:gd name="T76" fmla="*/ 54 w 104"/>
                  <a:gd name="T77" fmla="*/ 95 h 103"/>
                  <a:gd name="T78" fmla="*/ 49 w 104"/>
                  <a:gd name="T79" fmla="*/ 95 h 103"/>
                  <a:gd name="T80" fmla="*/ 45 w 104"/>
                  <a:gd name="T81" fmla="*/ 94 h 103"/>
                  <a:gd name="T82" fmla="*/ 41 w 104"/>
                  <a:gd name="T83" fmla="*/ 91 h 103"/>
                  <a:gd name="T84" fmla="*/ 38 w 104"/>
                  <a:gd name="T85" fmla="*/ 87 h 103"/>
                  <a:gd name="T86" fmla="*/ 36 w 104"/>
                  <a:gd name="T87" fmla="*/ 83 h 103"/>
                  <a:gd name="T88" fmla="*/ 33 w 104"/>
                  <a:gd name="T89" fmla="*/ 75 h 103"/>
                  <a:gd name="T90" fmla="*/ 32 w 104"/>
                  <a:gd name="T91" fmla="*/ 68 h 103"/>
                  <a:gd name="T92" fmla="*/ 32 w 104"/>
                  <a:gd name="T93" fmla="*/ 59 h 103"/>
                  <a:gd name="T94" fmla="*/ 32 w 104"/>
                  <a:gd name="T95" fmla="*/ 49 h 103"/>
                  <a:gd name="T96" fmla="*/ 32 w 104"/>
                  <a:gd name="T97" fmla="*/ 38 h 103"/>
                  <a:gd name="T98" fmla="*/ 33 w 104"/>
                  <a:gd name="T99" fmla="*/ 30 h 103"/>
                  <a:gd name="T100" fmla="*/ 36 w 104"/>
                  <a:gd name="T101" fmla="*/ 23 h 103"/>
                  <a:gd name="T102" fmla="*/ 38 w 104"/>
                  <a:gd name="T103" fmla="*/ 18 h 103"/>
                  <a:gd name="T104" fmla="*/ 41 w 104"/>
                  <a:gd name="T105" fmla="*/ 14 h 103"/>
                  <a:gd name="T106" fmla="*/ 46 w 104"/>
                  <a:gd name="T107" fmla="*/ 10 h 103"/>
                  <a:gd name="T108" fmla="*/ 50 w 104"/>
                  <a:gd name="T109" fmla="*/ 9 h 103"/>
                  <a:gd name="T110" fmla="*/ 55 w 104"/>
                  <a:gd name="T111" fmla="*/ 9 h 103"/>
                  <a:gd name="T112" fmla="*/ 60 w 104"/>
                  <a:gd name="T113" fmla="*/ 10 h 103"/>
                  <a:gd name="T114" fmla="*/ 63 w 104"/>
                  <a:gd name="T115" fmla="*/ 13 h 103"/>
                  <a:gd name="T116" fmla="*/ 66 w 104"/>
                  <a:gd name="T117" fmla="*/ 16 h 103"/>
                  <a:gd name="T118" fmla="*/ 68 w 104"/>
                  <a:gd name="T119" fmla="*/ 22 h 103"/>
                  <a:gd name="T120" fmla="*/ 70 w 104"/>
                  <a:gd name="T121" fmla="*/ 27 h 103"/>
                  <a:gd name="T122" fmla="*/ 72 w 104"/>
                  <a:gd name="T123" fmla="*/ 38 h 103"/>
                  <a:gd name="T124" fmla="*/ 72 w 104"/>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4" h="103">
                    <a:moveTo>
                      <a:pt x="102" y="38"/>
                    </a:moveTo>
                    <a:lnTo>
                      <a:pt x="101" y="34"/>
                    </a:lnTo>
                    <a:lnTo>
                      <a:pt x="100" y="29"/>
                    </a:lnTo>
                    <a:lnTo>
                      <a:pt x="97" y="25"/>
                    </a:lnTo>
                    <a:lnTo>
                      <a:pt x="95" y="21"/>
                    </a:lnTo>
                    <a:lnTo>
                      <a:pt x="92" y="17"/>
                    </a:lnTo>
                    <a:lnTo>
                      <a:pt x="89" y="14"/>
                    </a:lnTo>
                    <a:lnTo>
                      <a:pt x="86" y="10"/>
                    </a:lnTo>
                    <a:lnTo>
                      <a:pt x="82" y="8"/>
                    </a:lnTo>
                    <a:lnTo>
                      <a:pt x="78" y="6"/>
                    </a:lnTo>
                    <a:lnTo>
                      <a:pt x="74" y="4"/>
                    </a:lnTo>
                    <a:lnTo>
                      <a:pt x="68" y="2"/>
                    </a:lnTo>
                    <a:lnTo>
                      <a:pt x="64" y="1"/>
                    </a:lnTo>
                    <a:lnTo>
                      <a:pt x="58" y="1"/>
                    </a:lnTo>
                    <a:lnTo>
                      <a:pt x="52" y="0"/>
                    </a:lnTo>
                    <a:lnTo>
                      <a:pt x="46" y="1"/>
                    </a:lnTo>
                    <a:lnTo>
                      <a:pt x="40" y="1"/>
                    </a:lnTo>
                    <a:lnTo>
                      <a:pt x="35" y="2"/>
                    </a:lnTo>
                    <a:lnTo>
                      <a:pt x="30" y="4"/>
                    </a:lnTo>
                    <a:lnTo>
                      <a:pt x="26" y="6"/>
                    </a:lnTo>
                    <a:lnTo>
                      <a:pt x="21" y="9"/>
                    </a:lnTo>
                    <a:lnTo>
                      <a:pt x="18" y="12"/>
                    </a:lnTo>
                    <a:lnTo>
                      <a:pt x="14" y="14"/>
                    </a:lnTo>
                    <a:lnTo>
                      <a:pt x="12" y="18"/>
                    </a:lnTo>
                    <a:lnTo>
                      <a:pt x="8" y="22"/>
                    </a:lnTo>
                    <a:lnTo>
                      <a:pt x="6" y="27"/>
                    </a:lnTo>
                    <a:lnTo>
                      <a:pt x="4" y="31"/>
                    </a:lnTo>
                    <a:lnTo>
                      <a:pt x="3" y="37"/>
                    </a:lnTo>
                    <a:lnTo>
                      <a:pt x="2" y="42"/>
                    </a:lnTo>
                    <a:lnTo>
                      <a:pt x="1" y="48"/>
                    </a:lnTo>
                    <a:lnTo>
                      <a:pt x="0" y="55"/>
                    </a:lnTo>
                    <a:lnTo>
                      <a:pt x="1" y="61"/>
                    </a:lnTo>
                    <a:lnTo>
                      <a:pt x="2" y="66"/>
                    </a:lnTo>
                    <a:lnTo>
                      <a:pt x="3" y="71"/>
                    </a:lnTo>
                    <a:lnTo>
                      <a:pt x="4" y="75"/>
                    </a:lnTo>
                    <a:lnTo>
                      <a:pt x="6" y="80"/>
                    </a:lnTo>
                    <a:lnTo>
                      <a:pt x="8" y="84"/>
                    </a:lnTo>
                    <a:lnTo>
                      <a:pt x="12" y="87"/>
                    </a:lnTo>
                    <a:lnTo>
                      <a:pt x="14" y="91"/>
                    </a:lnTo>
                    <a:lnTo>
                      <a:pt x="18" y="94"/>
                    </a:lnTo>
                    <a:lnTo>
                      <a:pt x="21" y="96"/>
                    </a:lnTo>
                    <a:lnTo>
                      <a:pt x="26" y="98"/>
                    </a:lnTo>
                    <a:lnTo>
                      <a:pt x="30" y="100"/>
                    </a:lnTo>
                    <a:lnTo>
                      <a:pt x="35" y="102"/>
                    </a:lnTo>
                    <a:lnTo>
                      <a:pt x="40" y="103"/>
                    </a:lnTo>
                    <a:lnTo>
                      <a:pt x="46" y="103"/>
                    </a:lnTo>
                    <a:lnTo>
                      <a:pt x="52" y="103"/>
                    </a:lnTo>
                    <a:lnTo>
                      <a:pt x="58" y="103"/>
                    </a:lnTo>
                    <a:lnTo>
                      <a:pt x="64" y="103"/>
                    </a:lnTo>
                    <a:lnTo>
                      <a:pt x="68" y="102"/>
                    </a:lnTo>
                    <a:lnTo>
                      <a:pt x="74" y="99"/>
                    </a:lnTo>
                    <a:lnTo>
                      <a:pt x="78" y="98"/>
                    </a:lnTo>
                    <a:lnTo>
                      <a:pt x="82" y="95"/>
                    </a:lnTo>
                    <a:lnTo>
                      <a:pt x="86" y="92"/>
                    </a:lnTo>
                    <a:lnTo>
                      <a:pt x="89" y="90"/>
                    </a:lnTo>
                    <a:lnTo>
                      <a:pt x="92" y="86"/>
                    </a:lnTo>
                    <a:lnTo>
                      <a:pt x="95" y="82"/>
                    </a:lnTo>
                    <a:lnTo>
                      <a:pt x="97" y="78"/>
                    </a:lnTo>
                    <a:lnTo>
                      <a:pt x="100" y="73"/>
                    </a:lnTo>
                    <a:lnTo>
                      <a:pt x="101" y="68"/>
                    </a:lnTo>
                    <a:lnTo>
                      <a:pt x="102" y="63"/>
                    </a:lnTo>
                    <a:lnTo>
                      <a:pt x="103" y="56"/>
                    </a:lnTo>
                    <a:lnTo>
                      <a:pt x="104" y="50"/>
                    </a:lnTo>
                    <a:lnTo>
                      <a:pt x="103" y="44"/>
                    </a:lnTo>
                    <a:lnTo>
                      <a:pt x="102" y="38"/>
                    </a:lnTo>
                    <a:close/>
                    <a:moveTo>
                      <a:pt x="72" y="58"/>
                    </a:moveTo>
                    <a:lnTo>
                      <a:pt x="71" y="68"/>
                    </a:lnTo>
                    <a:lnTo>
                      <a:pt x="70" y="72"/>
                    </a:lnTo>
                    <a:lnTo>
                      <a:pt x="68" y="76"/>
                    </a:lnTo>
                    <a:lnTo>
                      <a:pt x="68" y="79"/>
                    </a:lnTo>
                    <a:lnTo>
                      <a:pt x="67" y="83"/>
                    </a:lnTo>
                    <a:lnTo>
                      <a:pt x="65" y="86"/>
                    </a:lnTo>
                    <a:lnTo>
                      <a:pt x="64" y="88"/>
                    </a:lnTo>
                    <a:lnTo>
                      <a:pt x="62" y="91"/>
                    </a:lnTo>
                    <a:lnTo>
                      <a:pt x="60" y="92"/>
                    </a:lnTo>
                    <a:lnTo>
                      <a:pt x="58" y="94"/>
                    </a:lnTo>
                    <a:lnTo>
                      <a:pt x="56" y="95"/>
                    </a:lnTo>
                    <a:lnTo>
                      <a:pt x="54" y="95"/>
                    </a:lnTo>
                    <a:lnTo>
                      <a:pt x="52" y="95"/>
                    </a:lnTo>
                    <a:lnTo>
                      <a:pt x="49" y="95"/>
                    </a:lnTo>
                    <a:lnTo>
                      <a:pt x="47" y="95"/>
                    </a:lnTo>
                    <a:lnTo>
                      <a:pt x="45" y="94"/>
                    </a:lnTo>
                    <a:lnTo>
                      <a:pt x="43" y="93"/>
                    </a:lnTo>
                    <a:lnTo>
                      <a:pt x="41" y="91"/>
                    </a:lnTo>
                    <a:lnTo>
                      <a:pt x="40" y="90"/>
                    </a:lnTo>
                    <a:lnTo>
                      <a:pt x="38" y="87"/>
                    </a:lnTo>
                    <a:lnTo>
                      <a:pt x="36" y="85"/>
                    </a:lnTo>
                    <a:lnTo>
                      <a:pt x="36" y="83"/>
                    </a:lnTo>
                    <a:lnTo>
                      <a:pt x="35" y="79"/>
                    </a:lnTo>
                    <a:lnTo>
                      <a:pt x="33" y="75"/>
                    </a:lnTo>
                    <a:lnTo>
                      <a:pt x="33" y="72"/>
                    </a:lnTo>
                    <a:lnTo>
                      <a:pt x="32" y="68"/>
                    </a:lnTo>
                    <a:lnTo>
                      <a:pt x="32" y="63"/>
                    </a:lnTo>
                    <a:lnTo>
                      <a:pt x="32" y="59"/>
                    </a:lnTo>
                    <a:lnTo>
                      <a:pt x="32" y="54"/>
                    </a:lnTo>
                    <a:lnTo>
                      <a:pt x="32" y="49"/>
                    </a:lnTo>
                    <a:lnTo>
                      <a:pt x="32" y="43"/>
                    </a:lnTo>
                    <a:lnTo>
                      <a:pt x="32" y="38"/>
                    </a:lnTo>
                    <a:lnTo>
                      <a:pt x="33" y="34"/>
                    </a:lnTo>
                    <a:lnTo>
                      <a:pt x="33" y="30"/>
                    </a:lnTo>
                    <a:lnTo>
                      <a:pt x="35" y="27"/>
                    </a:lnTo>
                    <a:lnTo>
                      <a:pt x="36" y="23"/>
                    </a:lnTo>
                    <a:lnTo>
                      <a:pt x="37" y="21"/>
                    </a:lnTo>
                    <a:lnTo>
                      <a:pt x="38" y="18"/>
                    </a:lnTo>
                    <a:lnTo>
                      <a:pt x="40" y="16"/>
                    </a:lnTo>
                    <a:lnTo>
                      <a:pt x="41" y="14"/>
                    </a:lnTo>
                    <a:lnTo>
                      <a:pt x="44" y="12"/>
                    </a:lnTo>
                    <a:lnTo>
                      <a:pt x="46" y="10"/>
                    </a:lnTo>
                    <a:lnTo>
                      <a:pt x="48" y="10"/>
                    </a:lnTo>
                    <a:lnTo>
                      <a:pt x="50" y="9"/>
                    </a:lnTo>
                    <a:lnTo>
                      <a:pt x="52" y="9"/>
                    </a:lnTo>
                    <a:lnTo>
                      <a:pt x="55" y="9"/>
                    </a:lnTo>
                    <a:lnTo>
                      <a:pt x="57" y="10"/>
                    </a:lnTo>
                    <a:lnTo>
                      <a:pt x="60" y="10"/>
                    </a:lnTo>
                    <a:lnTo>
                      <a:pt x="61" y="11"/>
                    </a:lnTo>
                    <a:lnTo>
                      <a:pt x="63" y="13"/>
                    </a:lnTo>
                    <a:lnTo>
                      <a:pt x="64" y="14"/>
                    </a:lnTo>
                    <a:lnTo>
                      <a:pt x="66" y="16"/>
                    </a:lnTo>
                    <a:lnTo>
                      <a:pt x="67" y="18"/>
                    </a:lnTo>
                    <a:lnTo>
                      <a:pt x="68" y="22"/>
                    </a:lnTo>
                    <a:lnTo>
                      <a:pt x="69" y="24"/>
                    </a:lnTo>
                    <a:lnTo>
                      <a:pt x="70" y="27"/>
                    </a:lnTo>
                    <a:lnTo>
                      <a:pt x="71" y="30"/>
                    </a:lnTo>
                    <a:lnTo>
                      <a:pt x="72" y="38"/>
                    </a:lnTo>
                    <a:lnTo>
                      <a:pt x="72" y="47"/>
                    </a:lnTo>
                    <a:lnTo>
                      <a:pt x="72"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2" name="iṧlïdê"/>
              <p:cNvSpPr/>
              <p:nvPr userDrawn="1"/>
            </p:nvSpPr>
            <p:spPr bwMode="auto">
              <a:xfrm>
                <a:off x="8245476" y="4013201"/>
                <a:ext cx="111125" cy="250825"/>
              </a:xfrm>
              <a:custGeom>
                <a:avLst/>
                <a:gdLst>
                  <a:gd name="T0" fmla="*/ 70 w 70"/>
                  <a:gd name="T1" fmla="*/ 2 h 158"/>
                  <a:gd name="T2" fmla="*/ 63 w 70"/>
                  <a:gd name="T3" fmla="*/ 0 h 158"/>
                  <a:gd name="T4" fmla="*/ 56 w 70"/>
                  <a:gd name="T5" fmla="*/ 1 h 158"/>
                  <a:gd name="T6" fmla="*/ 50 w 70"/>
                  <a:gd name="T7" fmla="*/ 2 h 158"/>
                  <a:gd name="T8" fmla="*/ 44 w 70"/>
                  <a:gd name="T9" fmla="*/ 4 h 158"/>
                  <a:gd name="T10" fmla="*/ 39 w 70"/>
                  <a:gd name="T11" fmla="*/ 7 h 158"/>
                  <a:gd name="T12" fmla="*/ 34 w 70"/>
                  <a:gd name="T13" fmla="*/ 11 h 158"/>
                  <a:gd name="T14" fmla="*/ 30 w 70"/>
                  <a:gd name="T15" fmla="*/ 17 h 158"/>
                  <a:gd name="T16" fmla="*/ 27 w 70"/>
                  <a:gd name="T17" fmla="*/ 23 h 158"/>
                  <a:gd name="T18" fmla="*/ 23 w 70"/>
                  <a:gd name="T19" fmla="*/ 30 h 158"/>
                  <a:gd name="T20" fmla="*/ 20 w 70"/>
                  <a:gd name="T21" fmla="*/ 38 h 158"/>
                  <a:gd name="T22" fmla="*/ 18 w 70"/>
                  <a:gd name="T23" fmla="*/ 48 h 158"/>
                  <a:gd name="T24" fmla="*/ 16 w 70"/>
                  <a:gd name="T25" fmla="*/ 58 h 158"/>
                  <a:gd name="T26" fmla="*/ 1 w 70"/>
                  <a:gd name="T27" fmla="*/ 61 h 158"/>
                  <a:gd name="T28" fmla="*/ 1 w 70"/>
                  <a:gd name="T29" fmla="*/ 68 h 158"/>
                  <a:gd name="T30" fmla="*/ 16 w 70"/>
                  <a:gd name="T31" fmla="*/ 71 h 158"/>
                  <a:gd name="T32" fmla="*/ 19 w 70"/>
                  <a:gd name="T33" fmla="*/ 158 h 158"/>
                  <a:gd name="T34" fmla="*/ 27 w 70"/>
                  <a:gd name="T35" fmla="*/ 158 h 158"/>
                  <a:gd name="T36" fmla="*/ 34 w 70"/>
                  <a:gd name="T37" fmla="*/ 158 h 158"/>
                  <a:gd name="T38" fmla="*/ 42 w 70"/>
                  <a:gd name="T39" fmla="*/ 158 h 158"/>
                  <a:gd name="T40" fmla="*/ 46 w 70"/>
                  <a:gd name="T41" fmla="*/ 71 h 158"/>
                  <a:gd name="T42" fmla="*/ 64 w 70"/>
                  <a:gd name="T43" fmla="*/ 68 h 158"/>
                  <a:gd name="T44" fmla="*/ 64 w 70"/>
                  <a:gd name="T45" fmla="*/ 61 h 158"/>
                  <a:gd name="T46" fmla="*/ 44 w 70"/>
                  <a:gd name="T47" fmla="*/ 58 h 158"/>
                  <a:gd name="T48" fmla="*/ 40 w 70"/>
                  <a:gd name="T49" fmla="*/ 50 h 158"/>
                  <a:gd name="T50" fmla="*/ 37 w 70"/>
                  <a:gd name="T51" fmla="*/ 42 h 158"/>
                  <a:gd name="T52" fmla="*/ 35 w 70"/>
                  <a:gd name="T53" fmla="*/ 36 h 158"/>
                  <a:gd name="T54" fmla="*/ 34 w 70"/>
                  <a:gd name="T55" fmla="*/ 30 h 158"/>
                  <a:gd name="T56" fmla="*/ 35 w 70"/>
                  <a:gd name="T57" fmla="*/ 27 h 158"/>
                  <a:gd name="T58" fmla="*/ 37 w 70"/>
                  <a:gd name="T59" fmla="*/ 26 h 158"/>
                  <a:gd name="T60" fmla="*/ 38 w 70"/>
                  <a:gd name="T61" fmla="*/ 25 h 158"/>
                  <a:gd name="T62" fmla="*/ 41 w 70"/>
                  <a:gd name="T63" fmla="*/ 24 h 158"/>
                  <a:gd name="T64" fmla="*/ 48 w 70"/>
                  <a:gd name="T65" fmla="*/ 23 h 158"/>
                  <a:gd name="T66" fmla="*/ 58 w 70"/>
                  <a:gd name="T67" fmla="*/ 25 h 158"/>
                  <a:gd name="T68" fmla="*/ 66 w 70"/>
                  <a:gd name="T69" fmla="*/ 29 h 158"/>
                  <a:gd name="T70" fmla="*/ 69 w 70"/>
                  <a:gd name="T71" fmla="*/ 22 h 158"/>
                  <a:gd name="T72" fmla="*/ 70 w 70"/>
                  <a:gd name="T73" fmla="*/ 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158">
                    <a:moveTo>
                      <a:pt x="70" y="8"/>
                    </a:moveTo>
                    <a:lnTo>
                      <a:pt x="70" y="2"/>
                    </a:lnTo>
                    <a:lnTo>
                      <a:pt x="66" y="1"/>
                    </a:lnTo>
                    <a:lnTo>
                      <a:pt x="63" y="0"/>
                    </a:lnTo>
                    <a:lnTo>
                      <a:pt x="59" y="0"/>
                    </a:lnTo>
                    <a:lnTo>
                      <a:pt x="56" y="1"/>
                    </a:lnTo>
                    <a:lnTo>
                      <a:pt x="53" y="1"/>
                    </a:lnTo>
                    <a:lnTo>
                      <a:pt x="50" y="2"/>
                    </a:lnTo>
                    <a:lnTo>
                      <a:pt x="47" y="2"/>
                    </a:lnTo>
                    <a:lnTo>
                      <a:pt x="44" y="4"/>
                    </a:lnTo>
                    <a:lnTo>
                      <a:pt x="42" y="6"/>
                    </a:lnTo>
                    <a:lnTo>
                      <a:pt x="39" y="7"/>
                    </a:lnTo>
                    <a:lnTo>
                      <a:pt x="37" y="9"/>
                    </a:lnTo>
                    <a:lnTo>
                      <a:pt x="34" y="11"/>
                    </a:lnTo>
                    <a:lnTo>
                      <a:pt x="33" y="14"/>
                    </a:lnTo>
                    <a:lnTo>
                      <a:pt x="30" y="17"/>
                    </a:lnTo>
                    <a:lnTo>
                      <a:pt x="29" y="20"/>
                    </a:lnTo>
                    <a:lnTo>
                      <a:pt x="27" y="23"/>
                    </a:lnTo>
                    <a:lnTo>
                      <a:pt x="25" y="27"/>
                    </a:lnTo>
                    <a:lnTo>
                      <a:pt x="23" y="30"/>
                    </a:lnTo>
                    <a:lnTo>
                      <a:pt x="22" y="34"/>
                    </a:lnTo>
                    <a:lnTo>
                      <a:pt x="20" y="38"/>
                    </a:lnTo>
                    <a:lnTo>
                      <a:pt x="18" y="43"/>
                    </a:lnTo>
                    <a:lnTo>
                      <a:pt x="18" y="48"/>
                    </a:lnTo>
                    <a:lnTo>
                      <a:pt x="17" y="53"/>
                    </a:lnTo>
                    <a:lnTo>
                      <a:pt x="16" y="58"/>
                    </a:lnTo>
                    <a:lnTo>
                      <a:pt x="0" y="58"/>
                    </a:lnTo>
                    <a:lnTo>
                      <a:pt x="1" y="61"/>
                    </a:lnTo>
                    <a:lnTo>
                      <a:pt x="1" y="65"/>
                    </a:lnTo>
                    <a:lnTo>
                      <a:pt x="1" y="68"/>
                    </a:lnTo>
                    <a:lnTo>
                      <a:pt x="0" y="71"/>
                    </a:lnTo>
                    <a:lnTo>
                      <a:pt x="16" y="71"/>
                    </a:lnTo>
                    <a:lnTo>
                      <a:pt x="16" y="158"/>
                    </a:lnTo>
                    <a:lnTo>
                      <a:pt x="19" y="158"/>
                    </a:lnTo>
                    <a:lnTo>
                      <a:pt x="23" y="158"/>
                    </a:lnTo>
                    <a:lnTo>
                      <a:pt x="27" y="158"/>
                    </a:lnTo>
                    <a:lnTo>
                      <a:pt x="30" y="158"/>
                    </a:lnTo>
                    <a:lnTo>
                      <a:pt x="34" y="158"/>
                    </a:lnTo>
                    <a:lnTo>
                      <a:pt x="38" y="158"/>
                    </a:lnTo>
                    <a:lnTo>
                      <a:pt x="42" y="158"/>
                    </a:lnTo>
                    <a:lnTo>
                      <a:pt x="46" y="158"/>
                    </a:lnTo>
                    <a:lnTo>
                      <a:pt x="46" y="71"/>
                    </a:lnTo>
                    <a:lnTo>
                      <a:pt x="65" y="71"/>
                    </a:lnTo>
                    <a:lnTo>
                      <a:pt x="64" y="68"/>
                    </a:lnTo>
                    <a:lnTo>
                      <a:pt x="64" y="65"/>
                    </a:lnTo>
                    <a:lnTo>
                      <a:pt x="64" y="61"/>
                    </a:lnTo>
                    <a:lnTo>
                      <a:pt x="65" y="58"/>
                    </a:lnTo>
                    <a:lnTo>
                      <a:pt x="44" y="58"/>
                    </a:lnTo>
                    <a:lnTo>
                      <a:pt x="42" y="54"/>
                    </a:lnTo>
                    <a:lnTo>
                      <a:pt x="40" y="50"/>
                    </a:lnTo>
                    <a:lnTo>
                      <a:pt x="38" y="46"/>
                    </a:lnTo>
                    <a:lnTo>
                      <a:pt x="37" y="42"/>
                    </a:lnTo>
                    <a:lnTo>
                      <a:pt x="36" y="39"/>
                    </a:lnTo>
                    <a:lnTo>
                      <a:pt x="35" y="36"/>
                    </a:lnTo>
                    <a:lnTo>
                      <a:pt x="35" y="33"/>
                    </a:lnTo>
                    <a:lnTo>
                      <a:pt x="34" y="30"/>
                    </a:lnTo>
                    <a:lnTo>
                      <a:pt x="35" y="29"/>
                    </a:lnTo>
                    <a:lnTo>
                      <a:pt x="35" y="27"/>
                    </a:lnTo>
                    <a:lnTo>
                      <a:pt x="36" y="26"/>
                    </a:lnTo>
                    <a:lnTo>
                      <a:pt x="37" y="26"/>
                    </a:lnTo>
                    <a:lnTo>
                      <a:pt x="38" y="26"/>
                    </a:lnTo>
                    <a:lnTo>
                      <a:pt x="38" y="25"/>
                    </a:lnTo>
                    <a:lnTo>
                      <a:pt x="39" y="24"/>
                    </a:lnTo>
                    <a:lnTo>
                      <a:pt x="41" y="24"/>
                    </a:lnTo>
                    <a:lnTo>
                      <a:pt x="44" y="23"/>
                    </a:lnTo>
                    <a:lnTo>
                      <a:pt x="48" y="23"/>
                    </a:lnTo>
                    <a:lnTo>
                      <a:pt x="53" y="24"/>
                    </a:lnTo>
                    <a:lnTo>
                      <a:pt x="58" y="25"/>
                    </a:lnTo>
                    <a:lnTo>
                      <a:pt x="62" y="27"/>
                    </a:lnTo>
                    <a:lnTo>
                      <a:pt x="66" y="29"/>
                    </a:lnTo>
                    <a:lnTo>
                      <a:pt x="70" y="28"/>
                    </a:lnTo>
                    <a:lnTo>
                      <a:pt x="69" y="22"/>
                    </a:lnTo>
                    <a:lnTo>
                      <a:pt x="69" y="14"/>
                    </a:lnTo>
                    <a:lnTo>
                      <a:pt x="70" y="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3" name="ïSlïḋe"/>
              <p:cNvSpPr/>
              <p:nvPr userDrawn="1"/>
            </p:nvSpPr>
            <p:spPr bwMode="auto">
              <a:xfrm>
                <a:off x="8445501" y="4038601"/>
                <a:ext cx="171450" cy="225425"/>
              </a:xfrm>
              <a:custGeom>
                <a:avLst/>
                <a:gdLst>
                  <a:gd name="T0" fmla="*/ 107 w 108"/>
                  <a:gd name="T1" fmla="*/ 2 h 142"/>
                  <a:gd name="T2" fmla="*/ 108 w 108"/>
                  <a:gd name="T3" fmla="*/ 0 h 142"/>
                  <a:gd name="T4" fmla="*/ 0 w 108"/>
                  <a:gd name="T5" fmla="*/ 0 h 142"/>
                  <a:gd name="T6" fmla="*/ 0 w 108"/>
                  <a:gd name="T7" fmla="*/ 4 h 142"/>
                  <a:gd name="T8" fmla="*/ 1 w 108"/>
                  <a:gd name="T9" fmla="*/ 8 h 142"/>
                  <a:gd name="T10" fmla="*/ 0 w 108"/>
                  <a:gd name="T11" fmla="*/ 14 h 142"/>
                  <a:gd name="T12" fmla="*/ 0 w 108"/>
                  <a:gd name="T13" fmla="*/ 17 h 142"/>
                  <a:gd name="T14" fmla="*/ 3 w 108"/>
                  <a:gd name="T15" fmla="*/ 17 h 142"/>
                  <a:gd name="T16" fmla="*/ 7 w 108"/>
                  <a:gd name="T17" fmla="*/ 17 h 142"/>
                  <a:gd name="T18" fmla="*/ 16 w 108"/>
                  <a:gd name="T19" fmla="*/ 16 h 142"/>
                  <a:gd name="T20" fmla="*/ 25 w 108"/>
                  <a:gd name="T21" fmla="*/ 15 h 142"/>
                  <a:gd name="T22" fmla="*/ 32 w 108"/>
                  <a:gd name="T23" fmla="*/ 15 h 142"/>
                  <a:gd name="T24" fmla="*/ 39 w 108"/>
                  <a:gd name="T25" fmla="*/ 14 h 142"/>
                  <a:gd name="T26" fmla="*/ 39 w 108"/>
                  <a:gd name="T27" fmla="*/ 142 h 142"/>
                  <a:gd name="T28" fmla="*/ 43 w 108"/>
                  <a:gd name="T29" fmla="*/ 142 h 142"/>
                  <a:gd name="T30" fmla="*/ 47 w 108"/>
                  <a:gd name="T31" fmla="*/ 142 h 142"/>
                  <a:gd name="T32" fmla="*/ 51 w 108"/>
                  <a:gd name="T33" fmla="*/ 142 h 142"/>
                  <a:gd name="T34" fmla="*/ 55 w 108"/>
                  <a:gd name="T35" fmla="*/ 142 h 142"/>
                  <a:gd name="T36" fmla="*/ 58 w 108"/>
                  <a:gd name="T37" fmla="*/ 142 h 142"/>
                  <a:gd name="T38" fmla="*/ 62 w 108"/>
                  <a:gd name="T39" fmla="*/ 142 h 142"/>
                  <a:gd name="T40" fmla="*/ 66 w 108"/>
                  <a:gd name="T41" fmla="*/ 142 h 142"/>
                  <a:gd name="T42" fmla="*/ 70 w 108"/>
                  <a:gd name="T43" fmla="*/ 142 h 142"/>
                  <a:gd name="T44" fmla="*/ 70 w 108"/>
                  <a:gd name="T45" fmla="*/ 14 h 142"/>
                  <a:gd name="T46" fmla="*/ 75 w 108"/>
                  <a:gd name="T47" fmla="*/ 15 h 142"/>
                  <a:gd name="T48" fmla="*/ 81 w 108"/>
                  <a:gd name="T49" fmla="*/ 15 h 142"/>
                  <a:gd name="T50" fmla="*/ 88 w 108"/>
                  <a:gd name="T51" fmla="*/ 15 h 142"/>
                  <a:gd name="T52" fmla="*/ 96 w 108"/>
                  <a:gd name="T53" fmla="*/ 16 h 142"/>
                  <a:gd name="T54" fmla="*/ 98 w 108"/>
                  <a:gd name="T55" fmla="*/ 17 h 142"/>
                  <a:gd name="T56" fmla="*/ 101 w 108"/>
                  <a:gd name="T57" fmla="*/ 17 h 142"/>
                  <a:gd name="T58" fmla="*/ 104 w 108"/>
                  <a:gd name="T59" fmla="*/ 17 h 142"/>
                  <a:gd name="T60" fmla="*/ 108 w 108"/>
                  <a:gd name="T61" fmla="*/ 17 h 142"/>
                  <a:gd name="T62" fmla="*/ 107 w 108"/>
                  <a:gd name="T63" fmla="*/ 15 h 142"/>
                  <a:gd name="T64" fmla="*/ 107 w 108"/>
                  <a:gd name="T65" fmla="*/ 14 h 142"/>
                  <a:gd name="T66" fmla="*/ 107 w 108"/>
                  <a:gd name="T67" fmla="*/ 11 h 142"/>
                  <a:gd name="T68" fmla="*/ 107 w 108"/>
                  <a:gd name="T69" fmla="*/ 8 h 142"/>
                  <a:gd name="T70" fmla="*/ 107 w 108"/>
                  <a:gd name="T71" fmla="*/ 6 h 142"/>
                  <a:gd name="T72" fmla="*/ 107 w 108"/>
                  <a:gd name="T73" fmla="*/ 4 h 142"/>
                  <a:gd name="T74" fmla="*/ 107 w 108"/>
                  <a:gd name="T75" fmla="*/ 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142">
                    <a:moveTo>
                      <a:pt x="107" y="2"/>
                    </a:moveTo>
                    <a:lnTo>
                      <a:pt x="108" y="0"/>
                    </a:lnTo>
                    <a:lnTo>
                      <a:pt x="0" y="0"/>
                    </a:lnTo>
                    <a:lnTo>
                      <a:pt x="0" y="4"/>
                    </a:lnTo>
                    <a:lnTo>
                      <a:pt x="1" y="8"/>
                    </a:lnTo>
                    <a:lnTo>
                      <a:pt x="0" y="14"/>
                    </a:lnTo>
                    <a:lnTo>
                      <a:pt x="0" y="17"/>
                    </a:lnTo>
                    <a:lnTo>
                      <a:pt x="3" y="17"/>
                    </a:lnTo>
                    <a:lnTo>
                      <a:pt x="7" y="17"/>
                    </a:lnTo>
                    <a:lnTo>
                      <a:pt x="16" y="16"/>
                    </a:lnTo>
                    <a:lnTo>
                      <a:pt x="25" y="15"/>
                    </a:lnTo>
                    <a:lnTo>
                      <a:pt x="32" y="15"/>
                    </a:lnTo>
                    <a:lnTo>
                      <a:pt x="39" y="14"/>
                    </a:lnTo>
                    <a:lnTo>
                      <a:pt x="39" y="142"/>
                    </a:lnTo>
                    <a:lnTo>
                      <a:pt x="43" y="142"/>
                    </a:lnTo>
                    <a:lnTo>
                      <a:pt x="47" y="142"/>
                    </a:lnTo>
                    <a:lnTo>
                      <a:pt x="51" y="142"/>
                    </a:lnTo>
                    <a:lnTo>
                      <a:pt x="55" y="142"/>
                    </a:lnTo>
                    <a:lnTo>
                      <a:pt x="58" y="142"/>
                    </a:lnTo>
                    <a:lnTo>
                      <a:pt x="62" y="142"/>
                    </a:lnTo>
                    <a:lnTo>
                      <a:pt x="66" y="142"/>
                    </a:lnTo>
                    <a:lnTo>
                      <a:pt x="70" y="142"/>
                    </a:lnTo>
                    <a:lnTo>
                      <a:pt x="70" y="14"/>
                    </a:lnTo>
                    <a:lnTo>
                      <a:pt x="75" y="15"/>
                    </a:lnTo>
                    <a:lnTo>
                      <a:pt x="81" y="15"/>
                    </a:lnTo>
                    <a:lnTo>
                      <a:pt x="88" y="15"/>
                    </a:lnTo>
                    <a:lnTo>
                      <a:pt x="96" y="16"/>
                    </a:lnTo>
                    <a:lnTo>
                      <a:pt x="98" y="17"/>
                    </a:lnTo>
                    <a:lnTo>
                      <a:pt x="101" y="17"/>
                    </a:lnTo>
                    <a:lnTo>
                      <a:pt x="104" y="17"/>
                    </a:lnTo>
                    <a:lnTo>
                      <a:pt x="108" y="17"/>
                    </a:lnTo>
                    <a:lnTo>
                      <a:pt x="107" y="15"/>
                    </a:lnTo>
                    <a:lnTo>
                      <a:pt x="107" y="14"/>
                    </a:lnTo>
                    <a:lnTo>
                      <a:pt x="107" y="11"/>
                    </a:lnTo>
                    <a:lnTo>
                      <a:pt x="107" y="8"/>
                    </a:lnTo>
                    <a:lnTo>
                      <a:pt x="107" y="6"/>
                    </a:lnTo>
                    <a:lnTo>
                      <a:pt x="107" y="4"/>
                    </a:lnTo>
                    <a:lnTo>
                      <a:pt x="107" y="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4" name="iS1îḓê"/>
              <p:cNvSpPr/>
              <p:nvPr userDrawn="1"/>
            </p:nvSpPr>
            <p:spPr bwMode="auto">
              <a:xfrm>
                <a:off x="8653463" y="4102101"/>
                <a:ext cx="142875" cy="163513"/>
              </a:xfrm>
              <a:custGeom>
                <a:avLst/>
                <a:gdLst>
                  <a:gd name="T0" fmla="*/ 89 w 90"/>
                  <a:gd name="T1" fmla="*/ 30 h 103"/>
                  <a:gd name="T2" fmla="*/ 85 w 90"/>
                  <a:gd name="T3" fmla="*/ 21 h 103"/>
                  <a:gd name="T4" fmla="*/ 81 w 90"/>
                  <a:gd name="T5" fmla="*/ 14 h 103"/>
                  <a:gd name="T6" fmla="*/ 75 w 90"/>
                  <a:gd name="T7" fmla="*/ 8 h 103"/>
                  <a:gd name="T8" fmla="*/ 67 w 90"/>
                  <a:gd name="T9" fmla="*/ 4 h 103"/>
                  <a:gd name="T10" fmla="*/ 58 w 90"/>
                  <a:gd name="T11" fmla="*/ 1 h 103"/>
                  <a:gd name="T12" fmla="*/ 48 w 90"/>
                  <a:gd name="T13" fmla="*/ 0 h 103"/>
                  <a:gd name="T14" fmla="*/ 37 w 90"/>
                  <a:gd name="T15" fmla="*/ 1 h 103"/>
                  <a:gd name="T16" fmla="*/ 27 w 90"/>
                  <a:gd name="T17" fmla="*/ 4 h 103"/>
                  <a:gd name="T18" fmla="*/ 19 w 90"/>
                  <a:gd name="T19" fmla="*/ 8 h 103"/>
                  <a:gd name="T20" fmla="*/ 13 w 90"/>
                  <a:gd name="T21" fmla="*/ 14 h 103"/>
                  <a:gd name="T22" fmla="*/ 7 w 90"/>
                  <a:gd name="T23" fmla="*/ 21 h 103"/>
                  <a:gd name="T24" fmla="*/ 3 w 90"/>
                  <a:gd name="T25" fmla="*/ 29 h 103"/>
                  <a:gd name="T26" fmla="*/ 1 w 90"/>
                  <a:gd name="T27" fmla="*/ 38 h 103"/>
                  <a:gd name="T28" fmla="*/ 0 w 90"/>
                  <a:gd name="T29" fmla="*/ 50 h 103"/>
                  <a:gd name="T30" fmla="*/ 1 w 90"/>
                  <a:gd name="T31" fmla="*/ 63 h 103"/>
                  <a:gd name="T32" fmla="*/ 3 w 90"/>
                  <a:gd name="T33" fmla="*/ 73 h 103"/>
                  <a:gd name="T34" fmla="*/ 8 w 90"/>
                  <a:gd name="T35" fmla="*/ 82 h 103"/>
                  <a:gd name="T36" fmla="*/ 13 w 90"/>
                  <a:gd name="T37" fmla="*/ 90 h 103"/>
                  <a:gd name="T38" fmla="*/ 21 w 90"/>
                  <a:gd name="T39" fmla="*/ 95 h 103"/>
                  <a:gd name="T40" fmla="*/ 29 w 90"/>
                  <a:gd name="T41" fmla="*/ 99 h 103"/>
                  <a:gd name="T42" fmla="*/ 40 w 90"/>
                  <a:gd name="T43" fmla="*/ 103 h 103"/>
                  <a:gd name="T44" fmla="*/ 52 w 90"/>
                  <a:gd name="T45" fmla="*/ 103 h 103"/>
                  <a:gd name="T46" fmla="*/ 60 w 90"/>
                  <a:gd name="T47" fmla="*/ 103 h 103"/>
                  <a:gd name="T48" fmla="*/ 68 w 90"/>
                  <a:gd name="T49" fmla="*/ 102 h 103"/>
                  <a:gd name="T50" fmla="*/ 75 w 90"/>
                  <a:gd name="T51" fmla="*/ 99 h 103"/>
                  <a:gd name="T52" fmla="*/ 82 w 90"/>
                  <a:gd name="T53" fmla="*/ 95 h 103"/>
                  <a:gd name="T54" fmla="*/ 84 w 90"/>
                  <a:gd name="T55" fmla="*/ 82 h 103"/>
                  <a:gd name="T56" fmla="*/ 78 w 90"/>
                  <a:gd name="T57" fmla="*/ 86 h 103"/>
                  <a:gd name="T58" fmla="*/ 72 w 90"/>
                  <a:gd name="T59" fmla="*/ 89 h 103"/>
                  <a:gd name="T60" fmla="*/ 65 w 90"/>
                  <a:gd name="T61" fmla="*/ 91 h 103"/>
                  <a:gd name="T62" fmla="*/ 59 w 90"/>
                  <a:gd name="T63" fmla="*/ 91 h 103"/>
                  <a:gd name="T64" fmla="*/ 52 w 90"/>
                  <a:gd name="T65" fmla="*/ 91 h 103"/>
                  <a:gd name="T66" fmla="*/ 46 w 90"/>
                  <a:gd name="T67" fmla="*/ 89 h 103"/>
                  <a:gd name="T68" fmla="*/ 41 w 90"/>
                  <a:gd name="T69" fmla="*/ 86 h 103"/>
                  <a:gd name="T70" fmla="*/ 37 w 90"/>
                  <a:gd name="T71" fmla="*/ 82 h 103"/>
                  <a:gd name="T72" fmla="*/ 33 w 90"/>
                  <a:gd name="T73" fmla="*/ 76 h 103"/>
                  <a:gd name="T74" fmla="*/ 32 w 90"/>
                  <a:gd name="T75" fmla="*/ 70 h 103"/>
                  <a:gd name="T76" fmla="*/ 31 w 90"/>
                  <a:gd name="T77" fmla="*/ 62 h 103"/>
                  <a:gd name="T78" fmla="*/ 30 w 90"/>
                  <a:gd name="T79" fmla="*/ 52 h 103"/>
                  <a:gd name="T80" fmla="*/ 90 w 90"/>
                  <a:gd name="T81" fmla="*/ 46 h 103"/>
                  <a:gd name="T82" fmla="*/ 89 w 90"/>
                  <a:gd name="T83" fmla="*/ 34 h 103"/>
                  <a:gd name="T84" fmla="*/ 31 w 90"/>
                  <a:gd name="T85" fmla="*/ 34 h 103"/>
                  <a:gd name="T86" fmla="*/ 33 w 90"/>
                  <a:gd name="T87" fmla="*/ 26 h 103"/>
                  <a:gd name="T88" fmla="*/ 33 w 90"/>
                  <a:gd name="T89" fmla="*/ 20 h 103"/>
                  <a:gd name="T90" fmla="*/ 36 w 90"/>
                  <a:gd name="T91" fmla="*/ 16 h 103"/>
                  <a:gd name="T92" fmla="*/ 39 w 90"/>
                  <a:gd name="T93" fmla="*/ 12 h 103"/>
                  <a:gd name="T94" fmla="*/ 42 w 90"/>
                  <a:gd name="T95" fmla="*/ 10 h 103"/>
                  <a:gd name="T96" fmla="*/ 45 w 90"/>
                  <a:gd name="T97" fmla="*/ 9 h 103"/>
                  <a:gd name="T98" fmla="*/ 49 w 90"/>
                  <a:gd name="T99" fmla="*/ 9 h 103"/>
                  <a:gd name="T100" fmla="*/ 52 w 90"/>
                  <a:gd name="T101" fmla="*/ 10 h 103"/>
                  <a:gd name="T102" fmla="*/ 55 w 90"/>
                  <a:gd name="T103" fmla="*/ 12 h 103"/>
                  <a:gd name="T104" fmla="*/ 57 w 90"/>
                  <a:gd name="T105" fmla="*/ 16 h 103"/>
                  <a:gd name="T106" fmla="*/ 60 w 90"/>
                  <a:gd name="T107" fmla="*/ 22 h 103"/>
                  <a:gd name="T108" fmla="*/ 61 w 90"/>
                  <a:gd name="T109" fmla="*/ 34 h 103"/>
                  <a:gd name="T110" fmla="*/ 30 w 90"/>
                  <a:gd name="T111" fmla="*/ 4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103">
                    <a:moveTo>
                      <a:pt x="89" y="34"/>
                    </a:moveTo>
                    <a:lnTo>
                      <a:pt x="89" y="30"/>
                    </a:lnTo>
                    <a:lnTo>
                      <a:pt x="87" y="26"/>
                    </a:lnTo>
                    <a:lnTo>
                      <a:pt x="85" y="21"/>
                    </a:lnTo>
                    <a:lnTo>
                      <a:pt x="83" y="18"/>
                    </a:lnTo>
                    <a:lnTo>
                      <a:pt x="81" y="14"/>
                    </a:lnTo>
                    <a:lnTo>
                      <a:pt x="78" y="10"/>
                    </a:lnTo>
                    <a:lnTo>
                      <a:pt x="75" y="8"/>
                    </a:lnTo>
                    <a:lnTo>
                      <a:pt x="71" y="6"/>
                    </a:lnTo>
                    <a:lnTo>
                      <a:pt x="67" y="4"/>
                    </a:lnTo>
                    <a:lnTo>
                      <a:pt x="63" y="2"/>
                    </a:lnTo>
                    <a:lnTo>
                      <a:pt x="58" y="1"/>
                    </a:lnTo>
                    <a:lnTo>
                      <a:pt x="53" y="0"/>
                    </a:lnTo>
                    <a:lnTo>
                      <a:pt x="48" y="0"/>
                    </a:lnTo>
                    <a:lnTo>
                      <a:pt x="42" y="1"/>
                    </a:lnTo>
                    <a:lnTo>
                      <a:pt x="37" y="1"/>
                    </a:lnTo>
                    <a:lnTo>
                      <a:pt x="32" y="2"/>
                    </a:lnTo>
                    <a:lnTo>
                      <a:pt x="27" y="4"/>
                    </a:lnTo>
                    <a:lnTo>
                      <a:pt x="23" y="6"/>
                    </a:lnTo>
                    <a:lnTo>
                      <a:pt x="19" y="8"/>
                    </a:lnTo>
                    <a:lnTo>
                      <a:pt x="16" y="10"/>
                    </a:lnTo>
                    <a:lnTo>
                      <a:pt x="13" y="14"/>
                    </a:lnTo>
                    <a:lnTo>
                      <a:pt x="9" y="17"/>
                    </a:lnTo>
                    <a:lnTo>
                      <a:pt x="7" y="21"/>
                    </a:lnTo>
                    <a:lnTo>
                      <a:pt x="5" y="25"/>
                    </a:lnTo>
                    <a:lnTo>
                      <a:pt x="3" y="29"/>
                    </a:lnTo>
                    <a:lnTo>
                      <a:pt x="2" y="34"/>
                    </a:lnTo>
                    <a:lnTo>
                      <a:pt x="1" y="38"/>
                    </a:lnTo>
                    <a:lnTo>
                      <a:pt x="0" y="44"/>
                    </a:lnTo>
                    <a:lnTo>
                      <a:pt x="0" y="50"/>
                    </a:lnTo>
                    <a:lnTo>
                      <a:pt x="0" y="56"/>
                    </a:lnTo>
                    <a:lnTo>
                      <a:pt x="1" y="63"/>
                    </a:lnTo>
                    <a:lnTo>
                      <a:pt x="2" y="68"/>
                    </a:lnTo>
                    <a:lnTo>
                      <a:pt x="3" y="73"/>
                    </a:lnTo>
                    <a:lnTo>
                      <a:pt x="5" y="78"/>
                    </a:lnTo>
                    <a:lnTo>
                      <a:pt x="8" y="82"/>
                    </a:lnTo>
                    <a:lnTo>
                      <a:pt x="10" y="86"/>
                    </a:lnTo>
                    <a:lnTo>
                      <a:pt x="13" y="90"/>
                    </a:lnTo>
                    <a:lnTo>
                      <a:pt x="17" y="92"/>
                    </a:lnTo>
                    <a:lnTo>
                      <a:pt x="21" y="95"/>
                    </a:lnTo>
                    <a:lnTo>
                      <a:pt x="25" y="98"/>
                    </a:lnTo>
                    <a:lnTo>
                      <a:pt x="29" y="99"/>
                    </a:lnTo>
                    <a:lnTo>
                      <a:pt x="34" y="102"/>
                    </a:lnTo>
                    <a:lnTo>
                      <a:pt x="40" y="103"/>
                    </a:lnTo>
                    <a:lnTo>
                      <a:pt x="45" y="103"/>
                    </a:lnTo>
                    <a:lnTo>
                      <a:pt x="52" y="103"/>
                    </a:lnTo>
                    <a:lnTo>
                      <a:pt x="56" y="103"/>
                    </a:lnTo>
                    <a:lnTo>
                      <a:pt x="60" y="103"/>
                    </a:lnTo>
                    <a:lnTo>
                      <a:pt x="64" y="102"/>
                    </a:lnTo>
                    <a:lnTo>
                      <a:pt x="68" y="102"/>
                    </a:lnTo>
                    <a:lnTo>
                      <a:pt x="72" y="100"/>
                    </a:lnTo>
                    <a:lnTo>
                      <a:pt x="75" y="99"/>
                    </a:lnTo>
                    <a:lnTo>
                      <a:pt x="78" y="97"/>
                    </a:lnTo>
                    <a:lnTo>
                      <a:pt x="82" y="95"/>
                    </a:lnTo>
                    <a:lnTo>
                      <a:pt x="86" y="84"/>
                    </a:lnTo>
                    <a:lnTo>
                      <a:pt x="84" y="82"/>
                    </a:lnTo>
                    <a:lnTo>
                      <a:pt x="81" y="84"/>
                    </a:lnTo>
                    <a:lnTo>
                      <a:pt x="78" y="86"/>
                    </a:lnTo>
                    <a:lnTo>
                      <a:pt x="75" y="87"/>
                    </a:lnTo>
                    <a:lnTo>
                      <a:pt x="72" y="89"/>
                    </a:lnTo>
                    <a:lnTo>
                      <a:pt x="69" y="91"/>
                    </a:lnTo>
                    <a:lnTo>
                      <a:pt x="65" y="91"/>
                    </a:lnTo>
                    <a:lnTo>
                      <a:pt x="62" y="91"/>
                    </a:lnTo>
                    <a:lnTo>
                      <a:pt x="59" y="91"/>
                    </a:lnTo>
                    <a:lnTo>
                      <a:pt x="56" y="91"/>
                    </a:lnTo>
                    <a:lnTo>
                      <a:pt x="52" y="91"/>
                    </a:lnTo>
                    <a:lnTo>
                      <a:pt x="49" y="91"/>
                    </a:lnTo>
                    <a:lnTo>
                      <a:pt x="46" y="89"/>
                    </a:lnTo>
                    <a:lnTo>
                      <a:pt x="43" y="87"/>
                    </a:lnTo>
                    <a:lnTo>
                      <a:pt x="41" y="86"/>
                    </a:lnTo>
                    <a:lnTo>
                      <a:pt x="39" y="84"/>
                    </a:lnTo>
                    <a:lnTo>
                      <a:pt x="37" y="82"/>
                    </a:lnTo>
                    <a:lnTo>
                      <a:pt x="36" y="79"/>
                    </a:lnTo>
                    <a:lnTo>
                      <a:pt x="33" y="76"/>
                    </a:lnTo>
                    <a:lnTo>
                      <a:pt x="33" y="73"/>
                    </a:lnTo>
                    <a:lnTo>
                      <a:pt x="32" y="70"/>
                    </a:lnTo>
                    <a:lnTo>
                      <a:pt x="31" y="66"/>
                    </a:lnTo>
                    <a:lnTo>
                      <a:pt x="31" y="62"/>
                    </a:lnTo>
                    <a:lnTo>
                      <a:pt x="30" y="57"/>
                    </a:lnTo>
                    <a:lnTo>
                      <a:pt x="30" y="52"/>
                    </a:lnTo>
                    <a:lnTo>
                      <a:pt x="90" y="52"/>
                    </a:lnTo>
                    <a:lnTo>
                      <a:pt x="90" y="46"/>
                    </a:lnTo>
                    <a:lnTo>
                      <a:pt x="90" y="40"/>
                    </a:lnTo>
                    <a:lnTo>
                      <a:pt x="89" y="34"/>
                    </a:lnTo>
                    <a:close/>
                    <a:moveTo>
                      <a:pt x="30" y="42"/>
                    </a:moveTo>
                    <a:lnTo>
                      <a:pt x="31" y="34"/>
                    </a:lnTo>
                    <a:lnTo>
                      <a:pt x="32" y="28"/>
                    </a:lnTo>
                    <a:lnTo>
                      <a:pt x="33" y="26"/>
                    </a:lnTo>
                    <a:lnTo>
                      <a:pt x="33" y="22"/>
                    </a:lnTo>
                    <a:lnTo>
                      <a:pt x="33" y="20"/>
                    </a:lnTo>
                    <a:lnTo>
                      <a:pt x="35" y="18"/>
                    </a:lnTo>
                    <a:lnTo>
                      <a:pt x="36" y="16"/>
                    </a:lnTo>
                    <a:lnTo>
                      <a:pt x="37" y="14"/>
                    </a:lnTo>
                    <a:lnTo>
                      <a:pt x="39" y="12"/>
                    </a:lnTo>
                    <a:lnTo>
                      <a:pt x="41" y="11"/>
                    </a:lnTo>
                    <a:lnTo>
                      <a:pt x="42" y="10"/>
                    </a:lnTo>
                    <a:lnTo>
                      <a:pt x="44" y="10"/>
                    </a:lnTo>
                    <a:lnTo>
                      <a:pt x="45" y="9"/>
                    </a:lnTo>
                    <a:lnTo>
                      <a:pt x="48" y="9"/>
                    </a:lnTo>
                    <a:lnTo>
                      <a:pt x="49" y="9"/>
                    </a:lnTo>
                    <a:lnTo>
                      <a:pt x="51" y="10"/>
                    </a:lnTo>
                    <a:lnTo>
                      <a:pt x="52" y="10"/>
                    </a:lnTo>
                    <a:lnTo>
                      <a:pt x="53" y="11"/>
                    </a:lnTo>
                    <a:lnTo>
                      <a:pt x="55" y="12"/>
                    </a:lnTo>
                    <a:lnTo>
                      <a:pt x="56" y="14"/>
                    </a:lnTo>
                    <a:lnTo>
                      <a:pt x="57" y="16"/>
                    </a:lnTo>
                    <a:lnTo>
                      <a:pt x="57" y="18"/>
                    </a:lnTo>
                    <a:lnTo>
                      <a:pt x="60" y="22"/>
                    </a:lnTo>
                    <a:lnTo>
                      <a:pt x="61" y="28"/>
                    </a:lnTo>
                    <a:lnTo>
                      <a:pt x="61" y="34"/>
                    </a:lnTo>
                    <a:lnTo>
                      <a:pt x="61" y="42"/>
                    </a:lnTo>
                    <a:lnTo>
                      <a:pt x="30" y="4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5" name="îsḷîḓè"/>
              <p:cNvSpPr/>
              <p:nvPr userDrawn="1"/>
            </p:nvSpPr>
            <p:spPr bwMode="auto">
              <a:xfrm>
                <a:off x="8840788" y="4102101"/>
                <a:ext cx="144463" cy="163513"/>
              </a:xfrm>
              <a:custGeom>
                <a:avLst/>
                <a:gdLst>
                  <a:gd name="T0" fmla="*/ 32 w 91"/>
                  <a:gd name="T1" fmla="*/ 41 h 103"/>
                  <a:gd name="T2" fmla="*/ 33 w 91"/>
                  <a:gd name="T3" fmla="*/ 33 h 103"/>
                  <a:gd name="T4" fmla="*/ 36 w 91"/>
                  <a:gd name="T5" fmla="*/ 26 h 103"/>
                  <a:gd name="T6" fmla="*/ 38 w 91"/>
                  <a:gd name="T7" fmla="*/ 20 h 103"/>
                  <a:gd name="T8" fmla="*/ 42 w 91"/>
                  <a:gd name="T9" fmla="*/ 16 h 103"/>
                  <a:gd name="T10" fmla="*/ 46 w 91"/>
                  <a:gd name="T11" fmla="*/ 12 h 103"/>
                  <a:gd name="T12" fmla="*/ 51 w 91"/>
                  <a:gd name="T13" fmla="*/ 10 h 103"/>
                  <a:gd name="T14" fmla="*/ 56 w 91"/>
                  <a:gd name="T15" fmla="*/ 9 h 103"/>
                  <a:gd name="T16" fmla="*/ 64 w 91"/>
                  <a:gd name="T17" fmla="*/ 10 h 103"/>
                  <a:gd name="T18" fmla="*/ 68 w 91"/>
                  <a:gd name="T19" fmla="*/ 13 h 103"/>
                  <a:gd name="T20" fmla="*/ 70 w 91"/>
                  <a:gd name="T21" fmla="*/ 15 h 103"/>
                  <a:gd name="T22" fmla="*/ 75 w 91"/>
                  <a:gd name="T23" fmla="*/ 22 h 103"/>
                  <a:gd name="T24" fmla="*/ 78 w 91"/>
                  <a:gd name="T25" fmla="*/ 31 h 103"/>
                  <a:gd name="T26" fmla="*/ 91 w 91"/>
                  <a:gd name="T27" fmla="*/ 9 h 103"/>
                  <a:gd name="T28" fmla="*/ 84 w 91"/>
                  <a:gd name="T29" fmla="*/ 5 h 103"/>
                  <a:gd name="T30" fmla="*/ 75 w 91"/>
                  <a:gd name="T31" fmla="*/ 2 h 103"/>
                  <a:gd name="T32" fmla="*/ 65 w 91"/>
                  <a:gd name="T33" fmla="*/ 1 h 103"/>
                  <a:gd name="T34" fmla="*/ 55 w 91"/>
                  <a:gd name="T35" fmla="*/ 0 h 103"/>
                  <a:gd name="T36" fmla="*/ 43 w 91"/>
                  <a:gd name="T37" fmla="*/ 2 h 103"/>
                  <a:gd name="T38" fmla="*/ 32 w 91"/>
                  <a:gd name="T39" fmla="*/ 5 h 103"/>
                  <a:gd name="T40" fmla="*/ 23 w 91"/>
                  <a:gd name="T41" fmla="*/ 9 h 103"/>
                  <a:gd name="T42" fmla="*/ 15 w 91"/>
                  <a:gd name="T43" fmla="*/ 15 h 103"/>
                  <a:gd name="T44" fmla="*/ 9 w 91"/>
                  <a:gd name="T45" fmla="*/ 22 h 103"/>
                  <a:gd name="T46" fmla="*/ 4 w 91"/>
                  <a:gd name="T47" fmla="*/ 31 h 103"/>
                  <a:gd name="T48" fmla="*/ 1 w 91"/>
                  <a:gd name="T49" fmla="*/ 42 h 103"/>
                  <a:gd name="T50" fmla="*/ 0 w 91"/>
                  <a:gd name="T51" fmla="*/ 54 h 103"/>
                  <a:gd name="T52" fmla="*/ 1 w 91"/>
                  <a:gd name="T53" fmla="*/ 65 h 103"/>
                  <a:gd name="T54" fmla="*/ 4 w 91"/>
                  <a:gd name="T55" fmla="*/ 75 h 103"/>
                  <a:gd name="T56" fmla="*/ 8 w 91"/>
                  <a:gd name="T57" fmla="*/ 83 h 103"/>
                  <a:gd name="T58" fmla="*/ 14 w 91"/>
                  <a:gd name="T59" fmla="*/ 91 h 103"/>
                  <a:gd name="T60" fmla="*/ 22 w 91"/>
                  <a:gd name="T61" fmla="*/ 96 h 103"/>
                  <a:gd name="T62" fmla="*/ 32 w 91"/>
                  <a:gd name="T63" fmla="*/ 100 h 103"/>
                  <a:gd name="T64" fmla="*/ 42 w 91"/>
                  <a:gd name="T65" fmla="*/ 103 h 103"/>
                  <a:gd name="T66" fmla="*/ 55 w 91"/>
                  <a:gd name="T67" fmla="*/ 103 h 103"/>
                  <a:gd name="T68" fmla="*/ 72 w 91"/>
                  <a:gd name="T69" fmla="*/ 102 h 103"/>
                  <a:gd name="T70" fmla="*/ 77 w 91"/>
                  <a:gd name="T71" fmla="*/ 99 h 103"/>
                  <a:gd name="T72" fmla="*/ 83 w 91"/>
                  <a:gd name="T73" fmla="*/ 97 h 103"/>
                  <a:gd name="T74" fmla="*/ 84 w 91"/>
                  <a:gd name="T75" fmla="*/ 82 h 103"/>
                  <a:gd name="T76" fmla="*/ 80 w 91"/>
                  <a:gd name="T77" fmla="*/ 86 h 103"/>
                  <a:gd name="T78" fmla="*/ 74 w 91"/>
                  <a:gd name="T79" fmla="*/ 89 h 103"/>
                  <a:gd name="T80" fmla="*/ 68 w 91"/>
                  <a:gd name="T81" fmla="*/ 91 h 103"/>
                  <a:gd name="T82" fmla="*/ 62 w 91"/>
                  <a:gd name="T83" fmla="*/ 91 h 103"/>
                  <a:gd name="T84" fmla="*/ 55 w 91"/>
                  <a:gd name="T85" fmla="*/ 91 h 103"/>
                  <a:gd name="T86" fmla="*/ 48 w 91"/>
                  <a:gd name="T87" fmla="*/ 89 h 103"/>
                  <a:gd name="T88" fmla="*/ 43 w 91"/>
                  <a:gd name="T89" fmla="*/ 86 h 103"/>
                  <a:gd name="T90" fmla="*/ 38 w 91"/>
                  <a:gd name="T91" fmla="*/ 81 h 103"/>
                  <a:gd name="T92" fmla="*/ 35 w 91"/>
                  <a:gd name="T93" fmla="*/ 75 h 103"/>
                  <a:gd name="T94" fmla="*/ 32 w 91"/>
                  <a:gd name="T95" fmla="*/ 68 h 103"/>
                  <a:gd name="T96" fmla="*/ 31 w 91"/>
                  <a:gd name="T97" fmla="*/ 60 h 103"/>
                  <a:gd name="T98" fmla="*/ 31 w 91"/>
                  <a:gd name="T99" fmla="*/ 5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1" h="103">
                    <a:moveTo>
                      <a:pt x="31" y="46"/>
                    </a:moveTo>
                    <a:lnTo>
                      <a:pt x="32" y="41"/>
                    </a:lnTo>
                    <a:lnTo>
                      <a:pt x="32" y="37"/>
                    </a:lnTo>
                    <a:lnTo>
                      <a:pt x="33" y="33"/>
                    </a:lnTo>
                    <a:lnTo>
                      <a:pt x="34" y="29"/>
                    </a:lnTo>
                    <a:lnTo>
                      <a:pt x="36" y="26"/>
                    </a:lnTo>
                    <a:lnTo>
                      <a:pt x="36" y="23"/>
                    </a:lnTo>
                    <a:lnTo>
                      <a:pt x="38" y="20"/>
                    </a:lnTo>
                    <a:lnTo>
                      <a:pt x="40" y="18"/>
                    </a:lnTo>
                    <a:lnTo>
                      <a:pt x="42" y="16"/>
                    </a:lnTo>
                    <a:lnTo>
                      <a:pt x="44" y="14"/>
                    </a:lnTo>
                    <a:lnTo>
                      <a:pt x="46" y="12"/>
                    </a:lnTo>
                    <a:lnTo>
                      <a:pt x="48" y="10"/>
                    </a:lnTo>
                    <a:lnTo>
                      <a:pt x="51" y="10"/>
                    </a:lnTo>
                    <a:lnTo>
                      <a:pt x="53" y="9"/>
                    </a:lnTo>
                    <a:lnTo>
                      <a:pt x="56" y="9"/>
                    </a:lnTo>
                    <a:lnTo>
                      <a:pt x="60" y="10"/>
                    </a:lnTo>
                    <a:lnTo>
                      <a:pt x="64" y="10"/>
                    </a:lnTo>
                    <a:lnTo>
                      <a:pt x="66" y="12"/>
                    </a:lnTo>
                    <a:lnTo>
                      <a:pt x="68" y="13"/>
                    </a:lnTo>
                    <a:lnTo>
                      <a:pt x="68" y="14"/>
                    </a:lnTo>
                    <a:lnTo>
                      <a:pt x="70" y="15"/>
                    </a:lnTo>
                    <a:lnTo>
                      <a:pt x="72" y="18"/>
                    </a:lnTo>
                    <a:lnTo>
                      <a:pt x="75" y="22"/>
                    </a:lnTo>
                    <a:lnTo>
                      <a:pt x="76" y="26"/>
                    </a:lnTo>
                    <a:lnTo>
                      <a:pt x="78" y="31"/>
                    </a:lnTo>
                    <a:lnTo>
                      <a:pt x="83" y="31"/>
                    </a:lnTo>
                    <a:lnTo>
                      <a:pt x="91" y="9"/>
                    </a:lnTo>
                    <a:lnTo>
                      <a:pt x="88" y="7"/>
                    </a:lnTo>
                    <a:lnTo>
                      <a:pt x="84" y="5"/>
                    </a:lnTo>
                    <a:lnTo>
                      <a:pt x="79" y="4"/>
                    </a:lnTo>
                    <a:lnTo>
                      <a:pt x="75" y="2"/>
                    </a:lnTo>
                    <a:lnTo>
                      <a:pt x="70" y="2"/>
                    </a:lnTo>
                    <a:lnTo>
                      <a:pt x="65" y="1"/>
                    </a:lnTo>
                    <a:lnTo>
                      <a:pt x="60" y="0"/>
                    </a:lnTo>
                    <a:lnTo>
                      <a:pt x="55" y="0"/>
                    </a:lnTo>
                    <a:lnTo>
                      <a:pt x="48" y="1"/>
                    </a:lnTo>
                    <a:lnTo>
                      <a:pt x="43" y="2"/>
                    </a:lnTo>
                    <a:lnTo>
                      <a:pt x="37" y="3"/>
                    </a:lnTo>
                    <a:lnTo>
                      <a:pt x="32" y="5"/>
                    </a:lnTo>
                    <a:lnTo>
                      <a:pt x="27" y="6"/>
                    </a:lnTo>
                    <a:lnTo>
                      <a:pt x="23" y="9"/>
                    </a:lnTo>
                    <a:lnTo>
                      <a:pt x="19" y="12"/>
                    </a:lnTo>
                    <a:lnTo>
                      <a:pt x="15" y="15"/>
                    </a:lnTo>
                    <a:lnTo>
                      <a:pt x="12" y="18"/>
                    </a:lnTo>
                    <a:lnTo>
                      <a:pt x="9" y="22"/>
                    </a:lnTo>
                    <a:lnTo>
                      <a:pt x="7" y="27"/>
                    </a:lnTo>
                    <a:lnTo>
                      <a:pt x="4" y="31"/>
                    </a:lnTo>
                    <a:lnTo>
                      <a:pt x="3" y="36"/>
                    </a:lnTo>
                    <a:lnTo>
                      <a:pt x="1" y="42"/>
                    </a:lnTo>
                    <a:lnTo>
                      <a:pt x="1" y="47"/>
                    </a:lnTo>
                    <a:lnTo>
                      <a:pt x="0" y="54"/>
                    </a:lnTo>
                    <a:lnTo>
                      <a:pt x="0" y="60"/>
                    </a:lnTo>
                    <a:lnTo>
                      <a:pt x="1" y="65"/>
                    </a:lnTo>
                    <a:lnTo>
                      <a:pt x="3" y="71"/>
                    </a:lnTo>
                    <a:lnTo>
                      <a:pt x="4" y="75"/>
                    </a:lnTo>
                    <a:lnTo>
                      <a:pt x="6" y="79"/>
                    </a:lnTo>
                    <a:lnTo>
                      <a:pt x="8" y="83"/>
                    </a:lnTo>
                    <a:lnTo>
                      <a:pt x="11" y="87"/>
                    </a:lnTo>
                    <a:lnTo>
                      <a:pt x="14" y="91"/>
                    </a:lnTo>
                    <a:lnTo>
                      <a:pt x="18" y="94"/>
                    </a:lnTo>
                    <a:lnTo>
                      <a:pt x="22" y="96"/>
                    </a:lnTo>
                    <a:lnTo>
                      <a:pt x="27" y="98"/>
                    </a:lnTo>
                    <a:lnTo>
                      <a:pt x="32" y="100"/>
                    </a:lnTo>
                    <a:lnTo>
                      <a:pt x="36" y="102"/>
                    </a:lnTo>
                    <a:lnTo>
                      <a:pt x="42" y="103"/>
                    </a:lnTo>
                    <a:lnTo>
                      <a:pt x="48" y="103"/>
                    </a:lnTo>
                    <a:lnTo>
                      <a:pt x="55" y="103"/>
                    </a:lnTo>
                    <a:lnTo>
                      <a:pt x="64" y="103"/>
                    </a:lnTo>
                    <a:lnTo>
                      <a:pt x="72" y="102"/>
                    </a:lnTo>
                    <a:lnTo>
                      <a:pt x="75" y="100"/>
                    </a:lnTo>
                    <a:lnTo>
                      <a:pt x="77" y="99"/>
                    </a:lnTo>
                    <a:lnTo>
                      <a:pt x="80" y="99"/>
                    </a:lnTo>
                    <a:lnTo>
                      <a:pt x="83" y="97"/>
                    </a:lnTo>
                    <a:lnTo>
                      <a:pt x="88" y="84"/>
                    </a:lnTo>
                    <a:lnTo>
                      <a:pt x="84" y="82"/>
                    </a:lnTo>
                    <a:lnTo>
                      <a:pt x="82" y="84"/>
                    </a:lnTo>
                    <a:lnTo>
                      <a:pt x="80" y="86"/>
                    </a:lnTo>
                    <a:lnTo>
                      <a:pt x="77" y="87"/>
                    </a:lnTo>
                    <a:lnTo>
                      <a:pt x="74" y="89"/>
                    </a:lnTo>
                    <a:lnTo>
                      <a:pt x="72" y="91"/>
                    </a:lnTo>
                    <a:lnTo>
                      <a:pt x="68" y="91"/>
                    </a:lnTo>
                    <a:lnTo>
                      <a:pt x="65" y="91"/>
                    </a:lnTo>
                    <a:lnTo>
                      <a:pt x="62" y="91"/>
                    </a:lnTo>
                    <a:lnTo>
                      <a:pt x="59" y="91"/>
                    </a:lnTo>
                    <a:lnTo>
                      <a:pt x="55" y="91"/>
                    </a:lnTo>
                    <a:lnTo>
                      <a:pt x="52" y="90"/>
                    </a:lnTo>
                    <a:lnTo>
                      <a:pt x="48" y="89"/>
                    </a:lnTo>
                    <a:lnTo>
                      <a:pt x="46" y="87"/>
                    </a:lnTo>
                    <a:lnTo>
                      <a:pt x="43" y="86"/>
                    </a:lnTo>
                    <a:lnTo>
                      <a:pt x="40" y="83"/>
                    </a:lnTo>
                    <a:lnTo>
                      <a:pt x="38" y="81"/>
                    </a:lnTo>
                    <a:lnTo>
                      <a:pt x="36" y="79"/>
                    </a:lnTo>
                    <a:lnTo>
                      <a:pt x="35" y="75"/>
                    </a:lnTo>
                    <a:lnTo>
                      <a:pt x="33" y="72"/>
                    </a:lnTo>
                    <a:lnTo>
                      <a:pt x="32" y="68"/>
                    </a:lnTo>
                    <a:lnTo>
                      <a:pt x="32" y="64"/>
                    </a:lnTo>
                    <a:lnTo>
                      <a:pt x="31" y="60"/>
                    </a:lnTo>
                    <a:lnTo>
                      <a:pt x="31" y="55"/>
                    </a:lnTo>
                    <a:lnTo>
                      <a:pt x="31" y="51"/>
                    </a:lnTo>
                    <a:lnTo>
                      <a:pt x="31" y="4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6" name="iṩļiḍè"/>
              <p:cNvSpPr/>
              <p:nvPr userDrawn="1"/>
            </p:nvSpPr>
            <p:spPr bwMode="auto">
              <a:xfrm>
                <a:off x="9028113" y="4014788"/>
                <a:ext cx="147638" cy="249238"/>
              </a:xfrm>
              <a:custGeom>
                <a:avLst/>
                <a:gdLst>
                  <a:gd name="T0" fmla="*/ 90 w 93"/>
                  <a:gd name="T1" fmla="*/ 75 h 157"/>
                  <a:gd name="T2" fmla="*/ 88 w 93"/>
                  <a:gd name="T3" fmla="*/ 69 h 157"/>
                  <a:gd name="T4" fmla="*/ 84 w 93"/>
                  <a:gd name="T5" fmla="*/ 65 h 157"/>
                  <a:gd name="T6" fmla="*/ 79 w 93"/>
                  <a:gd name="T7" fmla="*/ 61 h 157"/>
                  <a:gd name="T8" fmla="*/ 74 w 93"/>
                  <a:gd name="T9" fmla="*/ 57 h 157"/>
                  <a:gd name="T10" fmla="*/ 66 w 93"/>
                  <a:gd name="T11" fmla="*/ 56 h 157"/>
                  <a:gd name="T12" fmla="*/ 59 w 93"/>
                  <a:gd name="T13" fmla="*/ 55 h 157"/>
                  <a:gd name="T14" fmla="*/ 51 w 93"/>
                  <a:gd name="T15" fmla="*/ 56 h 157"/>
                  <a:gd name="T16" fmla="*/ 43 w 93"/>
                  <a:gd name="T17" fmla="*/ 60 h 157"/>
                  <a:gd name="T18" fmla="*/ 36 w 93"/>
                  <a:gd name="T19" fmla="*/ 65 h 157"/>
                  <a:gd name="T20" fmla="*/ 29 w 93"/>
                  <a:gd name="T21" fmla="*/ 71 h 157"/>
                  <a:gd name="T22" fmla="*/ 26 w 93"/>
                  <a:gd name="T23" fmla="*/ 0 h 157"/>
                  <a:gd name="T24" fmla="*/ 18 w 93"/>
                  <a:gd name="T25" fmla="*/ 1 h 157"/>
                  <a:gd name="T26" fmla="*/ 13 w 93"/>
                  <a:gd name="T27" fmla="*/ 1 h 157"/>
                  <a:gd name="T28" fmla="*/ 9 w 93"/>
                  <a:gd name="T29" fmla="*/ 1 h 157"/>
                  <a:gd name="T30" fmla="*/ 3 w 93"/>
                  <a:gd name="T31" fmla="*/ 0 h 157"/>
                  <a:gd name="T32" fmla="*/ 0 w 93"/>
                  <a:gd name="T33" fmla="*/ 157 h 157"/>
                  <a:gd name="T34" fmla="*/ 7 w 93"/>
                  <a:gd name="T35" fmla="*/ 157 h 157"/>
                  <a:gd name="T36" fmla="*/ 14 w 93"/>
                  <a:gd name="T37" fmla="*/ 157 h 157"/>
                  <a:gd name="T38" fmla="*/ 22 w 93"/>
                  <a:gd name="T39" fmla="*/ 157 h 157"/>
                  <a:gd name="T40" fmla="*/ 29 w 93"/>
                  <a:gd name="T41" fmla="*/ 157 h 157"/>
                  <a:gd name="T42" fmla="*/ 28 w 93"/>
                  <a:gd name="T43" fmla="*/ 106 h 157"/>
                  <a:gd name="T44" fmla="*/ 28 w 93"/>
                  <a:gd name="T45" fmla="*/ 97 h 157"/>
                  <a:gd name="T46" fmla="*/ 30 w 93"/>
                  <a:gd name="T47" fmla="*/ 89 h 157"/>
                  <a:gd name="T48" fmla="*/ 31 w 93"/>
                  <a:gd name="T49" fmla="*/ 84 h 157"/>
                  <a:gd name="T50" fmla="*/ 34 w 93"/>
                  <a:gd name="T51" fmla="*/ 79 h 157"/>
                  <a:gd name="T52" fmla="*/ 36 w 93"/>
                  <a:gd name="T53" fmla="*/ 76 h 157"/>
                  <a:gd name="T54" fmla="*/ 40 w 93"/>
                  <a:gd name="T55" fmla="*/ 73 h 157"/>
                  <a:gd name="T56" fmla="*/ 45 w 93"/>
                  <a:gd name="T57" fmla="*/ 73 h 157"/>
                  <a:gd name="T58" fmla="*/ 50 w 93"/>
                  <a:gd name="T59" fmla="*/ 72 h 157"/>
                  <a:gd name="T60" fmla="*/ 54 w 93"/>
                  <a:gd name="T61" fmla="*/ 73 h 157"/>
                  <a:gd name="T62" fmla="*/ 57 w 93"/>
                  <a:gd name="T63" fmla="*/ 75 h 157"/>
                  <a:gd name="T64" fmla="*/ 59 w 93"/>
                  <a:gd name="T65" fmla="*/ 78 h 157"/>
                  <a:gd name="T66" fmla="*/ 62 w 93"/>
                  <a:gd name="T67" fmla="*/ 82 h 157"/>
                  <a:gd name="T68" fmla="*/ 63 w 93"/>
                  <a:gd name="T69" fmla="*/ 88 h 157"/>
                  <a:gd name="T70" fmla="*/ 64 w 93"/>
                  <a:gd name="T71" fmla="*/ 98 h 157"/>
                  <a:gd name="T72" fmla="*/ 65 w 93"/>
                  <a:gd name="T73" fmla="*/ 157 h 157"/>
                  <a:gd name="T74" fmla="*/ 71 w 93"/>
                  <a:gd name="T75" fmla="*/ 157 h 157"/>
                  <a:gd name="T76" fmla="*/ 78 w 93"/>
                  <a:gd name="T77" fmla="*/ 157 h 157"/>
                  <a:gd name="T78" fmla="*/ 86 w 93"/>
                  <a:gd name="T79" fmla="*/ 157 h 157"/>
                  <a:gd name="T80" fmla="*/ 93 w 93"/>
                  <a:gd name="T81" fmla="*/ 157 h 157"/>
                  <a:gd name="T82" fmla="*/ 93 w 93"/>
                  <a:gd name="T83" fmla="*/ 86 h 157"/>
                  <a:gd name="T84" fmla="*/ 92 w 93"/>
                  <a:gd name="T8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2" y="79"/>
                    </a:moveTo>
                    <a:lnTo>
                      <a:pt x="90" y="75"/>
                    </a:lnTo>
                    <a:lnTo>
                      <a:pt x="90" y="73"/>
                    </a:lnTo>
                    <a:lnTo>
                      <a:pt x="88" y="69"/>
                    </a:lnTo>
                    <a:lnTo>
                      <a:pt x="86" y="67"/>
                    </a:lnTo>
                    <a:lnTo>
                      <a:pt x="84" y="65"/>
                    </a:lnTo>
                    <a:lnTo>
                      <a:pt x="82" y="62"/>
                    </a:lnTo>
                    <a:lnTo>
                      <a:pt x="79" y="61"/>
                    </a:lnTo>
                    <a:lnTo>
                      <a:pt x="76" y="59"/>
                    </a:lnTo>
                    <a:lnTo>
                      <a:pt x="74" y="57"/>
                    </a:lnTo>
                    <a:lnTo>
                      <a:pt x="70" y="56"/>
                    </a:lnTo>
                    <a:lnTo>
                      <a:pt x="66" y="56"/>
                    </a:lnTo>
                    <a:lnTo>
                      <a:pt x="63" y="55"/>
                    </a:lnTo>
                    <a:lnTo>
                      <a:pt x="59" y="55"/>
                    </a:lnTo>
                    <a:lnTo>
                      <a:pt x="55" y="55"/>
                    </a:lnTo>
                    <a:lnTo>
                      <a:pt x="51" y="56"/>
                    </a:lnTo>
                    <a:lnTo>
                      <a:pt x="47" y="57"/>
                    </a:lnTo>
                    <a:lnTo>
                      <a:pt x="43" y="60"/>
                    </a:lnTo>
                    <a:lnTo>
                      <a:pt x="40" y="61"/>
                    </a:lnTo>
                    <a:lnTo>
                      <a:pt x="36" y="65"/>
                    </a:lnTo>
                    <a:lnTo>
                      <a:pt x="32" y="68"/>
                    </a:lnTo>
                    <a:lnTo>
                      <a:pt x="29" y="71"/>
                    </a:lnTo>
                    <a:lnTo>
                      <a:pt x="29" y="0"/>
                    </a:lnTo>
                    <a:lnTo>
                      <a:pt x="26" y="0"/>
                    </a:lnTo>
                    <a:lnTo>
                      <a:pt x="22" y="1"/>
                    </a:lnTo>
                    <a:lnTo>
                      <a:pt x="18"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8" y="157"/>
                    </a:lnTo>
                    <a:lnTo>
                      <a:pt x="22" y="157"/>
                    </a:lnTo>
                    <a:lnTo>
                      <a:pt x="25" y="157"/>
                    </a:lnTo>
                    <a:lnTo>
                      <a:pt x="29" y="157"/>
                    </a:lnTo>
                    <a:lnTo>
                      <a:pt x="29" y="110"/>
                    </a:lnTo>
                    <a:lnTo>
                      <a:pt x="28" y="106"/>
                    </a:lnTo>
                    <a:lnTo>
                      <a:pt x="28" y="101"/>
                    </a:lnTo>
                    <a:lnTo>
                      <a:pt x="28" y="97"/>
                    </a:lnTo>
                    <a:lnTo>
                      <a:pt x="29" y="93"/>
                    </a:lnTo>
                    <a:lnTo>
                      <a:pt x="30" y="89"/>
                    </a:lnTo>
                    <a:lnTo>
                      <a:pt x="30" y="87"/>
                    </a:lnTo>
                    <a:lnTo>
                      <a:pt x="31" y="84"/>
                    </a:lnTo>
                    <a:lnTo>
                      <a:pt x="32" y="81"/>
                    </a:lnTo>
                    <a:lnTo>
                      <a:pt x="34" y="79"/>
                    </a:lnTo>
                    <a:lnTo>
                      <a:pt x="34" y="77"/>
                    </a:lnTo>
                    <a:lnTo>
                      <a:pt x="36" y="76"/>
                    </a:lnTo>
                    <a:lnTo>
                      <a:pt x="38" y="74"/>
                    </a:lnTo>
                    <a:lnTo>
                      <a:pt x="40" y="73"/>
                    </a:lnTo>
                    <a:lnTo>
                      <a:pt x="42" y="73"/>
                    </a:lnTo>
                    <a:lnTo>
                      <a:pt x="45" y="73"/>
                    </a:lnTo>
                    <a:lnTo>
                      <a:pt x="47" y="72"/>
                    </a:lnTo>
                    <a:lnTo>
                      <a:pt x="50" y="72"/>
                    </a:lnTo>
                    <a:lnTo>
                      <a:pt x="51" y="73"/>
                    </a:lnTo>
                    <a:lnTo>
                      <a:pt x="54" y="73"/>
                    </a:lnTo>
                    <a:lnTo>
                      <a:pt x="55" y="74"/>
                    </a:lnTo>
                    <a:lnTo>
                      <a:pt x="57" y="75"/>
                    </a:lnTo>
                    <a:lnTo>
                      <a:pt x="58" y="77"/>
                    </a:lnTo>
                    <a:lnTo>
                      <a:pt x="59" y="78"/>
                    </a:lnTo>
                    <a:lnTo>
                      <a:pt x="61" y="81"/>
                    </a:lnTo>
                    <a:lnTo>
                      <a:pt x="62" y="82"/>
                    </a:lnTo>
                    <a:lnTo>
                      <a:pt x="62" y="85"/>
                    </a:lnTo>
                    <a:lnTo>
                      <a:pt x="63" y="88"/>
                    </a:lnTo>
                    <a:lnTo>
                      <a:pt x="63" y="91"/>
                    </a:lnTo>
                    <a:lnTo>
                      <a:pt x="64" y="98"/>
                    </a:lnTo>
                    <a:lnTo>
                      <a:pt x="65" y="106"/>
                    </a:lnTo>
                    <a:lnTo>
                      <a:pt x="65" y="157"/>
                    </a:lnTo>
                    <a:lnTo>
                      <a:pt x="68" y="157"/>
                    </a:lnTo>
                    <a:lnTo>
                      <a:pt x="71" y="157"/>
                    </a:lnTo>
                    <a:lnTo>
                      <a:pt x="74" y="157"/>
                    </a:lnTo>
                    <a:lnTo>
                      <a:pt x="78" y="157"/>
                    </a:lnTo>
                    <a:lnTo>
                      <a:pt x="82" y="157"/>
                    </a:lnTo>
                    <a:lnTo>
                      <a:pt x="86" y="157"/>
                    </a:lnTo>
                    <a:lnTo>
                      <a:pt x="89" y="157"/>
                    </a:lnTo>
                    <a:lnTo>
                      <a:pt x="93" y="157"/>
                    </a:lnTo>
                    <a:lnTo>
                      <a:pt x="93" y="91"/>
                    </a:lnTo>
                    <a:lnTo>
                      <a:pt x="93" y="86"/>
                    </a:lnTo>
                    <a:lnTo>
                      <a:pt x="93" y="82"/>
                    </a:lnTo>
                    <a:lnTo>
                      <a:pt x="92" y="7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7" name="íSļiḓê"/>
              <p:cNvSpPr/>
              <p:nvPr userDrawn="1"/>
            </p:nvSpPr>
            <p:spPr bwMode="auto">
              <a:xfrm>
                <a:off x="9229726" y="4102101"/>
                <a:ext cx="147638" cy="161925"/>
              </a:xfrm>
              <a:custGeom>
                <a:avLst/>
                <a:gdLst>
                  <a:gd name="T0" fmla="*/ 91 w 93"/>
                  <a:gd name="T1" fmla="*/ 23 h 102"/>
                  <a:gd name="T2" fmla="*/ 89 w 93"/>
                  <a:gd name="T3" fmla="*/ 16 h 102"/>
                  <a:gd name="T4" fmla="*/ 86 w 93"/>
                  <a:gd name="T5" fmla="*/ 10 h 102"/>
                  <a:gd name="T6" fmla="*/ 81 w 93"/>
                  <a:gd name="T7" fmla="*/ 6 h 102"/>
                  <a:gd name="T8" fmla="*/ 75 w 93"/>
                  <a:gd name="T9" fmla="*/ 2 h 102"/>
                  <a:gd name="T10" fmla="*/ 68 w 93"/>
                  <a:gd name="T11" fmla="*/ 1 h 102"/>
                  <a:gd name="T12" fmla="*/ 61 w 93"/>
                  <a:gd name="T13" fmla="*/ 0 h 102"/>
                  <a:gd name="T14" fmla="*/ 51 w 93"/>
                  <a:gd name="T15" fmla="*/ 1 h 102"/>
                  <a:gd name="T16" fmla="*/ 43 w 93"/>
                  <a:gd name="T17" fmla="*/ 5 h 102"/>
                  <a:gd name="T18" fmla="*/ 35 w 93"/>
                  <a:gd name="T19" fmla="*/ 10 h 102"/>
                  <a:gd name="T20" fmla="*/ 28 w 93"/>
                  <a:gd name="T21" fmla="*/ 17 h 102"/>
                  <a:gd name="T22" fmla="*/ 24 w 93"/>
                  <a:gd name="T23" fmla="*/ 2 h 102"/>
                  <a:gd name="T24" fmla="*/ 17 w 93"/>
                  <a:gd name="T25" fmla="*/ 2 h 102"/>
                  <a:gd name="T26" fmla="*/ 11 w 93"/>
                  <a:gd name="T27" fmla="*/ 2 h 102"/>
                  <a:gd name="T28" fmla="*/ 3 w 93"/>
                  <a:gd name="T29" fmla="*/ 2 h 102"/>
                  <a:gd name="T30" fmla="*/ 0 w 93"/>
                  <a:gd name="T31" fmla="*/ 102 h 102"/>
                  <a:gd name="T32" fmla="*/ 7 w 93"/>
                  <a:gd name="T33" fmla="*/ 102 h 102"/>
                  <a:gd name="T34" fmla="*/ 15 w 93"/>
                  <a:gd name="T35" fmla="*/ 102 h 102"/>
                  <a:gd name="T36" fmla="*/ 22 w 93"/>
                  <a:gd name="T37" fmla="*/ 102 h 102"/>
                  <a:gd name="T38" fmla="*/ 29 w 93"/>
                  <a:gd name="T39" fmla="*/ 102 h 102"/>
                  <a:gd name="T40" fmla="*/ 28 w 93"/>
                  <a:gd name="T41" fmla="*/ 51 h 102"/>
                  <a:gd name="T42" fmla="*/ 29 w 93"/>
                  <a:gd name="T43" fmla="*/ 42 h 102"/>
                  <a:gd name="T44" fmla="*/ 30 w 93"/>
                  <a:gd name="T45" fmla="*/ 34 h 102"/>
                  <a:gd name="T46" fmla="*/ 31 w 93"/>
                  <a:gd name="T47" fmla="*/ 29 h 102"/>
                  <a:gd name="T48" fmla="*/ 34 w 93"/>
                  <a:gd name="T49" fmla="*/ 24 h 102"/>
                  <a:gd name="T50" fmla="*/ 37 w 93"/>
                  <a:gd name="T51" fmla="*/ 21 h 102"/>
                  <a:gd name="T52" fmla="*/ 41 w 93"/>
                  <a:gd name="T53" fmla="*/ 18 h 102"/>
                  <a:gd name="T54" fmla="*/ 45 w 93"/>
                  <a:gd name="T55" fmla="*/ 18 h 102"/>
                  <a:gd name="T56" fmla="*/ 50 w 93"/>
                  <a:gd name="T57" fmla="*/ 17 h 102"/>
                  <a:gd name="T58" fmla="*/ 54 w 93"/>
                  <a:gd name="T59" fmla="*/ 18 h 102"/>
                  <a:gd name="T60" fmla="*/ 57 w 93"/>
                  <a:gd name="T61" fmla="*/ 20 h 102"/>
                  <a:gd name="T62" fmla="*/ 60 w 93"/>
                  <a:gd name="T63" fmla="*/ 23 h 102"/>
                  <a:gd name="T64" fmla="*/ 62 w 93"/>
                  <a:gd name="T65" fmla="*/ 27 h 102"/>
                  <a:gd name="T66" fmla="*/ 63 w 93"/>
                  <a:gd name="T67" fmla="*/ 33 h 102"/>
                  <a:gd name="T68" fmla="*/ 65 w 93"/>
                  <a:gd name="T69" fmla="*/ 43 h 102"/>
                  <a:gd name="T70" fmla="*/ 65 w 93"/>
                  <a:gd name="T71" fmla="*/ 102 h 102"/>
                  <a:gd name="T72" fmla="*/ 71 w 93"/>
                  <a:gd name="T73" fmla="*/ 102 h 102"/>
                  <a:gd name="T74" fmla="*/ 79 w 93"/>
                  <a:gd name="T75" fmla="*/ 102 h 102"/>
                  <a:gd name="T76" fmla="*/ 86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1" y="20"/>
                    </a:lnTo>
                    <a:lnTo>
                      <a:pt x="89" y="16"/>
                    </a:lnTo>
                    <a:lnTo>
                      <a:pt x="87" y="13"/>
                    </a:lnTo>
                    <a:lnTo>
                      <a:pt x="86" y="10"/>
                    </a:lnTo>
                    <a:lnTo>
                      <a:pt x="83" y="8"/>
                    </a:lnTo>
                    <a:lnTo>
                      <a:pt x="81" y="6"/>
                    </a:lnTo>
                    <a:lnTo>
                      <a:pt x="79" y="4"/>
                    </a:lnTo>
                    <a:lnTo>
                      <a:pt x="75" y="2"/>
                    </a:lnTo>
                    <a:lnTo>
                      <a:pt x="72" y="2"/>
                    </a:lnTo>
                    <a:lnTo>
                      <a:pt x="68" y="1"/>
                    </a:lnTo>
                    <a:lnTo>
                      <a:pt x="65" y="0"/>
                    </a:lnTo>
                    <a:lnTo>
                      <a:pt x="61" y="0"/>
                    </a:lnTo>
                    <a:lnTo>
                      <a:pt x="56" y="0"/>
                    </a:lnTo>
                    <a:lnTo>
                      <a:pt x="51" y="1"/>
                    </a:lnTo>
                    <a:lnTo>
                      <a:pt x="47" y="3"/>
                    </a:lnTo>
                    <a:lnTo>
                      <a:pt x="43" y="5"/>
                    </a:lnTo>
                    <a:lnTo>
                      <a:pt x="39" y="7"/>
                    </a:lnTo>
                    <a:lnTo>
                      <a:pt x="35" y="10"/>
                    </a:lnTo>
                    <a:lnTo>
                      <a:pt x="31" y="14"/>
                    </a:lnTo>
                    <a:lnTo>
                      <a:pt x="28" y="17"/>
                    </a:lnTo>
                    <a:lnTo>
                      <a:pt x="28" y="2"/>
                    </a:lnTo>
                    <a:lnTo>
                      <a:pt x="24" y="2"/>
                    </a:lnTo>
                    <a:lnTo>
                      <a:pt x="21" y="2"/>
                    </a:lnTo>
                    <a:lnTo>
                      <a:pt x="17" y="2"/>
                    </a:lnTo>
                    <a:lnTo>
                      <a:pt x="14" y="2"/>
                    </a:lnTo>
                    <a:lnTo>
                      <a:pt x="11" y="2"/>
                    </a:lnTo>
                    <a:lnTo>
                      <a:pt x="7" y="2"/>
                    </a:lnTo>
                    <a:lnTo>
                      <a:pt x="3" y="2"/>
                    </a:lnTo>
                    <a:lnTo>
                      <a:pt x="0" y="2"/>
                    </a:lnTo>
                    <a:lnTo>
                      <a:pt x="0" y="102"/>
                    </a:lnTo>
                    <a:lnTo>
                      <a:pt x="4" y="102"/>
                    </a:lnTo>
                    <a:lnTo>
                      <a:pt x="7" y="102"/>
                    </a:lnTo>
                    <a:lnTo>
                      <a:pt x="11" y="102"/>
                    </a:lnTo>
                    <a:lnTo>
                      <a:pt x="15" y="102"/>
                    </a:lnTo>
                    <a:lnTo>
                      <a:pt x="19" y="102"/>
                    </a:lnTo>
                    <a:lnTo>
                      <a:pt x="22" y="102"/>
                    </a:lnTo>
                    <a:lnTo>
                      <a:pt x="26" y="102"/>
                    </a:lnTo>
                    <a:lnTo>
                      <a:pt x="29" y="102"/>
                    </a:lnTo>
                    <a:lnTo>
                      <a:pt x="29" y="55"/>
                    </a:lnTo>
                    <a:lnTo>
                      <a:pt x="28" y="51"/>
                    </a:lnTo>
                    <a:lnTo>
                      <a:pt x="29" y="46"/>
                    </a:lnTo>
                    <a:lnTo>
                      <a:pt x="29" y="42"/>
                    </a:lnTo>
                    <a:lnTo>
                      <a:pt x="29" y="38"/>
                    </a:lnTo>
                    <a:lnTo>
                      <a:pt x="30" y="34"/>
                    </a:lnTo>
                    <a:lnTo>
                      <a:pt x="31" y="32"/>
                    </a:lnTo>
                    <a:lnTo>
                      <a:pt x="31" y="29"/>
                    </a:lnTo>
                    <a:lnTo>
                      <a:pt x="33" y="26"/>
                    </a:lnTo>
                    <a:lnTo>
                      <a:pt x="34" y="24"/>
                    </a:lnTo>
                    <a:lnTo>
                      <a:pt x="35" y="22"/>
                    </a:lnTo>
                    <a:lnTo>
                      <a:pt x="37" y="21"/>
                    </a:lnTo>
                    <a:lnTo>
                      <a:pt x="39" y="19"/>
                    </a:lnTo>
                    <a:lnTo>
                      <a:pt x="41" y="18"/>
                    </a:lnTo>
                    <a:lnTo>
                      <a:pt x="43" y="18"/>
                    </a:lnTo>
                    <a:lnTo>
                      <a:pt x="45" y="18"/>
                    </a:lnTo>
                    <a:lnTo>
                      <a:pt x="47" y="17"/>
                    </a:lnTo>
                    <a:lnTo>
                      <a:pt x="50" y="17"/>
                    </a:lnTo>
                    <a:lnTo>
                      <a:pt x="52" y="18"/>
                    </a:lnTo>
                    <a:lnTo>
                      <a:pt x="54" y="18"/>
                    </a:lnTo>
                    <a:lnTo>
                      <a:pt x="55" y="19"/>
                    </a:lnTo>
                    <a:lnTo>
                      <a:pt x="57" y="20"/>
                    </a:lnTo>
                    <a:lnTo>
                      <a:pt x="59" y="22"/>
                    </a:lnTo>
                    <a:lnTo>
                      <a:pt x="60" y="23"/>
                    </a:lnTo>
                    <a:lnTo>
                      <a:pt x="61" y="26"/>
                    </a:lnTo>
                    <a:lnTo>
                      <a:pt x="62" y="27"/>
                    </a:lnTo>
                    <a:lnTo>
                      <a:pt x="63" y="30"/>
                    </a:lnTo>
                    <a:lnTo>
                      <a:pt x="63" y="33"/>
                    </a:lnTo>
                    <a:lnTo>
                      <a:pt x="64" y="36"/>
                    </a:lnTo>
                    <a:lnTo>
                      <a:pt x="65" y="43"/>
                    </a:lnTo>
                    <a:lnTo>
                      <a:pt x="65" y="51"/>
                    </a:lnTo>
                    <a:lnTo>
                      <a:pt x="65" y="102"/>
                    </a:lnTo>
                    <a:lnTo>
                      <a:pt x="68" y="102"/>
                    </a:lnTo>
                    <a:lnTo>
                      <a:pt x="71" y="102"/>
                    </a:lnTo>
                    <a:lnTo>
                      <a:pt x="75" y="102"/>
                    </a:lnTo>
                    <a:lnTo>
                      <a:pt x="79" y="102"/>
                    </a:lnTo>
                    <a:lnTo>
                      <a:pt x="83" y="102"/>
                    </a:lnTo>
                    <a:lnTo>
                      <a:pt x="86" y="102"/>
                    </a:lnTo>
                    <a:lnTo>
                      <a:pt x="90" y="102"/>
                    </a:lnTo>
                    <a:lnTo>
                      <a:pt x="93" y="102"/>
                    </a:lnTo>
                    <a:lnTo>
                      <a:pt x="93" y="42"/>
                    </a:lnTo>
                    <a:lnTo>
                      <a:pt x="93" y="36"/>
                    </a:lnTo>
                    <a:lnTo>
                      <a:pt x="93"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8" name="iṧļïḑe"/>
              <p:cNvSpPr/>
              <p:nvPr userDrawn="1"/>
            </p:nvSpPr>
            <p:spPr bwMode="auto">
              <a:xfrm>
                <a:off x="9426576" y="4102101"/>
                <a:ext cx="161925" cy="163513"/>
              </a:xfrm>
              <a:custGeom>
                <a:avLst/>
                <a:gdLst>
                  <a:gd name="T0" fmla="*/ 100 w 102"/>
                  <a:gd name="T1" fmla="*/ 34 h 103"/>
                  <a:gd name="T2" fmla="*/ 96 w 102"/>
                  <a:gd name="T3" fmla="*/ 25 h 103"/>
                  <a:gd name="T4" fmla="*/ 91 w 102"/>
                  <a:gd name="T5" fmla="*/ 17 h 103"/>
                  <a:gd name="T6" fmla="*/ 84 w 102"/>
                  <a:gd name="T7" fmla="*/ 10 h 103"/>
                  <a:gd name="T8" fmla="*/ 76 w 102"/>
                  <a:gd name="T9" fmla="*/ 6 h 103"/>
                  <a:gd name="T10" fmla="*/ 67 w 102"/>
                  <a:gd name="T11" fmla="*/ 2 h 103"/>
                  <a:gd name="T12" fmla="*/ 56 w 102"/>
                  <a:gd name="T13" fmla="*/ 1 h 103"/>
                  <a:gd name="T14" fmla="*/ 44 w 102"/>
                  <a:gd name="T15" fmla="*/ 1 h 103"/>
                  <a:gd name="T16" fmla="*/ 33 w 102"/>
                  <a:gd name="T17" fmla="*/ 2 h 103"/>
                  <a:gd name="T18" fmla="*/ 24 w 102"/>
                  <a:gd name="T19" fmla="*/ 6 h 103"/>
                  <a:gd name="T20" fmla="*/ 16 w 102"/>
                  <a:gd name="T21" fmla="*/ 12 h 103"/>
                  <a:gd name="T22" fmla="*/ 10 w 102"/>
                  <a:gd name="T23" fmla="*/ 18 h 103"/>
                  <a:gd name="T24" fmla="*/ 5 w 102"/>
                  <a:gd name="T25" fmla="*/ 27 h 103"/>
                  <a:gd name="T26" fmla="*/ 1 w 102"/>
                  <a:gd name="T27" fmla="*/ 37 h 103"/>
                  <a:gd name="T28" fmla="*/ 0 w 102"/>
                  <a:gd name="T29" fmla="*/ 48 h 103"/>
                  <a:gd name="T30" fmla="*/ 0 w 102"/>
                  <a:gd name="T31" fmla="*/ 61 h 103"/>
                  <a:gd name="T32" fmla="*/ 1 w 102"/>
                  <a:gd name="T33" fmla="*/ 71 h 103"/>
                  <a:gd name="T34" fmla="*/ 5 w 102"/>
                  <a:gd name="T35" fmla="*/ 80 h 103"/>
                  <a:gd name="T36" fmla="*/ 10 w 102"/>
                  <a:gd name="T37" fmla="*/ 87 h 103"/>
                  <a:gd name="T38" fmla="*/ 16 w 102"/>
                  <a:gd name="T39" fmla="*/ 94 h 103"/>
                  <a:gd name="T40" fmla="*/ 24 w 102"/>
                  <a:gd name="T41" fmla="*/ 98 h 103"/>
                  <a:gd name="T42" fmla="*/ 33 w 102"/>
                  <a:gd name="T43" fmla="*/ 102 h 103"/>
                  <a:gd name="T44" fmla="*/ 44 w 102"/>
                  <a:gd name="T45" fmla="*/ 103 h 103"/>
                  <a:gd name="T46" fmla="*/ 56 w 102"/>
                  <a:gd name="T47" fmla="*/ 103 h 103"/>
                  <a:gd name="T48" fmla="*/ 67 w 102"/>
                  <a:gd name="T49" fmla="*/ 102 h 103"/>
                  <a:gd name="T50" fmla="*/ 76 w 102"/>
                  <a:gd name="T51" fmla="*/ 98 h 103"/>
                  <a:gd name="T52" fmla="*/ 84 w 102"/>
                  <a:gd name="T53" fmla="*/ 92 h 103"/>
                  <a:gd name="T54" fmla="*/ 91 w 102"/>
                  <a:gd name="T55" fmla="*/ 86 h 103"/>
                  <a:gd name="T56" fmla="*/ 96 w 102"/>
                  <a:gd name="T57" fmla="*/ 78 h 103"/>
                  <a:gd name="T58" fmla="*/ 100 w 102"/>
                  <a:gd name="T59" fmla="*/ 68 h 103"/>
                  <a:gd name="T60" fmla="*/ 101 w 102"/>
                  <a:gd name="T61" fmla="*/ 56 h 103"/>
                  <a:gd name="T62" fmla="*/ 101 w 102"/>
                  <a:gd name="T63" fmla="*/ 44 h 103"/>
                  <a:gd name="T64" fmla="*/ 70 w 102"/>
                  <a:gd name="T65" fmla="*/ 58 h 103"/>
                  <a:gd name="T66" fmla="*/ 68 w 102"/>
                  <a:gd name="T67" fmla="*/ 72 h 103"/>
                  <a:gd name="T68" fmla="*/ 66 w 102"/>
                  <a:gd name="T69" fmla="*/ 79 h 103"/>
                  <a:gd name="T70" fmla="*/ 64 w 102"/>
                  <a:gd name="T71" fmla="*/ 86 h 103"/>
                  <a:gd name="T72" fmla="*/ 60 w 102"/>
                  <a:gd name="T73" fmla="*/ 91 h 103"/>
                  <a:gd name="T74" fmla="*/ 56 w 102"/>
                  <a:gd name="T75" fmla="*/ 94 h 103"/>
                  <a:gd name="T76" fmla="*/ 53 w 102"/>
                  <a:gd name="T77" fmla="*/ 95 h 103"/>
                  <a:gd name="T78" fmla="*/ 48 w 102"/>
                  <a:gd name="T79" fmla="*/ 95 h 103"/>
                  <a:gd name="T80" fmla="*/ 44 w 102"/>
                  <a:gd name="T81" fmla="*/ 94 h 103"/>
                  <a:gd name="T82" fmla="*/ 40 w 102"/>
                  <a:gd name="T83" fmla="*/ 91 h 103"/>
                  <a:gd name="T84" fmla="*/ 36 w 102"/>
                  <a:gd name="T85" fmla="*/ 87 h 103"/>
                  <a:gd name="T86" fmla="*/ 34 w 102"/>
                  <a:gd name="T87" fmla="*/ 83 h 103"/>
                  <a:gd name="T88" fmla="*/ 32 w 102"/>
                  <a:gd name="T89" fmla="*/ 75 h 103"/>
                  <a:gd name="T90" fmla="*/ 31 w 102"/>
                  <a:gd name="T91" fmla="*/ 68 h 103"/>
                  <a:gd name="T92" fmla="*/ 30 w 102"/>
                  <a:gd name="T93" fmla="*/ 59 h 103"/>
                  <a:gd name="T94" fmla="*/ 30 w 102"/>
                  <a:gd name="T95" fmla="*/ 49 h 103"/>
                  <a:gd name="T96" fmla="*/ 31 w 102"/>
                  <a:gd name="T97" fmla="*/ 38 h 103"/>
                  <a:gd name="T98" fmla="*/ 32 w 102"/>
                  <a:gd name="T99" fmla="*/ 30 h 103"/>
                  <a:gd name="T100" fmla="*/ 34 w 102"/>
                  <a:gd name="T101" fmla="*/ 23 h 103"/>
                  <a:gd name="T102" fmla="*/ 36 w 102"/>
                  <a:gd name="T103" fmla="*/ 18 h 103"/>
                  <a:gd name="T104" fmla="*/ 40 w 102"/>
                  <a:gd name="T105" fmla="*/ 14 h 103"/>
                  <a:gd name="T106" fmla="*/ 44 w 102"/>
                  <a:gd name="T107" fmla="*/ 10 h 103"/>
                  <a:gd name="T108" fmla="*/ 48 w 102"/>
                  <a:gd name="T109" fmla="*/ 9 h 103"/>
                  <a:gd name="T110" fmla="*/ 53 w 102"/>
                  <a:gd name="T111" fmla="*/ 9 h 103"/>
                  <a:gd name="T112" fmla="*/ 58 w 102"/>
                  <a:gd name="T113" fmla="*/ 10 h 103"/>
                  <a:gd name="T114" fmla="*/ 61 w 102"/>
                  <a:gd name="T115" fmla="*/ 13 h 103"/>
                  <a:gd name="T116" fmla="*/ 64 w 102"/>
                  <a:gd name="T117" fmla="*/ 16 h 103"/>
                  <a:gd name="T118" fmla="*/ 67 w 102"/>
                  <a:gd name="T119" fmla="*/ 22 h 103"/>
                  <a:gd name="T120" fmla="*/ 68 w 102"/>
                  <a:gd name="T121" fmla="*/ 27 h 103"/>
                  <a:gd name="T122" fmla="*/ 70 w 102"/>
                  <a:gd name="T123" fmla="*/ 38 h 103"/>
                  <a:gd name="T124" fmla="*/ 70 w 102"/>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2" h="103">
                    <a:moveTo>
                      <a:pt x="100" y="38"/>
                    </a:moveTo>
                    <a:lnTo>
                      <a:pt x="100" y="34"/>
                    </a:lnTo>
                    <a:lnTo>
                      <a:pt x="97" y="29"/>
                    </a:lnTo>
                    <a:lnTo>
                      <a:pt x="96" y="25"/>
                    </a:lnTo>
                    <a:lnTo>
                      <a:pt x="93" y="21"/>
                    </a:lnTo>
                    <a:lnTo>
                      <a:pt x="91" y="17"/>
                    </a:lnTo>
                    <a:lnTo>
                      <a:pt x="88" y="14"/>
                    </a:lnTo>
                    <a:lnTo>
                      <a:pt x="84" y="10"/>
                    </a:lnTo>
                    <a:lnTo>
                      <a:pt x="80" y="8"/>
                    </a:lnTo>
                    <a:lnTo>
                      <a:pt x="76" y="6"/>
                    </a:lnTo>
                    <a:lnTo>
                      <a:pt x="72" y="4"/>
                    </a:lnTo>
                    <a:lnTo>
                      <a:pt x="67" y="2"/>
                    </a:lnTo>
                    <a:lnTo>
                      <a:pt x="62" y="1"/>
                    </a:lnTo>
                    <a:lnTo>
                      <a:pt x="56" y="1"/>
                    </a:lnTo>
                    <a:lnTo>
                      <a:pt x="51" y="0"/>
                    </a:lnTo>
                    <a:lnTo>
                      <a:pt x="44" y="1"/>
                    </a:lnTo>
                    <a:lnTo>
                      <a:pt x="39" y="1"/>
                    </a:lnTo>
                    <a:lnTo>
                      <a:pt x="33" y="2"/>
                    </a:lnTo>
                    <a:lnTo>
                      <a:pt x="28" y="4"/>
                    </a:lnTo>
                    <a:lnTo>
                      <a:pt x="24" y="6"/>
                    </a:lnTo>
                    <a:lnTo>
                      <a:pt x="20" y="9"/>
                    </a:lnTo>
                    <a:lnTo>
                      <a:pt x="16" y="12"/>
                    </a:lnTo>
                    <a:lnTo>
                      <a:pt x="12" y="14"/>
                    </a:lnTo>
                    <a:lnTo>
                      <a:pt x="10" y="18"/>
                    </a:lnTo>
                    <a:lnTo>
                      <a:pt x="7" y="22"/>
                    </a:lnTo>
                    <a:lnTo>
                      <a:pt x="5" y="27"/>
                    </a:lnTo>
                    <a:lnTo>
                      <a:pt x="3" y="31"/>
                    </a:lnTo>
                    <a:lnTo>
                      <a:pt x="1" y="37"/>
                    </a:lnTo>
                    <a:lnTo>
                      <a:pt x="0" y="42"/>
                    </a:lnTo>
                    <a:lnTo>
                      <a:pt x="0" y="48"/>
                    </a:lnTo>
                    <a:lnTo>
                      <a:pt x="0" y="55"/>
                    </a:lnTo>
                    <a:lnTo>
                      <a:pt x="0" y="61"/>
                    </a:lnTo>
                    <a:lnTo>
                      <a:pt x="0" y="66"/>
                    </a:lnTo>
                    <a:lnTo>
                      <a:pt x="1" y="71"/>
                    </a:lnTo>
                    <a:lnTo>
                      <a:pt x="3" y="75"/>
                    </a:lnTo>
                    <a:lnTo>
                      <a:pt x="5" y="80"/>
                    </a:lnTo>
                    <a:lnTo>
                      <a:pt x="7" y="84"/>
                    </a:lnTo>
                    <a:lnTo>
                      <a:pt x="10" y="87"/>
                    </a:lnTo>
                    <a:lnTo>
                      <a:pt x="12" y="91"/>
                    </a:lnTo>
                    <a:lnTo>
                      <a:pt x="16" y="94"/>
                    </a:lnTo>
                    <a:lnTo>
                      <a:pt x="20" y="96"/>
                    </a:lnTo>
                    <a:lnTo>
                      <a:pt x="24" y="98"/>
                    </a:lnTo>
                    <a:lnTo>
                      <a:pt x="28" y="100"/>
                    </a:lnTo>
                    <a:lnTo>
                      <a:pt x="33" y="102"/>
                    </a:lnTo>
                    <a:lnTo>
                      <a:pt x="39" y="103"/>
                    </a:lnTo>
                    <a:lnTo>
                      <a:pt x="44" y="103"/>
                    </a:lnTo>
                    <a:lnTo>
                      <a:pt x="51" y="103"/>
                    </a:lnTo>
                    <a:lnTo>
                      <a:pt x="56" y="103"/>
                    </a:lnTo>
                    <a:lnTo>
                      <a:pt x="62" y="103"/>
                    </a:lnTo>
                    <a:lnTo>
                      <a:pt x="67" y="102"/>
                    </a:lnTo>
                    <a:lnTo>
                      <a:pt x="72" y="99"/>
                    </a:lnTo>
                    <a:lnTo>
                      <a:pt x="76" y="98"/>
                    </a:lnTo>
                    <a:lnTo>
                      <a:pt x="80" y="95"/>
                    </a:lnTo>
                    <a:lnTo>
                      <a:pt x="84" y="92"/>
                    </a:lnTo>
                    <a:lnTo>
                      <a:pt x="88" y="90"/>
                    </a:lnTo>
                    <a:lnTo>
                      <a:pt x="91" y="86"/>
                    </a:lnTo>
                    <a:lnTo>
                      <a:pt x="93" y="82"/>
                    </a:lnTo>
                    <a:lnTo>
                      <a:pt x="96" y="78"/>
                    </a:lnTo>
                    <a:lnTo>
                      <a:pt x="97" y="73"/>
                    </a:lnTo>
                    <a:lnTo>
                      <a:pt x="100" y="68"/>
                    </a:lnTo>
                    <a:lnTo>
                      <a:pt x="100" y="63"/>
                    </a:lnTo>
                    <a:lnTo>
                      <a:pt x="101" y="56"/>
                    </a:lnTo>
                    <a:lnTo>
                      <a:pt x="102" y="50"/>
                    </a:lnTo>
                    <a:lnTo>
                      <a:pt x="101" y="44"/>
                    </a:lnTo>
                    <a:lnTo>
                      <a:pt x="100" y="38"/>
                    </a:lnTo>
                    <a:close/>
                    <a:moveTo>
                      <a:pt x="70" y="58"/>
                    </a:moveTo>
                    <a:lnTo>
                      <a:pt x="69" y="68"/>
                    </a:lnTo>
                    <a:lnTo>
                      <a:pt x="68" y="72"/>
                    </a:lnTo>
                    <a:lnTo>
                      <a:pt x="68" y="76"/>
                    </a:lnTo>
                    <a:lnTo>
                      <a:pt x="66" y="79"/>
                    </a:lnTo>
                    <a:lnTo>
                      <a:pt x="65" y="83"/>
                    </a:lnTo>
                    <a:lnTo>
                      <a:pt x="64" y="86"/>
                    </a:lnTo>
                    <a:lnTo>
                      <a:pt x="62" y="88"/>
                    </a:lnTo>
                    <a:lnTo>
                      <a:pt x="60" y="91"/>
                    </a:lnTo>
                    <a:lnTo>
                      <a:pt x="59" y="92"/>
                    </a:lnTo>
                    <a:lnTo>
                      <a:pt x="56" y="94"/>
                    </a:lnTo>
                    <a:lnTo>
                      <a:pt x="55" y="95"/>
                    </a:lnTo>
                    <a:lnTo>
                      <a:pt x="53" y="95"/>
                    </a:lnTo>
                    <a:lnTo>
                      <a:pt x="51" y="95"/>
                    </a:lnTo>
                    <a:lnTo>
                      <a:pt x="48" y="95"/>
                    </a:lnTo>
                    <a:lnTo>
                      <a:pt x="45" y="95"/>
                    </a:lnTo>
                    <a:lnTo>
                      <a:pt x="44" y="94"/>
                    </a:lnTo>
                    <a:lnTo>
                      <a:pt x="41" y="93"/>
                    </a:lnTo>
                    <a:lnTo>
                      <a:pt x="40" y="91"/>
                    </a:lnTo>
                    <a:lnTo>
                      <a:pt x="38" y="90"/>
                    </a:lnTo>
                    <a:lnTo>
                      <a:pt x="36" y="87"/>
                    </a:lnTo>
                    <a:lnTo>
                      <a:pt x="35" y="85"/>
                    </a:lnTo>
                    <a:lnTo>
                      <a:pt x="34" y="83"/>
                    </a:lnTo>
                    <a:lnTo>
                      <a:pt x="32" y="79"/>
                    </a:lnTo>
                    <a:lnTo>
                      <a:pt x="32" y="75"/>
                    </a:lnTo>
                    <a:lnTo>
                      <a:pt x="32" y="72"/>
                    </a:lnTo>
                    <a:lnTo>
                      <a:pt x="31" y="68"/>
                    </a:lnTo>
                    <a:lnTo>
                      <a:pt x="31" y="63"/>
                    </a:lnTo>
                    <a:lnTo>
                      <a:pt x="30" y="59"/>
                    </a:lnTo>
                    <a:lnTo>
                      <a:pt x="30" y="54"/>
                    </a:lnTo>
                    <a:lnTo>
                      <a:pt x="30" y="49"/>
                    </a:lnTo>
                    <a:lnTo>
                      <a:pt x="31" y="43"/>
                    </a:lnTo>
                    <a:lnTo>
                      <a:pt x="31" y="38"/>
                    </a:lnTo>
                    <a:lnTo>
                      <a:pt x="32" y="34"/>
                    </a:lnTo>
                    <a:lnTo>
                      <a:pt x="32" y="30"/>
                    </a:lnTo>
                    <a:lnTo>
                      <a:pt x="33" y="27"/>
                    </a:lnTo>
                    <a:lnTo>
                      <a:pt x="34" y="23"/>
                    </a:lnTo>
                    <a:lnTo>
                      <a:pt x="36" y="21"/>
                    </a:lnTo>
                    <a:lnTo>
                      <a:pt x="36" y="18"/>
                    </a:lnTo>
                    <a:lnTo>
                      <a:pt x="38" y="16"/>
                    </a:lnTo>
                    <a:lnTo>
                      <a:pt x="40" y="14"/>
                    </a:lnTo>
                    <a:lnTo>
                      <a:pt x="42" y="12"/>
                    </a:lnTo>
                    <a:lnTo>
                      <a:pt x="44" y="10"/>
                    </a:lnTo>
                    <a:lnTo>
                      <a:pt x="46" y="10"/>
                    </a:lnTo>
                    <a:lnTo>
                      <a:pt x="48" y="9"/>
                    </a:lnTo>
                    <a:lnTo>
                      <a:pt x="51" y="9"/>
                    </a:lnTo>
                    <a:lnTo>
                      <a:pt x="53" y="9"/>
                    </a:lnTo>
                    <a:lnTo>
                      <a:pt x="56" y="10"/>
                    </a:lnTo>
                    <a:lnTo>
                      <a:pt x="58" y="10"/>
                    </a:lnTo>
                    <a:lnTo>
                      <a:pt x="60" y="11"/>
                    </a:lnTo>
                    <a:lnTo>
                      <a:pt x="61" y="13"/>
                    </a:lnTo>
                    <a:lnTo>
                      <a:pt x="63" y="14"/>
                    </a:lnTo>
                    <a:lnTo>
                      <a:pt x="64" y="16"/>
                    </a:lnTo>
                    <a:lnTo>
                      <a:pt x="66" y="18"/>
                    </a:lnTo>
                    <a:lnTo>
                      <a:pt x="67" y="22"/>
                    </a:lnTo>
                    <a:lnTo>
                      <a:pt x="68" y="24"/>
                    </a:lnTo>
                    <a:lnTo>
                      <a:pt x="68" y="27"/>
                    </a:lnTo>
                    <a:lnTo>
                      <a:pt x="69" y="30"/>
                    </a:lnTo>
                    <a:lnTo>
                      <a:pt x="70" y="38"/>
                    </a:lnTo>
                    <a:lnTo>
                      <a:pt x="71" y="47"/>
                    </a:lnTo>
                    <a:lnTo>
                      <a:pt x="70"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9" name="ïṧļïdé"/>
              <p:cNvSpPr/>
              <p:nvPr userDrawn="1"/>
            </p:nvSpPr>
            <p:spPr bwMode="auto">
              <a:xfrm>
                <a:off x="9640888" y="4014788"/>
                <a:ext cx="44450" cy="249238"/>
              </a:xfrm>
              <a:custGeom>
                <a:avLst/>
                <a:gdLst>
                  <a:gd name="T0" fmla="*/ 20 w 28"/>
                  <a:gd name="T1" fmla="*/ 1 h 157"/>
                  <a:gd name="T2" fmla="*/ 17 w 28"/>
                  <a:gd name="T3" fmla="*/ 1 h 157"/>
                  <a:gd name="T4" fmla="*/ 14 w 28"/>
                  <a:gd name="T5" fmla="*/ 1 h 157"/>
                  <a:gd name="T6" fmla="*/ 13 w 28"/>
                  <a:gd name="T7" fmla="*/ 1 h 157"/>
                  <a:gd name="T8" fmla="*/ 11 w 28"/>
                  <a:gd name="T9" fmla="*/ 1 h 157"/>
                  <a:gd name="T10" fmla="*/ 9 w 28"/>
                  <a:gd name="T11" fmla="*/ 1 h 157"/>
                  <a:gd name="T12" fmla="*/ 7 w 28"/>
                  <a:gd name="T13" fmla="*/ 1 h 157"/>
                  <a:gd name="T14" fmla="*/ 3 w 28"/>
                  <a:gd name="T15" fmla="*/ 0 h 157"/>
                  <a:gd name="T16" fmla="*/ 0 w 28"/>
                  <a:gd name="T17" fmla="*/ 0 h 157"/>
                  <a:gd name="T18" fmla="*/ 0 w 28"/>
                  <a:gd name="T19" fmla="*/ 157 h 157"/>
                  <a:gd name="T20" fmla="*/ 3 w 28"/>
                  <a:gd name="T21" fmla="*/ 157 h 157"/>
                  <a:gd name="T22" fmla="*/ 7 w 28"/>
                  <a:gd name="T23" fmla="*/ 157 h 157"/>
                  <a:gd name="T24" fmla="*/ 11 w 28"/>
                  <a:gd name="T25" fmla="*/ 157 h 157"/>
                  <a:gd name="T26" fmla="*/ 14 w 28"/>
                  <a:gd name="T27" fmla="*/ 157 h 157"/>
                  <a:gd name="T28" fmla="*/ 17 w 28"/>
                  <a:gd name="T29" fmla="*/ 157 h 157"/>
                  <a:gd name="T30" fmla="*/ 21 w 28"/>
                  <a:gd name="T31" fmla="*/ 157 h 157"/>
                  <a:gd name="T32" fmla="*/ 24 w 28"/>
                  <a:gd name="T33" fmla="*/ 157 h 157"/>
                  <a:gd name="T34" fmla="*/ 28 w 28"/>
                  <a:gd name="T35" fmla="*/ 157 h 157"/>
                  <a:gd name="T36" fmla="*/ 28 w 28"/>
                  <a:gd name="T37" fmla="*/ 0 h 157"/>
                  <a:gd name="T38" fmla="*/ 25 w 28"/>
                  <a:gd name="T39" fmla="*/ 0 h 157"/>
                  <a:gd name="T40" fmla="*/ 20 w 28"/>
                  <a:gd name="T41" fmla="*/ 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57">
                    <a:moveTo>
                      <a:pt x="20" y="1"/>
                    </a:moveTo>
                    <a:lnTo>
                      <a:pt x="17"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7" y="157"/>
                    </a:lnTo>
                    <a:lnTo>
                      <a:pt x="21" y="157"/>
                    </a:lnTo>
                    <a:lnTo>
                      <a:pt x="24" y="157"/>
                    </a:lnTo>
                    <a:lnTo>
                      <a:pt x="28" y="157"/>
                    </a:lnTo>
                    <a:lnTo>
                      <a:pt x="28" y="0"/>
                    </a:lnTo>
                    <a:lnTo>
                      <a:pt x="25" y="0"/>
                    </a:lnTo>
                    <a:lnTo>
                      <a:pt x="20" y="1"/>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0" name="íṩliďé"/>
              <p:cNvSpPr/>
              <p:nvPr userDrawn="1"/>
            </p:nvSpPr>
            <p:spPr bwMode="auto">
              <a:xfrm>
                <a:off x="9737726" y="4102101"/>
                <a:ext cx="163513" cy="163513"/>
              </a:xfrm>
              <a:custGeom>
                <a:avLst/>
                <a:gdLst>
                  <a:gd name="T0" fmla="*/ 100 w 103"/>
                  <a:gd name="T1" fmla="*/ 34 h 103"/>
                  <a:gd name="T2" fmla="*/ 96 w 103"/>
                  <a:gd name="T3" fmla="*/ 25 h 103"/>
                  <a:gd name="T4" fmla="*/ 92 w 103"/>
                  <a:gd name="T5" fmla="*/ 17 h 103"/>
                  <a:gd name="T6" fmla="*/ 85 w 103"/>
                  <a:gd name="T7" fmla="*/ 10 h 103"/>
                  <a:gd name="T8" fmla="*/ 77 w 103"/>
                  <a:gd name="T9" fmla="*/ 6 h 103"/>
                  <a:gd name="T10" fmla="*/ 68 w 103"/>
                  <a:gd name="T11" fmla="*/ 2 h 103"/>
                  <a:gd name="T12" fmla="*/ 57 w 103"/>
                  <a:gd name="T13" fmla="*/ 1 h 103"/>
                  <a:gd name="T14" fmla="*/ 45 w 103"/>
                  <a:gd name="T15" fmla="*/ 1 h 103"/>
                  <a:gd name="T16" fmla="*/ 35 w 103"/>
                  <a:gd name="T17" fmla="*/ 2 h 103"/>
                  <a:gd name="T18" fmla="*/ 25 w 103"/>
                  <a:gd name="T19" fmla="*/ 6 h 103"/>
                  <a:gd name="T20" fmla="*/ 17 w 103"/>
                  <a:gd name="T21" fmla="*/ 12 h 103"/>
                  <a:gd name="T22" fmla="*/ 11 w 103"/>
                  <a:gd name="T23" fmla="*/ 18 h 103"/>
                  <a:gd name="T24" fmla="*/ 5 w 103"/>
                  <a:gd name="T25" fmla="*/ 27 h 103"/>
                  <a:gd name="T26" fmla="*/ 2 w 103"/>
                  <a:gd name="T27" fmla="*/ 37 h 103"/>
                  <a:gd name="T28" fmla="*/ 0 w 103"/>
                  <a:gd name="T29" fmla="*/ 48 h 103"/>
                  <a:gd name="T30" fmla="*/ 0 w 103"/>
                  <a:gd name="T31" fmla="*/ 61 h 103"/>
                  <a:gd name="T32" fmla="*/ 2 w 103"/>
                  <a:gd name="T33" fmla="*/ 71 h 103"/>
                  <a:gd name="T34" fmla="*/ 5 w 103"/>
                  <a:gd name="T35" fmla="*/ 80 h 103"/>
                  <a:gd name="T36" fmla="*/ 11 w 103"/>
                  <a:gd name="T37" fmla="*/ 87 h 103"/>
                  <a:gd name="T38" fmla="*/ 17 w 103"/>
                  <a:gd name="T39" fmla="*/ 94 h 103"/>
                  <a:gd name="T40" fmla="*/ 25 w 103"/>
                  <a:gd name="T41" fmla="*/ 98 h 103"/>
                  <a:gd name="T42" fmla="*/ 35 w 103"/>
                  <a:gd name="T43" fmla="*/ 102 h 103"/>
                  <a:gd name="T44" fmla="*/ 45 w 103"/>
                  <a:gd name="T45" fmla="*/ 103 h 103"/>
                  <a:gd name="T46" fmla="*/ 57 w 103"/>
                  <a:gd name="T47" fmla="*/ 103 h 103"/>
                  <a:gd name="T48" fmla="*/ 68 w 103"/>
                  <a:gd name="T49" fmla="*/ 102 h 103"/>
                  <a:gd name="T50" fmla="*/ 77 w 103"/>
                  <a:gd name="T51" fmla="*/ 98 h 103"/>
                  <a:gd name="T52" fmla="*/ 85 w 103"/>
                  <a:gd name="T53" fmla="*/ 92 h 103"/>
                  <a:gd name="T54" fmla="*/ 92 w 103"/>
                  <a:gd name="T55" fmla="*/ 86 h 103"/>
                  <a:gd name="T56" fmla="*/ 96 w 103"/>
                  <a:gd name="T57" fmla="*/ 78 h 103"/>
                  <a:gd name="T58" fmla="*/ 100 w 103"/>
                  <a:gd name="T59" fmla="*/ 68 h 103"/>
                  <a:gd name="T60" fmla="*/ 102 w 103"/>
                  <a:gd name="T61" fmla="*/ 56 h 103"/>
                  <a:gd name="T62" fmla="*/ 102 w 103"/>
                  <a:gd name="T63" fmla="*/ 44 h 103"/>
                  <a:gd name="T64" fmla="*/ 71 w 103"/>
                  <a:gd name="T65" fmla="*/ 58 h 103"/>
                  <a:gd name="T66" fmla="*/ 69 w 103"/>
                  <a:gd name="T67" fmla="*/ 72 h 103"/>
                  <a:gd name="T68" fmla="*/ 67 w 103"/>
                  <a:gd name="T69" fmla="*/ 79 h 103"/>
                  <a:gd name="T70" fmla="*/ 64 w 103"/>
                  <a:gd name="T71" fmla="*/ 86 h 103"/>
                  <a:gd name="T72" fmla="*/ 61 w 103"/>
                  <a:gd name="T73" fmla="*/ 91 h 103"/>
                  <a:gd name="T74" fmla="*/ 58 w 103"/>
                  <a:gd name="T75" fmla="*/ 94 h 103"/>
                  <a:gd name="T76" fmla="*/ 53 w 103"/>
                  <a:gd name="T77" fmla="*/ 95 h 103"/>
                  <a:gd name="T78" fmla="*/ 49 w 103"/>
                  <a:gd name="T79" fmla="*/ 95 h 103"/>
                  <a:gd name="T80" fmla="*/ 44 w 103"/>
                  <a:gd name="T81" fmla="*/ 94 h 103"/>
                  <a:gd name="T82" fmla="*/ 40 w 103"/>
                  <a:gd name="T83" fmla="*/ 91 h 103"/>
                  <a:gd name="T84" fmla="*/ 37 w 103"/>
                  <a:gd name="T85" fmla="*/ 87 h 103"/>
                  <a:gd name="T86" fmla="*/ 35 w 103"/>
                  <a:gd name="T87" fmla="*/ 83 h 103"/>
                  <a:gd name="T88" fmla="*/ 33 w 103"/>
                  <a:gd name="T89" fmla="*/ 75 h 103"/>
                  <a:gd name="T90" fmla="*/ 32 w 103"/>
                  <a:gd name="T91" fmla="*/ 68 h 103"/>
                  <a:gd name="T92" fmla="*/ 31 w 103"/>
                  <a:gd name="T93" fmla="*/ 59 h 103"/>
                  <a:gd name="T94" fmla="*/ 31 w 103"/>
                  <a:gd name="T95" fmla="*/ 49 h 103"/>
                  <a:gd name="T96" fmla="*/ 32 w 103"/>
                  <a:gd name="T97" fmla="*/ 38 h 103"/>
                  <a:gd name="T98" fmla="*/ 33 w 103"/>
                  <a:gd name="T99" fmla="*/ 30 h 103"/>
                  <a:gd name="T100" fmla="*/ 35 w 103"/>
                  <a:gd name="T101" fmla="*/ 23 h 103"/>
                  <a:gd name="T102" fmla="*/ 38 w 103"/>
                  <a:gd name="T103" fmla="*/ 18 h 103"/>
                  <a:gd name="T104" fmla="*/ 41 w 103"/>
                  <a:gd name="T105" fmla="*/ 14 h 103"/>
                  <a:gd name="T106" fmla="*/ 45 w 103"/>
                  <a:gd name="T107" fmla="*/ 10 h 103"/>
                  <a:gd name="T108" fmla="*/ 50 w 103"/>
                  <a:gd name="T109" fmla="*/ 9 h 103"/>
                  <a:gd name="T110" fmla="*/ 55 w 103"/>
                  <a:gd name="T111" fmla="*/ 9 h 103"/>
                  <a:gd name="T112" fmla="*/ 59 w 103"/>
                  <a:gd name="T113" fmla="*/ 10 h 103"/>
                  <a:gd name="T114" fmla="*/ 62 w 103"/>
                  <a:gd name="T115" fmla="*/ 13 h 103"/>
                  <a:gd name="T116" fmla="*/ 65 w 103"/>
                  <a:gd name="T117" fmla="*/ 16 h 103"/>
                  <a:gd name="T118" fmla="*/ 68 w 103"/>
                  <a:gd name="T119" fmla="*/ 22 h 103"/>
                  <a:gd name="T120" fmla="*/ 69 w 103"/>
                  <a:gd name="T121" fmla="*/ 27 h 103"/>
                  <a:gd name="T122" fmla="*/ 72 w 103"/>
                  <a:gd name="T123" fmla="*/ 38 h 103"/>
                  <a:gd name="T124" fmla="*/ 71 w 103"/>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3" h="103">
                    <a:moveTo>
                      <a:pt x="101" y="38"/>
                    </a:moveTo>
                    <a:lnTo>
                      <a:pt x="100" y="34"/>
                    </a:lnTo>
                    <a:lnTo>
                      <a:pt x="99" y="29"/>
                    </a:lnTo>
                    <a:lnTo>
                      <a:pt x="96" y="25"/>
                    </a:lnTo>
                    <a:lnTo>
                      <a:pt x="94" y="21"/>
                    </a:lnTo>
                    <a:lnTo>
                      <a:pt x="92" y="17"/>
                    </a:lnTo>
                    <a:lnTo>
                      <a:pt x="88" y="14"/>
                    </a:lnTo>
                    <a:lnTo>
                      <a:pt x="85" y="10"/>
                    </a:lnTo>
                    <a:lnTo>
                      <a:pt x="81" y="8"/>
                    </a:lnTo>
                    <a:lnTo>
                      <a:pt x="77" y="6"/>
                    </a:lnTo>
                    <a:lnTo>
                      <a:pt x="73" y="4"/>
                    </a:lnTo>
                    <a:lnTo>
                      <a:pt x="68" y="2"/>
                    </a:lnTo>
                    <a:lnTo>
                      <a:pt x="63" y="1"/>
                    </a:lnTo>
                    <a:lnTo>
                      <a:pt x="57" y="1"/>
                    </a:lnTo>
                    <a:lnTo>
                      <a:pt x="52" y="0"/>
                    </a:lnTo>
                    <a:lnTo>
                      <a:pt x="45" y="1"/>
                    </a:lnTo>
                    <a:lnTo>
                      <a:pt x="40" y="1"/>
                    </a:lnTo>
                    <a:lnTo>
                      <a:pt x="35" y="2"/>
                    </a:lnTo>
                    <a:lnTo>
                      <a:pt x="29" y="4"/>
                    </a:lnTo>
                    <a:lnTo>
                      <a:pt x="25" y="6"/>
                    </a:lnTo>
                    <a:lnTo>
                      <a:pt x="20" y="9"/>
                    </a:lnTo>
                    <a:lnTo>
                      <a:pt x="17" y="12"/>
                    </a:lnTo>
                    <a:lnTo>
                      <a:pt x="14" y="14"/>
                    </a:lnTo>
                    <a:lnTo>
                      <a:pt x="11" y="18"/>
                    </a:lnTo>
                    <a:lnTo>
                      <a:pt x="8" y="22"/>
                    </a:lnTo>
                    <a:lnTo>
                      <a:pt x="5" y="27"/>
                    </a:lnTo>
                    <a:lnTo>
                      <a:pt x="4" y="31"/>
                    </a:lnTo>
                    <a:lnTo>
                      <a:pt x="2" y="37"/>
                    </a:lnTo>
                    <a:lnTo>
                      <a:pt x="1" y="42"/>
                    </a:lnTo>
                    <a:lnTo>
                      <a:pt x="0" y="48"/>
                    </a:lnTo>
                    <a:lnTo>
                      <a:pt x="0" y="55"/>
                    </a:lnTo>
                    <a:lnTo>
                      <a:pt x="0" y="61"/>
                    </a:lnTo>
                    <a:lnTo>
                      <a:pt x="1" y="66"/>
                    </a:lnTo>
                    <a:lnTo>
                      <a:pt x="2" y="71"/>
                    </a:lnTo>
                    <a:lnTo>
                      <a:pt x="4" y="75"/>
                    </a:lnTo>
                    <a:lnTo>
                      <a:pt x="5" y="80"/>
                    </a:lnTo>
                    <a:lnTo>
                      <a:pt x="8" y="84"/>
                    </a:lnTo>
                    <a:lnTo>
                      <a:pt x="11" y="87"/>
                    </a:lnTo>
                    <a:lnTo>
                      <a:pt x="14" y="91"/>
                    </a:lnTo>
                    <a:lnTo>
                      <a:pt x="17" y="94"/>
                    </a:lnTo>
                    <a:lnTo>
                      <a:pt x="20" y="96"/>
                    </a:lnTo>
                    <a:lnTo>
                      <a:pt x="25" y="98"/>
                    </a:lnTo>
                    <a:lnTo>
                      <a:pt x="29" y="100"/>
                    </a:lnTo>
                    <a:lnTo>
                      <a:pt x="35" y="102"/>
                    </a:lnTo>
                    <a:lnTo>
                      <a:pt x="40" y="103"/>
                    </a:lnTo>
                    <a:lnTo>
                      <a:pt x="45" y="103"/>
                    </a:lnTo>
                    <a:lnTo>
                      <a:pt x="52" y="103"/>
                    </a:lnTo>
                    <a:lnTo>
                      <a:pt x="57" y="103"/>
                    </a:lnTo>
                    <a:lnTo>
                      <a:pt x="63" y="103"/>
                    </a:lnTo>
                    <a:lnTo>
                      <a:pt x="68" y="102"/>
                    </a:lnTo>
                    <a:lnTo>
                      <a:pt x="73" y="99"/>
                    </a:lnTo>
                    <a:lnTo>
                      <a:pt x="77" y="98"/>
                    </a:lnTo>
                    <a:lnTo>
                      <a:pt x="81" y="95"/>
                    </a:lnTo>
                    <a:lnTo>
                      <a:pt x="85" y="92"/>
                    </a:lnTo>
                    <a:lnTo>
                      <a:pt x="88" y="90"/>
                    </a:lnTo>
                    <a:lnTo>
                      <a:pt x="92" y="86"/>
                    </a:lnTo>
                    <a:lnTo>
                      <a:pt x="94" y="82"/>
                    </a:lnTo>
                    <a:lnTo>
                      <a:pt x="96" y="78"/>
                    </a:lnTo>
                    <a:lnTo>
                      <a:pt x="99" y="73"/>
                    </a:lnTo>
                    <a:lnTo>
                      <a:pt x="100" y="68"/>
                    </a:lnTo>
                    <a:lnTo>
                      <a:pt x="101" y="63"/>
                    </a:lnTo>
                    <a:lnTo>
                      <a:pt x="102" y="56"/>
                    </a:lnTo>
                    <a:lnTo>
                      <a:pt x="103" y="50"/>
                    </a:lnTo>
                    <a:lnTo>
                      <a:pt x="102" y="44"/>
                    </a:lnTo>
                    <a:lnTo>
                      <a:pt x="101" y="38"/>
                    </a:lnTo>
                    <a:close/>
                    <a:moveTo>
                      <a:pt x="71" y="58"/>
                    </a:moveTo>
                    <a:lnTo>
                      <a:pt x="70" y="68"/>
                    </a:lnTo>
                    <a:lnTo>
                      <a:pt x="69" y="72"/>
                    </a:lnTo>
                    <a:lnTo>
                      <a:pt x="68" y="76"/>
                    </a:lnTo>
                    <a:lnTo>
                      <a:pt x="67" y="79"/>
                    </a:lnTo>
                    <a:lnTo>
                      <a:pt x="66" y="83"/>
                    </a:lnTo>
                    <a:lnTo>
                      <a:pt x="64" y="86"/>
                    </a:lnTo>
                    <a:lnTo>
                      <a:pt x="63" y="88"/>
                    </a:lnTo>
                    <a:lnTo>
                      <a:pt x="61" y="91"/>
                    </a:lnTo>
                    <a:lnTo>
                      <a:pt x="60" y="92"/>
                    </a:lnTo>
                    <a:lnTo>
                      <a:pt x="58" y="94"/>
                    </a:lnTo>
                    <a:lnTo>
                      <a:pt x="56" y="95"/>
                    </a:lnTo>
                    <a:lnTo>
                      <a:pt x="53" y="95"/>
                    </a:lnTo>
                    <a:lnTo>
                      <a:pt x="52" y="95"/>
                    </a:lnTo>
                    <a:lnTo>
                      <a:pt x="49" y="95"/>
                    </a:lnTo>
                    <a:lnTo>
                      <a:pt x="47" y="95"/>
                    </a:lnTo>
                    <a:lnTo>
                      <a:pt x="44" y="94"/>
                    </a:lnTo>
                    <a:lnTo>
                      <a:pt x="42" y="93"/>
                    </a:lnTo>
                    <a:lnTo>
                      <a:pt x="40" y="91"/>
                    </a:lnTo>
                    <a:lnTo>
                      <a:pt x="39" y="90"/>
                    </a:lnTo>
                    <a:lnTo>
                      <a:pt x="37" y="87"/>
                    </a:lnTo>
                    <a:lnTo>
                      <a:pt x="36" y="85"/>
                    </a:lnTo>
                    <a:lnTo>
                      <a:pt x="35" y="83"/>
                    </a:lnTo>
                    <a:lnTo>
                      <a:pt x="34" y="79"/>
                    </a:lnTo>
                    <a:lnTo>
                      <a:pt x="33" y="75"/>
                    </a:lnTo>
                    <a:lnTo>
                      <a:pt x="32" y="72"/>
                    </a:lnTo>
                    <a:lnTo>
                      <a:pt x="32" y="68"/>
                    </a:lnTo>
                    <a:lnTo>
                      <a:pt x="31" y="63"/>
                    </a:lnTo>
                    <a:lnTo>
                      <a:pt x="31" y="59"/>
                    </a:lnTo>
                    <a:lnTo>
                      <a:pt x="31" y="54"/>
                    </a:lnTo>
                    <a:lnTo>
                      <a:pt x="31" y="49"/>
                    </a:lnTo>
                    <a:lnTo>
                      <a:pt x="31" y="43"/>
                    </a:lnTo>
                    <a:lnTo>
                      <a:pt x="32" y="38"/>
                    </a:lnTo>
                    <a:lnTo>
                      <a:pt x="32" y="34"/>
                    </a:lnTo>
                    <a:lnTo>
                      <a:pt x="33" y="30"/>
                    </a:lnTo>
                    <a:lnTo>
                      <a:pt x="34" y="27"/>
                    </a:lnTo>
                    <a:lnTo>
                      <a:pt x="35" y="23"/>
                    </a:lnTo>
                    <a:lnTo>
                      <a:pt x="36" y="21"/>
                    </a:lnTo>
                    <a:lnTo>
                      <a:pt x="38" y="18"/>
                    </a:lnTo>
                    <a:lnTo>
                      <a:pt x="39" y="16"/>
                    </a:lnTo>
                    <a:lnTo>
                      <a:pt x="41" y="14"/>
                    </a:lnTo>
                    <a:lnTo>
                      <a:pt x="43" y="12"/>
                    </a:lnTo>
                    <a:lnTo>
                      <a:pt x="45" y="10"/>
                    </a:lnTo>
                    <a:lnTo>
                      <a:pt x="48" y="10"/>
                    </a:lnTo>
                    <a:lnTo>
                      <a:pt x="50" y="9"/>
                    </a:lnTo>
                    <a:lnTo>
                      <a:pt x="52" y="9"/>
                    </a:lnTo>
                    <a:lnTo>
                      <a:pt x="55" y="9"/>
                    </a:lnTo>
                    <a:lnTo>
                      <a:pt x="56" y="10"/>
                    </a:lnTo>
                    <a:lnTo>
                      <a:pt x="59" y="10"/>
                    </a:lnTo>
                    <a:lnTo>
                      <a:pt x="60" y="11"/>
                    </a:lnTo>
                    <a:lnTo>
                      <a:pt x="62" y="13"/>
                    </a:lnTo>
                    <a:lnTo>
                      <a:pt x="64" y="14"/>
                    </a:lnTo>
                    <a:lnTo>
                      <a:pt x="65" y="16"/>
                    </a:lnTo>
                    <a:lnTo>
                      <a:pt x="66" y="18"/>
                    </a:lnTo>
                    <a:lnTo>
                      <a:pt x="68" y="22"/>
                    </a:lnTo>
                    <a:lnTo>
                      <a:pt x="68" y="24"/>
                    </a:lnTo>
                    <a:lnTo>
                      <a:pt x="69" y="27"/>
                    </a:lnTo>
                    <a:lnTo>
                      <a:pt x="70" y="30"/>
                    </a:lnTo>
                    <a:lnTo>
                      <a:pt x="72" y="38"/>
                    </a:lnTo>
                    <a:lnTo>
                      <a:pt x="72" y="47"/>
                    </a:lnTo>
                    <a:lnTo>
                      <a:pt x="71"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1" name="iṩ1ïḑé"/>
              <p:cNvSpPr/>
              <p:nvPr userDrawn="1"/>
            </p:nvSpPr>
            <p:spPr bwMode="auto">
              <a:xfrm>
                <a:off x="9939338" y="4102101"/>
                <a:ext cx="152400" cy="247650"/>
              </a:xfrm>
              <a:custGeom>
                <a:avLst/>
                <a:gdLst>
                  <a:gd name="T0" fmla="*/ 90 w 96"/>
                  <a:gd name="T1" fmla="*/ 95 h 156"/>
                  <a:gd name="T2" fmla="*/ 79 w 96"/>
                  <a:gd name="T3" fmla="*/ 88 h 156"/>
                  <a:gd name="T4" fmla="*/ 48 w 96"/>
                  <a:gd name="T5" fmla="*/ 85 h 156"/>
                  <a:gd name="T6" fmla="*/ 34 w 96"/>
                  <a:gd name="T7" fmla="*/ 82 h 156"/>
                  <a:gd name="T8" fmla="*/ 30 w 96"/>
                  <a:gd name="T9" fmla="*/ 75 h 156"/>
                  <a:gd name="T10" fmla="*/ 33 w 96"/>
                  <a:gd name="T11" fmla="*/ 70 h 156"/>
                  <a:gd name="T12" fmla="*/ 41 w 96"/>
                  <a:gd name="T13" fmla="*/ 67 h 156"/>
                  <a:gd name="T14" fmla="*/ 57 w 96"/>
                  <a:gd name="T15" fmla="*/ 66 h 156"/>
                  <a:gd name="T16" fmla="*/ 74 w 96"/>
                  <a:gd name="T17" fmla="*/ 58 h 156"/>
                  <a:gd name="T18" fmla="*/ 84 w 96"/>
                  <a:gd name="T19" fmla="*/ 44 h 156"/>
                  <a:gd name="T20" fmla="*/ 86 w 96"/>
                  <a:gd name="T21" fmla="*/ 26 h 156"/>
                  <a:gd name="T22" fmla="*/ 78 w 96"/>
                  <a:gd name="T23" fmla="*/ 12 h 156"/>
                  <a:gd name="T24" fmla="*/ 64 w 96"/>
                  <a:gd name="T25" fmla="*/ 1 h 156"/>
                  <a:gd name="T26" fmla="*/ 48 w 96"/>
                  <a:gd name="T27" fmla="*/ 0 h 156"/>
                  <a:gd name="T28" fmla="*/ 23 w 96"/>
                  <a:gd name="T29" fmla="*/ 3 h 156"/>
                  <a:gd name="T30" fmla="*/ 7 w 96"/>
                  <a:gd name="T31" fmla="*/ 12 h 156"/>
                  <a:gd name="T32" fmla="*/ 1 w 96"/>
                  <a:gd name="T33" fmla="*/ 28 h 156"/>
                  <a:gd name="T34" fmla="*/ 2 w 96"/>
                  <a:gd name="T35" fmla="*/ 44 h 156"/>
                  <a:gd name="T36" fmla="*/ 9 w 96"/>
                  <a:gd name="T37" fmla="*/ 56 h 156"/>
                  <a:gd name="T38" fmla="*/ 21 w 96"/>
                  <a:gd name="T39" fmla="*/ 63 h 156"/>
                  <a:gd name="T40" fmla="*/ 17 w 96"/>
                  <a:gd name="T41" fmla="*/ 70 h 156"/>
                  <a:gd name="T42" fmla="*/ 8 w 96"/>
                  <a:gd name="T43" fmla="*/ 84 h 156"/>
                  <a:gd name="T44" fmla="*/ 10 w 96"/>
                  <a:gd name="T45" fmla="*/ 97 h 156"/>
                  <a:gd name="T46" fmla="*/ 20 w 96"/>
                  <a:gd name="T47" fmla="*/ 103 h 156"/>
                  <a:gd name="T48" fmla="*/ 4 w 96"/>
                  <a:gd name="T49" fmla="*/ 113 h 156"/>
                  <a:gd name="T50" fmla="*/ 0 w 96"/>
                  <a:gd name="T51" fmla="*/ 131 h 156"/>
                  <a:gd name="T52" fmla="*/ 6 w 96"/>
                  <a:gd name="T53" fmla="*/ 144 h 156"/>
                  <a:gd name="T54" fmla="*/ 20 w 96"/>
                  <a:gd name="T55" fmla="*/ 152 h 156"/>
                  <a:gd name="T56" fmla="*/ 42 w 96"/>
                  <a:gd name="T57" fmla="*/ 156 h 156"/>
                  <a:gd name="T58" fmla="*/ 70 w 96"/>
                  <a:gd name="T59" fmla="*/ 150 h 156"/>
                  <a:gd name="T60" fmla="*/ 87 w 96"/>
                  <a:gd name="T61" fmla="*/ 137 h 156"/>
                  <a:gd name="T62" fmla="*/ 95 w 96"/>
                  <a:gd name="T63" fmla="*/ 116 h 156"/>
                  <a:gd name="T64" fmla="*/ 30 w 96"/>
                  <a:gd name="T65" fmla="*/ 29 h 156"/>
                  <a:gd name="T66" fmla="*/ 34 w 96"/>
                  <a:gd name="T67" fmla="*/ 14 h 156"/>
                  <a:gd name="T68" fmla="*/ 40 w 96"/>
                  <a:gd name="T69" fmla="*/ 9 h 156"/>
                  <a:gd name="T70" fmla="*/ 47 w 96"/>
                  <a:gd name="T71" fmla="*/ 8 h 156"/>
                  <a:gd name="T72" fmla="*/ 53 w 96"/>
                  <a:gd name="T73" fmla="*/ 12 h 156"/>
                  <a:gd name="T74" fmla="*/ 58 w 96"/>
                  <a:gd name="T75" fmla="*/ 31 h 156"/>
                  <a:gd name="T76" fmla="*/ 53 w 96"/>
                  <a:gd name="T77" fmla="*/ 55 h 156"/>
                  <a:gd name="T78" fmla="*/ 47 w 96"/>
                  <a:gd name="T79" fmla="*/ 59 h 156"/>
                  <a:gd name="T80" fmla="*/ 39 w 96"/>
                  <a:gd name="T81" fmla="*/ 59 h 156"/>
                  <a:gd name="T82" fmla="*/ 34 w 96"/>
                  <a:gd name="T83" fmla="*/ 54 h 156"/>
                  <a:gd name="T84" fmla="*/ 30 w 96"/>
                  <a:gd name="T85" fmla="*/ 29 h 156"/>
                  <a:gd name="T86" fmla="*/ 70 w 96"/>
                  <a:gd name="T87" fmla="*/ 131 h 156"/>
                  <a:gd name="T88" fmla="*/ 64 w 96"/>
                  <a:gd name="T89" fmla="*/ 140 h 156"/>
                  <a:gd name="T90" fmla="*/ 54 w 96"/>
                  <a:gd name="T91" fmla="*/ 146 h 156"/>
                  <a:gd name="T92" fmla="*/ 41 w 96"/>
                  <a:gd name="T93" fmla="*/ 146 h 156"/>
                  <a:gd name="T94" fmla="*/ 28 w 96"/>
                  <a:gd name="T95" fmla="*/ 142 h 156"/>
                  <a:gd name="T96" fmla="*/ 21 w 96"/>
                  <a:gd name="T97" fmla="*/ 133 h 156"/>
                  <a:gd name="T98" fmla="*/ 18 w 96"/>
                  <a:gd name="T99" fmla="*/ 121 h 156"/>
                  <a:gd name="T100" fmla="*/ 20 w 96"/>
                  <a:gd name="T101" fmla="*/ 112 h 156"/>
                  <a:gd name="T102" fmla="*/ 25 w 96"/>
                  <a:gd name="T103" fmla="*/ 107 h 156"/>
                  <a:gd name="T104" fmla="*/ 42 w 96"/>
                  <a:gd name="T105" fmla="*/ 103 h 156"/>
                  <a:gd name="T106" fmla="*/ 58 w 96"/>
                  <a:gd name="T107" fmla="*/ 105 h 156"/>
                  <a:gd name="T108" fmla="*/ 68 w 96"/>
                  <a:gd name="T109" fmla="*/ 111 h 156"/>
                  <a:gd name="T110" fmla="*/ 72 w 96"/>
                  <a:gd name="T111" fmla="*/ 12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6" h="156">
                    <a:moveTo>
                      <a:pt x="95" y="103"/>
                    </a:moveTo>
                    <a:lnTo>
                      <a:pt x="94" y="101"/>
                    </a:lnTo>
                    <a:lnTo>
                      <a:pt x="93" y="99"/>
                    </a:lnTo>
                    <a:lnTo>
                      <a:pt x="91" y="96"/>
                    </a:lnTo>
                    <a:lnTo>
                      <a:pt x="90" y="95"/>
                    </a:lnTo>
                    <a:lnTo>
                      <a:pt x="88" y="93"/>
                    </a:lnTo>
                    <a:lnTo>
                      <a:pt x="86" y="91"/>
                    </a:lnTo>
                    <a:lnTo>
                      <a:pt x="84" y="91"/>
                    </a:lnTo>
                    <a:lnTo>
                      <a:pt x="82" y="89"/>
                    </a:lnTo>
                    <a:lnTo>
                      <a:pt x="79" y="88"/>
                    </a:lnTo>
                    <a:lnTo>
                      <a:pt x="76" y="87"/>
                    </a:lnTo>
                    <a:lnTo>
                      <a:pt x="73" y="87"/>
                    </a:lnTo>
                    <a:lnTo>
                      <a:pt x="70" y="86"/>
                    </a:lnTo>
                    <a:lnTo>
                      <a:pt x="66" y="86"/>
                    </a:lnTo>
                    <a:lnTo>
                      <a:pt x="48" y="85"/>
                    </a:lnTo>
                    <a:lnTo>
                      <a:pt x="43" y="85"/>
                    </a:lnTo>
                    <a:lnTo>
                      <a:pt x="40" y="85"/>
                    </a:lnTo>
                    <a:lnTo>
                      <a:pt x="37" y="84"/>
                    </a:lnTo>
                    <a:lnTo>
                      <a:pt x="34" y="83"/>
                    </a:lnTo>
                    <a:lnTo>
                      <a:pt x="34" y="82"/>
                    </a:lnTo>
                    <a:lnTo>
                      <a:pt x="33" y="81"/>
                    </a:lnTo>
                    <a:lnTo>
                      <a:pt x="32" y="80"/>
                    </a:lnTo>
                    <a:lnTo>
                      <a:pt x="31" y="79"/>
                    </a:lnTo>
                    <a:lnTo>
                      <a:pt x="30" y="77"/>
                    </a:lnTo>
                    <a:lnTo>
                      <a:pt x="30" y="75"/>
                    </a:lnTo>
                    <a:lnTo>
                      <a:pt x="30" y="74"/>
                    </a:lnTo>
                    <a:lnTo>
                      <a:pt x="30" y="72"/>
                    </a:lnTo>
                    <a:lnTo>
                      <a:pt x="31" y="71"/>
                    </a:lnTo>
                    <a:lnTo>
                      <a:pt x="32" y="70"/>
                    </a:lnTo>
                    <a:lnTo>
                      <a:pt x="33" y="70"/>
                    </a:lnTo>
                    <a:lnTo>
                      <a:pt x="33" y="68"/>
                    </a:lnTo>
                    <a:lnTo>
                      <a:pt x="34" y="68"/>
                    </a:lnTo>
                    <a:lnTo>
                      <a:pt x="35" y="67"/>
                    </a:lnTo>
                    <a:lnTo>
                      <a:pt x="38" y="67"/>
                    </a:lnTo>
                    <a:lnTo>
                      <a:pt x="41" y="67"/>
                    </a:lnTo>
                    <a:lnTo>
                      <a:pt x="42" y="67"/>
                    </a:lnTo>
                    <a:lnTo>
                      <a:pt x="42" y="67"/>
                    </a:lnTo>
                    <a:lnTo>
                      <a:pt x="47" y="67"/>
                    </a:lnTo>
                    <a:lnTo>
                      <a:pt x="52" y="67"/>
                    </a:lnTo>
                    <a:lnTo>
                      <a:pt x="57" y="66"/>
                    </a:lnTo>
                    <a:lnTo>
                      <a:pt x="61" y="64"/>
                    </a:lnTo>
                    <a:lnTo>
                      <a:pt x="65" y="63"/>
                    </a:lnTo>
                    <a:lnTo>
                      <a:pt x="68" y="62"/>
                    </a:lnTo>
                    <a:lnTo>
                      <a:pt x="71" y="60"/>
                    </a:lnTo>
                    <a:lnTo>
                      <a:pt x="74" y="58"/>
                    </a:lnTo>
                    <a:lnTo>
                      <a:pt x="77" y="55"/>
                    </a:lnTo>
                    <a:lnTo>
                      <a:pt x="79" y="53"/>
                    </a:lnTo>
                    <a:lnTo>
                      <a:pt x="81" y="51"/>
                    </a:lnTo>
                    <a:lnTo>
                      <a:pt x="82" y="47"/>
                    </a:lnTo>
                    <a:lnTo>
                      <a:pt x="84" y="44"/>
                    </a:lnTo>
                    <a:lnTo>
                      <a:pt x="85" y="40"/>
                    </a:lnTo>
                    <a:lnTo>
                      <a:pt x="86" y="37"/>
                    </a:lnTo>
                    <a:lnTo>
                      <a:pt x="86" y="33"/>
                    </a:lnTo>
                    <a:lnTo>
                      <a:pt x="86" y="29"/>
                    </a:lnTo>
                    <a:lnTo>
                      <a:pt x="86" y="26"/>
                    </a:lnTo>
                    <a:lnTo>
                      <a:pt x="85" y="23"/>
                    </a:lnTo>
                    <a:lnTo>
                      <a:pt x="84" y="20"/>
                    </a:lnTo>
                    <a:lnTo>
                      <a:pt x="82" y="17"/>
                    </a:lnTo>
                    <a:lnTo>
                      <a:pt x="80" y="14"/>
                    </a:lnTo>
                    <a:lnTo>
                      <a:pt x="78" y="12"/>
                    </a:lnTo>
                    <a:lnTo>
                      <a:pt x="75" y="10"/>
                    </a:lnTo>
                    <a:lnTo>
                      <a:pt x="94" y="10"/>
                    </a:lnTo>
                    <a:lnTo>
                      <a:pt x="94" y="1"/>
                    </a:lnTo>
                    <a:lnTo>
                      <a:pt x="70" y="1"/>
                    </a:lnTo>
                    <a:lnTo>
                      <a:pt x="64" y="1"/>
                    </a:lnTo>
                    <a:lnTo>
                      <a:pt x="59" y="1"/>
                    </a:lnTo>
                    <a:lnTo>
                      <a:pt x="57" y="1"/>
                    </a:lnTo>
                    <a:lnTo>
                      <a:pt x="54" y="0"/>
                    </a:lnTo>
                    <a:lnTo>
                      <a:pt x="51" y="0"/>
                    </a:lnTo>
                    <a:lnTo>
                      <a:pt x="48" y="0"/>
                    </a:lnTo>
                    <a:lnTo>
                      <a:pt x="42" y="0"/>
                    </a:lnTo>
                    <a:lnTo>
                      <a:pt x="37" y="1"/>
                    </a:lnTo>
                    <a:lnTo>
                      <a:pt x="32" y="1"/>
                    </a:lnTo>
                    <a:lnTo>
                      <a:pt x="27" y="2"/>
                    </a:lnTo>
                    <a:lnTo>
                      <a:pt x="23" y="3"/>
                    </a:lnTo>
                    <a:lnTo>
                      <a:pt x="19" y="5"/>
                    </a:lnTo>
                    <a:lnTo>
                      <a:pt x="15" y="6"/>
                    </a:lnTo>
                    <a:lnTo>
                      <a:pt x="13" y="8"/>
                    </a:lnTo>
                    <a:lnTo>
                      <a:pt x="10" y="10"/>
                    </a:lnTo>
                    <a:lnTo>
                      <a:pt x="7" y="12"/>
                    </a:lnTo>
                    <a:lnTo>
                      <a:pt x="5" y="15"/>
                    </a:lnTo>
                    <a:lnTo>
                      <a:pt x="4" y="18"/>
                    </a:lnTo>
                    <a:lnTo>
                      <a:pt x="2" y="21"/>
                    </a:lnTo>
                    <a:lnTo>
                      <a:pt x="1" y="24"/>
                    </a:lnTo>
                    <a:lnTo>
                      <a:pt x="1" y="28"/>
                    </a:lnTo>
                    <a:lnTo>
                      <a:pt x="1" y="32"/>
                    </a:lnTo>
                    <a:lnTo>
                      <a:pt x="1" y="35"/>
                    </a:lnTo>
                    <a:lnTo>
                      <a:pt x="1" y="38"/>
                    </a:lnTo>
                    <a:lnTo>
                      <a:pt x="2" y="42"/>
                    </a:lnTo>
                    <a:lnTo>
                      <a:pt x="2" y="44"/>
                    </a:lnTo>
                    <a:lnTo>
                      <a:pt x="3" y="47"/>
                    </a:lnTo>
                    <a:lnTo>
                      <a:pt x="5" y="50"/>
                    </a:lnTo>
                    <a:lnTo>
                      <a:pt x="6" y="52"/>
                    </a:lnTo>
                    <a:lnTo>
                      <a:pt x="7" y="54"/>
                    </a:lnTo>
                    <a:lnTo>
                      <a:pt x="9" y="56"/>
                    </a:lnTo>
                    <a:lnTo>
                      <a:pt x="11" y="58"/>
                    </a:lnTo>
                    <a:lnTo>
                      <a:pt x="13" y="59"/>
                    </a:lnTo>
                    <a:lnTo>
                      <a:pt x="15" y="61"/>
                    </a:lnTo>
                    <a:lnTo>
                      <a:pt x="18" y="63"/>
                    </a:lnTo>
                    <a:lnTo>
                      <a:pt x="21" y="63"/>
                    </a:lnTo>
                    <a:lnTo>
                      <a:pt x="24" y="64"/>
                    </a:lnTo>
                    <a:lnTo>
                      <a:pt x="27" y="65"/>
                    </a:lnTo>
                    <a:lnTo>
                      <a:pt x="24" y="67"/>
                    </a:lnTo>
                    <a:lnTo>
                      <a:pt x="21" y="68"/>
                    </a:lnTo>
                    <a:lnTo>
                      <a:pt x="17" y="70"/>
                    </a:lnTo>
                    <a:lnTo>
                      <a:pt x="14" y="72"/>
                    </a:lnTo>
                    <a:lnTo>
                      <a:pt x="12" y="75"/>
                    </a:lnTo>
                    <a:lnTo>
                      <a:pt x="10" y="78"/>
                    </a:lnTo>
                    <a:lnTo>
                      <a:pt x="9" y="81"/>
                    </a:lnTo>
                    <a:lnTo>
                      <a:pt x="8" y="84"/>
                    </a:lnTo>
                    <a:lnTo>
                      <a:pt x="8" y="87"/>
                    </a:lnTo>
                    <a:lnTo>
                      <a:pt x="8" y="91"/>
                    </a:lnTo>
                    <a:lnTo>
                      <a:pt x="9" y="93"/>
                    </a:lnTo>
                    <a:lnTo>
                      <a:pt x="9" y="95"/>
                    </a:lnTo>
                    <a:lnTo>
                      <a:pt x="10" y="97"/>
                    </a:lnTo>
                    <a:lnTo>
                      <a:pt x="12" y="99"/>
                    </a:lnTo>
                    <a:lnTo>
                      <a:pt x="13" y="100"/>
                    </a:lnTo>
                    <a:lnTo>
                      <a:pt x="16" y="102"/>
                    </a:lnTo>
                    <a:lnTo>
                      <a:pt x="18" y="102"/>
                    </a:lnTo>
                    <a:lnTo>
                      <a:pt x="20" y="103"/>
                    </a:lnTo>
                    <a:lnTo>
                      <a:pt x="17" y="104"/>
                    </a:lnTo>
                    <a:lnTo>
                      <a:pt x="13" y="106"/>
                    </a:lnTo>
                    <a:lnTo>
                      <a:pt x="9" y="108"/>
                    </a:lnTo>
                    <a:lnTo>
                      <a:pt x="6" y="111"/>
                    </a:lnTo>
                    <a:lnTo>
                      <a:pt x="4" y="113"/>
                    </a:lnTo>
                    <a:lnTo>
                      <a:pt x="2" y="116"/>
                    </a:lnTo>
                    <a:lnTo>
                      <a:pt x="1" y="120"/>
                    </a:lnTo>
                    <a:lnTo>
                      <a:pt x="0" y="123"/>
                    </a:lnTo>
                    <a:lnTo>
                      <a:pt x="0" y="128"/>
                    </a:lnTo>
                    <a:lnTo>
                      <a:pt x="0" y="131"/>
                    </a:lnTo>
                    <a:lnTo>
                      <a:pt x="1" y="135"/>
                    </a:lnTo>
                    <a:lnTo>
                      <a:pt x="1" y="137"/>
                    </a:lnTo>
                    <a:lnTo>
                      <a:pt x="2" y="139"/>
                    </a:lnTo>
                    <a:lnTo>
                      <a:pt x="4" y="142"/>
                    </a:lnTo>
                    <a:lnTo>
                      <a:pt x="6" y="144"/>
                    </a:lnTo>
                    <a:lnTo>
                      <a:pt x="8" y="146"/>
                    </a:lnTo>
                    <a:lnTo>
                      <a:pt x="10" y="147"/>
                    </a:lnTo>
                    <a:lnTo>
                      <a:pt x="13" y="150"/>
                    </a:lnTo>
                    <a:lnTo>
                      <a:pt x="16" y="151"/>
                    </a:lnTo>
                    <a:lnTo>
                      <a:pt x="20" y="152"/>
                    </a:lnTo>
                    <a:lnTo>
                      <a:pt x="23" y="153"/>
                    </a:lnTo>
                    <a:lnTo>
                      <a:pt x="27" y="155"/>
                    </a:lnTo>
                    <a:lnTo>
                      <a:pt x="32" y="155"/>
                    </a:lnTo>
                    <a:lnTo>
                      <a:pt x="36" y="155"/>
                    </a:lnTo>
                    <a:lnTo>
                      <a:pt x="42" y="156"/>
                    </a:lnTo>
                    <a:lnTo>
                      <a:pt x="47" y="155"/>
                    </a:lnTo>
                    <a:lnTo>
                      <a:pt x="54" y="155"/>
                    </a:lnTo>
                    <a:lnTo>
                      <a:pt x="59" y="153"/>
                    </a:lnTo>
                    <a:lnTo>
                      <a:pt x="64" y="151"/>
                    </a:lnTo>
                    <a:lnTo>
                      <a:pt x="70" y="150"/>
                    </a:lnTo>
                    <a:lnTo>
                      <a:pt x="74" y="148"/>
                    </a:lnTo>
                    <a:lnTo>
                      <a:pt x="78" y="146"/>
                    </a:lnTo>
                    <a:lnTo>
                      <a:pt x="81" y="143"/>
                    </a:lnTo>
                    <a:lnTo>
                      <a:pt x="84" y="140"/>
                    </a:lnTo>
                    <a:lnTo>
                      <a:pt x="87" y="137"/>
                    </a:lnTo>
                    <a:lnTo>
                      <a:pt x="90" y="133"/>
                    </a:lnTo>
                    <a:lnTo>
                      <a:pt x="91" y="129"/>
                    </a:lnTo>
                    <a:lnTo>
                      <a:pt x="94" y="126"/>
                    </a:lnTo>
                    <a:lnTo>
                      <a:pt x="94" y="121"/>
                    </a:lnTo>
                    <a:lnTo>
                      <a:pt x="95" y="116"/>
                    </a:lnTo>
                    <a:lnTo>
                      <a:pt x="96" y="111"/>
                    </a:lnTo>
                    <a:lnTo>
                      <a:pt x="96" y="108"/>
                    </a:lnTo>
                    <a:lnTo>
                      <a:pt x="95" y="105"/>
                    </a:lnTo>
                    <a:lnTo>
                      <a:pt x="95" y="103"/>
                    </a:lnTo>
                    <a:close/>
                    <a:moveTo>
                      <a:pt x="30" y="29"/>
                    </a:moveTo>
                    <a:lnTo>
                      <a:pt x="31" y="23"/>
                    </a:lnTo>
                    <a:lnTo>
                      <a:pt x="32" y="21"/>
                    </a:lnTo>
                    <a:lnTo>
                      <a:pt x="32" y="18"/>
                    </a:lnTo>
                    <a:lnTo>
                      <a:pt x="33" y="16"/>
                    </a:lnTo>
                    <a:lnTo>
                      <a:pt x="34" y="14"/>
                    </a:lnTo>
                    <a:lnTo>
                      <a:pt x="34" y="13"/>
                    </a:lnTo>
                    <a:lnTo>
                      <a:pt x="36" y="11"/>
                    </a:lnTo>
                    <a:lnTo>
                      <a:pt x="37" y="10"/>
                    </a:lnTo>
                    <a:lnTo>
                      <a:pt x="38" y="10"/>
                    </a:lnTo>
                    <a:lnTo>
                      <a:pt x="40" y="9"/>
                    </a:lnTo>
                    <a:lnTo>
                      <a:pt x="42" y="8"/>
                    </a:lnTo>
                    <a:lnTo>
                      <a:pt x="43" y="7"/>
                    </a:lnTo>
                    <a:lnTo>
                      <a:pt x="45" y="7"/>
                    </a:lnTo>
                    <a:lnTo>
                      <a:pt x="46" y="7"/>
                    </a:lnTo>
                    <a:lnTo>
                      <a:pt x="47" y="8"/>
                    </a:lnTo>
                    <a:lnTo>
                      <a:pt x="49" y="9"/>
                    </a:lnTo>
                    <a:lnTo>
                      <a:pt x="50" y="9"/>
                    </a:lnTo>
                    <a:lnTo>
                      <a:pt x="51" y="10"/>
                    </a:lnTo>
                    <a:lnTo>
                      <a:pt x="52" y="11"/>
                    </a:lnTo>
                    <a:lnTo>
                      <a:pt x="53" y="12"/>
                    </a:lnTo>
                    <a:lnTo>
                      <a:pt x="54" y="14"/>
                    </a:lnTo>
                    <a:lnTo>
                      <a:pt x="55" y="17"/>
                    </a:lnTo>
                    <a:lnTo>
                      <a:pt x="56" y="21"/>
                    </a:lnTo>
                    <a:lnTo>
                      <a:pt x="58" y="26"/>
                    </a:lnTo>
                    <a:lnTo>
                      <a:pt x="58" y="31"/>
                    </a:lnTo>
                    <a:lnTo>
                      <a:pt x="58" y="38"/>
                    </a:lnTo>
                    <a:lnTo>
                      <a:pt x="57" y="43"/>
                    </a:lnTo>
                    <a:lnTo>
                      <a:pt x="56" y="48"/>
                    </a:lnTo>
                    <a:lnTo>
                      <a:pt x="54" y="52"/>
                    </a:lnTo>
                    <a:lnTo>
                      <a:pt x="53" y="55"/>
                    </a:lnTo>
                    <a:lnTo>
                      <a:pt x="52" y="55"/>
                    </a:lnTo>
                    <a:lnTo>
                      <a:pt x="51" y="57"/>
                    </a:lnTo>
                    <a:lnTo>
                      <a:pt x="50" y="58"/>
                    </a:lnTo>
                    <a:lnTo>
                      <a:pt x="49" y="59"/>
                    </a:lnTo>
                    <a:lnTo>
                      <a:pt x="47" y="59"/>
                    </a:lnTo>
                    <a:lnTo>
                      <a:pt x="46" y="59"/>
                    </a:lnTo>
                    <a:lnTo>
                      <a:pt x="44" y="59"/>
                    </a:lnTo>
                    <a:lnTo>
                      <a:pt x="42" y="59"/>
                    </a:lnTo>
                    <a:lnTo>
                      <a:pt x="41" y="59"/>
                    </a:lnTo>
                    <a:lnTo>
                      <a:pt x="39" y="59"/>
                    </a:lnTo>
                    <a:lnTo>
                      <a:pt x="38" y="58"/>
                    </a:lnTo>
                    <a:lnTo>
                      <a:pt x="37" y="57"/>
                    </a:lnTo>
                    <a:lnTo>
                      <a:pt x="36" y="56"/>
                    </a:lnTo>
                    <a:lnTo>
                      <a:pt x="35" y="55"/>
                    </a:lnTo>
                    <a:lnTo>
                      <a:pt x="34" y="54"/>
                    </a:lnTo>
                    <a:lnTo>
                      <a:pt x="33" y="50"/>
                    </a:lnTo>
                    <a:lnTo>
                      <a:pt x="32" y="46"/>
                    </a:lnTo>
                    <a:lnTo>
                      <a:pt x="31" y="41"/>
                    </a:lnTo>
                    <a:lnTo>
                      <a:pt x="30" y="35"/>
                    </a:lnTo>
                    <a:lnTo>
                      <a:pt x="30" y="29"/>
                    </a:lnTo>
                    <a:close/>
                    <a:moveTo>
                      <a:pt x="72" y="122"/>
                    </a:moveTo>
                    <a:lnTo>
                      <a:pt x="72" y="124"/>
                    </a:lnTo>
                    <a:lnTo>
                      <a:pt x="72" y="127"/>
                    </a:lnTo>
                    <a:lnTo>
                      <a:pt x="71" y="129"/>
                    </a:lnTo>
                    <a:lnTo>
                      <a:pt x="70" y="131"/>
                    </a:lnTo>
                    <a:lnTo>
                      <a:pt x="70" y="133"/>
                    </a:lnTo>
                    <a:lnTo>
                      <a:pt x="69" y="135"/>
                    </a:lnTo>
                    <a:lnTo>
                      <a:pt x="67" y="137"/>
                    </a:lnTo>
                    <a:lnTo>
                      <a:pt x="66" y="139"/>
                    </a:lnTo>
                    <a:lnTo>
                      <a:pt x="64" y="140"/>
                    </a:lnTo>
                    <a:lnTo>
                      <a:pt x="62" y="142"/>
                    </a:lnTo>
                    <a:lnTo>
                      <a:pt x="61" y="143"/>
                    </a:lnTo>
                    <a:lnTo>
                      <a:pt x="59" y="143"/>
                    </a:lnTo>
                    <a:lnTo>
                      <a:pt x="57" y="144"/>
                    </a:lnTo>
                    <a:lnTo>
                      <a:pt x="54" y="146"/>
                    </a:lnTo>
                    <a:lnTo>
                      <a:pt x="52" y="146"/>
                    </a:lnTo>
                    <a:lnTo>
                      <a:pt x="50" y="147"/>
                    </a:lnTo>
                    <a:lnTo>
                      <a:pt x="47" y="147"/>
                    </a:lnTo>
                    <a:lnTo>
                      <a:pt x="43" y="147"/>
                    </a:lnTo>
                    <a:lnTo>
                      <a:pt x="41" y="146"/>
                    </a:lnTo>
                    <a:lnTo>
                      <a:pt x="38" y="146"/>
                    </a:lnTo>
                    <a:lnTo>
                      <a:pt x="35" y="145"/>
                    </a:lnTo>
                    <a:lnTo>
                      <a:pt x="32" y="144"/>
                    </a:lnTo>
                    <a:lnTo>
                      <a:pt x="30" y="143"/>
                    </a:lnTo>
                    <a:lnTo>
                      <a:pt x="28" y="142"/>
                    </a:lnTo>
                    <a:lnTo>
                      <a:pt x="26" y="140"/>
                    </a:lnTo>
                    <a:lnTo>
                      <a:pt x="25" y="139"/>
                    </a:lnTo>
                    <a:lnTo>
                      <a:pt x="23" y="137"/>
                    </a:lnTo>
                    <a:lnTo>
                      <a:pt x="21" y="135"/>
                    </a:lnTo>
                    <a:lnTo>
                      <a:pt x="21" y="133"/>
                    </a:lnTo>
                    <a:lnTo>
                      <a:pt x="20" y="131"/>
                    </a:lnTo>
                    <a:lnTo>
                      <a:pt x="19" y="128"/>
                    </a:lnTo>
                    <a:lnTo>
                      <a:pt x="18" y="126"/>
                    </a:lnTo>
                    <a:lnTo>
                      <a:pt x="18" y="123"/>
                    </a:lnTo>
                    <a:lnTo>
                      <a:pt x="18" y="121"/>
                    </a:lnTo>
                    <a:lnTo>
                      <a:pt x="18" y="119"/>
                    </a:lnTo>
                    <a:lnTo>
                      <a:pt x="18" y="118"/>
                    </a:lnTo>
                    <a:lnTo>
                      <a:pt x="19" y="116"/>
                    </a:lnTo>
                    <a:lnTo>
                      <a:pt x="19" y="115"/>
                    </a:lnTo>
                    <a:lnTo>
                      <a:pt x="20" y="112"/>
                    </a:lnTo>
                    <a:lnTo>
                      <a:pt x="21" y="111"/>
                    </a:lnTo>
                    <a:lnTo>
                      <a:pt x="21" y="110"/>
                    </a:lnTo>
                    <a:lnTo>
                      <a:pt x="22" y="109"/>
                    </a:lnTo>
                    <a:lnTo>
                      <a:pt x="23" y="107"/>
                    </a:lnTo>
                    <a:lnTo>
                      <a:pt x="25" y="107"/>
                    </a:lnTo>
                    <a:lnTo>
                      <a:pt x="26" y="106"/>
                    </a:lnTo>
                    <a:lnTo>
                      <a:pt x="29" y="105"/>
                    </a:lnTo>
                    <a:lnTo>
                      <a:pt x="33" y="104"/>
                    </a:lnTo>
                    <a:lnTo>
                      <a:pt x="37" y="103"/>
                    </a:lnTo>
                    <a:lnTo>
                      <a:pt x="42" y="103"/>
                    </a:lnTo>
                    <a:lnTo>
                      <a:pt x="46" y="103"/>
                    </a:lnTo>
                    <a:lnTo>
                      <a:pt x="49" y="103"/>
                    </a:lnTo>
                    <a:lnTo>
                      <a:pt x="52" y="104"/>
                    </a:lnTo>
                    <a:lnTo>
                      <a:pt x="55" y="104"/>
                    </a:lnTo>
                    <a:lnTo>
                      <a:pt x="58" y="105"/>
                    </a:lnTo>
                    <a:lnTo>
                      <a:pt x="61" y="106"/>
                    </a:lnTo>
                    <a:lnTo>
                      <a:pt x="63" y="107"/>
                    </a:lnTo>
                    <a:lnTo>
                      <a:pt x="65" y="108"/>
                    </a:lnTo>
                    <a:lnTo>
                      <a:pt x="67" y="109"/>
                    </a:lnTo>
                    <a:lnTo>
                      <a:pt x="68" y="111"/>
                    </a:lnTo>
                    <a:lnTo>
                      <a:pt x="70" y="112"/>
                    </a:lnTo>
                    <a:lnTo>
                      <a:pt x="71" y="115"/>
                    </a:lnTo>
                    <a:lnTo>
                      <a:pt x="71" y="117"/>
                    </a:lnTo>
                    <a:lnTo>
                      <a:pt x="72" y="119"/>
                    </a:lnTo>
                    <a:lnTo>
                      <a:pt x="72" y="12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2" name="iṧḷïḍe"/>
              <p:cNvSpPr/>
              <p:nvPr userDrawn="1"/>
            </p:nvSpPr>
            <p:spPr bwMode="auto">
              <a:xfrm>
                <a:off x="10120313" y="4105276"/>
                <a:ext cx="155575" cy="242888"/>
              </a:xfrm>
              <a:custGeom>
                <a:avLst/>
                <a:gdLst>
                  <a:gd name="T0" fmla="*/ 96 w 98"/>
                  <a:gd name="T1" fmla="*/ 0 h 153"/>
                  <a:gd name="T2" fmla="*/ 93 w 98"/>
                  <a:gd name="T3" fmla="*/ 0 h 153"/>
                  <a:gd name="T4" fmla="*/ 91 w 98"/>
                  <a:gd name="T5" fmla="*/ 0 h 153"/>
                  <a:gd name="T6" fmla="*/ 89 w 98"/>
                  <a:gd name="T7" fmla="*/ 0 h 153"/>
                  <a:gd name="T8" fmla="*/ 87 w 98"/>
                  <a:gd name="T9" fmla="*/ 0 h 153"/>
                  <a:gd name="T10" fmla="*/ 85 w 98"/>
                  <a:gd name="T11" fmla="*/ 0 h 153"/>
                  <a:gd name="T12" fmla="*/ 83 w 98"/>
                  <a:gd name="T13" fmla="*/ 0 h 153"/>
                  <a:gd name="T14" fmla="*/ 81 w 98"/>
                  <a:gd name="T15" fmla="*/ 0 h 153"/>
                  <a:gd name="T16" fmla="*/ 76 w 98"/>
                  <a:gd name="T17" fmla="*/ 11 h 153"/>
                  <a:gd name="T18" fmla="*/ 72 w 98"/>
                  <a:gd name="T19" fmla="*/ 21 h 153"/>
                  <a:gd name="T20" fmla="*/ 68 w 98"/>
                  <a:gd name="T21" fmla="*/ 32 h 153"/>
                  <a:gd name="T22" fmla="*/ 64 w 98"/>
                  <a:gd name="T23" fmla="*/ 44 h 153"/>
                  <a:gd name="T24" fmla="*/ 56 w 98"/>
                  <a:gd name="T25" fmla="*/ 65 h 153"/>
                  <a:gd name="T26" fmla="*/ 55 w 98"/>
                  <a:gd name="T27" fmla="*/ 62 h 153"/>
                  <a:gd name="T28" fmla="*/ 53 w 98"/>
                  <a:gd name="T29" fmla="*/ 59 h 153"/>
                  <a:gd name="T30" fmla="*/ 52 w 98"/>
                  <a:gd name="T31" fmla="*/ 55 h 153"/>
                  <a:gd name="T32" fmla="*/ 50 w 98"/>
                  <a:gd name="T33" fmla="*/ 50 h 153"/>
                  <a:gd name="T34" fmla="*/ 47 w 98"/>
                  <a:gd name="T35" fmla="*/ 42 h 153"/>
                  <a:gd name="T36" fmla="*/ 44 w 98"/>
                  <a:gd name="T37" fmla="*/ 35 h 153"/>
                  <a:gd name="T38" fmla="*/ 42 w 98"/>
                  <a:gd name="T39" fmla="*/ 28 h 153"/>
                  <a:gd name="T40" fmla="*/ 39 w 98"/>
                  <a:gd name="T41" fmla="*/ 21 h 153"/>
                  <a:gd name="T42" fmla="*/ 37 w 98"/>
                  <a:gd name="T43" fmla="*/ 15 h 153"/>
                  <a:gd name="T44" fmla="*/ 35 w 98"/>
                  <a:gd name="T45" fmla="*/ 9 h 153"/>
                  <a:gd name="T46" fmla="*/ 33 w 98"/>
                  <a:gd name="T47" fmla="*/ 4 h 153"/>
                  <a:gd name="T48" fmla="*/ 32 w 98"/>
                  <a:gd name="T49" fmla="*/ 0 h 153"/>
                  <a:gd name="T50" fmla="*/ 28 w 98"/>
                  <a:gd name="T51" fmla="*/ 0 h 153"/>
                  <a:gd name="T52" fmla="*/ 24 w 98"/>
                  <a:gd name="T53" fmla="*/ 0 h 153"/>
                  <a:gd name="T54" fmla="*/ 20 w 98"/>
                  <a:gd name="T55" fmla="*/ 0 h 153"/>
                  <a:gd name="T56" fmla="*/ 16 w 98"/>
                  <a:gd name="T57" fmla="*/ 0 h 153"/>
                  <a:gd name="T58" fmla="*/ 12 w 98"/>
                  <a:gd name="T59" fmla="*/ 0 h 153"/>
                  <a:gd name="T60" fmla="*/ 8 w 98"/>
                  <a:gd name="T61" fmla="*/ 0 h 153"/>
                  <a:gd name="T62" fmla="*/ 4 w 98"/>
                  <a:gd name="T63" fmla="*/ 0 h 153"/>
                  <a:gd name="T64" fmla="*/ 0 w 98"/>
                  <a:gd name="T65" fmla="*/ 0 h 153"/>
                  <a:gd name="T66" fmla="*/ 43 w 98"/>
                  <a:gd name="T67" fmla="*/ 100 h 153"/>
                  <a:gd name="T68" fmla="*/ 16 w 98"/>
                  <a:gd name="T69" fmla="*/ 153 h 153"/>
                  <a:gd name="T70" fmla="*/ 20 w 98"/>
                  <a:gd name="T71" fmla="*/ 153 h 153"/>
                  <a:gd name="T72" fmla="*/ 24 w 98"/>
                  <a:gd name="T73" fmla="*/ 153 h 153"/>
                  <a:gd name="T74" fmla="*/ 28 w 98"/>
                  <a:gd name="T75" fmla="*/ 153 h 153"/>
                  <a:gd name="T76" fmla="*/ 33 w 98"/>
                  <a:gd name="T77" fmla="*/ 153 h 153"/>
                  <a:gd name="T78" fmla="*/ 37 w 98"/>
                  <a:gd name="T79" fmla="*/ 141 h 153"/>
                  <a:gd name="T80" fmla="*/ 42 w 98"/>
                  <a:gd name="T81" fmla="*/ 130 h 153"/>
                  <a:gd name="T82" fmla="*/ 46 w 98"/>
                  <a:gd name="T83" fmla="*/ 118 h 153"/>
                  <a:gd name="T84" fmla="*/ 52 w 98"/>
                  <a:gd name="T85" fmla="*/ 105 h 153"/>
                  <a:gd name="T86" fmla="*/ 57 w 98"/>
                  <a:gd name="T87" fmla="*/ 92 h 153"/>
                  <a:gd name="T88" fmla="*/ 64 w 98"/>
                  <a:gd name="T89" fmla="*/ 77 h 153"/>
                  <a:gd name="T90" fmla="*/ 70 w 98"/>
                  <a:gd name="T91" fmla="*/ 63 h 153"/>
                  <a:gd name="T92" fmla="*/ 76 w 98"/>
                  <a:gd name="T93" fmla="*/ 48 h 153"/>
                  <a:gd name="T94" fmla="*/ 98 w 98"/>
                  <a:gd name="T95" fmla="*/ 0 h 153"/>
                  <a:gd name="T96" fmla="*/ 96 w 98"/>
                  <a:gd name="T97"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53">
                    <a:moveTo>
                      <a:pt x="96" y="0"/>
                    </a:moveTo>
                    <a:lnTo>
                      <a:pt x="93" y="0"/>
                    </a:lnTo>
                    <a:lnTo>
                      <a:pt x="91" y="0"/>
                    </a:lnTo>
                    <a:lnTo>
                      <a:pt x="89" y="0"/>
                    </a:lnTo>
                    <a:lnTo>
                      <a:pt x="87" y="0"/>
                    </a:lnTo>
                    <a:lnTo>
                      <a:pt x="85" y="0"/>
                    </a:lnTo>
                    <a:lnTo>
                      <a:pt x="83" y="0"/>
                    </a:lnTo>
                    <a:lnTo>
                      <a:pt x="81" y="0"/>
                    </a:lnTo>
                    <a:lnTo>
                      <a:pt x="76" y="11"/>
                    </a:lnTo>
                    <a:lnTo>
                      <a:pt x="72" y="21"/>
                    </a:lnTo>
                    <a:lnTo>
                      <a:pt x="68" y="32"/>
                    </a:lnTo>
                    <a:lnTo>
                      <a:pt x="64" y="44"/>
                    </a:lnTo>
                    <a:lnTo>
                      <a:pt x="56" y="65"/>
                    </a:lnTo>
                    <a:lnTo>
                      <a:pt x="55" y="62"/>
                    </a:lnTo>
                    <a:lnTo>
                      <a:pt x="53" y="59"/>
                    </a:lnTo>
                    <a:lnTo>
                      <a:pt x="52" y="55"/>
                    </a:lnTo>
                    <a:lnTo>
                      <a:pt x="50" y="50"/>
                    </a:lnTo>
                    <a:lnTo>
                      <a:pt x="47" y="42"/>
                    </a:lnTo>
                    <a:lnTo>
                      <a:pt x="44" y="35"/>
                    </a:lnTo>
                    <a:lnTo>
                      <a:pt x="42" y="28"/>
                    </a:lnTo>
                    <a:lnTo>
                      <a:pt x="39" y="21"/>
                    </a:lnTo>
                    <a:lnTo>
                      <a:pt x="37" y="15"/>
                    </a:lnTo>
                    <a:lnTo>
                      <a:pt x="35" y="9"/>
                    </a:lnTo>
                    <a:lnTo>
                      <a:pt x="33" y="4"/>
                    </a:lnTo>
                    <a:lnTo>
                      <a:pt x="32" y="0"/>
                    </a:lnTo>
                    <a:lnTo>
                      <a:pt x="28" y="0"/>
                    </a:lnTo>
                    <a:lnTo>
                      <a:pt x="24" y="0"/>
                    </a:lnTo>
                    <a:lnTo>
                      <a:pt x="20" y="0"/>
                    </a:lnTo>
                    <a:lnTo>
                      <a:pt x="16" y="0"/>
                    </a:lnTo>
                    <a:lnTo>
                      <a:pt x="12" y="0"/>
                    </a:lnTo>
                    <a:lnTo>
                      <a:pt x="8" y="0"/>
                    </a:lnTo>
                    <a:lnTo>
                      <a:pt x="4" y="0"/>
                    </a:lnTo>
                    <a:lnTo>
                      <a:pt x="0" y="0"/>
                    </a:lnTo>
                    <a:lnTo>
                      <a:pt x="43" y="100"/>
                    </a:lnTo>
                    <a:lnTo>
                      <a:pt x="16" y="153"/>
                    </a:lnTo>
                    <a:lnTo>
                      <a:pt x="20" y="153"/>
                    </a:lnTo>
                    <a:lnTo>
                      <a:pt x="24" y="153"/>
                    </a:lnTo>
                    <a:lnTo>
                      <a:pt x="28" y="153"/>
                    </a:lnTo>
                    <a:lnTo>
                      <a:pt x="33" y="153"/>
                    </a:lnTo>
                    <a:lnTo>
                      <a:pt x="37" y="141"/>
                    </a:lnTo>
                    <a:lnTo>
                      <a:pt x="42" y="130"/>
                    </a:lnTo>
                    <a:lnTo>
                      <a:pt x="46" y="118"/>
                    </a:lnTo>
                    <a:lnTo>
                      <a:pt x="52" y="105"/>
                    </a:lnTo>
                    <a:lnTo>
                      <a:pt x="57" y="92"/>
                    </a:lnTo>
                    <a:lnTo>
                      <a:pt x="64" y="77"/>
                    </a:lnTo>
                    <a:lnTo>
                      <a:pt x="70" y="63"/>
                    </a:lnTo>
                    <a:lnTo>
                      <a:pt x="76" y="48"/>
                    </a:lnTo>
                    <a:lnTo>
                      <a:pt x="98" y="0"/>
                    </a:lnTo>
                    <a:lnTo>
                      <a:pt x="9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sp>
        <p:nvSpPr>
          <p:cNvPr id="89" name="文本占位符 2"/>
          <p:cNvSpPr>
            <a:spLocks noGrp="1"/>
          </p:cNvSpPr>
          <p:nvPr>
            <p:ph type="body" idx="1" hasCustomPrompt="1"/>
          </p:nvPr>
        </p:nvSpPr>
        <p:spPr>
          <a:xfrm>
            <a:off x="780210" y="4735748"/>
            <a:ext cx="3339965" cy="333375"/>
          </a:xfrm>
          <a:prstGeom prst="rect">
            <a:avLst/>
          </a:prstGeom>
          <a:solidFill>
            <a:schemeClr val="accent2"/>
          </a:solidFill>
        </p:spPr>
        <p:txBody>
          <a:bodyPr lIns="90000" tIns="0" rIns="90000" bIns="0" anchor="ctr" anchorCtr="0">
            <a:normAutofit/>
          </a:bodyPr>
          <a:lstStyle>
            <a:lvl1pPr marL="0" indent="0">
              <a:buNone/>
              <a:defRPr sz="1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90" name="标题 1"/>
          <p:cNvSpPr>
            <a:spLocks noGrp="1"/>
          </p:cNvSpPr>
          <p:nvPr>
            <p:ph type="title" hasCustomPrompt="1"/>
          </p:nvPr>
        </p:nvSpPr>
        <p:spPr>
          <a:xfrm>
            <a:off x="748325" y="2070036"/>
            <a:ext cx="6389075" cy="874492"/>
          </a:xfrm>
          <a:prstGeom prst="rect">
            <a:avLst/>
          </a:prstGeom>
        </p:spPr>
        <p:txBody>
          <a:bodyPr lIns="0" tIns="0" rIns="0" bIns="0" anchor="ctr" anchorCtr="0">
            <a:normAutofit/>
          </a:bodyPr>
          <a:lstStyle>
            <a:lvl1pPr algn="just">
              <a:defRPr sz="4400">
                <a:solidFill>
                  <a:schemeClr val="accent1"/>
                </a:solidFill>
              </a:defRPr>
            </a:lvl1pPr>
          </a:lstStyle>
          <a:p>
            <a:r>
              <a:rPr lang="zh-CN" altLang="en-US"/>
              <a:t>单击此处编辑母版标题样</a:t>
            </a:r>
            <a:endParaRPr lang="zh-CN" altLang="en-US"/>
          </a:p>
        </p:txBody>
      </p:sp>
      <p:sp>
        <p:nvSpPr>
          <p:cNvPr id="91" name="文本占位符 7"/>
          <p:cNvSpPr>
            <a:spLocks noGrp="1"/>
          </p:cNvSpPr>
          <p:nvPr>
            <p:ph type="body" sz="quarter" idx="14" hasCustomPrompt="1"/>
          </p:nvPr>
        </p:nvSpPr>
        <p:spPr>
          <a:xfrm>
            <a:off x="748326" y="2944528"/>
            <a:ext cx="6389074" cy="341945"/>
          </a:xfrm>
          <a:prstGeom prst="rect">
            <a:avLst/>
          </a:prstGeom>
        </p:spPr>
        <p:txBody>
          <a:bodyPr lIns="0" tIns="0" rIns="0" bIns="0" anchor="ctr" anchorCtr="0">
            <a:normAutofit/>
          </a:bodyPr>
          <a:lstStyle>
            <a:lvl1pPr marL="0" indent="0" algn="just">
              <a:buFontTx/>
              <a:buNone/>
              <a:defRPr sz="1600">
                <a:solidFill>
                  <a:schemeClr val="tx1">
                    <a:lumMod val="50000"/>
                    <a:lumOff val="50000"/>
                  </a:schemeClr>
                </a:solidFill>
              </a:defRPr>
            </a:lvl1pPr>
          </a:lstStyle>
          <a:p>
            <a:pPr lvl="0"/>
            <a:r>
              <a:rPr lang="en-US" altLang="zh-CN" dirty="0"/>
              <a:t>Lorem ipsum dolor sit amet, consectetuer adipiscing elit</a:t>
            </a:r>
            <a:r>
              <a:rPr lang="en-US" altLang="zh-CN"/>
              <a:t>. </a:t>
            </a:r>
            <a:endParaRPr lang="zh-CN" altLang="en-US"/>
          </a:p>
        </p:txBody>
      </p:sp>
      <p:sp>
        <p:nvSpPr>
          <p:cNvPr id="92"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
        <p:nvSpPr>
          <p:cNvPr id="87" name="矩形 86"/>
          <p:cNvSpPr/>
          <p:nvPr userDrawn="1"/>
        </p:nvSpPr>
        <p:spPr>
          <a:xfrm>
            <a:off x="4922117" y="6308325"/>
            <a:ext cx="2347766" cy="276999"/>
          </a:xfrm>
          <a:prstGeom prst="rect">
            <a:avLst/>
          </a:prstGeom>
        </p:spPr>
        <p:txBody>
          <a:bodyPr wrap="square" anchor="ctr" anchorCtr="0">
            <a:spAutoFit/>
          </a:bodyPr>
          <a:lstStyle/>
          <a:p>
            <a:pPr algn="dist"/>
            <a:r>
              <a:rPr lang="zh-CN" altLang="en-US" sz="1200" dirty="0">
                <a:solidFill>
                  <a:schemeClr val="bg1">
                    <a:lumMod val="50000"/>
                  </a:schemeClr>
                </a:solidFill>
              </a:rPr>
              <a:t>博学 慎思 明辨 笃行</a:t>
            </a:r>
            <a:endParaRPr lang="zh-CN" altLang="en-US" sz="1200" dirty="0">
              <a:solidFill>
                <a:schemeClr val="bg1">
                  <a:lumMod val="50000"/>
                </a:scheme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a:xfrm>
            <a:off x="660400" y="6243805"/>
            <a:ext cx="2300514" cy="365125"/>
          </a:xfrm>
          <a:prstGeom prst="rect">
            <a:avLst/>
          </a:prstGeom>
        </p:spPr>
        <p:txBody>
          <a:bodyPr lIns="0" tIns="0" rIns="0" bIns="0"/>
          <a:lstStyle/>
          <a:p>
            <a:fld id="{F3F94DE1-356D-48CE-8C7E-391379660C9F}" type="datetime1">
              <a:rPr lang="zh-CN" altLang="en-US" smtClean="0"/>
            </a:fld>
            <a:endParaRPr lang="zh-CN" altLang="en-US"/>
          </a:p>
        </p:txBody>
      </p:sp>
      <p:sp>
        <p:nvSpPr>
          <p:cNvPr id="7" name="灯片编号占位符 6"/>
          <p:cNvSpPr>
            <a:spLocks noGrp="1"/>
          </p:cNvSpPr>
          <p:nvPr>
            <p:ph type="sldNum" sz="quarter" idx="12"/>
          </p:nvPr>
        </p:nvSpPr>
        <p:spPr>
          <a:xfrm>
            <a:off x="8775700" y="6243805"/>
            <a:ext cx="2743200" cy="365125"/>
          </a:xfrm>
          <a:prstGeom prst="rect">
            <a:avLst/>
          </a:prstGeom>
        </p:spPr>
        <p:txBody>
          <a:bodyPr/>
          <a:lstStyle/>
          <a:p>
            <a:fld id="{E0374D5E-809C-4B52-9B1B-43F9E1113751}" type="slidenum">
              <a:rPr lang="zh-CN" altLang="en-US" smtClean="0"/>
            </a:fld>
            <a:endParaRPr lang="zh-CN" altLang="en-US"/>
          </a:p>
        </p:txBody>
      </p:sp>
      <p:grpSp>
        <p:nvGrpSpPr>
          <p:cNvPr id="9" name="327a1eb5-e715-4fe4-ac4b-30338b59c7cf"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2"/>
            </p:custDataLst>
          </p:nvPr>
        </p:nvGrpSpPr>
        <p:grpSpPr>
          <a:xfrm>
            <a:off x="660400" y="510681"/>
            <a:ext cx="2300514" cy="518019"/>
            <a:chOff x="1914526" y="2486026"/>
            <a:chExt cx="8361362" cy="1882775"/>
          </a:xfrm>
        </p:grpSpPr>
        <p:grpSp>
          <p:nvGrpSpPr>
            <p:cNvPr id="10" name="îşliḑê"/>
            <p:cNvGrpSpPr/>
            <p:nvPr userDrawn="1"/>
          </p:nvGrpSpPr>
          <p:grpSpPr>
            <a:xfrm>
              <a:off x="1914526" y="2486026"/>
              <a:ext cx="1882775" cy="1882775"/>
              <a:chOff x="1914526" y="2486026"/>
              <a:chExt cx="1882775" cy="1882775"/>
            </a:xfrm>
          </p:grpSpPr>
          <p:sp>
            <p:nvSpPr>
              <p:cNvPr id="59" name="ïṥ1íďe"/>
              <p:cNvSpPr/>
              <p:nvPr userDrawn="1"/>
            </p:nvSpPr>
            <p:spPr>
              <a:xfrm>
                <a:off x="2273301" y="2858294"/>
                <a:ext cx="1165224" cy="1165224"/>
              </a:xfrm>
              <a:prstGeom prst="ellipse">
                <a:avLst/>
              </a:prstGeom>
              <a:gradFill flip="none" rotWithShape="1">
                <a:gsLst>
                  <a:gs pos="14000">
                    <a:srgbClr val="1584C9"/>
                  </a:gs>
                  <a:gs pos="100000">
                    <a:schemeClr val="bg1"/>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60" name="iṣḷîḍé"/>
              <p:cNvSpPr/>
              <p:nvPr userDrawn="1"/>
            </p:nvSpPr>
            <p:spPr bwMode="auto">
              <a:xfrm>
                <a:off x="2633663" y="3963988"/>
                <a:ext cx="454025" cy="46038"/>
              </a:xfrm>
              <a:custGeom>
                <a:avLst/>
                <a:gdLst>
                  <a:gd name="T0" fmla="*/ 0 w 286"/>
                  <a:gd name="T1" fmla="*/ 0 h 29"/>
                  <a:gd name="T2" fmla="*/ 286 w 286"/>
                  <a:gd name="T3" fmla="*/ 0 h 29"/>
                  <a:gd name="T4" fmla="*/ 278 w 286"/>
                  <a:gd name="T5" fmla="*/ 4 h 29"/>
                  <a:gd name="T6" fmla="*/ 269 w 286"/>
                  <a:gd name="T7" fmla="*/ 7 h 29"/>
                  <a:gd name="T8" fmla="*/ 261 w 286"/>
                  <a:gd name="T9" fmla="*/ 10 h 29"/>
                  <a:gd name="T10" fmla="*/ 253 w 286"/>
                  <a:gd name="T11" fmla="*/ 13 h 29"/>
                  <a:gd name="T12" fmla="*/ 244 w 286"/>
                  <a:gd name="T13" fmla="*/ 15 h 29"/>
                  <a:gd name="T14" fmla="*/ 236 w 286"/>
                  <a:gd name="T15" fmla="*/ 17 h 29"/>
                  <a:gd name="T16" fmla="*/ 227 w 286"/>
                  <a:gd name="T17" fmla="*/ 20 h 29"/>
                  <a:gd name="T18" fmla="*/ 218 w 286"/>
                  <a:gd name="T19" fmla="*/ 21 h 29"/>
                  <a:gd name="T20" fmla="*/ 208 w 286"/>
                  <a:gd name="T21" fmla="*/ 23 h 29"/>
                  <a:gd name="T22" fmla="*/ 200 w 286"/>
                  <a:gd name="T23" fmla="*/ 25 h 29"/>
                  <a:gd name="T24" fmla="*/ 190 w 286"/>
                  <a:gd name="T25" fmla="*/ 26 h 29"/>
                  <a:gd name="T26" fmla="*/ 181 w 286"/>
                  <a:gd name="T27" fmla="*/ 27 h 29"/>
                  <a:gd name="T28" fmla="*/ 172 w 286"/>
                  <a:gd name="T29" fmla="*/ 29 h 29"/>
                  <a:gd name="T30" fmla="*/ 162 w 286"/>
                  <a:gd name="T31" fmla="*/ 29 h 29"/>
                  <a:gd name="T32" fmla="*/ 153 w 286"/>
                  <a:gd name="T33" fmla="*/ 29 h 29"/>
                  <a:gd name="T34" fmla="*/ 143 w 286"/>
                  <a:gd name="T35" fmla="*/ 29 h 29"/>
                  <a:gd name="T36" fmla="*/ 134 w 286"/>
                  <a:gd name="T37" fmla="*/ 29 h 29"/>
                  <a:gd name="T38" fmla="*/ 125 w 286"/>
                  <a:gd name="T39" fmla="*/ 29 h 29"/>
                  <a:gd name="T40" fmla="*/ 115 w 286"/>
                  <a:gd name="T41" fmla="*/ 29 h 29"/>
                  <a:gd name="T42" fmla="*/ 106 w 286"/>
                  <a:gd name="T43" fmla="*/ 27 h 29"/>
                  <a:gd name="T44" fmla="*/ 97 w 286"/>
                  <a:gd name="T45" fmla="*/ 26 h 29"/>
                  <a:gd name="T46" fmla="*/ 87 w 286"/>
                  <a:gd name="T47" fmla="*/ 25 h 29"/>
                  <a:gd name="T48" fmla="*/ 79 w 286"/>
                  <a:gd name="T49" fmla="*/ 23 h 29"/>
                  <a:gd name="T50" fmla="*/ 69 w 286"/>
                  <a:gd name="T51" fmla="*/ 21 h 29"/>
                  <a:gd name="T52" fmla="*/ 60 w 286"/>
                  <a:gd name="T53" fmla="*/ 20 h 29"/>
                  <a:gd name="T54" fmla="*/ 51 w 286"/>
                  <a:gd name="T55" fmla="*/ 17 h 29"/>
                  <a:gd name="T56" fmla="*/ 43 w 286"/>
                  <a:gd name="T57" fmla="*/ 15 h 29"/>
                  <a:gd name="T58" fmla="*/ 34 w 286"/>
                  <a:gd name="T59" fmla="*/ 13 h 29"/>
                  <a:gd name="T60" fmla="*/ 26 w 286"/>
                  <a:gd name="T61" fmla="*/ 10 h 29"/>
                  <a:gd name="T62" fmla="*/ 17 w 286"/>
                  <a:gd name="T63" fmla="*/ 7 h 29"/>
                  <a:gd name="T64" fmla="*/ 9 w 286"/>
                  <a:gd name="T65" fmla="*/ 4 h 29"/>
                  <a:gd name="T66" fmla="*/ 0 w 286"/>
                  <a:gd name="T6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6" h="29">
                    <a:moveTo>
                      <a:pt x="0" y="0"/>
                    </a:moveTo>
                    <a:lnTo>
                      <a:pt x="286" y="0"/>
                    </a:lnTo>
                    <a:lnTo>
                      <a:pt x="278" y="4"/>
                    </a:lnTo>
                    <a:lnTo>
                      <a:pt x="269" y="7"/>
                    </a:lnTo>
                    <a:lnTo>
                      <a:pt x="261" y="10"/>
                    </a:lnTo>
                    <a:lnTo>
                      <a:pt x="253" y="13"/>
                    </a:lnTo>
                    <a:lnTo>
                      <a:pt x="244" y="15"/>
                    </a:lnTo>
                    <a:lnTo>
                      <a:pt x="236" y="17"/>
                    </a:lnTo>
                    <a:lnTo>
                      <a:pt x="227" y="20"/>
                    </a:lnTo>
                    <a:lnTo>
                      <a:pt x="218" y="21"/>
                    </a:lnTo>
                    <a:lnTo>
                      <a:pt x="208" y="23"/>
                    </a:lnTo>
                    <a:lnTo>
                      <a:pt x="200" y="25"/>
                    </a:lnTo>
                    <a:lnTo>
                      <a:pt x="190" y="26"/>
                    </a:lnTo>
                    <a:lnTo>
                      <a:pt x="181" y="27"/>
                    </a:lnTo>
                    <a:lnTo>
                      <a:pt x="172" y="29"/>
                    </a:lnTo>
                    <a:lnTo>
                      <a:pt x="162" y="29"/>
                    </a:lnTo>
                    <a:lnTo>
                      <a:pt x="153" y="29"/>
                    </a:lnTo>
                    <a:lnTo>
                      <a:pt x="143" y="29"/>
                    </a:lnTo>
                    <a:lnTo>
                      <a:pt x="134" y="29"/>
                    </a:lnTo>
                    <a:lnTo>
                      <a:pt x="125" y="29"/>
                    </a:lnTo>
                    <a:lnTo>
                      <a:pt x="115" y="29"/>
                    </a:lnTo>
                    <a:lnTo>
                      <a:pt x="106" y="27"/>
                    </a:lnTo>
                    <a:lnTo>
                      <a:pt x="97" y="26"/>
                    </a:lnTo>
                    <a:lnTo>
                      <a:pt x="87" y="25"/>
                    </a:lnTo>
                    <a:lnTo>
                      <a:pt x="79" y="23"/>
                    </a:lnTo>
                    <a:lnTo>
                      <a:pt x="69" y="21"/>
                    </a:lnTo>
                    <a:lnTo>
                      <a:pt x="60" y="20"/>
                    </a:lnTo>
                    <a:lnTo>
                      <a:pt x="51" y="17"/>
                    </a:lnTo>
                    <a:lnTo>
                      <a:pt x="43" y="15"/>
                    </a:lnTo>
                    <a:lnTo>
                      <a:pt x="34" y="13"/>
                    </a:lnTo>
                    <a:lnTo>
                      <a:pt x="26" y="10"/>
                    </a:lnTo>
                    <a:lnTo>
                      <a:pt x="17" y="7"/>
                    </a:lnTo>
                    <a:lnTo>
                      <a:pt x="9" y="4"/>
                    </a:lnTo>
                    <a:lnTo>
                      <a:pt x="0" y="0"/>
                    </a:lnTo>
                    <a:close/>
                  </a:path>
                </a:pathLst>
              </a:custGeom>
              <a:solidFill>
                <a:srgbClr val="F0F4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1" name="îSlïḋê"/>
              <p:cNvSpPr/>
              <p:nvPr userDrawn="1"/>
            </p:nvSpPr>
            <p:spPr bwMode="auto">
              <a:xfrm>
                <a:off x="2698751" y="3987801"/>
                <a:ext cx="323850" cy="22225"/>
              </a:xfrm>
              <a:custGeom>
                <a:avLst/>
                <a:gdLst>
                  <a:gd name="T0" fmla="*/ 0 w 204"/>
                  <a:gd name="T1" fmla="*/ 0 h 14"/>
                  <a:gd name="T2" fmla="*/ 204 w 204"/>
                  <a:gd name="T3" fmla="*/ 0 h 14"/>
                  <a:gd name="T4" fmla="*/ 192 w 204"/>
                  <a:gd name="T5" fmla="*/ 3 h 14"/>
                  <a:gd name="T6" fmla="*/ 180 w 204"/>
                  <a:gd name="T7" fmla="*/ 6 h 14"/>
                  <a:gd name="T8" fmla="*/ 167 w 204"/>
                  <a:gd name="T9" fmla="*/ 8 h 14"/>
                  <a:gd name="T10" fmla="*/ 155 w 204"/>
                  <a:gd name="T11" fmla="*/ 10 h 14"/>
                  <a:gd name="T12" fmla="*/ 142 w 204"/>
                  <a:gd name="T13" fmla="*/ 12 h 14"/>
                  <a:gd name="T14" fmla="*/ 129 w 204"/>
                  <a:gd name="T15" fmla="*/ 14 h 14"/>
                  <a:gd name="T16" fmla="*/ 115 w 204"/>
                  <a:gd name="T17" fmla="*/ 14 h 14"/>
                  <a:gd name="T18" fmla="*/ 102 w 204"/>
                  <a:gd name="T19" fmla="*/ 14 h 14"/>
                  <a:gd name="T20" fmla="*/ 90 w 204"/>
                  <a:gd name="T21" fmla="*/ 14 h 14"/>
                  <a:gd name="T22" fmla="*/ 76 w 204"/>
                  <a:gd name="T23" fmla="*/ 14 h 14"/>
                  <a:gd name="T24" fmla="*/ 63 w 204"/>
                  <a:gd name="T25" fmla="*/ 12 h 14"/>
                  <a:gd name="T26" fmla="*/ 50 w 204"/>
                  <a:gd name="T27" fmla="*/ 10 h 14"/>
                  <a:gd name="T28" fmla="*/ 38 w 204"/>
                  <a:gd name="T29" fmla="*/ 8 h 14"/>
                  <a:gd name="T30" fmla="*/ 25 w 204"/>
                  <a:gd name="T31" fmla="*/ 6 h 14"/>
                  <a:gd name="T32" fmla="*/ 13 w 204"/>
                  <a:gd name="T33" fmla="*/ 3 h 14"/>
                  <a:gd name="T34" fmla="*/ 0 w 204"/>
                  <a:gd name="T35"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 h="14">
                    <a:moveTo>
                      <a:pt x="0" y="0"/>
                    </a:moveTo>
                    <a:lnTo>
                      <a:pt x="204" y="0"/>
                    </a:lnTo>
                    <a:lnTo>
                      <a:pt x="192" y="3"/>
                    </a:lnTo>
                    <a:lnTo>
                      <a:pt x="180" y="6"/>
                    </a:lnTo>
                    <a:lnTo>
                      <a:pt x="167" y="8"/>
                    </a:lnTo>
                    <a:lnTo>
                      <a:pt x="155" y="10"/>
                    </a:lnTo>
                    <a:lnTo>
                      <a:pt x="142" y="12"/>
                    </a:lnTo>
                    <a:lnTo>
                      <a:pt x="129" y="14"/>
                    </a:lnTo>
                    <a:lnTo>
                      <a:pt x="115" y="14"/>
                    </a:lnTo>
                    <a:lnTo>
                      <a:pt x="102" y="14"/>
                    </a:lnTo>
                    <a:lnTo>
                      <a:pt x="90" y="14"/>
                    </a:lnTo>
                    <a:lnTo>
                      <a:pt x="76" y="14"/>
                    </a:lnTo>
                    <a:lnTo>
                      <a:pt x="63" y="12"/>
                    </a:lnTo>
                    <a:lnTo>
                      <a:pt x="50" y="10"/>
                    </a:lnTo>
                    <a:lnTo>
                      <a:pt x="38" y="8"/>
                    </a:lnTo>
                    <a:lnTo>
                      <a:pt x="25" y="6"/>
                    </a:lnTo>
                    <a:lnTo>
                      <a:pt x="1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2" name="ïṡḷîḑè"/>
              <p:cNvSpPr/>
              <p:nvPr userDrawn="1"/>
            </p:nvSpPr>
            <p:spPr bwMode="auto">
              <a:xfrm>
                <a:off x="2457451" y="3409951"/>
                <a:ext cx="795338" cy="371475"/>
              </a:xfrm>
              <a:custGeom>
                <a:avLst/>
                <a:gdLst>
                  <a:gd name="T0" fmla="*/ 294 w 501"/>
                  <a:gd name="T1" fmla="*/ 65 h 234"/>
                  <a:gd name="T2" fmla="*/ 213 w 501"/>
                  <a:gd name="T3" fmla="*/ 129 h 234"/>
                  <a:gd name="T4" fmla="*/ 224 w 501"/>
                  <a:gd name="T5" fmla="*/ 52 h 234"/>
                  <a:gd name="T6" fmla="*/ 203 w 501"/>
                  <a:gd name="T7" fmla="*/ 53 h 234"/>
                  <a:gd name="T8" fmla="*/ 177 w 501"/>
                  <a:gd name="T9" fmla="*/ 30 h 234"/>
                  <a:gd name="T10" fmla="*/ 204 w 501"/>
                  <a:gd name="T11" fmla="*/ 20 h 234"/>
                  <a:gd name="T12" fmla="*/ 180 w 501"/>
                  <a:gd name="T13" fmla="*/ 16 h 234"/>
                  <a:gd name="T14" fmla="*/ 162 w 501"/>
                  <a:gd name="T15" fmla="*/ 54 h 234"/>
                  <a:gd name="T16" fmla="*/ 162 w 501"/>
                  <a:gd name="T17" fmla="*/ 45 h 234"/>
                  <a:gd name="T18" fmla="*/ 175 w 501"/>
                  <a:gd name="T19" fmla="*/ 76 h 234"/>
                  <a:gd name="T20" fmla="*/ 134 w 501"/>
                  <a:gd name="T21" fmla="*/ 128 h 234"/>
                  <a:gd name="T22" fmla="*/ 97 w 501"/>
                  <a:gd name="T23" fmla="*/ 50 h 234"/>
                  <a:gd name="T24" fmla="*/ 30 w 501"/>
                  <a:gd name="T25" fmla="*/ 79 h 234"/>
                  <a:gd name="T26" fmla="*/ 42 w 501"/>
                  <a:gd name="T27" fmla="*/ 39 h 234"/>
                  <a:gd name="T28" fmla="*/ 50 w 501"/>
                  <a:gd name="T29" fmla="*/ 59 h 234"/>
                  <a:gd name="T30" fmla="*/ 34 w 501"/>
                  <a:gd name="T31" fmla="*/ 50 h 234"/>
                  <a:gd name="T32" fmla="*/ 86 w 501"/>
                  <a:gd name="T33" fmla="*/ 69 h 234"/>
                  <a:gd name="T34" fmla="*/ 96 w 501"/>
                  <a:gd name="T35" fmla="*/ 71 h 234"/>
                  <a:gd name="T36" fmla="*/ 166 w 501"/>
                  <a:gd name="T37" fmla="*/ 126 h 234"/>
                  <a:gd name="T38" fmla="*/ 112 w 501"/>
                  <a:gd name="T39" fmla="*/ 25 h 234"/>
                  <a:gd name="T40" fmla="*/ 118 w 501"/>
                  <a:gd name="T41" fmla="*/ 48 h 234"/>
                  <a:gd name="T42" fmla="*/ 106 w 501"/>
                  <a:gd name="T43" fmla="*/ 30 h 234"/>
                  <a:gd name="T44" fmla="*/ 138 w 501"/>
                  <a:gd name="T45" fmla="*/ 57 h 234"/>
                  <a:gd name="T46" fmla="*/ 96 w 501"/>
                  <a:gd name="T47" fmla="*/ 94 h 234"/>
                  <a:gd name="T48" fmla="*/ 96 w 501"/>
                  <a:gd name="T49" fmla="*/ 122 h 234"/>
                  <a:gd name="T50" fmla="*/ 59 w 501"/>
                  <a:gd name="T51" fmla="*/ 69 h 234"/>
                  <a:gd name="T52" fmla="*/ 59 w 501"/>
                  <a:gd name="T53" fmla="*/ 82 h 234"/>
                  <a:gd name="T54" fmla="*/ 13 w 501"/>
                  <a:gd name="T55" fmla="*/ 66 h 234"/>
                  <a:gd name="T56" fmla="*/ 28 w 501"/>
                  <a:gd name="T57" fmla="*/ 83 h 234"/>
                  <a:gd name="T58" fmla="*/ 19 w 501"/>
                  <a:gd name="T59" fmla="*/ 176 h 234"/>
                  <a:gd name="T60" fmla="*/ 5 w 501"/>
                  <a:gd name="T61" fmla="*/ 221 h 234"/>
                  <a:gd name="T62" fmla="*/ 288 w 501"/>
                  <a:gd name="T63" fmla="*/ 127 h 234"/>
                  <a:gd name="T64" fmla="*/ 277 w 501"/>
                  <a:gd name="T65" fmla="*/ 54 h 234"/>
                  <a:gd name="T66" fmla="*/ 322 w 501"/>
                  <a:gd name="T67" fmla="*/ 233 h 234"/>
                  <a:gd name="T68" fmla="*/ 326 w 501"/>
                  <a:gd name="T69" fmla="*/ 30 h 234"/>
                  <a:gd name="T70" fmla="*/ 298 w 501"/>
                  <a:gd name="T71" fmla="*/ 17 h 234"/>
                  <a:gd name="T72" fmla="*/ 323 w 501"/>
                  <a:gd name="T73" fmla="*/ 18 h 234"/>
                  <a:gd name="T74" fmla="*/ 338 w 501"/>
                  <a:gd name="T75" fmla="*/ 58 h 234"/>
                  <a:gd name="T76" fmla="*/ 339 w 501"/>
                  <a:gd name="T77" fmla="*/ 43 h 234"/>
                  <a:gd name="T78" fmla="*/ 375 w 501"/>
                  <a:gd name="T79" fmla="*/ 83 h 234"/>
                  <a:gd name="T80" fmla="*/ 364 w 501"/>
                  <a:gd name="T81" fmla="*/ 126 h 234"/>
                  <a:gd name="T82" fmla="*/ 377 w 501"/>
                  <a:gd name="T83" fmla="*/ 50 h 234"/>
                  <a:gd name="T84" fmla="*/ 377 w 501"/>
                  <a:gd name="T85" fmla="*/ 50 h 234"/>
                  <a:gd name="T86" fmla="*/ 447 w 501"/>
                  <a:gd name="T87" fmla="*/ 63 h 234"/>
                  <a:gd name="T88" fmla="*/ 452 w 501"/>
                  <a:gd name="T89" fmla="*/ 58 h 234"/>
                  <a:gd name="T90" fmla="*/ 469 w 501"/>
                  <a:gd name="T91" fmla="*/ 52 h 234"/>
                  <a:gd name="T92" fmla="*/ 414 w 501"/>
                  <a:gd name="T93" fmla="*/ 73 h 234"/>
                  <a:gd name="T94" fmla="*/ 407 w 501"/>
                  <a:gd name="T95" fmla="*/ 71 h 234"/>
                  <a:gd name="T96" fmla="*/ 338 w 501"/>
                  <a:gd name="T97" fmla="*/ 124 h 234"/>
                  <a:gd name="T98" fmla="*/ 390 w 501"/>
                  <a:gd name="T99" fmla="*/ 24 h 234"/>
                  <a:gd name="T100" fmla="*/ 382 w 501"/>
                  <a:gd name="T101" fmla="*/ 48 h 234"/>
                  <a:gd name="T102" fmla="*/ 397 w 501"/>
                  <a:gd name="T103" fmla="*/ 34 h 234"/>
                  <a:gd name="T104" fmla="*/ 362 w 501"/>
                  <a:gd name="T105" fmla="*/ 58 h 234"/>
                  <a:gd name="T106" fmla="*/ 447 w 501"/>
                  <a:gd name="T107" fmla="*/ 110 h 234"/>
                  <a:gd name="T108" fmla="*/ 405 w 501"/>
                  <a:gd name="T109" fmla="*/ 122 h 234"/>
                  <a:gd name="T110" fmla="*/ 443 w 501"/>
                  <a:gd name="T111" fmla="*/ 69 h 234"/>
                  <a:gd name="T112" fmla="*/ 442 w 501"/>
                  <a:gd name="T113" fmla="*/ 82 h 234"/>
                  <a:gd name="T114" fmla="*/ 488 w 501"/>
                  <a:gd name="T115" fmla="*/ 66 h 234"/>
                  <a:gd name="T116" fmla="*/ 473 w 501"/>
                  <a:gd name="T117" fmla="*/ 83 h 234"/>
                  <a:gd name="T118" fmla="*/ 483 w 501"/>
                  <a:gd name="T119" fmla="*/ 176 h 234"/>
                  <a:gd name="T120" fmla="*/ 496 w 501"/>
                  <a:gd name="T121" fmla="*/ 22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1" h="234">
                    <a:moveTo>
                      <a:pt x="250" y="76"/>
                    </a:moveTo>
                    <a:lnTo>
                      <a:pt x="294" y="76"/>
                    </a:lnTo>
                    <a:lnTo>
                      <a:pt x="294" y="103"/>
                    </a:lnTo>
                    <a:lnTo>
                      <a:pt x="250" y="103"/>
                    </a:lnTo>
                    <a:lnTo>
                      <a:pt x="207" y="103"/>
                    </a:lnTo>
                    <a:lnTo>
                      <a:pt x="207" y="76"/>
                    </a:lnTo>
                    <a:lnTo>
                      <a:pt x="250" y="76"/>
                    </a:lnTo>
                    <a:lnTo>
                      <a:pt x="250" y="76"/>
                    </a:lnTo>
                    <a:close/>
                    <a:moveTo>
                      <a:pt x="250" y="107"/>
                    </a:moveTo>
                    <a:lnTo>
                      <a:pt x="250" y="107"/>
                    </a:lnTo>
                    <a:lnTo>
                      <a:pt x="294" y="107"/>
                    </a:lnTo>
                    <a:lnTo>
                      <a:pt x="294" y="116"/>
                    </a:lnTo>
                    <a:lnTo>
                      <a:pt x="252" y="116"/>
                    </a:lnTo>
                    <a:lnTo>
                      <a:pt x="249" y="116"/>
                    </a:lnTo>
                    <a:lnTo>
                      <a:pt x="207" y="116"/>
                    </a:lnTo>
                    <a:lnTo>
                      <a:pt x="207" y="107"/>
                    </a:lnTo>
                    <a:lnTo>
                      <a:pt x="250" y="107"/>
                    </a:lnTo>
                    <a:lnTo>
                      <a:pt x="250" y="107"/>
                    </a:lnTo>
                    <a:close/>
                    <a:moveTo>
                      <a:pt x="247" y="65"/>
                    </a:moveTo>
                    <a:lnTo>
                      <a:pt x="254" y="65"/>
                    </a:lnTo>
                    <a:lnTo>
                      <a:pt x="294" y="65"/>
                    </a:lnTo>
                    <a:lnTo>
                      <a:pt x="294" y="74"/>
                    </a:lnTo>
                    <a:lnTo>
                      <a:pt x="250" y="74"/>
                    </a:lnTo>
                    <a:lnTo>
                      <a:pt x="250" y="74"/>
                    </a:lnTo>
                    <a:lnTo>
                      <a:pt x="250" y="74"/>
                    </a:lnTo>
                    <a:lnTo>
                      <a:pt x="250" y="74"/>
                    </a:lnTo>
                    <a:lnTo>
                      <a:pt x="207" y="74"/>
                    </a:lnTo>
                    <a:lnTo>
                      <a:pt x="207" y="65"/>
                    </a:lnTo>
                    <a:lnTo>
                      <a:pt x="247" y="65"/>
                    </a:lnTo>
                    <a:lnTo>
                      <a:pt x="247" y="65"/>
                    </a:lnTo>
                    <a:close/>
                    <a:moveTo>
                      <a:pt x="225" y="118"/>
                    </a:moveTo>
                    <a:lnTo>
                      <a:pt x="224" y="118"/>
                    </a:lnTo>
                    <a:lnTo>
                      <a:pt x="222" y="121"/>
                    </a:lnTo>
                    <a:lnTo>
                      <a:pt x="221" y="122"/>
                    </a:lnTo>
                    <a:lnTo>
                      <a:pt x="220" y="124"/>
                    </a:lnTo>
                    <a:lnTo>
                      <a:pt x="218" y="125"/>
                    </a:lnTo>
                    <a:lnTo>
                      <a:pt x="217" y="126"/>
                    </a:lnTo>
                    <a:lnTo>
                      <a:pt x="214" y="126"/>
                    </a:lnTo>
                    <a:lnTo>
                      <a:pt x="214" y="126"/>
                    </a:lnTo>
                    <a:lnTo>
                      <a:pt x="214" y="127"/>
                    </a:lnTo>
                    <a:lnTo>
                      <a:pt x="214" y="128"/>
                    </a:lnTo>
                    <a:lnTo>
                      <a:pt x="213" y="129"/>
                    </a:lnTo>
                    <a:lnTo>
                      <a:pt x="213" y="130"/>
                    </a:lnTo>
                    <a:lnTo>
                      <a:pt x="212" y="131"/>
                    </a:lnTo>
                    <a:lnTo>
                      <a:pt x="211" y="132"/>
                    </a:lnTo>
                    <a:lnTo>
                      <a:pt x="209" y="133"/>
                    </a:lnTo>
                    <a:lnTo>
                      <a:pt x="208" y="133"/>
                    </a:lnTo>
                    <a:lnTo>
                      <a:pt x="208" y="118"/>
                    </a:lnTo>
                    <a:lnTo>
                      <a:pt x="225" y="118"/>
                    </a:lnTo>
                    <a:lnTo>
                      <a:pt x="225" y="118"/>
                    </a:lnTo>
                    <a:close/>
                    <a:moveTo>
                      <a:pt x="207" y="62"/>
                    </a:moveTo>
                    <a:lnTo>
                      <a:pt x="209" y="62"/>
                    </a:lnTo>
                    <a:lnTo>
                      <a:pt x="212" y="62"/>
                    </a:lnTo>
                    <a:lnTo>
                      <a:pt x="216" y="62"/>
                    </a:lnTo>
                    <a:lnTo>
                      <a:pt x="219" y="61"/>
                    </a:lnTo>
                    <a:lnTo>
                      <a:pt x="221" y="59"/>
                    </a:lnTo>
                    <a:lnTo>
                      <a:pt x="222" y="58"/>
                    </a:lnTo>
                    <a:lnTo>
                      <a:pt x="222" y="58"/>
                    </a:lnTo>
                    <a:lnTo>
                      <a:pt x="223" y="56"/>
                    </a:lnTo>
                    <a:lnTo>
                      <a:pt x="224" y="54"/>
                    </a:lnTo>
                    <a:lnTo>
                      <a:pt x="224" y="54"/>
                    </a:lnTo>
                    <a:lnTo>
                      <a:pt x="224" y="53"/>
                    </a:lnTo>
                    <a:lnTo>
                      <a:pt x="224" y="52"/>
                    </a:lnTo>
                    <a:lnTo>
                      <a:pt x="222" y="49"/>
                    </a:lnTo>
                    <a:lnTo>
                      <a:pt x="220" y="46"/>
                    </a:lnTo>
                    <a:lnTo>
                      <a:pt x="218" y="45"/>
                    </a:lnTo>
                    <a:lnTo>
                      <a:pt x="217" y="45"/>
                    </a:lnTo>
                    <a:lnTo>
                      <a:pt x="215" y="45"/>
                    </a:lnTo>
                    <a:lnTo>
                      <a:pt x="214" y="46"/>
                    </a:lnTo>
                    <a:lnTo>
                      <a:pt x="211" y="49"/>
                    </a:lnTo>
                    <a:lnTo>
                      <a:pt x="209" y="52"/>
                    </a:lnTo>
                    <a:lnTo>
                      <a:pt x="208" y="53"/>
                    </a:lnTo>
                    <a:lnTo>
                      <a:pt x="207" y="54"/>
                    </a:lnTo>
                    <a:lnTo>
                      <a:pt x="207" y="54"/>
                    </a:lnTo>
                    <a:lnTo>
                      <a:pt x="207" y="54"/>
                    </a:lnTo>
                    <a:lnTo>
                      <a:pt x="207" y="54"/>
                    </a:lnTo>
                    <a:lnTo>
                      <a:pt x="207" y="54"/>
                    </a:lnTo>
                    <a:lnTo>
                      <a:pt x="207" y="62"/>
                    </a:lnTo>
                    <a:lnTo>
                      <a:pt x="207" y="62"/>
                    </a:lnTo>
                    <a:close/>
                    <a:moveTo>
                      <a:pt x="203" y="53"/>
                    </a:moveTo>
                    <a:lnTo>
                      <a:pt x="179" y="53"/>
                    </a:lnTo>
                    <a:lnTo>
                      <a:pt x="179" y="233"/>
                    </a:lnTo>
                    <a:lnTo>
                      <a:pt x="203" y="233"/>
                    </a:lnTo>
                    <a:lnTo>
                      <a:pt x="203" y="53"/>
                    </a:lnTo>
                    <a:lnTo>
                      <a:pt x="203" y="53"/>
                    </a:lnTo>
                    <a:close/>
                    <a:moveTo>
                      <a:pt x="206" y="30"/>
                    </a:moveTo>
                    <a:lnTo>
                      <a:pt x="206" y="30"/>
                    </a:lnTo>
                    <a:lnTo>
                      <a:pt x="207" y="30"/>
                    </a:lnTo>
                    <a:lnTo>
                      <a:pt x="207" y="30"/>
                    </a:lnTo>
                    <a:lnTo>
                      <a:pt x="207" y="30"/>
                    </a:lnTo>
                    <a:lnTo>
                      <a:pt x="207" y="48"/>
                    </a:lnTo>
                    <a:lnTo>
                      <a:pt x="207" y="49"/>
                    </a:lnTo>
                    <a:lnTo>
                      <a:pt x="207" y="50"/>
                    </a:lnTo>
                    <a:lnTo>
                      <a:pt x="206" y="50"/>
                    </a:lnTo>
                    <a:lnTo>
                      <a:pt x="206" y="50"/>
                    </a:lnTo>
                    <a:lnTo>
                      <a:pt x="177" y="50"/>
                    </a:lnTo>
                    <a:lnTo>
                      <a:pt x="176" y="50"/>
                    </a:lnTo>
                    <a:lnTo>
                      <a:pt x="175" y="50"/>
                    </a:lnTo>
                    <a:lnTo>
                      <a:pt x="175" y="49"/>
                    </a:lnTo>
                    <a:lnTo>
                      <a:pt x="175" y="48"/>
                    </a:lnTo>
                    <a:lnTo>
                      <a:pt x="175" y="30"/>
                    </a:lnTo>
                    <a:lnTo>
                      <a:pt x="175" y="30"/>
                    </a:lnTo>
                    <a:lnTo>
                      <a:pt x="175" y="30"/>
                    </a:lnTo>
                    <a:lnTo>
                      <a:pt x="176" y="30"/>
                    </a:lnTo>
                    <a:lnTo>
                      <a:pt x="177" y="30"/>
                    </a:lnTo>
                    <a:lnTo>
                      <a:pt x="206" y="30"/>
                    </a:lnTo>
                    <a:lnTo>
                      <a:pt x="206" y="30"/>
                    </a:lnTo>
                    <a:close/>
                    <a:moveTo>
                      <a:pt x="190" y="0"/>
                    </a:moveTo>
                    <a:lnTo>
                      <a:pt x="191" y="0"/>
                    </a:lnTo>
                    <a:lnTo>
                      <a:pt x="191" y="0"/>
                    </a:lnTo>
                    <a:lnTo>
                      <a:pt x="192" y="0"/>
                    </a:lnTo>
                    <a:lnTo>
                      <a:pt x="192" y="0"/>
                    </a:lnTo>
                    <a:lnTo>
                      <a:pt x="193" y="1"/>
                    </a:lnTo>
                    <a:lnTo>
                      <a:pt x="194" y="1"/>
                    </a:lnTo>
                    <a:lnTo>
                      <a:pt x="195" y="2"/>
                    </a:lnTo>
                    <a:lnTo>
                      <a:pt x="196" y="3"/>
                    </a:lnTo>
                    <a:lnTo>
                      <a:pt x="198" y="5"/>
                    </a:lnTo>
                    <a:lnTo>
                      <a:pt x="198" y="7"/>
                    </a:lnTo>
                    <a:lnTo>
                      <a:pt x="199" y="11"/>
                    </a:lnTo>
                    <a:lnTo>
                      <a:pt x="199" y="13"/>
                    </a:lnTo>
                    <a:lnTo>
                      <a:pt x="201" y="14"/>
                    </a:lnTo>
                    <a:lnTo>
                      <a:pt x="202" y="14"/>
                    </a:lnTo>
                    <a:lnTo>
                      <a:pt x="202" y="16"/>
                    </a:lnTo>
                    <a:lnTo>
                      <a:pt x="203" y="17"/>
                    </a:lnTo>
                    <a:lnTo>
                      <a:pt x="204" y="18"/>
                    </a:lnTo>
                    <a:lnTo>
                      <a:pt x="204" y="20"/>
                    </a:lnTo>
                    <a:lnTo>
                      <a:pt x="203" y="22"/>
                    </a:lnTo>
                    <a:lnTo>
                      <a:pt x="202" y="22"/>
                    </a:lnTo>
                    <a:lnTo>
                      <a:pt x="202" y="25"/>
                    </a:lnTo>
                    <a:lnTo>
                      <a:pt x="202" y="26"/>
                    </a:lnTo>
                    <a:lnTo>
                      <a:pt x="202" y="26"/>
                    </a:lnTo>
                    <a:lnTo>
                      <a:pt x="202" y="26"/>
                    </a:lnTo>
                    <a:lnTo>
                      <a:pt x="202" y="27"/>
                    </a:lnTo>
                    <a:lnTo>
                      <a:pt x="201" y="27"/>
                    </a:lnTo>
                    <a:lnTo>
                      <a:pt x="191" y="27"/>
                    </a:lnTo>
                    <a:lnTo>
                      <a:pt x="182" y="27"/>
                    </a:lnTo>
                    <a:lnTo>
                      <a:pt x="181" y="27"/>
                    </a:lnTo>
                    <a:lnTo>
                      <a:pt x="181" y="26"/>
                    </a:lnTo>
                    <a:lnTo>
                      <a:pt x="181" y="26"/>
                    </a:lnTo>
                    <a:lnTo>
                      <a:pt x="181" y="26"/>
                    </a:lnTo>
                    <a:lnTo>
                      <a:pt x="181" y="25"/>
                    </a:lnTo>
                    <a:lnTo>
                      <a:pt x="180" y="22"/>
                    </a:lnTo>
                    <a:lnTo>
                      <a:pt x="179" y="22"/>
                    </a:lnTo>
                    <a:lnTo>
                      <a:pt x="178" y="20"/>
                    </a:lnTo>
                    <a:lnTo>
                      <a:pt x="178" y="18"/>
                    </a:lnTo>
                    <a:lnTo>
                      <a:pt x="179" y="17"/>
                    </a:lnTo>
                    <a:lnTo>
                      <a:pt x="180" y="16"/>
                    </a:lnTo>
                    <a:lnTo>
                      <a:pt x="181" y="14"/>
                    </a:lnTo>
                    <a:lnTo>
                      <a:pt x="182" y="14"/>
                    </a:lnTo>
                    <a:lnTo>
                      <a:pt x="183" y="13"/>
                    </a:lnTo>
                    <a:lnTo>
                      <a:pt x="183" y="11"/>
                    </a:lnTo>
                    <a:lnTo>
                      <a:pt x="184" y="7"/>
                    </a:lnTo>
                    <a:lnTo>
                      <a:pt x="186" y="5"/>
                    </a:lnTo>
                    <a:lnTo>
                      <a:pt x="186" y="3"/>
                    </a:lnTo>
                    <a:lnTo>
                      <a:pt x="187" y="2"/>
                    </a:lnTo>
                    <a:lnTo>
                      <a:pt x="188" y="1"/>
                    </a:lnTo>
                    <a:lnTo>
                      <a:pt x="190" y="1"/>
                    </a:lnTo>
                    <a:lnTo>
                      <a:pt x="190" y="0"/>
                    </a:lnTo>
                    <a:lnTo>
                      <a:pt x="190" y="0"/>
                    </a:lnTo>
                    <a:close/>
                    <a:moveTo>
                      <a:pt x="174" y="52"/>
                    </a:moveTo>
                    <a:lnTo>
                      <a:pt x="174" y="62"/>
                    </a:lnTo>
                    <a:lnTo>
                      <a:pt x="168" y="62"/>
                    </a:lnTo>
                    <a:lnTo>
                      <a:pt x="166" y="62"/>
                    </a:lnTo>
                    <a:lnTo>
                      <a:pt x="166" y="61"/>
                    </a:lnTo>
                    <a:lnTo>
                      <a:pt x="164" y="59"/>
                    </a:lnTo>
                    <a:lnTo>
                      <a:pt x="163" y="58"/>
                    </a:lnTo>
                    <a:lnTo>
                      <a:pt x="162" y="55"/>
                    </a:lnTo>
                    <a:lnTo>
                      <a:pt x="162" y="54"/>
                    </a:lnTo>
                    <a:lnTo>
                      <a:pt x="161" y="53"/>
                    </a:lnTo>
                    <a:lnTo>
                      <a:pt x="159" y="51"/>
                    </a:lnTo>
                    <a:lnTo>
                      <a:pt x="158" y="50"/>
                    </a:lnTo>
                    <a:lnTo>
                      <a:pt x="156" y="47"/>
                    </a:lnTo>
                    <a:lnTo>
                      <a:pt x="156" y="46"/>
                    </a:lnTo>
                    <a:lnTo>
                      <a:pt x="156" y="46"/>
                    </a:lnTo>
                    <a:lnTo>
                      <a:pt x="156" y="45"/>
                    </a:lnTo>
                    <a:lnTo>
                      <a:pt x="157" y="44"/>
                    </a:lnTo>
                    <a:lnTo>
                      <a:pt x="158" y="42"/>
                    </a:lnTo>
                    <a:lnTo>
                      <a:pt x="159" y="42"/>
                    </a:lnTo>
                    <a:lnTo>
                      <a:pt x="160" y="42"/>
                    </a:lnTo>
                    <a:lnTo>
                      <a:pt x="161" y="42"/>
                    </a:lnTo>
                    <a:lnTo>
                      <a:pt x="162" y="42"/>
                    </a:lnTo>
                    <a:lnTo>
                      <a:pt x="162" y="42"/>
                    </a:lnTo>
                    <a:lnTo>
                      <a:pt x="162" y="42"/>
                    </a:lnTo>
                    <a:lnTo>
                      <a:pt x="162" y="42"/>
                    </a:lnTo>
                    <a:lnTo>
                      <a:pt x="162" y="42"/>
                    </a:lnTo>
                    <a:lnTo>
                      <a:pt x="162" y="42"/>
                    </a:lnTo>
                    <a:lnTo>
                      <a:pt x="162" y="43"/>
                    </a:lnTo>
                    <a:lnTo>
                      <a:pt x="161" y="44"/>
                    </a:lnTo>
                    <a:lnTo>
                      <a:pt x="162" y="45"/>
                    </a:lnTo>
                    <a:lnTo>
                      <a:pt x="162" y="46"/>
                    </a:lnTo>
                    <a:lnTo>
                      <a:pt x="163" y="46"/>
                    </a:lnTo>
                    <a:lnTo>
                      <a:pt x="164" y="46"/>
                    </a:lnTo>
                    <a:lnTo>
                      <a:pt x="166" y="47"/>
                    </a:lnTo>
                    <a:lnTo>
                      <a:pt x="169" y="48"/>
                    </a:lnTo>
                    <a:lnTo>
                      <a:pt x="170" y="50"/>
                    </a:lnTo>
                    <a:lnTo>
                      <a:pt x="171" y="51"/>
                    </a:lnTo>
                    <a:lnTo>
                      <a:pt x="173" y="52"/>
                    </a:lnTo>
                    <a:lnTo>
                      <a:pt x="174" y="52"/>
                    </a:lnTo>
                    <a:lnTo>
                      <a:pt x="174" y="52"/>
                    </a:lnTo>
                    <a:close/>
                    <a:moveTo>
                      <a:pt x="175" y="65"/>
                    </a:moveTo>
                    <a:lnTo>
                      <a:pt x="168" y="65"/>
                    </a:lnTo>
                    <a:lnTo>
                      <a:pt x="168" y="74"/>
                    </a:lnTo>
                    <a:lnTo>
                      <a:pt x="175" y="74"/>
                    </a:lnTo>
                    <a:lnTo>
                      <a:pt x="175" y="65"/>
                    </a:lnTo>
                    <a:lnTo>
                      <a:pt x="175" y="65"/>
                    </a:lnTo>
                    <a:close/>
                    <a:moveTo>
                      <a:pt x="175" y="76"/>
                    </a:moveTo>
                    <a:lnTo>
                      <a:pt x="126" y="76"/>
                    </a:lnTo>
                    <a:lnTo>
                      <a:pt x="126" y="83"/>
                    </a:lnTo>
                    <a:lnTo>
                      <a:pt x="175" y="83"/>
                    </a:lnTo>
                    <a:lnTo>
                      <a:pt x="175" y="76"/>
                    </a:lnTo>
                    <a:lnTo>
                      <a:pt x="175" y="76"/>
                    </a:lnTo>
                    <a:close/>
                    <a:moveTo>
                      <a:pt x="175" y="86"/>
                    </a:moveTo>
                    <a:lnTo>
                      <a:pt x="126" y="86"/>
                    </a:lnTo>
                    <a:lnTo>
                      <a:pt x="126" y="107"/>
                    </a:lnTo>
                    <a:lnTo>
                      <a:pt x="175" y="107"/>
                    </a:lnTo>
                    <a:lnTo>
                      <a:pt x="175" y="86"/>
                    </a:lnTo>
                    <a:lnTo>
                      <a:pt x="175" y="86"/>
                    </a:lnTo>
                    <a:close/>
                    <a:moveTo>
                      <a:pt x="175" y="110"/>
                    </a:moveTo>
                    <a:lnTo>
                      <a:pt x="126" y="110"/>
                    </a:lnTo>
                    <a:lnTo>
                      <a:pt x="126" y="117"/>
                    </a:lnTo>
                    <a:lnTo>
                      <a:pt x="175" y="117"/>
                    </a:lnTo>
                    <a:lnTo>
                      <a:pt x="175" y="110"/>
                    </a:lnTo>
                    <a:lnTo>
                      <a:pt x="175" y="110"/>
                    </a:lnTo>
                    <a:close/>
                    <a:moveTo>
                      <a:pt x="140" y="121"/>
                    </a:moveTo>
                    <a:lnTo>
                      <a:pt x="141" y="121"/>
                    </a:lnTo>
                    <a:lnTo>
                      <a:pt x="140" y="122"/>
                    </a:lnTo>
                    <a:lnTo>
                      <a:pt x="139" y="122"/>
                    </a:lnTo>
                    <a:lnTo>
                      <a:pt x="138" y="124"/>
                    </a:lnTo>
                    <a:lnTo>
                      <a:pt x="137" y="126"/>
                    </a:lnTo>
                    <a:lnTo>
                      <a:pt x="135" y="126"/>
                    </a:lnTo>
                    <a:lnTo>
                      <a:pt x="134" y="128"/>
                    </a:lnTo>
                    <a:lnTo>
                      <a:pt x="132" y="128"/>
                    </a:lnTo>
                    <a:lnTo>
                      <a:pt x="130" y="129"/>
                    </a:lnTo>
                    <a:lnTo>
                      <a:pt x="130" y="130"/>
                    </a:lnTo>
                    <a:lnTo>
                      <a:pt x="129" y="132"/>
                    </a:lnTo>
                    <a:lnTo>
                      <a:pt x="128" y="134"/>
                    </a:lnTo>
                    <a:lnTo>
                      <a:pt x="127" y="134"/>
                    </a:lnTo>
                    <a:lnTo>
                      <a:pt x="126" y="134"/>
                    </a:lnTo>
                    <a:lnTo>
                      <a:pt x="126" y="134"/>
                    </a:lnTo>
                    <a:lnTo>
                      <a:pt x="126" y="134"/>
                    </a:lnTo>
                    <a:lnTo>
                      <a:pt x="126" y="121"/>
                    </a:lnTo>
                    <a:lnTo>
                      <a:pt x="140" y="121"/>
                    </a:lnTo>
                    <a:lnTo>
                      <a:pt x="140" y="121"/>
                    </a:lnTo>
                    <a:close/>
                    <a:moveTo>
                      <a:pt x="122" y="73"/>
                    </a:moveTo>
                    <a:lnTo>
                      <a:pt x="100" y="73"/>
                    </a:lnTo>
                    <a:lnTo>
                      <a:pt x="100" y="233"/>
                    </a:lnTo>
                    <a:lnTo>
                      <a:pt x="122" y="233"/>
                    </a:lnTo>
                    <a:lnTo>
                      <a:pt x="122" y="73"/>
                    </a:lnTo>
                    <a:lnTo>
                      <a:pt x="122" y="73"/>
                    </a:lnTo>
                    <a:close/>
                    <a:moveTo>
                      <a:pt x="124" y="50"/>
                    </a:moveTo>
                    <a:lnTo>
                      <a:pt x="98" y="50"/>
                    </a:lnTo>
                    <a:lnTo>
                      <a:pt x="97" y="50"/>
                    </a:lnTo>
                    <a:lnTo>
                      <a:pt x="97" y="50"/>
                    </a:lnTo>
                    <a:lnTo>
                      <a:pt x="96" y="51"/>
                    </a:lnTo>
                    <a:lnTo>
                      <a:pt x="96" y="51"/>
                    </a:lnTo>
                    <a:lnTo>
                      <a:pt x="96" y="67"/>
                    </a:lnTo>
                    <a:lnTo>
                      <a:pt x="96" y="68"/>
                    </a:lnTo>
                    <a:lnTo>
                      <a:pt x="97" y="68"/>
                    </a:lnTo>
                    <a:lnTo>
                      <a:pt x="97" y="68"/>
                    </a:lnTo>
                    <a:lnTo>
                      <a:pt x="98" y="69"/>
                    </a:lnTo>
                    <a:lnTo>
                      <a:pt x="124" y="69"/>
                    </a:lnTo>
                    <a:lnTo>
                      <a:pt x="125" y="68"/>
                    </a:lnTo>
                    <a:lnTo>
                      <a:pt x="125" y="68"/>
                    </a:lnTo>
                    <a:lnTo>
                      <a:pt x="125" y="68"/>
                    </a:lnTo>
                    <a:lnTo>
                      <a:pt x="125" y="67"/>
                    </a:lnTo>
                    <a:lnTo>
                      <a:pt x="125" y="51"/>
                    </a:lnTo>
                    <a:lnTo>
                      <a:pt x="125" y="51"/>
                    </a:lnTo>
                    <a:lnTo>
                      <a:pt x="125" y="50"/>
                    </a:lnTo>
                    <a:lnTo>
                      <a:pt x="125" y="50"/>
                    </a:lnTo>
                    <a:lnTo>
                      <a:pt x="124" y="50"/>
                    </a:lnTo>
                    <a:lnTo>
                      <a:pt x="124" y="50"/>
                    </a:lnTo>
                    <a:close/>
                    <a:moveTo>
                      <a:pt x="52" y="79"/>
                    </a:moveTo>
                    <a:lnTo>
                      <a:pt x="30" y="79"/>
                    </a:lnTo>
                    <a:lnTo>
                      <a:pt x="30" y="232"/>
                    </a:lnTo>
                    <a:lnTo>
                      <a:pt x="51" y="232"/>
                    </a:lnTo>
                    <a:lnTo>
                      <a:pt x="51" y="88"/>
                    </a:lnTo>
                    <a:lnTo>
                      <a:pt x="52" y="88"/>
                    </a:lnTo>
                    <a:lnTo>
                      <a:pt x="52" y="79"/>
                    </a:lnTo>
                    <a:lnTo>
                      <a:pt x="52" y="79"/>
                    </a:lnTo>
                    <a:close/>
                    <a:moveTo>
                      <a:pt x="54" y="63"/>
                    </a:moveTo>
                    <a:lnTo>
                      <a:pt x="30" y="63"/>
                    </a:lnTo>
                    <a:lnTo>
                      <a:pt x="29" y="63"/>
                    </a:lnTo>
                    <a:lnTo>
                      <a:pt x="29" y="64"/>
                    </a:lnTo>
                    <a:lnTo>
                      <a:pt x="29" y="76"/>
                    </a:lnTo>
                    <a:lnTo>
                      <a:pt x="29" y="77"/>
                    </a:lnTo>
                    <a:lnTo>
                      <a:pt x="30" y="78"/>
                    </a:lnTo>
                    <a:lnTo>
                      <a:pt x="54" y="78"/>
                    </a:lnTo>
                    <a:lnTo>
                      <a:pt x="54" y="77"/>
                    </a:lnTo>
                    <a:lnTo>
                      <a:pt x="54" y="76"/>
                    </a:lnTo>
                    <a:lnTo>
                      <a:pt x="54" y="64"/>
                    </a:lnTo>
                    <a:lnTo>
                      <a:pt x="54" y="63"/>
                    </a:lnTo>
                    <a:lnTo>
                      <a:pt x="54" y="63"/>
                    </a:lnTo>
                    <a:lnTo>
                      <a:pt x="54" y="63"/>
                    </a:lnTo>
                    <a:close/>
                    <a:moveTo>
                      <a:pt x="42" y="39"/>
                    </a:moveTo>
                    <a:lnTo>
                      <a:pt x="42" y="39"/>
                    </a:lnTo>
                    <a:lnTo>
                      <a:pt x="43" y="39"/>
                    </a:lnTo>
                    <a:lnTo>
                      <a:pt x="45" y="40"/>
                    </a:lnTo>
                    <a:lnTo>
                      <a:pt x="46" y="42"/>
                    </a:lnTo>
                    <a:lnTo>
                      <a:pt x="46" y="42"/>
                    </a:lnTo>
                    <a:lnTo>
                      <a:pt x="47" y="45"/>
                    </a:lnTo>
                    <a:lnTo>
                      <a:pt x="48" y="47"/>
                    </a:lnTo>
                    <a:lnTo>
                      <a:pt x="49" y="49"/>
                    </a:lnTo>
                    <a:lnTo>
                      <a:pt x="50" y="50"/>
                    </a:lnTo>
                    <a:lnTo>
                      <a:pt x="50" y="50"/>
                    </a:lnTo>
                    <a:lnTo>
                      <a:pt x="50" y="51"/>
                    </a:lnTo>
                    <a:lnTo>
                      <a:pt x="51" y="52"/>
                    </a:lnTo>
                    <a:lnTo>
                      <a:pt x="51" y="53"/>
                    </a:lnTo>
                    <a:lnTo>
                      <a:pt x="51" y="54"/>
                    </a:lnTo>
                    <a:lnTo>
                      <a:pt x="51" y="55"/>
                    </a:lnTo>
                    <a:lnTo>
                      <a:pt x="50" y="56"/>
                    </a:lnTo>
                    <a:lnTo>
                      <a:pt x="50" y="57"/>
                    </a:lnTo>
                    <a:lnTo>
                      <a:pt x="50" y="58"/>
                    </a:lnTo>
                    <a:lnTo>
                      <a:pt x="50" y="58"/>
                    </a:lnTo>
                    <a:lnTo>
                      <a:pt x="50" y="58"/>
                    </a:lnTo>
                    <a:lnTo>
                      <a:pt x="50" y="59"/>
                    </a:lnTo>
                    <a:lnTo>
                      <a:pt x="50" y="59"/>
                    </a:lnTo>
                    <a:lnTo>
                      <a:pt x="50" y="61"/>
                    </a:lnTo>
                    <a:lnTo>
                      <a:pt x="50" y="61"/>
                    </a:lnTo>
                    <a:lnTo>
                      <a:pt x="42" y="61"/>
                    </a:lnTo>
                    <a:lnTo>
                      <a:pt x="42" y="61"/>
                    </a:lnTo>
                    <a:lnTo>
                      <a:pt x="42" y="61"/>
                    </a:lnTo>
                    <a:lnTo>
                      <a:pt x="34" y="61"/>
                    </a:lnTo>
                    <a:lnTo>
                      <a:pt x="34" y="61"/>
                    </a:lnTo>
                    <a:lnTo>
                      <a:pt x="34" y="59"/>
                    </a:lnTo>
                    <a:lnTo>
                      <a:pt x="34" y="59"/>
                    </a:lnTo>
                    <a:lnTo>
                      <a:pt x="34" y="58"/>
                    </a:lnTo>
                    <a:lnTo>
                      <a:pt x="34" y="58"/>
                    </a:lnTo>
                    <a:lnTo>
                      <a:pt x="34" y="58"/>
                    </a:lnTo>
                    <a:lnTo>
                      <a:pt x="34" y="57"/>
                    </a:lnTo>
                    <a:lnTo>
                      <a:pt x="34" y="56"/>
                    </a:lnTo>
                    <a:lnTo>
                      <a:pt x="33" y="55"/>
                    </a:lnTo>
                    <a:lnTo>
                      <a:pt x="32" y="54"/>
                    </a:lnTo>
                    <a:lnTo>
                      <a:pt x="32" y="53"/>
                    </a:lnTo>
                    <a:lnTo>
                      <a:pt x="32" y="52"/>
                    </a:lnTo>
                    <a:lnTo>
                      <a:pt x="33" y="51"/>
                    </a:lnTo>
                    <a:lnTo>
                      <a:pt x="34" y="50"/>
                    </a:lnTo>
                    <a:lnTo>
                      <a:pt x="34" y="50"/>
                    </a:lnTo>
                    <a:lnTo>
                      <a:pt x="35" y="49"/>
                    </a:lnTo>
                    <a:lnTo>
                      <a:pt x="35" y="47"/>
                    </a:lnTo>
                    <a:lnTo>
                      <a:pt x="36" y="45"/>
                    </a:lnTo>
                    <a:lnTo>
                      <a:pt x="38" y="42"/>
                    </a:lnTo>
                    <a:lnTo>
                      <a:pt x="38" y="42"/>
                    </a:lnTo>
                    <a:lnTo>
                      <a:pt x="39" y="40"/>
                    </a:lnTo>
                    <a:lnTo>
                      <a:pt x="40" y="39"/>
                    </a:lnTo>
                    <a:lnTo>
                      <a:pt x="41" y="39"/>
                    </a:lnTo>
                    <a:lnTo>
                      <a:pt x="42" y="39"/>
                    </a:lnTo>
                    <a:lnTo>
                      <a:pt x="42" y="39"/>
                    </a:lnTo>
                    <a:lnTo>
                      <a:pt x="42" y="39"/>
                    </a:lnTo>
                    <a:lnTo>
                      <a:pt x="42" y="39"/>
                    </a:lnTo>
                    <a:close/>
                    <a:moveTo>
                      <a:pt x="96" y="74"/>
                    </a:moveTo>
                    <a:lnTo>
                      <a:pt x="92" y="74"/>
                    </a:lnTo>
                    <a:lnTo>
                      <a:pt x="90" y="74"/>
                    </a:lnTo>
                    <a:lnTo>
                      <a:pt x="90" y="74"/>
                    </a:lnTo>
                    <a:lnTo>
                      <a:pt x="89" y="74"/>
                    </a:lnTo>
                    <a:lnTo>
                      <a:pt x="88" y="73"/>
                    </a:lnTo>
                    <a:lnTo>
                      <a:pt x="86" y="71"/>
                    </a:lnTo>
                    <a:lnTo>
                      <a:pt x="86" y="69"/>
                    </a:lnTo>
                    <a:lnTo>
                      <a:pt x="83" y="65"/>
                    </a:lnTo>
                    <a:lnTo>
                      <a:pt x="81" y="61"/>
                    </a:lnTo>
                    <a:lnTo>
                      <a:pt x="81" y="59"/>
                    </a:lnTo>
                    <a:lnTo>
                      <a:pt x="82" y="59"/>
                    </a:lnTo>
                    <a:lnTo>
                      <a:pt x="82" y="58"/>
                    </a:lnTo>
                    <a:lnTo>
                      <a:pt x="82" y="58"/>
                    </a:lnTo>
                    <a:lnTo>
                      <a:pt x="84" y="57"/>
                    </a:lnTo>
                    <a:lnTo>
                      <a:pt x="84" y="57"/>
                    </a:lnTo>
                    <a:lnTo>
                      <a:pt x="86" y="56"/>
                    </a:lnTo>
                    <a:lnTo>
                      <a:pt x="86" y="56"/>
                    </a:lnTo>
                    <a:lnTo>
                      <a:pt x="86" y="57"/>
                    </a:lnTo>
                    <a:lnTo>
                      <a:pt x="87" y="57"/>
                    </a:lnTo>
                    <a:lnTo>
                      <a:pt x="86" y="58"/>
                    </a:lnTo>
                    <a:lnTo>
                      <a:pt x="86" y="59"/>
                    </a:lnTo>
                    <a:lnTo>
                      <a:pt x="90" y="62"/>
                    </a:lnTo>
                    <a:lnTo>
                      <a:pt x="94" y="65"/>
                    </a:lnTo>
                    <a:lnTo>
                      <a:pt x="94" y="67"/>
                    </a:lnTo>
                    <a:lnTo>
                      <a:pt x="95" y="70"/>
                    </a:lnTo>
                    <a:lnTo>
                      <a:pt x="95" y="71"/>
                    </a:lnTo>
                    <a:lnTo>
                      <a:pt x="95" y="71"/>
                    </a:lnTo>
                    <a:lnTo>
                      <a:pt x="96" y="71"/>
                    </a:lnTo>
                    <a:lnTo>
                      <a:pt x="96" y="74"/>
                    </a:lnTo>
                    <a:lnTo>
                      <a:pt x="96" y="74"/>
                    </a:lnTo>
                    <a:close/>
                    <a:moveTo>
                      <a:pt x="96" y="76"/>
                    </a:moveTo>
                    <a:lnTo>
                      <a:pt x="91" y="76"/>
                    </a:lnTo>
                    <a:lnTo>
                      <a:pt x="91" y="83"/>
                    </a:lnTo>
                    <a:lnTo>
                      <a:pt x="96" y="83"/>
                    </a:lnTo>
                    <a:lnTo>
                      <a:pt x="96" y="76"/>
                    </a:lnTo>
                    <a:lnTo>
                      <a:pt x="96" y="76"/>
                    </a:lnTo>
                    <a:close/>
                    <a:moveTo>
                      <a:pt x="96" y="84"/>
                    </a:moveTo>
                    <a:lnTo>
                      <a:pt x="54" y="84"/>
                    </a:lnTo>
                    <a:lnTo>
                      <a:pt x="54" y="92"/>
                    </a:lnTo>
                    <a:lnTo>
                      <a:pt x="96" y="92"/>
                    </a:lnTo>
                    <a:lnTo>
                      <a:pt x="96" y="84"/>
                    </a:lnTo>
                    <a:lnTo>
                      <a:pt x="96" y="84"/>
                    </a:lnTo>
                    <a:close/>
                    <a:moveTo>
                      <a:pt x="162" y="121"/>
                    </a:moveTo>
                    <a:lnTo>
                      <a:pt x="161" y="121"/>
                    </a:lnTo>
                    <a:lnTo>
                      <a:pt x="162" y="122"/>
                    </a:lnTo>
                    <a:lnTo>
                      <a:pt x="162" y="122"/>
                    </a:lnTo>
                    <a:lnTo>
                      <a:pt x="163" y="124"/>
                    </a:lnTo>
                    <a:lnTo>
                      <a:pt x="164" y="126"/>
                    </a:lnTo>
                    <a:lnTo>
                      <a:pt x="166" y="126"/>
                    </a:lnTo>
                    <a:lnTo>
                      <a:pt x="167" y="128"/>
                    </a:lnTo>
                    <a:lnTo>
                      <a:pt x="169" y="128"/>
                    </a:lnTo>
                    <a:lnTo>
                      <a:pt x="170" y="129"/>
                    </a:lnTo>
                    <a:lnTo>
                      <a:pt x="171" y="130"/>
                    </a:lnTo>
                    <a:lnTo>
                      <a:pt x="172" y="132"/>
                    </a:lnTo>
                    <a:lnTo>
                      <a:pt x="173" y="134"/>
                    </a:lnTo>
                    <a:lnTo>
                      <a:pt x="174" y="134"/>
                    </a:lnTo>
                    <a:lnTo>
                      <a:pt x="174" y="134"/>
                    </a:lnTo>
                    <a:lnTo>
                      <a:pt x="175" y="134"/>
                    </a:lnTo>
                    <a:lnTo>
                      <a:pt x="175" y="134"/>
                    </a:lnTo>
                    <a:lnTo>
                      <a:pt x="175" y="121"/>
                    </a:lnTo>
                    <a:lnTo>
                      <a:pt x="162" y="121"/>
                    </a:lnTo>
                    <a:lnTo>
                      <a:pt x="162" y="121"/>
                    </a:lnTo>
                    <a:close/>
                    <a:moveTo>
                      <a:pt x="110" y="25"/>
                    </a:moveTo>
                    <a:lnTo>
                      <a:pt x="110" y="25"/>
                    </a:lnTo>
                    <a:lnTo>
                      <a:pt x="110" y="25"/>
                    </a:lnTo>
                    <a:lnTo>
                      <a:pt x="110" y="24"/>
                    </a:lnTo>
                    <a:lnTo>
                      <a:pt x="110" y="24"/>
                    </a:lnTo>
                    <a:lnTo>
                      <a:pt x="111" y="24"/>
                    </a:lnTo>
                    <a:lnTo>
                      <a:pt x="111" y="24"/>
                    </a:lnTo>
                    <a:lnTo>
                      <a:pt x="112" y="25"/>
                    </a:lnTo>
                    <a:lnTo>
                      <a:pt x="114" y="25"/>
                    </a:lnTo>
                    <a:lnTo>
                      <a:pt x="114" y="26"/>
                    </a:lnTo>
                    <a:lnTo>
                      <a:pt x="115" y="27"/>
                    </a:lnTo>
                    <a:lnTo>
                      <a:pt x="116" y="29"/>
                    </a:lnTo>
                    <a:lnTo>
                      <a:pt x="117" y="31"/>
                    </a:lnTo>
                    <a:lnTo>
                      <a:pt x="117" y="34"/>
                    </a:lnTo>
                    <a:lnTo>
                      <a:pt x="118" y="35"/>
                    </a:lnTo>
                    <a:lnTo>
                      <a:pt x="118" y="36"/>
                    </a:lnTo>
                    <a:lnTo>
                      <a:pt x="119" y="37"/>
                    </a:lnTo>
                    <a:lnTo>
                      <a:pt x="121" y="38"/>
                    </a:lnTo>
                    <a:lnTo>
                      <a:pt x="121" y="40"/>
                    </a:lnTo>
                    <a:lnTo>
                      <a:pt x="122" y="42"/>
                    </a:lnTo>
                    <a:lnTo>
                      <a:pt x="122" y="42"/>
                    </a:lnTo>
                    <a:lnTo>
                      <a:pt x="122" y="44"/>
                    </a:lnTo>
                    <a:lnTo>
                      <a:pt x="121" y="45"/>
                    </a:lnTo>
                    <a:lnTo>
                      <a:pt x="120" y="46"/>
                    </a:lnTo>
                    <a:lnTo>
                      <a:pt x="120" y="47"/>
                    </a:lnTo>
                    <a:lnTo>
                      <a:pt x="120" y="47"/>
                    </a:lnTo>
                    <a:lnTo>
                      <a:pt x="119" y="48"/>
                    </a:lnTo>
                    <a:lnTo>
                      <a:pt x="119" y="48"/>
                    </a:lnTo>
                    <a:lnTo>
                      <a:pt x="118" y="48"/>
                    </a:lnTo>
                    <a:lnTo>
                      <a:pt x="111" y="48"/>
                    </a:lnTo>
                    <a:lnTo>
                      <a:pt x="111" y="48"/>
                    </a:lnTo>
                    <a:lnTo>
                      <a:pt x="110" y="48"/>
                    </a:lnTo>
                    <a:lnTo>
                      <a:pt x="103" y="48"/>
                    </a:lnTo>
                    <a:lnTo>
                      <a:pt x="102" y="48"/>
                    </a:lnTo>
                    <a:lnTo>
                      <a:pt x="102" y="48"/>
                    </a:lnTo>
                    <a:lnTo>
                      <a:pt x="102" y="48"/>
                    </a:lnTo>
                    <a:lnTo>
                      <a:pt x="102" y="47"/>
                    </a:lnTo>
                    <a:lnTo>
                      <a:pt x="102" y="46"/>
                    </a:lnTo>
                    <a:lnTo>
                      <a:pt x="101" y="46"/>
                    </a:lnTo>
                    <a:lnTo>
                      <a:pt x="100" y="44"/>
                    </a:lnTo>
                    <a:lnTo>
                      <a:pt x="99" y="43"/>
                    </a:lnTo>
                    <a:lnTo>
                      <a:pt x="100" y="42"/>
                    </a:lnTo>
                    <a:lnTo>
                      <a:pt x="100" y="40"/>
                    </a:lnTo>
                    <a:lnTo>
                      <a:pt x="101" y="38"/>
                    </a:lnTo>
                    <a:lnTo>
                      <a:pt x="102" y="38"/>
                    </a:lnTo>
                    <a:lnTo>
                      <a:pt x="103" y="37"/>
                    </a:lnTo>
                    <a:lnTo>
                      <a:pt x="104" y="35"/>
                    </a:lnTo>
                    <a:lnTo>
                      <a:pt x="104" y="34"/>
                    </a:lnTo>
                    <a:lnTo>
                      <a:pt x="105" y="31"/>
                    </a:lnTo>
                    <a:lnTo>
                      <a:pt x="106" y="30"/>
                    </a:lnTo>
                    <a:lnTo>
                      <a:pt x="106" y="27"/>
                    </a:lnTo>
                    <a:lnTo>
                      <a:pt x="107" y="26"/>
                    </a:lnTo>
                    <a:lnTo>
                      <a:pt x="108" y="26"/>
                    </a:lnTo>
                    <a:lnTo>
                      <a:pt x="110" y="25"/>
                    </a:lnTo>
                    <a:lnTo>
                      <a:pt x="110" y="25"/>
                    </a:lnTo>
                    <a:lnTo>
                      <a:pt x="110" y="25"/>
                    </a:lnTo>
                    <a:close/>
                    <a:moveTo>
                      <a:pt x="126" y="74"/>
                    </a:moveTo>
                    <a:lnTo>
                      <a:pt x="130" y="74"/>
                    </a:lnTo>
                    <a:lnTo>
                      <a:pt x="131" y="74"/>
                    </a:lnTo>
                    <a:lnTo>
                      <a:pt x="132" y="74"/>
                    </a:lnTo>
                    <a:lnTo>
                      <a:pt x="134" y="74"/>
                    </a:lnTo>
                    <a:lnTo>
                      <a:pt x="134" y="73"/>
                    </a:lnTo>
                    <a:lnTo>
                      <a:pt x="135" y="71"/>
                    </a:lnTo>
                    <a:lnTo>
                      <a:pt x="136" y="69"/>
                    </a:lnTo>
                    <a:lnTo>
                      <a:pt x="138" y="65"/>
                    </a:lnTo>
                    <a:lnTo>
                      <a:pt x="141" y="61"/>
                    </a:lnTo>
                    <a:lnTo>
                      <a:pt x="141" y="59"/>
                    </a:lnTo>
                    <a:lnTo>
                      <a:pt x="140" y="59"/>
                    </a:lnTo>
                    <a:lnTo>
                      <a:pt x="139" y="58"/>
                    </a:lnTo>
                    <a:lnTo>
                      <a:pt x="139" y="58"/>
                    </a:lnTo>
                    <a:lnTo>
                      <a:pt x="138" y="57"/>
                    </a:lnTo>
                    <a:lnTo>
                      <a:pt x="138" y="57"/>
                    </a:lnTo>
                    <a:lnTo>
                      <a:pt x="136" y="56"/>
                    </a:lnTo>
                    <a:lnTo>
                      <a:pt x="136" y="56"/>
                    </a:lnTo>
                    <a:lnTo>
                      <a:pt x="135" y="57"/>
                    </a:lnTo>
                    <a:lnTo>
                      <a:pt x="135" y="57"/>
                    </a:lnTo>
                    <a:lnTo>
                      <a:pt x="135" y="58"/>
                    </a:lnTo>
                    <a:lnTo>
                      <a:pt x="136" y="59"/>
                    </a:lnTo>
                    <a:lnTo>
                      <a:pt x="132" y="62"/>
                    </a:lnTo>
                    <a:lnTo>
                      <a:pt x="128" y="65"/>
                    </a:lnTo>
                    <a:lnTo>
                      <a:pt x="127" y="67"/>
                    </a:lnTo>
                    <a:lnTo>
                      <a:pt x="127" y="70"/>
                    </a:lnTo>
                    <a:lnTo>
                      <a:pt x="126" y="71"/>
                    </a:lnTo>
                    <a:lnTo>
                      <a:pt x="126" y="71"/>
                    </a:lnTo>
                    <a:lnTo>
                      <a:pt x="126" y="71"/>
                    </a:lnTo>
                    <a:lnTo>
                      <a:pt x="126" y="74"/>
                    </a:lnTo>
                    <a:lnTo>
                      <a:pt x="126" y="74"/>
                    </a:lnTo>
                    <a:close/>
                    <a:moveTo>
                      <a:pt x="96" y="94"/>
                    </a:moveTo>
                    <a:lnTo>
                      <a:pt x="54" y="94"/>
                    </a:lnTo>
                    <a:lnTo>
                      <a:pt x="54" y="110"/>
                    </a:lnTo>
                    <a:lnTo>
                      <a:pt x="96" y="110"/>
                    </a:lnTo>
                    <a:lnTo>
                      <a:pt x="96" y="94"/>
                    </a:lnTo>
                    <a:lnTo>
                      <a:pt x="96" y="94"/>
                    </a:lnTo>
                    <a:close/>
                    <a:moveTo>
                      <a:pt x="96" y="113"/>
                    </a:moveTo>
                    <a:lnTo>
                      <a:pt x="54" y="113"/>
                    </a:lnTo>
                    <a:lnTo>
                      <a:pt x="54" y="120"/>
                    </a:lnTo>
                    <a:lnTo>
                      <a:pt x="96" y="120"/>
                    </a:lnTo>
                    <a:lnTo>
                      <a:pt x="96" y="113"/>
                    </a:lnTo>
                    <a:lnTo>
                      <a:pt x="96" y="113"/>
                    </a:lnTo>
                    <a:close/>
                    <a:moveTo>
                      <a:pt x="96" y="134"/>
                    </a:moveTo>
                    <a:lnTo>
                      <a:pt x="94" y="133"/>
                    </a:lnTo>
                    <a:lnTo>
                      <a:pt x="93" y="131"/>
                    </a:lnTo>
                    <a:lnTo>
                      <a:pt x="90" y="130"/>
                    </a:lnTo>
                    <a:lnTo>
                      <a:pt x="87" y="128"/>
                    </a:lnTo>
                    <a:lnTo>
                      <a:pt x="86" y="126"/>
                    </a:lnTo>
                    <a:lnTo>
                      <a:pt x="85" y="126"/>
                    </a:lnTo>
                    <a:lnTo>
                      <a:pt x="84" y="124"/>
                    </a:lnTo>
                    <a:lnTo>
                      <a:pt x="83" y="123"/>
                    </a:lnTo>
                    <a:lnTo>
                      <a:pt x="82" y="122"/>
                    </a:lnTo>
                    <a:lnTo>
                      <a:pt x="82" y="122"/>
                    </a:lnTo>
                    <a:lnTo>
                      <a:pt x="82" y="122"/>
                    </a:lnTo>
                    <a:lnTo>
                      <a:pt x="82" y="122"/>
                    </a:lnTo>
                    <a:lnTo>
                      <a:pt x="96" y="122"/>
                    </a:lnTo>
                    <a:lnTo>
                      <a:pt x="96" y="134"/>
                    </a:lnTo>
                    <a:lnTo>
                      <a:pt x="96" y="134"/>
                    </a:lnTo>
                    <a:close/>
                    <a:moveTo>
                      <a:pt x="55" y="134"/>
                    </a:moveTo>
                    <a:lnTo>
                      <a:pt x="56" y="134"/>
                    </a:lnTo>
                    <a:lnTo>
                      <a:pt x="58" y="131"/>
                    </a:lnTo>
                    <a:lnTo>
                      <a:pt x="61" y="130"/>
                    </a:lnTo>
                    <a:lnTo>
                      <a:pt x="63" y="128"/>
                    </a:lnTo>
                    <a:lnTo>
                      <a:pt x="65" y="126"/>
                    </a:lnTo>
                    <a:lnTo>
                      <a:pt x="66" y="126"/>
                    </a:lnTo>
                    <a:lnTo>
                      <a:pt x="67" y="124"/>
                    </a:lnTo>
                    <a:lnTo>
                      <a:pt x="67" y="123"/>
                    </a:lnTo>
                    <a:lnTo>
                      <a:pt x="68" y="122"/>
                    </a:lnTo>
                    <a:lnTo>
                      <a:pt x="68" y="122"/>
                    </a:lnTo>
                    <a:lnTo>
                      <a:pt x="55" y="122"/>
                    </a:lnTo>
                    <a:lnTo>
                      <a:pt x="55" y="134"/>
                    </a:lnTo>
                    <a:lnTo>
                      <a:pt x="55" y="134"/>
                    </a:lnTo>
                    <a:close/>
                    <a:moveTo>
                      <a:pt x="54" y="79"/>
                    </a:moveTo>
                    <a:lnTo>
                      <a:pt x="57" y="79"/>
                    </a:lnTo>
                    <a:lnTo>
                      <a:pt x="57" y="70"/>
                    </a:lnTo>
                    <a:lnTo>
                      <a:pt x="58" y="69"/>
                    </a:lnTo>
                    <a:lnTo>
                      <a:pt x="59" y="69"/>
                    </a:lnTo>
                    <a:lnTo>
                      <a:pt x="60" y="69"/>
                    </a:lnTo>
                    <a:lnTo>
                      <a:pt x="61" y="69"/>
                    </a:lnTo>
                    <a:lnTo>
                      <a:pt x="62" y="70"/>
                    </a:lnTo>
                    <a:lnTo>
                      <a:pt x="63" y="70"/>
                    </a:lnTo>
                    <a:lnTo>
                      <a:pt x="63" y="71"/>
                    </a:lnTo>
                    <a:lnTo>
                      <a:pt x="63" y="72"/>
                    </a:lnTo>
                    <a:lnTo>
                      <a:pt x="63" y="73"/>
                    </a:lnTo>
                    <a:lnTo>
                      <a:pt x="63" y="73"/>
                    </a:lnTo>
                    <a:lnTo>
                      <a:pt x="65" y="74"/>
                    </a:lnTo>
                    <a:lnTo>
                      <a:pt x="66" y="74"/>
                    </a:lnTo>
                    <a:lnTo>
                      <a:pt x="66" y="75"/>
                    </a:lnTo>
                    <a:lnTo>
                      <a:pt x="66" y="76"/>
                    </a:lnTo>
                    <a:lnTo>
                      <a:pt x="66" y="77"/>
                    </a:lnTo>
                    <a:lnTo>
                      <a:pt x="66" y="78"/>
                    </a:lnTo>
                    <a:lnTo>
                      <a:pt x="66" y="78"/>
                    </a:lnTo>
                    <a:lnTo>
                      <a:pt x="66" y="78"/>
                    </a:lnTo>
                    <a:lnTo>
                      <a:pt x="65" y="79"/>
                    </a:lnTo>
                    <a:lnTo>
                      <a:pt x="63" y="81"/>
                    </a:lnTo>
                    <a:lnTo>
                      <a:pt x="62" y="82"/>
                    </a:lnTo>
                    <a:lnTo>
                      <a:pt x="60" y="82"/>
                    </a:lnTo>
                    <a:lnTo>
                      <a:pt x="59" y="82"/>
                    </a:lnTo>
                    <a:lnTo>
                      <a:pt x="56" y="82"/>
                    </a:lnTo>
                    <a:lnTo>
                      <a:pt x="54" y="82"/>
                    </a:lnTo>
                    <a:lnTo>
                      <a:pt x="54" y="79"/>
                    </a:lnTo>
                    <a:lnTo>
                      <a:pt x="54" y="79"/>
                    </a:lnTo>
                    <a:close/>
                    <a:moveTo>
                      <a:pt x="28" y="83"/>
                    </a:moveTo>
                    <a:lnTo>
                      <a:pt x="24" y="83"/>
                    </a:lnTo>
                    <a:lnTo>
                      <a:pt x="22" y="83"/>
                    </a:lnTo>
                    <a:lnTo>
                      <a:pt x="21" y="82"/>
                    </a:lnTo>
                    <a:lnTo>
                      <a:pt x="21" y="82"/>
                    </a:lnTo>
                    <a:lnTo>
                      <a:pt x="19" y="82"/>
                    </a:lnTo>
                    <a:lnTo>
                      <a:pt x="18" y="79"/>
                    </a:lnTo>
                    <a:lnTo>
                      <a:pt x="18" y="77"/>
                    </a:lnTo>
                    <a:lnTo>
                      <a:pt x="17" y="75"/>
                    </a:lnTo>
                    <a:lnTo>
                      <a:pt x="16" y="74"/>
                    </a:lnTo>
                    <a:lnTo>
                      <a:pt x="15" y="73"/>
                    </a:lnTo>
                    <a:lnTo>
                      <a:pt x="15" y="72"/>
                    </a:lnTo>
                    <a:lnTo>
                      <a:pt x="14" y="71"/>
                    </a:lnTo>
                    <a:lnTo>
                      <a:pt x="14" y="70"/>
                    </a:lnTo>
                    <a:lnTo>
                      <a:pt x="13" y="70"/>
                    </a:lnTo>
                    <a:lnTo>
                      <a:pt x="13" y="68"/>
                    </a:lnTo>
                    <a:lnTo>
                      <a:pt x="13" y="66"/>
                    </a:lnTo>
                    <a:lnTo>
                      <a:pt x="14" y="65"/>
                    </a:lnTo>
                    <a:lnTo>
                      <a:pt x="14" y="65"/>
                    </a:lnTo>
                    <a:lnTo>
                      <a:pt x="15" y="65"/>
                    </a:lnTo>
                    <a:lnTo>
                      <a:pt x="15" y="64"/>
                    </a:lnTo>
                    <a:lnTo>
                      <a:pt x="16" y="64"/>
                    </a:lnTo>
                    <a:lnTo>
                      <a:pt x="17" y="65"/>
                    </a:lnTo>
                    <a:lnTo>
                      <a:pt x="17" y="65"/>
                    </a:lnTo>
                    <a:lnTo>
                      <a:pt x="17" y="66"/>
                    </a:lnTo>
                    <a:lnTo>
                      <a:pt x="17" y="67"/>
                    </a:lnTo>
                    <a:lnTo>
                      <a:pt x="19" y="68"/>
                    </a:lnTo>
                    <a:lnTo>
                      <a:pt x="22" y="70"/>
                    </a:lnTo>
                    <a:lnTo>
                      <a:pt x="22" y="70"/>
                    </a:lnTo>
                    <a:lnTo>
                      <a:pt x="24" y="71"/>
                    </a:lnTo>
                    <a:lnTo>
                      <a:pt x="25" y="72"/>
                    </a:lnTo>
                    <a:lnTo>
                      <a:pt x="26" y="74"/>
                    </a:lnTo>
                    <a:lnTo>
                      <a:pt x="26" y="76"/>
                    </a:lnTo>
                    <a:lnTo>
                      <a:pt x="26" y="78"/>
                    </a:lnTo>
                    <a:lnTo>
                      <a:pt x="26" y="79"/>
                    </a:lnTo>
                    <a:lnTo>
                      <a:pt x="26" y="79"/>
                    </a:lnTo>
                    <a:lnTo>
                      <a:pt x="28" y="79"/>
                    </a:lnTo>
                    <a:lnTo>
                      <a:pt x="28" y="83"/>
                    </a:lnTo>
                    <a:lnTo>
                      <a:pt x="28" y="83"/>
                    </a:lnTo>
                    <a:close/>
                    <a:moveTo>
                      <a:pt x="27" y="113"/>
                    </a:moveTo>
                    <a:lnTo>
                      <a:pt x="22" y="113"/>
                    </a:lnTo>
                    <a:lnTo>
                      <a:pt x="22" y="120"/>
                    </a:lnTo>
                    <a:lnTo>
                      <a:pt x="27" y="120"/>
                    </a:lnTo>
                    <a:lnTo>
                      <a:pt x="27" y="113"/>
                    </a:lnTo>
                    <a:lnTo>
                      <a:pt x="27" y="113"/>
                    </a:lnTo>
                    <a:close/>
                    <a:moveTo>
                      <a:pt x="28" y="84"/>
                    </a:moveTo>
                    <a:lnTo>
                      <a:pt x="22" y="84"/>
                    </a:lnTo>
                    <a:lnTo>
                      <a:pt x="22" y="92"/>
                    </a:lnTo>
                    <a:lnTo>
                      <a:pt x="28" y="92"/>
                    </a:lnTo>
                    <a:lnTo>
                      <a:pt x="28" y="84"/>
                    </a:lnTo>
                    <a:lnTo>
                      <a:pt x="28" y="84"/>
                    </a:lnTo>
                    <a:close/>
                    <a:moveTo>
                      <a:pt x="26" y="166"/>
                    </a:moveTo>
                    <a:lnTo>
                      <a:pt x="26" y="166"/>
                    </a:lnTo>
                    <a:lnTo>
                      <a:pt x="24" y="167"/>
                    </a:lnTo>
                    <a:lnTo>
                      <a:pt x="22" y="169"/>
                    </a:lnTo>
                    <a:lnTo>
                      <a:pt x="22" y="170"/>
                    </a:lnTo>
                    <a:lnTo>
                      <a:pt x="21" y="171"/>
                    </a:lnTo>
                    <a:lnTo>
                      <a:pt x="20" y="172"/>
                    </a:lnTo>
                    <a:lnTo>
                      <a:pt x="19" y="176"/>
                    </a:lnTo>
                    <a:lnTo>
                      <a:pt x="19" y="178"/>
                    </a:lnTo>
                    <a:lnTo>
                      <a:pt x="17" y="179"/>
                    </a:lnTo>
                    <a:lnTo>
                      <a:pt x="15" y="180"/>
                    </a:lnTo>
                    <a:lnTo>
                      <a:pt x="14" y="182"/>
                    </a:lnTo>
                    <a:lnTo>
                      <a:pt x="12" y="183"/>
                    </a:lnTo>
                    <a:lnTo>
                      <a:pt x="11" y="186"/>
                    </a:lnTo>
                    <a:lnTo>
                      <a:pt x="10" y="188"/>
                    </a:lnTo>
                    <a:lnTo>
                      <a:pt x="10" y="190"/>
                    </a:lnTo>
                    <a:lnTo>
                      <a:pt x="10" y="193"/>
                    </a:lnTo>
                    <a:lnTo>
                      <a:pt x="10" y="198"/>
                    </a:lnTo>
                    <a:lnTo>
                      <a:pt x="11" y="200"/>
                    </a:lnTo>
                    <a:lnTo>
                      <a:pt x="10" y="202"/>
                    </a:lnTo>
                    <a:lnTo>
                      <a:pt x="8" y="203"/>
                    </a:lnTo>
                    <a:lnTo>
                      <a:pt x="6" y="206"/>
                    </a:lnTo>
                    <a:lnTo>
                      <a:pt x="5" y="209"/>
                    </a:lnTo>
                    <a:lnTo>
                      <a:pt x="4" y="210"/>
                    </a:lnTo>
                    <a:lnTo>
                      <a:pt x="4" y="212"/>
                    </a:lnTo>
                    <a:lnTo>
                      <a:pt x="4" y="214"/>
                    </a:lnTo>
                    <a:lnTo>
                      <a:pt x="4" y="217"/>
                    </a:lnTo>
                    <a:lnTo>
                      <a:pt x="4" y="219"/>
                    </a:lnTo>
                    <a:lnTo>
                      <a:pt x="5" y="221"/>
                    </a:lnTo>
                    <a:lnTo>
                      <a:pt x="6" y="222"/>
                    </a:lnTo>
                    <a:lnTo>
                      <a:pt x="6" y="222"/>
                    </a:lnTo>
                    <a:lnTo>
                      <a:pt x="26" y="222"/>
                    </a:lnTo>
                    <a:lnTo>
                      <a:pt x="26" y="166"/>
                    </a:lnTo>
                    <a:lnTo>
                      <a:pt x="26" y="166"/>
                    </a:lnTo>
                    <a:close/>
                    <a:moveTo>
                      <a:pt x="27" y="226"/>
                    </a:moveTo>
                    <a:lnTo>
                      <a:pt x="0" y="226"/>
                    </a:lnTo>
                    <a:lnTo>
                      <a:pt x="0" y="234"/>
                    </a:lnTo>
                    <a:lnTo>
                      <a:pt x="27" y="234"/>
                    </a:lnTo>
                    <a:lnTo>
                      <a:pt x="27" y="226"/>
                    </a:lnTo>
                    <a:lnTo>
                      <a:pt x="27" y="226"/>
                    </a:lnTo>
                    <a:close/>
                    <a:moveTo>
                      <a:pt x="277" y="118"/>
                    </a:moveTo>
                    <a:lnTo>
                      <a:pt x="277" y="118"/>
                    </a:lnTo>
                    <a:lnTo>
                      <a:pt x="279" y="121"/>
                    </a:lnTo>
                    <a:lnTo>
                      <a:pt x="280" y="122"/>
                    </a:lnTo>
                    <a:lnTo>
                      <a:pt x="281" y="124"/>
                    </a:lnTo>
                    <a:lnTo>
                      <a:pt x="283" y="125"/>
                    </a:lnTo>
                    <a:lnTo>
                      <a:pt x="284" y="126"/>
                    </a:lnTo>
                    <a:lnTo>
                      <a:pt x="287" y="126"/>
                    </a:lnTo>
                    <a:lnTo>
                      <a:pt x="287" y="126"/>
                    </a:lnTo>
                    <a:lnTo>
                      <a:pt x="288" y="127"/>
                    </a:lnTo>
                    <a:lnTo>
                      <a:pt x="288" y="128"/>
                    </a:lnTo>
                    <a:lnTo>
                      <a:pt x="288" y="129"/>
                    </a:lnTo>
                    <a:lnTo>
                      <a:pt x="288" y="130"/>
                    </a:lnTo>
                    <a:lnTo>
                      <a:pt x="289" y="131"/>
                    </a:lnTo>
                    <a:lnTo>
                      <a:pt x="290" y="132"/>
                    </a:lnTo>
                    <a:lnTo>
                      <a:pt x="292" y="133"/>
                    </a:lnTo>
                    <a:lnTo>
                      <a:pt x="293" y="133"/>
                    </a:lnTo>
                    <a:lnTo>
                      <a:pt x="293" y="118"/>
                    </a:lnTo>
                    <a:lnTo>
                      <a:pt x="277" y="118"/>
                    </a:lnTo>
                    <a:lnTo>
                      <a:pt x="277" y="118"/>
                    </a:lnTo>
                    <a:close/>
                    <a:moveTo>
                      <a:pt x="294" y="62"/>
                    </a:moveTo>
                    <a:lnTo>
                      <a:pt x="292" y="62"/>
                    </a:lnTo>
                    <a:lnTo>
                      <a:pt x="289" y="62"/>
                    </a:lnTo>
                    <a:lnTo>
                      <a:pt x="285" y="62"/>
                    </a:lnTo>
                    <a:lnTo>
                      <a:pt x="282" y="61"/>
                    </a:lnTo>
                    <a:lnTo>
                      <a:pt x="280" y="59"/>
                    </a:lnTo>
                    <a:lnTo>
                      <a:pt x="279" y="58"/>
                    </a:lnTo>
                    <a:lnTo>
                      <a:pt x="279" y="58"/>
                    </a:lnTo>
                    <a:lnTo>
                      <a:pt x="278" y="56"/>
                    </a:lnTo>
                    <a:lnTo>
                      <a:pt x="277" y="54"/>
                    </a:lnTo>
                    <a:lnTo>
                      <a:pt x="277" y="54"/>
                    </a:lnTo>
                    <a:lnTo>
                      <a:pt x="277" y="53"/>
                    </a:lnTo>
                    <a:lnTo>
                      <a:pt x="277" y="52"/>
                    </a:lnTo>
                    <a:lnTo>
                      <a:pt x="279" y="49"/>
                    </a:lnTo>
                    <a:lnTo>
                      <a:pt x="281" y="46"/>
                    </a:lnTo>
                    <a:lnTo>
                      <a:pt x="283" y="45"/>
                    </a:lnTo>
                    <a:lnTo>
                      <a:pt x="284" y="45"/>
                    </a:lnTo>
                    <a:lnTo>
                      <a:pt x="286" y="45"/>
                    </a:lnTo>
                    <a:lnTo>
                      <a:pt x="287" y="46"/>
                    </a:lnTo>
                    <a:lnTo>
                      <a:pt x="290" y="49"/>
                    </a:lnTo>
                    <a:lnTo>
                      <a:pt x="292" y="52"/>
                    </a:lnTo>
                    <a:lnTo>
                      <a:pt x="294" y="53"/>
                    </a:lnTo>
                    <a:lnTo>
                      <a:pt x="294" y="54"/>
                    </a:lnTo>
                    <a:lnTo>
                      <a:pt x="294" y="54"/>
                    </a:lnTo>
                    <a:lnTo>
                      <a:pt x="294" y="54"/>
                    </a:lnTo>
                    <a:lnTo>
                      <a:pt x="294" y="54"/>
                    </a:lnTo>
                    <a:lnTo>
                      <a:pt x="294" y="54"/>
                    </a:lnTo>
                    <a:lnTo>
                      <a:pt x="294" y="62"/>
                    </a:lnTo>
                    <a:lnTo>
                      <a:pt x="294" y="62"/>
                    </a:lnTo>
                    <a:close/>
                    <a:moveTo>
                      <a:pt x="298" y="53"/>
                    </a:moveTo>
                    <a:lnTo>
                      <a:pt x="322" y="53"/>
                    </a:lnTo>
                    <a:lnTo>
                      <a:pt x="322" y="233"/>
                    </a:lnTo>
                    <a:lnTo>
                      <a:pt x="298" y="233"/>
                    </a:lnTo>
                    <a:lnTo>
                      <a:pt x="298" y="53"/>
                    </a:lnTo>
                    <a:lnTo>
                      <a:pt x="298" y="53"/>
                    </a:lnTo>
                    <a:close/>
                    <a:moveTo>
                      <a:pt x="295" y="30"/>
                    </a:moveTo>
                    <a:lnTo>
                      <a:pt x="295" y="30"/>
                    </a:lnTo>
                    <a:lnTo>
                      <a:pt x="294" y="30"/>
                    </a:lnTo>
                    <a:lnTo>
                      <a:pt x="294" y="30"/>
                    </a:lnTo>
                    <a:lnTo>
                      <a:pt x="294" y="30"/>
                    </a:lnTo>
                    <a:lnTo>
                      <a:pt x="294" y="48"/>
                    </a:lnTo>
                    <a:lnTo>
                      <a:pt x="294" y="49"/>
                    </a:lnTo>
                    <a:lnTo>
                      <a:pt x="294" y="50"/>
                    </a:lnTo>
                    <a:lnTo>
                      <a:pt x="295" y="50"/>
                    </a:lnTo>
                    <a:lnTo>
                      <a:pt x="295" y="50"/>
                    </a:lnTo>
                    <a:lnTo>
                      <a:pt x="325" y="50"/>
                    </a:lnTo>
                    <a:lnTo>
                      <a:pt x="325" y="50"/>
                    </a:lnTo>
                    <a:lnTo>
                      <a:pt x="326" y="50"/>
                    </a:lnTo>
                    <a:lnTo>
                      <a:pt x="326" y="49"/>
                    </a:lnTo>
                    <a:lnTo>
                      <a:pt x="326" y="48"/>
                    </a:lnTo>
                    <a:lnTo>
                      <a:pt x="326" y="30"/>
                    </a:lnTo>
                    <a:lnTo>
                      <a:pt x="326" y="30"/>
                    </a:lnTo>
                    <a:lnTo>
                      <a:pt x="326" y="30"/>
                    </a:lnTo>
                    <a:lnTo>
                      <a:pt x="325" y="30"/>
                    </a:lnTo>
                    <a:lnTo>
                      <a:pt x="325" y="30"/>
                    </a:lnTo>
                    <a:lnTo>
                      <a:pt x="295" y="30"/>
                    </a:lnTo>
                    <a:lnTo>
                      <a:pt x="295" y="30"/>
                    </a:lnTo>
                    <a:close/>
                    <a:moveTo>
                      <a:pt x="311" y="0"/>
                    </a:moveTo>
                    <a:lnTo>
                      <a:pt x="310" y="0"/>
                    </a:lnTo>
                    <a:lnTo>
                      <a:pt x="310" y="0"/>
                    </a:lnTo>
                    <a:lnTo>
                      <a:pt x="310" y="0"/>
                    </a:lnTo>
                    <a:lnTo>
                      <a:pt x="309" y="0"/>
                    </a:lnTo>
                    <a:lnTo>
                      <a:pt x="308" y="1"/>
                    </a:lnTo>
                    <a:lnTo>
                      <a:pt x="307" y="1"/>
                    </a:lnTo>
                    <a:lnTo>
                      <a:pt x="306" y="2"/>
                    </a:lnTo>
                    <a:lnTo>
                      <a:pt x="305" y="3"/>
                    </a:lnTo>
                    <a:lnTo>
                      <a:pt x="303" y="5"/>
                    </a:lnTo>
                    <a:lnTo>
                      <a:pt x="303" y="7"/>
                    </a:lnTo>
                    <a:lnTo>
                      <a:pt x="302" y="11"/>
                    </a:lnTo>
                    <a:lnTo>
                      <a:pt x="302" y="13"/>
                    </a:lnTo>
                    <a:lnTo>
                      <a:pt x="300" y="14"/>
                    </a:lnTo>
                    <a:lnTo>
                      <a:pt x="299" y="14"/>
                    </a:lnTo>
                    <a:lnTo>
                      <a:pt x="299" y="16"/>
                    </a:lnTo>
                    <a:lnTo>
                      <a:pt x="298" y="17"/>
                    </a:lnTo>
                    <a:lnTo>
                      <a:pt x="297" y="18"/>
                    </a:lnTo>
                    <a:lnTo>
                      <a:pt x="297" y="20"/>
                    </a:lnTo>
                    <a:lnTo>
                      <a:pt x="298" y="22"/>
                    </a:lnTo>
                    <a:lnTo>
                      <a:pt x="299" y="22"/>
                    </a:lnTo>
                    <a:lnTo>
                      <a:pt x="299" y="25"/>
                    </a:lnTo>
                    <a:lnTo>
                      <a:pt x="299" y="26"/>
                    </a:lnTo>
                    <a:lnTo>
                      <a:pt x="299" y="26"/>
                    </a:lnTo>
                    <a:lnTo>
                      <a:pt x="299" y="26"/>
                    </a:lnTo>
                    <a:lnTo>
                      <a:pt x="299" y="27"/>
                    </a:lnTo>
                    <a:lnTo>
                      <a:pt x="300" y="27"/>
                    </a:lnTo>
                    <a:lnTo>
                      <a:pt x="310" y="27"/>
                    </a:lnTo>
                    <a:lnTo>
                      <a:pt x="319" y="27"/>
                    </a:lnTo>
                    <a:lnTo>
                      <a:pt x="320" y="27"/>
                    </a:lnTo>
                    <a:lnTo>
                      <a:pt x="320" y="26"/>
                    </a:lnTo>
                    <a:lnTo>
                      <a:pt x="321" y="26"/>
                    </a:lnTo>
                    <a:lnTo>
                      <a:pt x="321" y="26"/>
                    </a:lnTo>
                    <a:lnTo>
                      <a:pt x="321" y="25"/>
                    </a:lnTo>
                    <a:lnTo>
                      <a:pt x="321" y="22"/>
                    </a:lnTo>
                    <a:lnTo>
                      <a:pt x="322" y="22"/>
                    </a:lnTo>
                    <a:lnTo>
                      <a:pt x="323" y="20"/>
                    </a:lnTo>
                    <a:lnTo>
                      <a:pt x="323" y="18"/>
                    </a:lnTo>
                    <a:lnTo>
                      <a:pt x="322" y="17"/>
                    </a:lnTo>
                    <a:lnTo>
                      <a:pt x="321" y="16"/>
                    </a:lnTo>
                    <a:lnTo>
                      <a:pt x="320" y="14"/>
                    </a:lnTo>
                    <a:lnTo>
                      <a:pt x="319" y="14"/>
                    </a:lnTo>
                    <a:lnTo>
                      <a:pt x="318" y="13"/>
                    </a:lnTo>
                    <a:lnTo>
                      <a:pt x="318" y="11"/>
                    </a:lnTo>
                    <a:lnTo>
                      <a:pt x="317" y="7"/>
                    </a:lnTo>
                    <a:lnTo>
                      <a:pt x="316" y="5"/>
                    </a:lnTo>
                    <a:lnTo>
                      <a:pt x="315" y="3"/>
                    </a:lnTo>
                    <a:lnTo>
                      <a:pt x="314" y="2"/>
                    </a:lnTo>
                    <a:lnTo>
                      <a:pt x="313" y="1"/>
                    </a:lnTo>
                    <a:lnTo>
                      <a:pt x="312" y="1"/>
                    </a:lnTo>
                    <a:lnTo>
                      <a:pt x="311" y="0"/>
                    </a:lnTo>
                    <a:lnTo>
                      <a:pt x="311" y="0"/>
                    </a:lnTo>
                    <a:close/>
                    <a:moveTo>
                      <a:pt x="327" y="52"/>
                    </a:moveTo>
                    <a:lnTo>
                      <a:pt x="327" y="62"/>
                    </a:lnTo>
                    <a:lnTo>
                      <a:pt x="333" y="62"/>
                    </a:lnTo>
                    <a:lnTo>
                      <a:pt x="335" y="62"/>
                    </a:lnTo>
                    <a:lnTo>
                      <a:pt x="336" y="61"/>
                    </a:lnTo>
                    <a:lnTo>
                      <a:pt x="337" y="59"/>
                    </a:lnTo>
                    <a:lnTo>
                      <a:pt x="338" y="58"/>
                    </a:lnTo>
                    <a:lnTo>
                      <a:pt x="339" y="55"/>
                    </a:lnTo>
                    <a:lnTo>
                      <a:pt x="339" y="54"/>
                    </a:lnTo>
                    <a:lnTo>
                      <a:pt x="340" y="53"/>
                    </a:lnTo>
                    <a:lnTo>
                      <a:pt x="342" y="51"/>
                    </a:lnTo>
                    <a:lnTo>
                      <a:pt x="343" y="50"/>
                    </a:lnTo>
                    <a:lnTo>
                      <a:pt x="345" y="47"/>
                    </a:lnTo>
                    <a:lnTo>
                      <a:pt x="345" y="46"/>
                    </a:lnTo>
                    <a:lnTo>
                      <a:pt x="345" y="46"/>
                    </a:lnTo>
                    <a:lnTo>
                      <a:pt x="345" y="45"/>
                    </a:lnTo>
                    <a:lnTo>
                      <a:pt x="344" y="44"/>
                    </a:lnTo>
                    <a:lnTo>
                      <a:pt x="343" y="42"/>
                    </a:lnTo>
                    <a:lnTo>
                      <a:pt x="342" y="42"/>
                    </a:lnTo>
                    <a:lnTo>
                      <a:pt x="341" y="42"/>
                    </a:lnTo>
                    <a:lnTo>
                      <a:pt x="340" y="42"/>
                    </a:lnTo>
                    <a:lnTo>
                      <a:pt x="339" y="42"/>
                    </a:lnTo>
                    <a:lnTo>
                      <a:pt x="339" y="42"/>
                    </a:lnTo>
                    <a:lnTo>
                      <a:pt x="339" y="42"/>
                    </a:lnTo>
                    <a:lnTo>
                      <a:pt x="339" y="42"/>
                    </a:lnTo>
                    <a:lnTo>
                      <a:pt x="339" y="42"/>
                    </a:lnTo>
                    <a:lnTo>
                      <a:pt x="339" y="42"/>
                    </a:lnTo>
                    <a:lnTo>
                      <a:pt x="339" y="43"/>
                    </a:lnTo>
                    <a:lnTo>
                      <a:pt x="340" y="44"/>
                    </a:lnTo>
                    <a:lnTo>
                      <a:pt x="339" y="45"/>
                    </a:lnTo>
                    <a:lnTo>
                      <a:pt x="339" y="46"/>
                    </a:lnTo>
                    <a:lnTo>
                      <a:pt x="338" y="46"/>
                    </a:lnTo>
                    <a:lnTo>
                      <a:pt x="337" y="46"/>
                    </a:lnTo>
                    <a:lnTo>
                      <a:pt x="335" y="47"/>
                    </a:lnTo>
                    <a:lnTo>
                      <a:pt x="332" y="48"/>
                    </a:lnTo>
                    <a:lnTo>
                      <a:pt x="331" y="50"/>
                    </a:lnTo>
                    <a:lnTo>
                      <a:pt x="330" y="51"/>
                    </a:lnTo>
                    <a:lnTo>
                      <a:pt x="328" y="52"/>
                    </a:lnTo>
                    <a:lnTo>
                      <a:pt x="327" y="52"/>
                    </a:lnTo>
                    <a:lnTo>
                      <a:pt x="327" y="52"/>
                    </a:lnTo>
                    <a:close/>
                    <a:moveTo>
                      <a:pt x="326" y="65"/>
                    </a:moveTo>
                    <a:lnTo>
                      <a:pt x="333" y="65"/>
                    </a:lnTo>
                    <a:lnTo>
                      <a:pt x="333" y="74"/>
                    </a:lnTo>
                    <a:lnTo>
                      <a:pt x="326" y="74"/>
                    </a:lnTo>
                    <a:lnTo>
                      <a:pt x="326" y="65"/>
                    </a:lnTo>
                    <a:lnTo>
                      <a:pt x="326" y="65"/>
                    </a:lnTo>
                    <a:close/>
                    <a:moveTo>
                      <a:pt x="326" y="76"/>
                    </a:moveTo>
                    <a:lnTo>
                      <a:pt x="375" y="76"/>
                    </a:lnTo>
                    <a:lnTo>
                      <a:pt x="375" y="83"/>
                    </a:lnTo>
                    <a:lnTo>
                      <a:pt x="326" y="83"/>
                    </a:lnTo>
                    <a:lnTo>
                      <a:pt x="326" y="76"/>
                    </a:lnTo>
                    <a:lnTo>
                      <a:pt x="326" y="76"/>
                    </a:lnTo>
                    <a:close/>
                    <a:moveTo>
                      <a:pt x="326" y="86"/>
                    </a:moveTo>
                    <a:lnTo>
                      <a:pt x="375" y="86"/>
                    </a:lnTo>
                    <a:lnTo>
                      <a:pt x="375" y="107"/>
                    </a:lnTo>
                    <a:lnTo>
                      <a:pt x="326" y="107"/>
                    </a:lnTo>
                    <a:lnTo>
                      <a:pt x="326" y="86"/>
                    </a:lnTo>
                    <a:lnTo>
                      <a:pt x="326" y="86"/>
                    </a:lnTo>
                    <a:close/>
                    <a:moveTo>
                      <a:pt x="326" y="110"/>
                    </a:moveTo>
                    <a:lnTo>
                      <a:pt x="375" y="110"/>
                    </a:lnTo>
                    <a:lnTo>
                      <a:pt x="375" y="117"/>
                    </a:lnTo>
                    <a:lnTo>
                      <a:pt x="326" y="117"/>
                    </a:lnTo>
                    <a:lnTo>
                      <a:pt x="326" y="110"/>
                    </a:lnTo>
                    <a:lnTo>
                      <a:pt x="326" y="110"/>
                    </a:lnTo>
                    <a:close/>
                    <a:moveTo>
                      <a:pt x="361" y="121"/>
                    </a:moveTo>
                    <a:lnTo>
                      <a:pt x="361" y="121"/>
                    </a:lnTo>
                    <a:lnTo>
                      <a:pt x="361" y="122"/>
                    </a:lnTo>
                    <a:lnTo>
                      <a:pt x="362" y="122"/>
                    </a:lnTo>
                    <a:lnTo>
                      <a:pt x="363" y="124"/>
                    </a:lnTo>
                    <a:lnTo>
                      <a:pt x="364" y="126"/>
                    </a:lnTo>
                    <a:lnTo>
                      <a:pt x="366" y="126"/>
                    </a:lnTo>
                    <a:lnTo>
                      <a:pt x="367" y="128"/>
                    </a:lnTo>
                    <a:lnTo>
                      <a:pt x="369" y="128"/>
                    </a:lnTo>
                    <a:lnTo>
                      <a:pt x="371" y="129"/>
                    </a:lnTo>
                    <a:lnTo>
                      <a:pt x="371" y="130"/>
                    </a:lnTo>
                    <a:lnTo>
                      <a:pt x="372" y="132"/>
                    </a:lnTo>
                    <a:lnTo>
                      <a:pt x="373" y="134"/>
                    </a:lnTo>
                    <a:lnTo>
                      <a:pt x="374" y="134"/>
                    </a:lnTo>
                    <a:lnTo>
                      <a:pt x="375" y="134"/>
                    </a:lnTo>
                    <a:lnTo>
                      <a:pt x="375" y="134"/>
                    </a:lnTo>
                    <a:lnTo>
                      <a:pt x="375" y="134"/>
                    </a:lnTo>
                    <a:lnTo>
                      <a:pt x="375" y="121"/>
                    </a:lnTo>
                    <a:lnTo>
                      <a:pt x="361" y="121"/>
                    </a:lnTo>
                    <a:lnTo>
                      <a:pt x="361" y="121"/>
                    </a:lnTo>
                    <a:close/>
                    <a:moveTo>
                      <a:pt x="379" y="73"/>
                    </a:moveTo>
                    <a:lnTo>
                      <a:pt x="401" y="73"/>
                    </a:lnTo>
                    <a:lnTo>
                      <a:pt x="401" y="233"/>
                    </a:lnTo>
                    <a:lnTo>
                      <a:pt x="379" y="233"/>
                    </a:lnTo>
                    <a:lnTo>
                      <a:pt x="379" y="73"/>
                    </a:lnTo>
                    <a:lnTo>
                      <a:pt x="379" y="73"/>
                    </a:lnTo>
                    <a:close/>
                    <a:moveTo>
                      <a:pt x="377" y="50"/>
                    </a:moveTo>
                    <a:lnTo>
                      <a:pt x="404" y="50"/>
                    </a:lnTo>
                    <a:lnTo>
                      <a:pt x="404" y="50"/>
                    </a:lnTo>
                    <a:lnTo>
                      <a:pt x="404" y="50"/>
                    </a:lnTo>
                    <a:lnTo>
                      <a:pt x="405" y="51"/>
                    </a:lnTo>
                    <a:lnTo>
                      <a:pt x="405" y="51"/>
                    </a:lnTo>
                    <a:lnTo>
                      <a:pt x="405" y="67"/>
                    </a:lnTo>
                    <a:lnTo>
                      <a:pt x="405" y="68"/>
                    </a:lnTo>
                    <a:lnTo>
                      <a:pt x="404" y="68"/>
                    </a:lnTo>
                    <a:lnTo>
                      <a:pt x="404" y="68"/>
                    </a:lnTo>
                    <a:lnTo>
                      <a:pt x="404" y="69"/>
                    </a:lnTo>
                    <a:lnTo>
                      <a:pt x="377" y="69"/>
                    </a:lnTo>
                    <a:lnTo>
                      <a:pt x="377" y="68"/>
                    </a:lnTo>
                    <a:lnTo>
                      <a:pt x="376" y="68"/>
                    </a:lnTo>
                    <a:lnTo>
                      <a:pt x="376" y="68"/>
                    </a:lnTo>
                    <a:lnTo>
                      <a:pt x="376" y="67"/>
                    </a:lnTo>
                    <a:lnTo>
                      <a:pt x="376" y="51"/>
                    </a:lnTo>
                    <a:lnTo>
                      <a:pt x="376" y="51"/>
                    </a:lnTo>
                    <a:lnTo>
                      <a:pt x="376" y="50"/>
                    </a:lnTo>
                    <a:lnTo>
                      <a:pt x="377" y="50"/>
                    </a:lnTo>
                    <a:lnTo>
                      <a:pt x="377" y="50"/>
                    </a:lnTo>
                    <a:lnTo>
                      <a:pt x="377" y="50"/>
                    </a:lnTo>
                    <a:close/>
                    <a:moveTo>
                      <a:pt x="449" y="79"/>
                    </a:moveTo>
                    <a:lnTo>
                      <a:pt x="471" y="79"/>
                    </a:lnTo>
                    <a:lnTo>
                      <a:pt x="471" y="232"/>
                    </a:lnTo>
                    <a:lnTo>
                      <a:pt x="450" y="232"/>
                    </a:lnTo>
                    <a:lnTo>
                      <a:pt x="450" y="88"/>
                    </a:lnTo>
                    <a:lnTo>
                      <a:pt x="449" y="88"/>
                    </a:lnTo>
                    <a:lnTo>
                      <a:pt x="449" y="79"/>
                    </a:lnTo>
                    <a:lnTo>
                      <a:pt x="449" y="79"/>
                    </a:lnTo>
                    <a:close/>
                    <a:moveTo>
                      <a:pt x="447" y="63"/>
                    </a:moveTo>
                    <a:lnTo>
                      <a:pt x="471" y="63"/>
                    </a:lnTo>
                    <a:lnTo>
                      <a:pt x="472" y="63"/>
                    </a:lnTo>
                    <a:lnTo>
                      <a:pt x="473" y="64"/>
                    </a:lnTo>
                    <a:lnTo>
                      <a:pt x="473" y="76"/>
                    </a:lnTo>
                    <a:lnTo>
                      <a:pt x="472" y="77"/>
                    </a:lnTo>
                    <a:lnTo>
                      <a:pt x="471" y="78"/>
                    </a:lnTo>
                    <a:lnTo>
                      <a:pt x="447" y="78"/>
                    </a:lnTo>
                    <a:lnTo>
                      <a:pt x="447" y="77"/>
                    </a:lnTo>
                    <a:lnTo>
                      <a:pt x="447" y="76"/>
                    </a:lnTo>
                    <a:lnTo>
                      <a:pt x="447" y="64"/>
                    </a:lnTo>
                    <a:lnTo>
                      <a:pt x="447" y="63"/>
                    </a:lnTo>
                    <a:lnTo>
                      <a:pt x="447" y="63"/>
                    </a:lnTo>
                    <a:lnTo>
                      <a:pt x="447" y="63"/>
                    </a:lnTo>
                    <a:close/>
                    <a:moveTo>
                      <a:pt x="459" y="39"/>
                    </a:moveTo>
                    <a:lnTo>
                      <a:pt x="459" y="39"/>
                    </a:lnTo>
                    <a:lnTo>
                      <a:pt x="458" y="39"/>
                    </a:lnTo>
                    <a:lnTo>
                      <a:pt x="456" y="40"/>
                    </a:lnTo>
                    <a:lnTo>
                      <a:pt x="455" y="42"/>
                    </a:lnTo>
                    <a:lnTo>
                      <a:pt x="455" y="42"/>
                    </a:lnTo>
                    <a:lnTo>
                      <a:pt x="454" y="45"/>
                    </a:lnTo>
                    <a:lnTo>
                      <a:pt x="453" y="47"/>
                    </a:lnTo>
                    <a:lnTo>
                      <a:pt x="453" y="49"/>
                    </a:lnTo>
                    <a:lnTo>
                      <a:pt x="451" y="50"/>
                    </a:lnTo>
                    <a:lnTo>
                      <a:pt x="451" y="50"/>
                    </a:lnTo>
                    <a:lnTo>
                      <a:pt x="451" y="51"/>
                    </a:lnTo>
                    <a:lnTo>
                      <a:pt x="450" y="52"/>
                    </a:lnTo>
                    <a:lnTo>
                      <a:pt x="450" y="53"/>
                    </a:lnTo>
                    <a:lnTo>
                      <a:pt x="450" y="54"/>
                    </a:lnTo>
                    <a:lnTo>
                      <a:pt x="450" y="55"/>
                    </a:lnTo>
                    <a:lnTo>
                      <a:pt x="451" y="56"/>
                    </a:lnTo>
                    <a:lnTo>
                      <a:pt x="451" y="57"/>
                    </a:lnTo>
                    <a:lnTo>
                      <a:pt x="451" y="58"/>
                    </a:lnTo>
                    <a:lnTo>
                      <a:pt x="452" y="58"/>
                    </a:lnTo>
                    <a:lnTo>
                      <a:pt x="451" y="58"/>
                    </a:lnTo>
                    <a:lnTo>
                      <a:pt x="451" y="59"/>
                    </a:lnTo>
                    <a:lnTo>
                      <a:pt x="451" y="59"/>
                    </a:lnTo>
                    <a:lnTo>
                      <a:pt x="451" y="61"/>
                    </a:lnTo>
                    <a:lnTo>
                      <a:pt x="451" y="61"/>
                    </a:lnTo>
                    <a:lnTo>
                      <a:pt x="459" y="61"/>
                    </a:lnTo>
                    <a:lnTo>
                      <a:pt x="459" y="61"/>
                    </a:lnTo>
                    <a:lnTo>
                      <a:pt x="459" y="61"/>
                    </a:lnTo>
                    <a:lnTo>
                      <a:pt x="467" y="61"/>
                    </a:lnTo>
                    <a:lnTo>
                      <a:pt x="467" y="61"/>
                    </a:lnTo>
                    <a:lnTo>
                      <a:pt x="467" y="59"/>
                    </a:lnTo>
                    <a:lnTo>
                      <a:pt x="467" y="59"/>
                    </a:lnTo>
                    <a:lnTo>
                      <a:pt x="467" y="58"/>
                    </a:lnTo>
                    <a:lnTo>
                      <a:pt x="467" y="58"/>
                    </a:lnTo>
                    <a:lnTo>
                      <a:pt x="467" y="58"/>
                    </a:lnTo>
                    <a:lnTo>
                      <a:pt x="467" y="57"/>
                    </a:lnTo>
                    <a:lnTo>
                      <a:pt x="467" y="56"/>
                    </a:lnTo>
                    <a:lnTo>
                      <a:pt x="469" y="55"/>
                    </a:lnTo>
                    <a:lnTo>
                      <a:pt x="469" y="54"/>
                    </a:lnTo>
                    <a:lnTo>
                      <a:pt x="469" y="53"/>
                    </a:lnTo>
                    <a:lnTo>
                      <a:pt x="469" y="52"/>
                    </a:lnTo>
                    <a:lnTo>
                      <a:pt x="468" y="51"/>
                    </a:lnTo>
                    <a:lnTo>
                      <a:pt x="467" y="50"/>
                    </a:lnTo>
                    <a:lnTo>
                      <a:pt x="467" y="50"/>
                    </a:lnTo>
                    <a:lnTo>
                      <a:pt x="466" y="49"/>
                    </a:lnTo>
                    <a:lnTo>
                      <a:pt x="466" y="47"/>
                    </a:lnTo>
                    <a:lnTo>
                      <a:pt x="465" y="45"/>
                    </a:lnTo>
                    <a:lnTo>
                      <a:pt x="464" y="42"/>
                    </a:lnTo>
                    <a:lnTo>
                      <a:pt x="463" y="42"/>
                    </a:lnTo>
                    <a:lnTo>
                      <a:pt x="463" y="40"/>
                    </a:lnTo>
                    <a:lnTo>
                      <a:pt x="461" y="39"/>
                    </a:lnTo>
                    <a:lnTo>
                      <a:pt x="460" y="39"/>
                    </a:lnTo>
                    <a:lnTo>
                      <a:pt x="459" y="39"/>
                    </a:lnTo>
                    <a:lnTo>
                      <a:pt x="459" y="39"/>
                    </a:lnTo>
                    <a:lnTo>
                      <a:pt x="459" y="39"/>
                    </a:lnTo>
                    <a:lnTo>
                      <a:pt x="459" y="39"/>
                    </a:lnTo>
                    <a:close/>
                    <a:moveTo>
                      <a:pt x="405" y="74"/>
                    </a:moveTo>
                    <a:lnTo>
                      <a:pt x="409" y="74"/>
                    </a:lnTo>
                    <a:lnTo>
                      <a:pt x="411" y="74"/>
                    </a:lnTo>
                    <a:lnTo>
                      <a:pt x="411" y="74"/>
                    </a:lnTo>
                    <a:lnTo>
                      <a:pt x="412" y="74"/>
                    </a:lnTo>
                    <a:lnTo>
                      <a:pt x="414" y="73"/>
                    </a:lnTo>
                    <a:lnTo>
                      <a:pt x="415" y="71"/>
                    </a:lnTo>
                    <a:lnTo>
                      <a:pt x="415" y="69"/>
                    </a:lnTo>
                    <a:lnTo>
                      <a:pt x="418" y="65"/>
                    </a:lnTo>
                    <a:lnTo>
                      <a:pt x="420" y="61"/>
                    </a:lnTo>
                    <a:lnTo>
                      <a:pt x="420" y="59"/>
                    </a:lnTo>
                    <a:lnTo>
                      <a:pt x="419" y="59"/>
                    </a:lnTo>
                    <a:lnTo>
                      <a:pt x="419" y="58"/>
                    </a:lnTo>
                    <a:lnTo>
                      <a:pt x="419" y="58"/>
                    </a:lnTo>
                    <a:lnTo>
                      <a:pt x="418" y="57"/>
                    </a:lnTo>
                    <a:lnTo>
                      <a:pt x="417" y="57"/>
                    </a:lnTo>
                    <a:lnTo>
                      <a:pt x="415" y="56"/>
                    </a:lnTo>
                    <a:lnTo>
                      <a:pt x="415" y="56"/>
                    </a:lnTo>
                    <a:lnTo>
                      <a:pt x="415" y="57"/>
                    </a:lnTo>
                    <a:lnTo>
                      <a:pt x="414" y="57"/>
                    </a:lnTo>
                    <a:lnTo>
                      <a:pt x="415" y="58"/>
                    </a:lnTo>
                    <a:lnTo>
                      <a:pt x="415" y="59"/>
                    </a:lnTo>
                    <a:lnTo>
                      <a:pt x="411" y="62"/>
                    </a:lnTo>
                    <a:lnTo>
                      <a:pt x="407" y="65"/>
                    </a:lnTo>
                    <a:lnTo>
                      <a:pt x="407" y="67"/>
                    </a:lnTo>
                    <a:lnTo>
                      <a:pt x="407" y="70"/>
                    </a:lnTo>
                    <a:lnTo>
                      <a:pt x="407" y="71"/>
                    </a:lnTo>
                    <a:lnTo>
                      <a:pt x="407" y="71"/>
                    </a:lnTo>
                    <a:lnTo>
                      <a:pt x="405" y="71"/>
                    </a:lnTo>
                    <a:lnTo>
                      <a:pt x="405" y="74"/>
                    </a:lnTo>
                    <a:lnTo>
                      <a:pt x="405" y="74"/>
                    </a:lnTo>
                    <a:close/>
                    <a:moveTo>
                      <a:pt x="405" y="76"/>
                    </a:moveTo>
                    <a:lnTo>
                      <a:pt x="410" y="76"/>
                    </a:lnTo>
                    <a:lnTo>
                      <a:pt x="410" y="83"/>
                    </a:lnTo>
                    <a:lnTo>
                      <a:pt x="405" y="83"/>
                    </a:lnTo>
                    <a:lnTo>
                      <a:pt x="405" y="76"/>
                    </a:lnTo>
                    <a:lnTo>
                      <a:pt x="405" y="76"/>
                    </a:lnTo>
                    <a:close/>
                    <a:moveTo>
                      <a:pt x="405" y="84"/>
                    </a:moveTo>
                    <a:lnTo>
                      <a:pt x="447" y="84"/>
                    </a:lnTo>
                    <a:lnTo>
                      <a:pt x="447" y="92"/>
                    </a:lnTo>
                    <a:lnTo>
                      <a:pt x="405" y="92"/>
                    </a:lnTo>
                    <a:lnTo>
                      <a:pt x="405" y="84"/>
                    </a:lnTo>
                    <a:lnTo>
                      <a:pt x="405" y="84"/>
                    </a:lnTo>
                    <a:close/>
                    <a:moveTo>
                      <a:pt x="339" y="121"/>
                    </a:moveTo>
                    <a:lnTo>
                      <a:pt x="340" y="121"/>
                    </a:lnTo>
                    <a:lnTo>
                      <a:pt x="340" y="122"/>
                    </a:lnTo>
                    <a:lnTo>
                      <a:pt x="339" y="122"/>
                    </a:lnTo>
                    <a:lnTo>
                      <a:pt x="338" y="124"/>
                    </a:lnTo>
                    <a:lnTo>
                      <a:pt x="337" y="126"/>
                    </a:lnTo>
                    <a:lnTo>
                      <a:pt x="335" y="126"/>
                    </a:lnTo>
                    <a:lnTo>
                      <a:pt x="334" y="128"/>
                    </a:lnTo>
                    <a:lnTo>
                      <a:pt x="332" y="128"/>
                    </a:lnTo>
                    <a:lnTo>
                      <a:pt x="331" y="129"/>
                    </a:lnTo>
                    <a:lnTo>
                      <a:pt x="330" y="130"/>
                    </a:lnTo>
                    <a:lnTo>
                      <a:pt x="329" y="132"/>
                    </a:lnTo>
                    <a:lnTo>
                      <a:pt x="328" y="134"/>
                    </a:lnTo>
                    <a:lnTo>
                      <a:pt x="327" y="134"/>
                    </a:lnTo>
                    <a:lnTo>
                      <a:pt x="327" y="134"/>
                    </a:lnTo>
                    <a:lnTo>
                      <a:pt x="326" y="134"/>
                    </a:lnTo>
                    <a:lnTo>
                      <a:pt x="326" y="134"/>
                    </a:lnTo>
                    <a:lnTo>
                      <a:pt x="326" y="121"/>
                    </a:lnTo>
                    <a:lnTo>
                      <a:pt x="339" y="121"/>
                    </a:lnTo>
                    <a:lnTo>
                      <a:pt x="339" y="121"/>
                    </a:lnTo>
                    <a:close/>
                    <a:moveTo>
                      <a:pt x="391" y="25"/>
                    </a:moveTo>
                    <a:lnTo>
                      <a:pt x="391" y="25"/>
                    </a:lnTo>
                    <a:lnTo>
                      <a:pt x="391" y="25"/>
                    </a:lnTo>
                    <a:lnTo>
                      <a:pt x="391" y="24"/>
                    </a:lnTo>
                    <a:lnTo>
                      <a:pt x="391" y="24"/>
                    </a:lnTo>
                    <a:lnTo>
                      <a:pt x="390" y="24"/>
                    </a:lnTo>
                    <a:lnTo>
                      <a:pt x="390" y="24"/>
                    </a:lnTo>
                    <a:lnTo>
                      <a:pt x="389" y="25"/>
                    </a:lnTo>
                    <a:lnTo>
                      <a:pt x="388" y="25"/>
                    </a:lnTo>
                    <a:lnTo>
                      <a:pt x="387" y="26"/>
                    </a:lnTo>
                    <a:lnTo>
                      <a:pt x="387" y="27"/>
                    </a:lnTo>
                    <a:lnTo>
                      <a:pt x="385" y="29"/>
                    </a:lnTo>
                    <a:lnTo>
                      <a:pt x="384" y="31"/>
                    </a:lnTo>
                    <a:lnTo>
                      <a:pt x="384" y="34"/>
                    </a:lnTo>
                    <a:lnTo>
                      <a:pt x="384" y="35"/>
                    </a:lnTo>
                    <a:lnTo>
                      <a:pt x="383" y="36"/>
                    </a:lnTo>
                    <a:lnTo>
                      <a:pt x="382" y="37"/>
                    </a:lnTo>
                    <a:lnTo>
                      <a:pt x="380" y="38"/>
                    </a:lnTo>
                    <a:lnTo>
                      <a:pt x="380" y="40"/>
                    </a:lnTo>
                    <a:lnTo>
                      <a:pt x="379" y="42"/>
                    </a:lnTo>
                    <a:lnTo>
                      <a:pt x="379" y="42"/>
                    </a:lnTo>
                    <a:lnTo>
                      <a:pt x="379" y="44"/>
                    </a:lnTo>
                    <a:lnTo>
                      <a:pt x="380" y="45"/>
                    </a:lnTo>
                    <a:lnTo>
                      <a:pt x="381" y="46"/>
                    </a:lnTo>
                    <a:lnTo>
                      <a:pt x="381" y="47"/>
                    </a:lnTo>
                    <a:lnTo>
                      <a:pt x="382" y="47"/>
                    </a:lnTo>
                    <a:lnTo>
                      <a:pt x="382" y="48"/>
                    </a:lnTo>
                    <a:lnTo>
                      <a:pt x="382" y="48"/>
                    </a:lnTo>
                    <a:lnTo>
                      <a:pt x="383" y="48"/>
                    </a:lnTo>
                    <a:lnTo>
                      <a:pt x="390" y="48"/>
                    </a:lnTo>
                    <a:lnTo>
                      <a:pt x="390" y="48"/>
                    </a:lnTo>
                    <a:lnTo>
                      <a:pt x="391" y="48"/>
                    </a:lnTo>
                    <a:lnTo>
                      <a:pt x="398" y="48"/>
                    </a:lnTo>
                    <a:lnTo>
                      <a:pt x="399" y="48"/>
                    </a:lnTo>
                    <a:lnTo>
                      <a:pt x="399" y="48"/>
                    </a:lnTo>
                    <a:lnTo>
                      <a:pt x="399" y="48"/>
                    </a:lnTo>
                    <a:lnTo>
                      <a:pt x="399" y="47"/>
                    </a:lnTo>
                    <a:lnTo>
                      <a:pt x="399" y="46"/>
                    </a:lnTo>
                    <a:lnTo>
                      <a:pt x="401" y="46"/>
                    </a:lnTo>
                    <a:lnTo>
                      <a:pt x="401" y="44"/>
                    </a:lnTo>
                    <a:lnTo>
                      <a:pt x="402" y="43"/>
                    </a:lnTo>
                    <a:lnTo>
                      <a:pt x="401" y="42"/>
                    </a:lnTo>
                    <a:lnTo>
                      <a:pt x="401" y="40"/>
                    </a:lnTo>
                    <a:lnTo>
                      <a:pt x="400" y="38"/>
                    </a:lnTo>
                    <a:lnTo>
                      <a:pt x="399" y="38"/>
                    </a:lnTo>
                    <a:lnTo>
                      <a:pt x="398" y="37"/>
                    </a:lnTo>
                    <a:lnTo>
                      <a:pt x="397" y="35"/>
                    </a:lnTo>
                    <a:lnTo>
                      <a:pt x="397" y="34"/>
                    </a:lnTo>
                    <a:lnTo>
                      <a:pt x="396" y="31"/>
                    </a:lnTo>
                    <a:lnTo>
                      <a:pt x="395" y="30"/>
                    </a:lnTo>
                    <a:lnTo>
                      <a:pt x="395" y="27"/>
                    </a:lnTo>
                    <a:lnTo>
                      <a:pt x="394" y="26"/>
                    </a:lnTo>
                    <a:lnTo>
                      <a:pt x="393" y="26"/>
                    </a:lnTo>
                    <a:lnTo>
                      <a:pt x="392" y="25"/>
                    </a:lnTo>
                    <a:lnTo>
                      <a:pt x="391" y="25"/>
                    </a:lnTo>
                    <a:lnTo>
                      <a:pt x="391" y="25"/>
                    </a:lnTo>
                    <a:close/>
                    <a:moveTo>
                      <a:pt x="375" y="74"/>
                    </a:moveTo>
                    <a:lnTo>
                      <a:pt x="371" y="74"/>
                    </a:lnTo>
                    <a:lnTo>
                      <a:pt x="370" y="74"/>
                    </a:lnTo>
                    <a:lnTo>
                      <a:pt x="369" y="74"/>
                    </a:lnTo>
                    <a:lnTo>
                      <a:pt x="368" y="74"/>
                    </a:lnTo>
                    <a:lnTo>
                      <a:pt x="367" y="73"/>
                    </a:lnTo>
                    <a:lnTo>
                      <a:pt x="366" y="71"/>
                    </a:lnTo>
                    <a:lnTo>
                      <a:pt x="366" y="69"/>
                    </a:lnTo>
                    <a:lnTo>
                      <a:pt x="363" y="65"/>
                    </a:lnTo>
                    <a:lnTo>
                      <a:pt x="360" y="61"/>
                    </a:lnTo>
                    <a:lnTo>
                      <a:pt x="360" y="59"/>
                    </a:lnTo>
                    <a:lnTo>
                      <a:pt x="361" y="59"/>
                    </a:lnTo>
                    <a:lnTo>
                      <a:pt x="362" y="58"/>
                    </a:lnTo>
                    <a:lnTo>
                      <a:pt x="362" y="58"/>
                    </a:lnTo>
                    <a:lnTo>
                      <a:pt x="363" y="57"/>
                    </a:lnTo>
                    <a:lnTo>
                      <a:pt x="364" y="57"/>
                    </a:lnTo>
                    <a:lnTo>
                      <a:pt x="365" y="56"/>
                    </a:lnTo>
                    <a:lnTo>
                      <a:pt x="366" y="56"/>
                    </a:lnTo>
                    <a:lnTo>
                      <a:pt x="366" y="57"/>
                    </a:lnTo>
                    <a:lnTo>
                      <a:pt x="366" y="57"/>
                    </a:lnTo>
                    <a:lnTo>
                      <a:pt x="366" y="58"/>
                    </a:lnTo>
                    <a:lnTo>
                      <a:pt x="366" y="59"/>
                    </a:lnTo>
                    <a:lnTo>
                      <a:pt x="369" y="62"/>
                    </a:lnTo>
                    <a:lnTo>
                      <a:pt x="373" y="65"/>
                    </a:lnTo>
                    <a:lnTo>
                      <a:pt x="374" y="67"/>
                    </a:lnTo>
                    <a:lnTo>
                      <a:pt x="374" y="70"/>
                    </a:lnTo>
                    <a:lnTo>
                      <a:pt x="375" y="71"/>
                    </a:lnTo>
                    <a:lnTo>
                      <a:pt x="375" y="71"/>
                    </a:lnTo>
                    <a:lnTo>
                      <a:pt x="375" y="71"/>
                    </a:lnTo>
                    <a:lnTo>
                      <a:pt x="375" y="74"/>
                    </a:lnTo>
                    <a:lnTo>
                      <a:pt x="375" y="74"/>
                    </a:lnTo>
                    <a:close/>
                    <a:moveTo>
                      <a:pt x="405" y="94"/>
                    </a:moveTo>
                    <a:lnTo>
                      <a:pt x="447" y="94"/>
                    </a:lnTo>
                    <a:lnTo>
                      <a:pt x="447" y="110"/>
                    </a:lnTo>
                    <a:lnTo>
                      <a:pt x="405" y="110"/>
                    </a:lnTo>
                    <a:lnTo>
                      <a:pt x="405" y="94"/>
                    </a:lnTo>
                    <a:lnTo>
                      <a:pt x="405" y="94"/>
                    </a:lnTo>
                    <a:close/>
                    <a:moveTo>
                      <a:pt x="405" y="113"/>
                    </a:moveTo>
                    <a:lnTo>
                      <a:pt x="447" y="113"/>
                    </a:lnTo>
                    <a:lnTo>
                      <a:pt x="447" y="120"/>
                    </a:lnTo>
                    <a:lnTo>
                      <a:pt x="405" y="120"/>
                    </a:lnTo>
                    <a:lnTo>
                      <a:pt x="405" y="113"/>
                    </a:lnTo>
                    <a:lnTo>
                      <a:pt x="405" y="113"/>
                    </a:lnTo>
                    <a:close/>
                    <a:moveTo>
                      <a:pt x="405" y="134"/>
                    </a:moveTo>
                    <a:lnTo>
                      <a:pt x="407" y="133"/>
                    </a:lnTo>
                    <a:lnTo>
                      <a:pt x="409" y="131"/>
                    </a:lnTo>
                    <a:lnTo>
                      <a:pt x="411" y="130"/>
                    </a:lnTo>
                    <a:lnTo>
                      <a:pt x="414" y="128"/>
                    </a:lnTo>
                    <a:lnTo>
                      <a:pt x="415" y="126"/>
                    </a:lnTo>
                    <a:lnTo>
                      <a:pt x="416" y="126"/>
                    </a:lnTo>
                    <a:lnTo>
                      <a:pt x="418" y="124"/>
                    </a:lnTo>
                    <a:lnTo>
                      <a:pt x="418" y="123"/>
                    </a:lnTo>
                    <a:lnTo>
                      <a:pt x="419" y="122"/>
                    </a:lnTo>
                    <a:lnTo>
                      <a:pt x="419" y="122"/>
                    </a:lnTo>
                    <a:lnTo>
                      <a:pt x="405" y="122"/>
                    </a:lnTo>
                    <a:lnTo>
                      <a:pt x="405" y="134"/>
                    </a:lnTo>
                    <a:lnTo>
                      <a:pt x="405" y="134"/>
                    </a:lnTo>
                    <a:close/>
                    <a:moveTo>
                      <a:pt x="446" y="134"/>
                    </a:moveTo>
                    <a:lnTo>
                      <a:pt x="445" y="134"/>
                    </a:lnTo>
                    <a:lnTo>
                      <a:pt x="443" y="131"/>
                    </a:lnTo>
                    <a:lnTo>
                      <a:pt x="440" y="130"/>
                    </a:lnTo>
                    <a:lnTo>
                      <a:pt x="438" y="128"/>
                    </a:lnTo>
                    <a:lnTo>
                      <a:pt x="436" y="126"/>
                    </a:lnTo>
                    <a:lnTo>
                      <a:pt x="435" y="126"/>
                    </a:lnTo>
                    <a:lnTo>
                      <a:pt x="435" y="124"/>
                    </a:lnTo>
                    <a:lnTo>
                      <a:pt x="434" y="123"/>
                    </a:lnTo>
                    <a:lnTo>
                      <a:pt x="433" y="122"/>
                    </a:lnTo>
                    <a:lnTo>
                      <a:pt x="433" y="122"/>
                    </a:lnTo>
                    <a:lnTo>
                      <a:pt x="447" y="122"/>
                    </a:lnTo>
                    <a:lnTo>
                      <a:pt x="446" y="134"/>
                    </a:lnTo>
                    <a:lnTo>
                      <a:pt x="446" y="134"/>
                    </a:lnTo>
                    <a:close/>
                    <a:moveTo>
                      <a:pt x="447" y="79"/>
                    </a:moveTo>
                    <a:lnTo>
                      <a:pt x="444" y="79"/>
                    </a:lnTo>
                    <a:lnTo>
                      <a:pt x="444" y="70"/>
                    </a:lnTo>
                    <a:lnTo>
                      <a:pt x="443" y="69"/>
                    </a:lnTo>
                    <a:lnTo>
                      <a:pt x="443" y="69"/>
                    </a:lnTo>
                    <a:lnTo>
                      <a:pt x="441" y="69"/>
                    </a:lnTo>
                    <a:lnTo>
                      <a:pt x="440" y="69"/>
                    </a:lnTo>
                    <a:lnTo>
                      <a:pt x="439" y="70"/>
                    </a:lnTo>
                    <a:lnTo>
                      <a:pt x="438" y="70"/>
                    </a:lnTo>
                    <a:lnTo>
                      <a:pt x="438" y="71"/>
                    </a:lnTo>
                    <a:lnTo>
                      <a:pt x="438" y="72"/>
                    </a:lnTo>
                    <a:lnTo>
                      <a:pt x="438" y="73"/>
                    </a:lnTo>
                    <a:lnTo>
                      <a:pt x="438" y="73"/>
                    </a:lnTo>
                    <a:lnTo>
                      <a:pt x="436" y="74"/>
                    </a:lnTo>
                    <a:lnTo>
                      <a:pt x="435" y="74"/>
                    </a:lnTo>
                    <a:lnTo>
                      <a:pt x="435" y="75"/>
                    </a:lnTo>
                    <a:lnTo>
                      <a:pt x="435" y="76"/>
                    </a:lnTo>
                    <a:lnTo>
                      <a:pt x="435" y="77"/>
                    </a:lnTo>
                    <a:lnTo>
                      <a:pt x="435" y="78"/>
                    </a:lnTo>
                    <a:lnTo>
                      <a:pt x="435" y="78"/>
                    </a:lnTo>
                    <a:lnTo>
                      <a:pt x="435" y="78"/>
                    </a:lnTo>
                    <a:lnTo>
                      <a:pt x="436" y="79"/>
                    </a:lnTo>
                    <a:lnTo>
                      <a:pt x="438" y="81"/>
                    </a:lnTo>
                    <a:lnTo>
                      <a:pt x="439" y="82"/>
                    </a:lnTo>
                    <a:lnTo>
                      <a:pt x="441" y="82"/>
                    </a:lnTo>
                    <a:lnTo>
                      <a:pt x="442" y="82"/>
                    </a:lnTo>
                    <a:lnTo>
                      <a:pt x="445" y="82"/>
                    </a:lnTo>
                    <a:lnTo>
                      <a:pt x="447" y="82"/>
                    </a:lnTo>
                    <a:lnTo>
                      <a:pt x="447" y="79"/>
                    </a:lnTo>
                    <a:lnTo>
                      <a:pt x="447" y="79"/>
                    </a:lnTo>
                    <a:close/>
                    <a:moveTo>
                      <a:pt x="473" y="83"/>
                    </a:moveTo>
                    <a:lnTo>
                      <a:pt x="478" y="83"/>
                    </a:lnTo>
                    <a:lnTo>
                      <a:pt x="479" y="83"/>
                    </a:lnTo>
                    <a:lnTo>
                      <a:pt x="480" y="82"/>
                    </a:lnTo>
                    <a:lnTo>
                      <a:pt x="481" y="82"/>
                    </a:lnTo>
                    <a:lnTo>
                      <a:pt x="482" y="82"/>
                    </a:lnTo>
                    <a:lnTo>
                      <a:pt x="483" y="79"/>
                    </a:lnTo>
                    <a:lnTo>
                      <a:pt x="483" y="77"/>
                    </a:lnTo>
                    <a:lnTo>
                      <a:pt x="484" y="75"/>
                    </a:lnTo>
                    <a:lnTo>
                      <a:pt x="485" y="74"/>
                    </a:lnTo>
                    <a:lnTo>
                      <a:pt x="486" y="73"/>
                    </a:lnTo>
                    <a:lnTo>
                      <a:pt x="487" y="72"/>
                    </a:lnTo>
                    <a:lnTo>
                      <a:pt x="487" y="71"/>
                    </a:lnTo>
                    <a:lnTo>
                      <a:pt x="488" y="70"/>
                    </a:lnTo>
                    <a:lnTo>
                      <a:pt x="488" y="70"/>
                    </a:lnTo>
                    <a:lnTo>
                      <a:pt x="488" y="68"/>
                    </a:lnTo>
                    <a:lnTo>
                      <a:pt x="488" y="66"/>
                    </a:lnTo>
                    <a:lnTo>
                      <a:pt x="487" y="65"/>
                    </a:lnTo>
                    <a:lnTo>
                      <a:pt x="487" y="65"/>
                    </a:lnTo>
                    <a:lnTo>
                      <a:pt x="487" y="65"/>
                    </a:lnTo>
                    <a:lnTo>
                      <a:pt x="486" y="64"/>
                    </a:lnTo>
                    <a:lnTo>
                      <a:pt x="485" y="64"/>
                    </a:lnTo>
                    <a:lnTo>
                      <a:pt x="484" y="65"/>
                    </a:lnTo>
                    <a:lnTo>
                      <a:pt x="484" y="65"/>
                    </a:lnTo>
                    <a:lnTo>
                      <a:pt x="484" y="66"/>
                    </a:lnTo>
                    <a:lnTo>
                      <a:pt x="484" y="67"/>
                    </a:lnTo>
                    <a:lnTo>
                      <a:pt x="483" y="68"/>
                    </a:lnTo>
                    <a:lnTo>
                      <a:pt x="480" y="70"/>
                    </a:lnTo>
                    <a:lnTo>
                      <a:pt x="479" y="70"/>
                    </a:lnTo>
                    <a:lnTo>
                      <a:pt x="477" y="71"/>
                    </a:lnTo>
                    <a:lnTo>
                      <a:pt x="476" y="72"/>
                    </a:lnTo>
                    <a:lnTo>
                      <a:pt x="475" y="74"/>
                    </a:lnTo>
                    <a:lnTo>
                      <a:pt x="475" y="76"/>
                    </a:lnTo>
                    <a:lnTo>
                      <a:pt x="475" y="78"/>
                    </a:lnTo>
                    <a:lnTo>
                      <a:pt x="475" y="79"/>
                    </a:lnTo>
                    <a:lnTo>
                      <a:pt x="475" y="79"/>
                    </a:lnTo>
                    <a:lnTo>
                      <a:pt x="473" y="79"/>
                    </a:lnTo>
                    <a:lnTo>
                      <a:pt x="473" y="83"/>
                    </a:lnTo>
                    <a:lnTo>
                      <a:pt x="473" y="83"/>
                    </a:lnTo>
                    <a:close/>
                    <a:moveTo>
                      <a:pt x="474" y="113"/>
                    </a:moveTo>
                    <a:lnTo>
                      <a:pt x="479" y="113"/>
                    </a:lnTo>
                    <a:lnTo>
                      <a:pt x="479" y="120"/>
                    </a:lnTo>
                    <a:lnTo>
                      <a:pt x="474" y="120"/>
                    </a:lnTo>
                    <a:lnTo>
                      <a:pt x="474" y="113"/>
                    </a:lnTo>
                    <a:lnTo>
                      <a:pt x="474" y="113"/>
                    </a:lnTo>
                    <a:close/>
                    <a:moveTo>
                      <a:pt x="473" y="84"/>
                    </a:moveTo>
                    <a:lnTo>
                      <a:pt x="479" y="84"/>
                    </a:lnTo>
                    <a:lnTo>
                      <a:pt x="479" y="92"/>
                    </a:lnTo>
                    <a:lnTo>
                      <a:pt x="473" y="92"/>
                    </a:lnTo>
                    <a:lnTo>
                      <a:pt x="473" y="84"/>
                    </a:lnTo>
                    <a:lnTo>
                      <a:pt x="473" y="84"/>
                    </a:lnTo>
                    <a:close/>
                    <a:moveTo>
                      <a:pt x="475" y="166"/>
                    </a:moveTo>
                    <a:lnTo>
                      <a:pt x="475" y="166"/>
                    </a:lnTo>
                    <a:lnTo>
                      <a:pt x="477" y="167"/>
                    </a:lnTo>
                    <a:lnTo>
                      <a:pt x="479" y="169"/>
                    </a:lnTo>
                    <a:lnTo>
                      <a:pt x="479" y="170"/>
                    </a:lnTo>
                    <a:lnTo>
                      <a:pt x="480" y="171"/>
                    </a:lnTo>
                    <a:lnTo>
                      <a:pt x="481" y="172"/>
                    </a:lnTo>
                    <a:lnTo>
                      <a:pt x="483" y="176"/>
                    </a:lnTo>
                    <a:lnTo>
                      <a:pt x="483" y="178"/>
                    </a:lnTo>
                    <a:lnTo>
                      <a:pt x="484" y="179"/>
                    </a:lnTo>
                    <a:lnTo>
                      <a:pt x="486" y="180"/>
                    </a:lnTo>
                    <a:lnTo>
                      <a:pt x="487" y="182"/>
                    </a:lnTo>
                    <a:lnTo>
                      <a:pt x="489" y="183"/>
                    </a:lnTo>
                    <a:lnTo>
                      <a:pt x="490" y="186"/>
                    </a:lnTo>
                    <a:lnTo>
                      <a:pt x="491" y="188"/>
                    </a:lnTo>
                    <a:lnTo>
                      <a:pt x="491" y="190"/>
                    </a:lnTo>
                    <a:lnTo>
                      <a:pt x="491" y="193"/>
                    </a:lnTo>
                    <a:lnTo>
                      <a:pt x="491" y="198"/>
                    </a:lnTo>
                    <a:lnTo>
                      <a:pt x="490" y="200"/>
                    </a:lnTo>
                    <a:lnTo>
                      <a:pt x="491" y="202"/>
                    </a:lnTo>
                    <a:lnTo>
                      <a:pt x="493" y="203"/>
                    </a:lnTo>
                    <a:lnTo>
                      <a:pt x="495" y="206"/>
                    </a:lnTo>
                    <a:lnTo>
                      <a:pt x="497" y="209"/>
                    </a:lnTo>
                    <a:lnTo>
                      <a:pt x="497" y="210"/>
                    </a:lnTo>
                    <a:lnTo>
                      <a:pt x="497" y="212"/>
                    </a:lnTo>
                    <a:lnTo>
                      <a:pt x="497" y="214"/>
                    </a:lnTo>
                    <a:lnTo>
                      <a:pt x="497" y="217"/>
                    </a:lnTo>
                    <a:lnTo>
                      <a:pt x="497" y="219"/>
                    </a:lnTo>
                    <a:lnTo>
                      <a:pt x="496" y="221"/>
                    </a:lnTo>
                    <a:lnTo>
                      <a:pt x="496" y="222"/>
                    </a:lnTo>
                    <a:lnTo>
                      <a:pt x="495" y="222"/>
                    </a:lnTo>
                    <a:lnTo>
                      <a:pt x="475" y="222"/>
                    </a:lnTo>
                    <a:lnTo>
                      <a:pt x="475" y="166"/>
                    </a:lnTo>
                    <a:lnTo>
                      <a:pt x="475" y="166"/>
                    </a:lnTo>
                    <a:close/>
                    <a:moveTo>
                      <a:pt x="474" y="226"/>
                    </a:moveTo>
                    <a:lnTo>
                      <a:pt x="501" y="226"/>
                    </a:lnTo>
                    <a:lnTo>
                      <a:pt x="501" y="234"/>
                    </a:lnTo>
                    <a:lnTo>
                      <a:pt x="474" y="234"/>
                    </a:lnTo>
                    <a:lnTo>
                      <a:pt x="474" y="22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3" name="îṩḷïďè"/>
              <p:cNvSpPr/>
              <p:nvPr userDrawn="1"/>
            </p:nvSpPr>
            <p:spPr bwMode="auto">
              <a:xfrm>
                <a:off x="1914526" y="2486026"/>
                <a:ext cx="1882775" cy="1882775"/>
              </a:xfrm>
              <a:custGeom>
                <a:avLst/>
                <a:gdLst>
                  <a:gd name="T0" fmla="*/ 784 w 1186"/>
                  <a:gd name="T1" fmla="*/ 31 h 1186"/>
                  <a:gd name="T2" fmla="*/ 982 w 1186"/>
                  <a:gd name="T3" fmla="*/ 145 h 1186"/>
                  <a:gd name="T4" fmla="*/ 1122 w 1186"/>
                  <a:gd name="T5" fmla="*/ 323 h 1186"/>
                  <a:gd name="T6" fmla="*/ 1184 w 1186"/>
                  <a:gd name="T7" fmla="*/ 548 h 1186"/>
                  <a:gd name="T8" fmla="*/ 1171 w 1186"/>
                  <a:gd name="T9" fmla="*/ 727 h 1186"/>
                  <a:gd name="T10" fmla="*/ 1077 w 1186"/>
                  <a:gd name="T11" fmla="*/ 936 h 1186"/>
                  <a:gd name="T12" fmla="*/ 913 w 1186"/>
                  <a:gd name="T13" fmla="*/ 1093 h 1186"/>
                  <a:gd name="T14" fmla="*/ 698 w 1186"/>
                  <a:gd name="T15" fmla="*/ 1177 h 1186"/>
                  <a:gd name="T16" fmla="*/ 518 w 1186"/>
                  <a:gd name="T17" fmla="*/ 1181 h 1186"/>
                  <a:gd name="T18" fmla="*/ 298 w 1186"/>
                  <a:gd name="T19" fmla="*/ 1108 h 1186"/>
                  <a:gd name="T20" fmla="*/ 127 w 1186"/>
                  <a:gd name="T21" fmla="*/ 960 h 1186"/>
                  <a:gd name="T22" fmla="*/ 23 w 1186"/>
                  <a:gd name="T23" fmla="*/ 756 h 1186"/>
                  <a:gd name="T24" fmla="*/ 1 w 1186"/>
                  <a:gd name="T25" fmla="*/ 578 h 1186"/>
                  <a:gd name="T26" fmla="*/ 53 w 1186"/>
                  <a:gd name="T27" fmla="*/ 349 h 1186"/>
                  <a:gd name="T28" fmla="*/ 184 w 1186"/>
                  <a:gd name="T29" fmla="*/ 164 h 1186"/>
                  <a:gd name="T30" fmla="*/ 376 w 1186"/>
                  <a:gd name="T31" fmla="*/ 42 h 1186"/>
                  <a:gd name="T32" fmla="*/ 593 w 1186"/>
                  <a:gd name="T33" fmla="*/ 0 h 1186"/>
                  <a:gd name="T34" fmla="*/ 491 w 1186"/>
                  <a:gd name="T35" fmla="*/ 233 h 1186"/>
                  <a:gd name="T36" fmla="*/ 362 w 1186"/>
                  <a:gd name="T37" fmla="*/ 299 h 1186"/>
                  <a:gd name="T38" fmla="*/ 268 w 1186"/>
                  <a:gd name="T39" fmla="*/ 407 h 1186"/>
                  <a:gd name="T40" fmla="*/ 222 w 1186"/>
                  <a:gd name="T41" fmla="*/ 546 h 1186"/>
                  <a:gd name="T42" fmla="*/ 224 w 1186"/>
                  <a:gd name="T43" fmla="*/ 660 h 1186"/>
                  <a:gd name="T44" fmla="*/ 278 w 1186"/>
                  <a:gd name="T45" fmla="*/ 795 h 1186"/>
                  <a:gd name="T46" fmla="*/ 392 w 1186"/>
                  <a:gd name="T47" fmla="*/ 908 h 1186"/>
                  <a:gd name="T48" fmla="*/ 431 w 1186"/>
                  <a:gd name="T49" fmla="*/ 916 h 1186"/>
                  <a:gd name="T50" fmla="*/ 304 w 1186"/>
                  <a:gd name="T51" fmla="*/ 809 h 1186"/>
                  <a:gd name="T52" fmla="*/ 244 w 1186"/>
                  <a:gd name="T53" fmla="*/ 684 h 1186"/>
                  <a:gd name="T54" fmla="*/ 232 w 1186"/>
                  <a:gd name="T55" fmla="*/ 575 h 1186"/>
                  <a:gd name="T56" fmla="*/ 268 w 1186"/>
                  <a:gd name="T57" fmla="*/ 437 h 1186"/>
                  <a:gd name="T58" fmla="*/ 351 w 1186"/>
                  <a:gd name="T59" fmla="*/ 326 h 1186"/>
                  <a:gd name="T60" fmla="*/ 469 w 1186"/>
                  <a:gd name="T61" fmla="*/ 254 h 1186"/>
                  <a:gd name="T62" fmla="*/ 593 w 1186"/>
                  <a:gd name="T63" fmla="*/ 232 h 1186"/>
                  <a:gd name="T64" fmla="*/ 717 w 1186"/>
                  <a:gd name="T65" fmla="*/ 254 h 1186"/>
                  <a:gd name="T66" fmla="*/ 836 w 1186"/>
                  <a:gd name="T67" fmla="*/ 326 h 1186"/>
                  <a:gd name="T68" fmla="*/ 919 w 1186"/>
                  <a:gd name="T69" fmla="*/ 437 h 1186"/>
                  <a:gd name="T70" fmla="*/ 954 w 1186"/>
                  <a:gd name="T71" fmla="*/ 575 h 1186"/>
                  <a:gd name="T72" fmla="*/ 943 w 1186"/>
                  <a:gd name="T73" fmla="*/ 684 h 1186"/>
                  <a:gd name="T74" fmla="*/ 883 w 1186"/>
                  <a:gd name="T75" fmla="*/ 809 h 1186"/>
                  <a:gd name="T76" fmla="*/ 756 w 1186"/>
                  <a:gd name="T77" fmla="*/ 916 h 1186"/>
                  <a:gd name="T78" fmla="*/ 795 w 1186"/>
                  <a:gd name="T79" fmla="*/ 909 h 1186"/>
                  <a:gd name="T80" fmla="*/ 909 w 1186"/>
                  <a:gd name="T81" fmla="*/ 795 h 1186"/>
                  <a:gd name="T82" fmla="*/ 961 w 1186"/>
                  <a:gd name="T83" fmla="*/ 660 h 1186"/>
                  <a:gd name="T84" fmla="*/ 965 w 1186"/>
                  <a:gd name="T85" fmla="*/ 546 h 1186"/>
                  <a:gd name="T86" fmla="*/ 918 w 1186"/>
                  <a:gd name="T87" fmla="*/ 407 h 1186"/>
                  <a:gd name="T88" fmla="*/ 825 w 1186"/>
                  <a:gd name="T89" fmla="*/ 299 h 1186"/>
                  <a:gd name="T90" fmla="*/ 696 w 1186"/>
                  <a:gd name="T91" fmla="*/ 233 h 1186"/>
                  <a:gd name="T92" fmla="*/ 593 w 1186"/>
                  <a:gd name="T93" fmla="*/ 14 h 1186"/>
                  <a:gd name="T94" fmla="*/ 408 w 1186"/>
                  <a:gd name="T95" fmla="*/ 44 h 1186"/>
                  <a:gd name="T96" fmla="*/ 214 w 1186"/>
                  <a:gd name="T97" fmla="*/ 155 h 1186"/>
                  <a:gd name="T98" fmla="*/ 77 w 1186"/>
                  <a:gd name="T99" fmla="*/ 330 h 1186"/>
                  <a:gd name="T100" fmla="*/ 15 w 1186"/>
                  <a:gd name="T101" fmla="*/ 548 h 1186"/>
                  <a:gd name="T102" fmla="*/ 28 w 1186"/>
                  <a:gd name="T103" fmla="*/ 724 h 1186"/>
                  <a:gd name="T104" fmla="*/ 120 w 1186"/>
                  <a:gd name="T105" fmla="*/ 928 h 1186"/>
                  <a:gd name="T106" fmla="*/ 281 w 1186"/>
                  <a:gd name="T107" fmla="*/ 1081 h 1186"/>
                  <a:gd name="T108" fmla="*/ 491 w 1186"/>
                  <a:gd name="T109" fmla="*/ 1164 h 1186"/>
                  <a:gd name="T110" fmla="*/ 667 w 1186"/>
                  <a:gd name="T111" fmla="*/ 1169 h 1186"/>
                  <a:gd name="T112" fmla="*/ 882 w 1186"/>
                  <a:gd name="T113" fmla="*/ 1096 h 1186"/>
                  <a:gd name="T114" fmla="*/ 1050 w 1186"/>
                  <a:gd name="T115" fmla="*/ 951 h 1186"/>
                  <a:gd name="T116" fmla="*/ 1151 w 1186"/>
                  <a:gd name="T117" fmla="*/ 752 h 1186"/>
                  <a:gd name="T118" fmla="*/ 1173 w 1186"/>
                  <a:gd name="T119" fmla="*/ 578 h 1186"/>
                  <a:gd name="T120" fmla="*/ 1122 w 1186"/>
                  <a:gd name="T121" fmla="*/ 355 h 1186"/>
                  <a:gd name="T122" fmla="*/ 994 w 1186"/>
                  <a:gd name="T123" fmla="*/ 174 h 1186"/>
                  <a:gd name="T124" fmla="*/ 806 w 1186"/>
                  <a:gd name="T125" fmla="*/ 54 h 1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86" h="1186">
                    <a:moveTo>
                      <a:pt x="593" y="0"/>
                    </a:moveTo>
                    <a:lnTo>
                      <a:pt x="593" y="0"/>
                    </a:lnTo>
                    <a:lnTo>
                      <a:pt x="593" y="0"/>
                    </a:lnTo>
                    <a:lnTo>
                      <a:pt x="609" y="1"/>
                    </a:lnTo>
                    <a:lnTo>
                      <a:pt x="624" y="1"/>
                    </a:lnTo>
                    <a:lnTo>
                      <a:pt x="639" y="2"/>
                    </a:lnTo>
                    <a:lnTo>
                      <a:pt x="654" y="3"/>
                    </a:lnTo>
                    <a:lnTo>
                      <a:pt x="669" y="5"/>
                    </a:lnTo>
                    <a:lnTo>
                      <a:pt x="684" y="7"/>
                    </a:lnTo>
                    <a:lnTo>
                      <a:pt x="698" y="10"/>
                    </a:lnTo>
                    <a:lnTo>
                      <a:pt x="713" y="13"/>
                    </a:lnTo>
                    <a:lnTo>
                      <a:pt x="727" y="15"/>
                    </a:lnTo>
                    <a:lnTo>
                      <a:pt x="741" y="19"/>
                    </a:lnTo>
                    <a:lnTo>
                      <a:pt x="756" y="23"/>
                    </a:lnTo>
                    <a:lnTo>
                      <a:pt x="769" y="27"/>
                    </a:lnTo>
                    <a:lnTo>
                      <a:pt x="784" y="31"/>
                    </a:lnTo>
                    <a:lnTo>
                      <a:pt x="797" y="36"/>
                    </a:lnTo>
                    <a:lnTo>
                      <a:pt x="811" y="42"/>
                    </a:lnTo>
                    <a:lnTo>
                      <a:pt x="825" y="47"/>
                    </a:lnTo>
                    <a:lnTo>
                      <a:pt x="837" y="53"/>
                    </a:lnTo>
                    <a:lnTo>
                      <a:pt x="850" y="59"/>
                    </a:lnTo>
                    <a:lnTo>
                      <a:pt x="863" y="65"/>
                    </a:lnTo>
                    <a:lnTo>
                      <a:pt x="876" y="72"/>
                    </a:lnTo>
                    <a:lnTo>
                      <a:pt x="889" y="79"/>
                    </a:lnTo>
                    <a:lnTo>
                      <a:pt x="901" y="87"/>
                    </a:lnTo>
                    <a:lnTo>
                      <a:pt x="913" y="94"/>
                    </a:lnTo>
                    <a:lnTo>
                      <a:pt x="925" y="102"/>
                    </a:lnTo>
                    <a:lnTo>
                      <a:pt x="937" y="110"/>
                    </a:lnTo>
                    <a:lnTo>
                      <a:pt x="948" y="119"/>
                    </a:lnTo>
                    <a:lnTo>
                      <a:pt x="959" y="127"/>
                    </a:lnTo>
                    <a:lnTo>
                      <a:pt x="970" y="135"/>
                    </a:lnTo>
                    <a:lnTo>
                      <a:pt x="982" y="145"/>
                    </a:lnTo>
                    <a:lnTo>
                      <a:pt x="992" y="155"/>
                    </a:lnTo>
                    <a:lnTo>
                      <a:pt x="1002" y="164"/>
                    </a:lnTo>
                    <a:lnTo>
                      <a:pt x="1013" y="174"/>
                    </a:lnTo>
                    <a:lnTo>
                      <a:pt x="1022" y="184"/>
                    </a:lnTo>
                    <a:lnTo>
                      <a:pt x="1032" y="195"/>
                    </a:lnTo>
                    <a:lnTo>
                      <a:pt x="1042" y="206"/>
                    </a:lnTo>
                    <a:lnTo>
                      <a:pt x="1050" y="216"/>
                    </a:lnTo>
                    <a:lnTo>
                      <a:pt x="1060" y="227"/>
                    </a:lnTo>
                    <a:lnTo>
                      <a:pt x="1069" y="239"/>
                    </a:lnTo>
                    <a:lnTo>
                      <a:pt x="1077" y="250"/>
                    </a:lnTo>
                    <a:lnTo>
                      <a:pt x="1085" y="262"/>
                    </a:lnTo>
                    <a:lnTo>
                      <a:pt x="1093" y="274"/>
                    </a:lnTo>
                    <a:lnTo>
                      <a:pt x="1101" y="286"/>
                    </a:lnTo>
                    <a:lnTo>
                      <a:pt x="1108" y="298"/>
                    </a:lnTo>
                    <a:lnTo>
                      <a:pt x="1114" y="311"/>
                    </a:lnTo>
                    <a:lnTo>
                      <a:pt x="1122" y="323"/>
                    </a:lnTo>
                    <a:lnTo>
                      <a:pt x="1128" y="336"/>
                    </a:lnTo>
                    <a:lnTo>
                      <a:pt x="1134" y="349"/>
                    </a:lnTo>
                    <a:lnTo>
                      <a:pt x="1140" y="363"/>
                    </a:lnTo>
                    <a:lnTo>
                      <a:pt x="1146" y="376"/>
                    </a:lnTo>
                    <a:lnTo>
                      <a:pt x="1150" y="389"/>
                    </a:lnTo>
                    <a:lnTo>
                      <a:pt x="1155" y="403"/>
                    </a:lnTo>
                    <a:lnTo>
                      <a:pt x="1160" y="417"/>
                    </a:lnTo>
                    <a:lnTo>
                      <a:pt x="1164" y="431"/>
                    </a:lnTo>
                    <a:lnTo>
                      <a:pt x="1167" y="445"/>
                    </a:lnTo>
                    <a:lnTo>
                      <a:pt x="1171" y="460"/>
                    </a:lnTo>
                    <a:lnTo>
                      <a:pt x="1174" y="474"/>
                    </a:lnTo>
                    <a:lnTo>
                      <a:pt x="1177" y="488"/>
                    </a:lnTo>
                    <a:lnTo>
                      <a:pt x="1179" y="503"/>
                    </a:lnTo>
                    <a:lnTo>
                      <a:pt x="1182" y="518"/>
                    </a:lnTo>
                    <a:lnTo>
                      <a:pt x="1183" y="532"/>
                    </a:lnTo>
                    <a:lnTo>
                      <a:pt x="1184" y="548"/>
                    </a:lnTo>
                    <a:lnTo>
                      <a:pt x="1186" y="563"/>
                    </a:lnTo>
                    <a:lnTo>
                      <a:pt x="1186" y="578"/>
                    </a:lnTo>
                    <a:lnTo>
                      <a:pt x="1186" y="593"/>
                    </a:lnTo>
                    <a:lnTo>
                      <a:pt x="1186" y="593"/>
                    </a:lnTo>
                    <a:lnTo>
                      <a:pt x="1186" y="593"/>
                    </a:lnTo>
                    <a:lnTo>
                      <a:pt x="1186" y="593"/>
                    </a:lnTo>
                    <a:lnTo>
                      <a:pt x="1186" y="593"/>
                    </a:lnTo>
                    <a:lnTo>
                      <a:pt x="1186" y="608"/>
                    </a:lnTo>
                    <a:lnTo>
                      <a:pt x="1186" y="624"/>
                    </a:lnTo>
                    <a:lnTo>
                      <a:pt x="1184" y="639"/>
                    </a:lnTo>
                    <a:lnTo>
                      <a:pt x="1183" y="654"/>
                    </a:lnTo>
                    <a:lnTo>
                      <a:pt x="1182" y="669"/>
                    </a:lnTo>
                    <a:lnTo>
                      <a:pt x="1179" y="684"/>
                    </a:lnTo>
                    <a:lnTo>
                      <a:pt x="1177" y="698"/>
                    </a:lnTo>
                    <a:lnTo>
                      <a:pt x="1174" y="713"/>
                    </a:lnTo>
                    <a:lnTo>
                      <a:pt x="1171" y="727"/>
                    </a:lnTo>
                    <a:lnTo>
                      <a:pt x="1167" y="741"/>
                    </a:lnTo>
                    <a:lnTo>
                      <a:pt x="1164" y="756"/>
                    </a:lnTo>
                    <a:lnTo>
                      <a:pt x="1160" y="769"/>
                    </a:lnTo>
                    <a:lnTo>
                      <a:pt x="1155" y="784"/>
                    </a:lnTo>
                    <a:lnTo>
                      <a:pt x="1150" y="797"/>
                    </a:lnTo>
                    <a:lnTo>
                      <a:pt x="1146" y="811"/>
                    </a:lnTo>
                    <a:lnTo>
                      <a:pt x="1140" y="824"/>
                    </a:lnTo>
                    <a:lnTo>
                      <a:pt x="1134" y="837"/>
                    </a:lnTo>
                    <a:lnTo>
                      <a:pt x="1128" y="851"/>
                    </a:lnTo>
                    <a:lnTo>
                      <a:pt x="1122" y="864"/>
                    </a:lnTo>
                    <a:lnTo>
                      <a:pt x="1114" y="876"/>
                    </a:lnTo>
                    <a:lnTo>
                      <a:pt x="1108" y="888"/>
                    </a:lnTo>
                    <a:lnTo>
                      <a:pt x="1101" y="900"/>
                    </a:lnTo>
                    <a:lnTo>
                      <a:pt x="1093" y="912"/>
                    </a:lnTo>
                    <a:lnTo>
                      <a:pt x="1085" y="924"/>
                    </a:lnTo>
                    <a:lnTo>
                      <a:pt x="1077" y="936"/>
                    </a:lnTo>
                    <a:lnTo>
                      <a:pt x="1069" y="948"/>
                    </a:lnTo>
                    <a:lnTo>
                      <a:pt x="1060" y="960"/>
                    </a:lnTo>
                    <a:lnTo>
                      <a:pt x="1050" y="970"/>
                    </a:lnTo>
                    <a:lnTo>
                      <a:pt x="1042" y="981"/>
                    </a:lnTo>
                    <a:lnTo>
                      <a:pt x="1032" y="992"/>
                    </a:lnTo>
                    <a:lnTo>
                      <a:pt x="1022" y="1002"/>
                    </a:lnTo>
                    <a:lnTo>
                      <a:pt x="1013" y="1012"/>
                    </a:lnTo>
                    <a:lnTo>
                      <a:pt x="1002" y="1022"/>
                    </a:lnTo>
                    <a:lnTo>
                      <a:pt x="992" y="1032"/>
                    </a:lnTo>
                    <a:lnTo>
                      <a:pt x="982" y="1041"/>
                    </a:lnTo>
                    <a:lnTo>
                      <a:pt x="970" y="1051"/>
                    </a:lnTo>
                    <a:lnTo>
                      <a:pt x="959" y="1060"/>
                    </a:lnTo>
                    <a:lnTo>
                      <a:pt x="948" y="1069"/>
                    </a:lnTo>
                    <a:lnTo>
                      <a:pt x="937" y="1077"/>
                    </a:lnTo>
                    <a:lnTo>
                      <a:pt x="925" y="1085"/>
                    </a:lnTo>
                    <a:lnTo>
                      <a:pt x="913" y="1093"/>
                    </a:lnTo>
                    <a:lnTo>
                      <a:pt x="901" y="1101"/>
                    </a:lnTo>
                    <a:lnTo>
                      <a:pt x="889" y="1108"/>
                    </a:lnTo>
                    <a:lnTo>
                      <a:pt x="876" y="1114"/>
                    </a:lnTo>
                    <a:lnTo>
                      <a:pt x="863" y="1121"/>
                    </a:lnTo>
                    <a:lnTo>
                      <a:pt x="850" y="1128"/>
                    </a:lnTo>
                    <a:lnTo>
                      <a:pt x="837" y="1134"/>
                    </a:lnTo>
                    <a:lnTo>
                      <a:pt x="825" y="1140"/>
                    </a:lnTo>
                    <a:lnTo>
                      <a:pt x="811" y="1145"/>
                    </a:lnTo>
                    <a:lnTo>
                      <a:pt x="797" y="1150"/>
                    </a:lnTo>
                    <a:lnTo>
                      <a:pt x="784" y="1155"/>
                    </a:lnTo>
                    <a:lnTo>
                      <a:pt x="769" y="1160"/>
                    </a:lnTo>
                    <a:lnTo>
                      <a:pt x="756" y="1164"/>
                    </a:lnTo>
                    <a:lnTo>
                      <a:pt x="741" y="1168"/>
                    </a:lnTo>
                    <a:lnTo>
                      <a:pt x="727" y="1171"/>
                    </a:lnTo>
                    <a:lnTo>
                      <a:pt x="713" y="1174"/>
                    </a:lnTo>
                    <a:lnTo>
                      <a:pt x="698" y="1177"/>
                    </a:lnTo>
                    <a:lnTo>
                      <a:pt x="684" y="1179"/>
                    </a:lnTo>
                    <a:lnTo>
                      <a:pt x="669" y="1181"/>
                    </a:lnTo>
                    <a:lnTo>
                      <a:pt x="654" y="1183"/>
                    </a:lnTo>
                    <a:lnTo>
                      <a:pt x="639" y="1185"/>
                    </a:lnTo>
                    <a:lnTo>
                      <a:pt x="624" y="1185"/>
                    </a:lnTo>
                    <a:lnTo>
                      <a:pt x="609" y="1186"/>
                    </a:lnTo>
                    <a:lnTo>
                      <a:pt x="593" y="1186"/>
                    </a:lnTo>
                    <a:lnTo>
                      <a:pt x="593" y="1186"/>
                    </a:lnTo>
                    <a:lnTo>
                      <a:pt x="593" y="1186"/>
                    </a:lnTo>
                    <a:lnTo>
                      <a:pt x="593" y="1186"/>
                    </a:lnTo>
                    <a:lnTo>
                      <a:pt x="593" y="1186"/>
                    </a:lnTo>
                    <a:lnTo>
                      <a:pt x="578" y="1186"/>
                    </a:lnTo>
                    <a:lnTo>
                      <a:pt x="563" y="1185"/>
                    </a:lnTo>
                    <a:lnTo>
                      <a:pt x="548" y="1185"/>
                    </a:lnTo>
                    <a:lnTo>
                      <a:pt x="532" y="1183"/>
                    </a:lnTo>
                    <a:lnTo>
                      <a:pt x="518" y="1181"/>
                    </a:lnTo>
                    <a:lnTo>
                      <a:pt x="503" y="1179"/>
                    </a:lnTo>
                    <a:lnTo>
                      <a:pt x="488" y="1177"/>
                    </a:lnTo>
                    <a:lnTo>
                      <a:pt x="474" y="1174"/>
                    </a:lnTo>
                    <a:lnTo>
                      <a:pt x="460" y="1171"/>
                    </a:lnTo>
                    <a:lnTo>
                      <a:pt x="445" y="1168"/>
                    </a:lnTo>
                    <a:lnTo>
                      <a:pt x="431" y="1164"/>
                    </a:lnTo>
                    <a:lnTo>
                      <a:pt x="417" y="1160"/>
                    </a:lnTo>
                    <a:lnTo>
                      <a:pt x="404" y="1155"/>
                    </a:lnTo>
                    <a:lnTo>
                      <a:pt x="389" y="1150"/>
                    </a:lnTo>
                    <a:lnTo>
                      <a:pt x="376" y="1145"/>
                    </a:lnTo>
                    <a:lnTo>
                      <a:pt x="363" y="1140"/>
                    </a:lnTo>
                    <a:lnTo>
                      <a:pt x="349" y="1134"/>
                    </a:lnTo>
                    <a:lnTo>
                      <a:pt x="336" y="1128"/>
                    </a:lnTo>
                    <a:lnTo>
                      <a:pt x="324" y="1121"/>
                    </a:lnTo>
                    <a:lnTo>
                      <a:pt x="311" y="1114"/>
                    </a:lnTo>
                    <a:lnTo>
                      <a:pt x="298" y="1108"/>
                    </a:lnTo>
                    <a:lnTo>
                      <a:pt x="286" y="1101"/>
                    </a:lnTo>
                    <a:lnTo>
                      <a:pt x="274" y="1093"/>
                    </a:lnTo>
                    <a:lnTo>
                      <a:pt x="262" y="1085"/>
                    </a:lnTo>
                    <a:lnTo>
                      <a:pt x="250" y="1077"/>
                    </a:lnTo>
                    <a:lnTo>
                      <a:pt x="239" y="1069"/>
                    </a:lnTo>
                    <a:lnTo>
                      <a:pt x="227" y="1060"/>
                    </a:lnTo>
                    <a:lnTo>
                      <a:pt x="216" y="1051"/>
                    </a:lnTo>
                    <a:lnTo>
                      <a:pt x="205" y="1041"/>
                    </a:lnTo>
                    <a:lnTo>
                      <a:pt x="195" y="1032"/>
                    </a:lnTo>
                    <a:lnTo>
                      <a:pt x="184" y="1022"/>
                    </a:lnTo>
                    <a:lnTo>
                      <a:pt x="174" y="1012"/>
                    </a:lnTo>
                    <a:lnTo>
                      <a:pt x="164" y="1002"/>
                    </a:lnTo>
                    <a:lnTo>
                      <a:pt x="155" y="992"/>
                    </a:lnTo>
                    <a:lnTo>
                      <a:pt x="145" y="981"/>
                    </a:lnTo>
                    <a:lnTo>
                      <a:pt x="135" y="970"/>
                    </a:lnTo>
                    <a:lnTo>
                      <a:pt x="127" y="960"/>
                    </a:lnTo>
                    <a:lnTo>
                      <a:pt x="118" y="948"/>
                    </a:lnTo>
                    <a:lnTo>
                      <a:pt x="110" y="936"/>
                    </a:lnTo>
                    <a:lnTo>
                      <a:pt x="102" y="924"/>
                    </a:lnTo>
                    <a:lnTo>
                      <a:pt x="94" y="912"/>
                    </a:lnTo>
                    <a:lnTo>
                      <a:pt x="87" y="900"/>
                    </a:lnTo>
                    <a:lnTo>
                      <a:pt x="79" y="888"/>
                    </a:lnTo>
                    <a:lnTo>
                      <a:pt x="71" y="876"/>
                    </a:lnTo>
                    <a:lnTo>
                      <a:pt x="65" y="864"/>
                    </a:lnTo>
                    <a:lnTo>
                      <a:pt x="59" y="851"/>
                    </a:lnTo>
                    <a:lnTo>
                      <a:pt x="53" y="837"/>
                    </a:lnTo>
                    <a:lnTo>
                      <a:pt x="47" y="824"/>
                    </a:lnTo>
                    <a:lnTo>
                      <a:pt x="42" y="811"/>
                    </a:lnTo>
                    <a:lnTo>
                      <a:pt x="36" y="797"/>
                    </a:lnTo>
                    <a:lnTo>
                      <a:pt x="31" y="784"/>
                    </a:lnTo>
                    <a:lnTo>
                      <a:pt x="27" y="769"/>
                    </a:lnTo>
                    <a:lnTo>
                      <a:pt x="23" y="756"/>
                    </a:lnTo>
                    <a:lnTo>
                      <a:pt x="19" y="741"/>
                    </a:lnTo>
                    <a:lnTo>
                      <a:pt x="15" y="727"/>
                    </a:lnTo>
                    <a:lnTo>
                      <a:pt x="12" y="713"/>
                    </a:lnTo>
                    <a:lnTo>
                      <a:pt x="10" y="698"/>
                    </a:lnTo>
                    <a:lnTo>
                      <a:pt x="7" y="684"/>
                    </a:lnTo>
                    <a:lnTo>
                      <a:pt x="5" y="669"/>
                    </a:lnTo>
                    <a:lnTo>
                      <a:pt x="3" y="654"/>
                    </a:lnTo>
                    <a:lnTo>
                      <a:pt x="2" y="639"/>
                    </a:lnTo>
                    <a:lnTo>
                      <a:pt x="1" y="624"/>
                    </a:lnTo>
                    <a:lnTo>
                      <a:pt x="1" y="608"/>
                    </a:lnTo>
                    <a:lnTo>
                      <a:pt x="0" y="593"/>
                    </a:lnTo>
                    <a:lnTo>
                      <a:pt x="0" y="593"/>
                    </a:lnTo>
                    <a:lnTo>
                      <a:pt x="0" y="593"/>
                    </a:lnTo>
                    <a:lnTo>
                      <a:pt x="0" y="593"/>
                    </a:lnTo>
                    <a:lnTo>
                      <a:pt x="0" y="593"/>
                    </a:lnTo>
                    <a:lnTo>
                      <a:pt x="1" y="578"/>
                    </a:lnTo>
                    <a:lnTo>
                      <a:pt x="1" y="563"/>
                    </a:lnTo>
                    <a:lnTo>
                      <a:pt x="2" y="548"/>
                    </a:lnTo>
                    <a:lnTo>
                      <a:pt x="3" y="532"/>
                    </a:lnTo>
                    <a:lnTo>
                      <a:pt x="5" y="518"/>
                    </a:lnTo>
                    <a:lnTo>
                      <a:pt x="7" y="503"/>
                    </a:lnTo>
                    <a:lnTo>
                      <a:pt x="10" y="488"/>
                    </a:lnTo>
                    <a:lnTo>
                      <a:pt x="12" y="474"/>
                    </a:lnTo>
                    <a:lnTo>
                      <a:pt x="15" y="460"/>
                    </a:lnTo>
                    <a:lnTo>
                      <a:pt x="19" y="445"/>
                    </a:lnTo>
                    <a:lnTo>
                      <a:pt x="23" y="431"/>
                    </a:lnTo>
                    <a:lnTo>
                      <a:pt x="27" y="417"/>
                    </a:lnTo>
                    <a:lnTo>
                      <a:pt x="31" y="403"/>
                    </a:lnTo>
                    <a:lnTo>
                      <a:pt x="36" y="389"/>
                    </a:lnTo>
                    <a:lnTo>
                      <a:pt x="42" y="376"/>
                    </a:lnTo>
                    <a:lnTo>
                      <a:pt x="47" y="363"/>
                    </a:lnTo>
                    <a:lnTo>
                      <a:pt x="53" y="349"/>
                    </a:lnTo>
                    <a:lnTo>
                      <a:pt x="59" y="336"/>
                    </a:lnTo>
                    <a:lnTo>
                      <a:pt x="65" y="323"/>
                    </a:lnTo>
                    <a:lnTo>
                      <a:pt x="71" y="311"/>
                    </a:lnTo>
                    <a:lnTo>
                      <a:pt x="79" y="298"/>
                    </a:lnTo>
                    <a:lnTo>
                      <a:pt x="87" y="286"/>
                    </a:lnTo>
                    <a:lnTo>
                      <a:pt x="94" y="274"/>
                    </a:lnTo>
                    <a:lnTo>
                      <a:pt x="102" y="262"/>
                    </a:lnTo>
                    <a:lnTo>
                      <a:pt x="110" y="250"/>
                    </a:lnTo>
                    <a:lnTo>
                      <a:pt x="118" y="239"/>
                    </a:lnTo>
                    <a:lnTo>
                      <a:pt x="127" y="227"/>
                    </a:lnTo>
                    <a:lnTo>
                      <a:pt x="135" y="216"/>
                    </a:lnTo>
                    <a:lnTo>
                      <a:pt x="145" y="206"/>
                    </a:lnTo>
                    <a:lnTo>
                      <a:pt x="155" y="195"/>
                    </a:lnTo>
                    <a:lnTo>
                      <a:pt x="164" y="184"/>
                    </a:lnTo>
                    <a:lnTo>
                      <a:pt x="174" y="174"/>
                    </a:lnTo>
                    <a:lnTo>
                      <a:pt x="184" y="164"/>
                    </a:lnTo>
                    <a:lnTo>
                      <a:pt x="195" y="155"/>
                    </a:lnTo>
                    <a:lnTo>
                      <a:pt x="205" y="145"/>
                    </a:lnTo>
                    <a:lnTo>
                      <a:pt x="216" y="135"/>
                    </a:lnTo>
                    <a:lnTo>
                      <a:pt x="227" y="127"/>
                    </a:lnTo>
                    <a:lnTo>
                      <a:pt x="239" y="119"/>
                    </a:lnTo>
                    <a:lnTo>
                      <a:pt x="250" y="110"/>
                    </a:lnTo>
                    <a:lnTo>
                      <a:pt x="262" y="102"/>
                    </a:lnTo>
                    <a:lnTo>
                      <a:pt x="274" y="94"/>
                    </a:lnTo>
                    <a:lnTo>
                      <a:pt x="286" y="87"/>
                    </a:lnTo>
                    <a:lnTo>
                      <a:pt x="298" y="79"/>
                    </a:lnTo>
                    <a:lnTo>
                      <a:pt x="311" y="72"/>
                    </a:lnTo>
                    <a:lnTo>
                      <a:pt x="324" y="65"/>
                    </a:lnTo>
                    <a:lnTo>
                      <a:pt x="336" y="59"/>
                    </a:lnTo>
                    <a:lnTo>
                      <a:pt x="349" y="53"/>
                    </a:lnTo>
                    <a:lnTo>
                      <a:pt x="363" y="47"/>
                    </a:lnTo>
                    <a:lnTo>
                      <a:pt x="376" y="42"/>
                    </a:lnTo>
                    <a:lnTo>
                      <a:pt x="389" y="36"/>
                    </a:lnTo>
                    <a:lnTo>
                      <a:pt x="404" y="31"/>
                    </a:lnTo>
                    <a:lnTo>
                      <a:pt x="417" y="27"/>
                    </a:lnTo>
                    <a:lnTo>
                      <a:pt x="431" y="23"/>
                    </a:lnTo>
                    <a:lnTo>
                      <a:pt x="445" y="19"/>
                    </a:lnTo>
                    <a:lnTo>
                      <a:pt x="460" y="15"/>
                    </a:lnTo>
                    <a:lnTo>
                      <a:pt x="474" y="13"/>
                    </a:lnTo>
                    <a:lnTo>
                      <a:pt x="488" y="10"/>
                    </a:lnTo>
                    <a:lnTo>
                      <a:pt x="503" y="7"/>
                    </a:lnTo>
                    <a:lnTo>
                      <a:pt x="518" y="5"/>
                    </a:lnTo>
                    <a:lnTo>
                      <a:pt x="532" y="3"/>
                    </a:lnTo>
                    <a:lnTo>
                      <a:pt x="548" y="2"/>
                    </a:lnTo>
                    <a:lnTo>
                      <a:pt x="563" y="1"/>
                    </a:lnTo>
                    <a:lnTo>
                      <a:pt x="578" y="1"/>
                    </a:lnTo>
                    <a:lnTo>
                      <a:pt x="593" y="0"/>
                    </a:lnTo>
                    <a:lnTo>
                      <a:pt x="593" y="0"/>
                    </a:lnTo>
                    <a:lnTo>
                      <a:pt x="593" y="0"/>
                    </a:lnTo>
                    <a:lnTo>
                      <a:pt x="593" y="0"/>
                    </a:lnTo>
                    <a:close/>
                    <a:moveTo>
                      <a:pt x="593" y="219"/>
                    </a:moveTo>
                    <a:lnTo>
                      <a:pt x="593" y="219"/>
                    </a:lnTo>
                    <a:lnTo>
                      <a:pt x="593" y="219"/>
                    </a:lnTo>
                    <a:lnTo>
                      <a:pt x="584" y="219"/>
                    </a:lnTo>
                    <a:lnTo>
                      <a:pt x="574" y="219"/>
                    </a:lnTo>
                    <a:lnTo>
                      <a:pt x="564" y="220"/>
                    </a:lnTo>
                    <a:lnTo>
                      <a:pt x="555" y="221"/>
                    </a:lnTo>
                    <a:lnTo>
                      <a:pt x="545" y="222"/>
                    </a:lnTo>
                    <a:lnTo>
                      <a:pt x="536" y="223"/>
                    </a:lnTo>
                    <a:lnTo>
                      <a:pt x="527" y="225"/>
                    </a:lnTo>
                    <a:lnTo>
                      <a:pt x="518" y="227"/>
                    </a:lnTo>
                    <a:lnTo>
                      <a:pt x="508" y="228"/>
                    </a:lnTo>
                    <a:lnTo>
                      <a:pt x="500" y="231"/>
                    </a:lnTo>
                    <a:lnTo>
                      <a:pt x="491" y="233"/>
                    </a:lnTo>
                    <a:lnTo>
                      <a:pt x="482" y="235"/>
                    </a:lnTo>
                    <a:lnTo>
                      <a:pt x="473" y="239"/>
                    </a:lnTo>
                    <a:lnTo>
                      <a:pt x="464" y="242"/>
                    </a:lnTo>
                    <a:lnTo>
                      <a:pt x="456" y="245"/>
                    </a:lnTo>
                    <a:lnTo>
                      <a:pt x="448" y="248"/>
                    </a:lnTo>
                    <a:lnTo>
                      <a:pt x="439" y="251"/>
                    </a:lnTo>
                    <a:lnTo>
                      <a:pt x="431" y="255"/>
                    </a:lnTo>
                    <a:lnTo>
                      <a:pt x="423" y="259"/>
                    </a:lnTo>
                    <a:lnTo>
                      <a:pt x="415" y="264"/>
                    </a:lnTo>
                    <a:lnTo>
                      <a:pt x="407" y="268"/>
                    </a:lnTo>
                    <a:lnTo>
                      <a:pt x="399" y="273"/>
                    </a:lnTo>
                    <a:lnTo>
                      <a:pt x="392" y="278"/>
                    </a:lnTo>
                    <a:lnTo>
                      <a:pt x="384" y="283"/>
                    </a:lnTo>
                    <a:lnTo>
                      <a:pt x="376" y="288"/>
                    </a:lnTo>
                    <a:lnTo>
                      <a:pt x="369" y="293"/>
                    </a:lnTo>
                    <a:lnTo>
                      <a:pt x="362" y="299"/>
                    </a:lnTo>
                    <a:lnTo>
                      <a:pt x="356" y="304"/>
                    </a:lnTo>
                    <a:lnTo>
                      <a:pt x="348" y="310"/>
                    </a:lnTo>
                    <a:lnTo>
                      <a:pt x="341" y="316"/>
                    </a:lnTo>
                    <a:lnTo>
                      <a:pt x="335" y="322"/>
                    </a:lnTo>
                    <a:lnTo>
                      <a:pt x="328" y="328"/>
                    </a:lnTo>
                    <a:lnTo>
                      <a:pt x="322" y="335"/>
                    </a:lnTo>
                    <a:lnTo>
                      <a:pt x="316" y="342"/>
                    </a:lnTo>
                    <a:lnTo>
                      <a:pt x="310" y="348"/>
                    </a:lnTo>
                    <a:lnTo>
                      <a:pt x="304" y="355"/>
                    </a:lnTo>
                    <a:lnTo>
                      <a:pt x="299" y="362"/>
                    </a:lnTo>
                    <a:lnTo>
                      <a:pt x="293" y="369"/>
                    </a:lnTo>
                    <a:lnTo>
                      <a:pt x="288" y="376"/>
                    </a:lnTo>
                    <a:lnTo>
                      <a:pt x="283" y="383"/>
                    </a:lnTo>
                    <a:lnTo>
                      <a:pt x="278" y="391"/>
                    </a:lnTo>
                    <a:lnTo>
                      <a:pt x="273" y="399"/>
                    </a:lnTo>
                    <a:lnTo>
                      <a:pt x="268" y="407"/>
                    </a:lnTo>
                    <a:lnTo>
                      <a:pt x="264" y="415"/>
                    </a:lnTo>
                    <a:lnTo>
                      <a:pt x="260" y="423"/>
                    </a:lnTo>
                    <a:lnTo>
                      <a:pt x="256" y="431"/>
                    </a:lnTo>
                    <a:lnTo>
                      <a:pt x="252" y="439"/>
                    </a:lnTo>
                    <a:lnTo>
                      <a:pt x="248" y="448"/>
                    </a:lnTo>
                    <a:lnTo>
                      <a:pt x="245" y="456"/>
                    </a:lnTo>
                    <a:lnTo>
                      <a:pt x="242" y="464"/>
                    </a:lnTo>
                    <a:lnTo>
                      <a:pt x="239" y="473"/>
                    </a:lnTo>
                    <a:lnTo>
                      <a:pt x="236" y="482"/>
                    </a:lnTo>
                    <a:lnTo>
                      <a:pt x="233" y="491"/>
                    </a:lnTo>
                    <a:lnTo>
                      <a:pt x="231" y="500"/>
                    </a:lnTo>
                    <a:lnTo>
                      <a:pt x="228" y="509"/>
                    </a:lnTo>
                    <a:lnTo>
                      <a:pt x="227" y="518"/>
                    </a:lnTo>
                    <a:lnTo>
                      <a:pt x="224" y="527"/>
                    </a:lnTo>
                    <a:lnTo>
                      <a:pt x="223" y="536"/>
                    </a:lnTo>
                    <a:lnTo>
                      <a:pt x="222" y="546"/>
                    </a:lnTo>
                    <a:lnTo>
                      <a:pt x="221" y="555"/>
                    </a:lnTo>
                    <a:lnTo>
                      <a:pt x="220" y="564"/>
                    </a:lnTo>
                    <a:lnTo>
                      <a:pt x="219" y="574"/>
                    </a:lnTo>
                    <a:lnTo>
                      <a:pt x="219" y="584"/>
                    </a:lnTo>
                    <a:lnTo>
                      <a:pt x="219" y="593"/>
                    </a:lnTo>
                    <a:lnTo>
                      <a:pt x="219" y="593"/>
                    </a:lnTo>
                    <a:lnTo>
                      <a:pt x="219" y="593"/>
                    </a:lnTo>
                    <a:lnTo>
                      <a:pt x="219" y="593"/>
                    </a:lnTo>
                    <a:lnTo>
                      <a:pt x="219" y="593"/>
                    </a:lnTo>
                    <a:lnTo>
                      <a:pt x="219" y="603"/>
                    </a:lnTo>
                    <a:lnTo>
                      <a:pt x="219" y="612"/>
                    </a:lnTo>
                    <a:lnTo>
                      <a:pt x="220" y="622"/>
                    </a:lnTo>
                    <a:lnTo>
                      <a:pt x="221" y="632"/>
                    </a:lnTo>
                    <a:lnTo>
                      <a:pt x="222" y="641"/>
                    </a:lnTo>
                    <a:lnTo>
                      <a:pt x="223" y="650"/>
                    </a:lnTo>
                    <a:lnTo>
                      <a:pt x="224" y="660"/>
                    </a:lnTo>
                    <a:lnTo>
                      <a:pt x="227" y="669"/>
                    </a:lnTo>
                    <a:lnTo>
                      <a:pt x="228" y="678"/>
                    </a:lnTo>
                    <a:lnTo>
                      <a:pt x="231" y="687"/>
                    </a:lnTo>
                    <a:lnTo>
                      <a:pt x="233" y="696"/>
                    </a:lnTo>
                    <a:lnTo>
                      <a:pt x="236" y="704"/>
                    </a:lnTo>
                    <a:lnTo>
                      <a:pt x="239" y="713"/>
                    </a:lnTo>
                    <a:lnTo>
                      <a:pt x="242" y="722"/>
                    </a:lnTo>
                    <a:lnTo>
                      <a:pt x="245" y="731"/>
                    </a:lnTo>
                    <a:lnTo>
                      <a:pt x="248" y="739"/>
                    </a:lnTo>
                    <a:lnTo>
                      <a:pt x="252" y="748"/>
                    </a:lnTo>
                    <a:lnTo>
                      <a:pt x="256" y="756"/>
                    </a:lnTo>
                    <a:lnTo>
                      <a:pt x="260" y="764"/>
                    </a:lnTo>
                    <a:lnTo>
                      <a:pt x="264" y="772"/>
                    </a:lnTo>
                    <a:lnTo>
                      <a:pt x="268" y="780"/>
                    </a:lnTo>
                    <a:lnTo>
                      <a:pt x="273" y="788"/>
                    </a:lnTo>
                    <a:lnTo>
                      <a:pt x="278" y="795"/>
                    </a:lnTo>
                    <a:lnTo>
                      <a:pt x="283" y="803"/>
                    </a:lnTo>
                    <a:lnTo>
                      <a:pt x="288" y="810"/>
                    </a:lnTo>
                    <a:lnTo>
                      <a:pt x="293" y="817"/>
                    </a:lnTo>
                    <a:lnTo>
                      <a:pt x="299" y="824"/>
                    </a:lnTo>
                    <a:lnTo>
                      <a:pt x="304" y="832"/>
                    </a:lnTo>
                    <a:lnTo>
                      <a:pt x="310" y="838"/>
                    </a:lnTo>
                    <a:lnTo>
                      <a:pt x="316" y="845"/>
                    </a:lnTo>
                    <a:lnTo>
                      <a:pt x="322" y="852"/>
                    </a:lnTo>
                    <a:lnTo>
                      <a:pt x="328" y="858"/>
                    </a:lnTo>
                    <a:lnTo>
                      <a:pt x="337" y="866"/>
                    </a:lnTo>
                    <a:lnTo>
                      <a:pt x="345" y="874"/>
                    </a:lnTo>
                    <a:lnTo>
                      <a:pt x="354" y="881"/>
                    </a:lnTo>
                    <a:lnTo>
                      <a:pt x="363" y="888"/>
                    </a:lnTo>
                    <a:lnTo>
                      <a:pt x="372" y="896"/>
                    </a:lnTo>
                    <a:lnTo>
                      <a:pt x="382" y="903"/>
                    </a:lnTo>
                    <a:lnTo>
                      <a:pt x="392" y="908"/>
                    </a:lnTo>
                    <a:lnTo>
                      <a:pt x="402" y="915"/>
                    </a:lnTo>
                    <a:lnTo>
                      <a:pt x="412" y="921"/>
                    </a:lnTo>
                    <a:lnTo>
                      <a:pt x="422" y="927"/>
                    </a:lnTo>
                    <a:lnTo>
                      <a:pt x="432" y="932"/>
                    </a:lnTo>
                    <a:lnTo>
                      <a:pt x="444" y="936"/>
                    </a:lnTo>
                    <a:lnTo>
                      <a:pt x="454" y="941"/>
                    </a:lnTo>
                    <a:lnTo>
                      <a:pt x="465" y="945"/>
                    </a:lnTo>
                    <a:lnTo>
                      <a:pt x="476" y="949"/>
                    </a:lnTo>
                    <a:lnTo>
                      <a:pt x="488" y="952"/>
                    </a:lnTo>
                    <a:lnTo>
                      <a:pt x="496" y="941"/>
                    </a:lnTo>
                    <a:lnTo>
                      <a:pt x="484" y="938"/>
                    </a:lnTo>
                    <a:lnTo>
                      <a:pt x="473" y="934"/>
                    </a:lnTo>
                    <a:lnTo>
                      <a:pt x="462" y="930"/>
                    </a:lnTo>
                    <a:lnTo>
                      <a:pt x="452" y="925"/>
                    </a:lnTo>
                    <a:lnTo>
                      <a:pt x="440" y="921"/>
                    </a:lnTo>
                    <a:lnTo>
                      <a:pt x="431" y="916"/>
                    </a:lnTo>
                    <a:lnTo>
                      <a:pt x="420" y="910"/>
                    </a:lnTo>
                    <a:lnTo>
                      <a:pt x="410" y="904"/>
                    </a:lnTo>
                    <a:lnTo>
                      <a:pt x="400" y="899"/>
                    </a:lnTo>
                    <a:lnTo>
                      <a:pt x="391" y="892"/>
                    </a:lnTo>
                    <a:lnTo>
                      <a:pt x="381" y="886"/>
                    </a:lnTo>
                    <a:lnTo>
                      <a:pt x="372" y="879"/>
                    </a:lnTo>
                    <a:lnTo>
                      <a:pt x="364" y="872"/>
                    </a:lnTo>
                    <a:lnTo>
                      <a:pt x="355" y="864"/>
                    </a:lnTo>
                    <a:lnTo>
                      <a:pt x="346" y="856"/>
                    </a:lnTo>
                    <a:lnTo>
                      <a:pt x="338" y="848"/>
                    </a:lnTo>
                    <a:lnTo>
                      <a:pt x="332" y="843"/>
                    </a:lnTo>
                    <a:lnTo>
                      <a:pt x="326" y="836"/>
                    </a:lnTo>
                    <a:lnTo>
                      <a:pt x="320" y="830"/>
                    </a:lnTo>
                    <a:lnTo>
                      <a:pt x="315" y="823"/>
                    </a:lnTo>
                    <a:lnTo>
                      <a:pt x="309" y="816"/>
                    </a:lnTo>
                    <a:lnTo>
                      <a:pt x="304" y="809"/>
                    </a:lnTo>
                    <a:lnTo>
                      <a:pt x="299" y="802"/>
                    </a:lnTo>
                    <a:lnTo>
                      <a:pt x="294" y="795"/>
                    </a:lnTo>
                    <a:lnTo>
                      <a:pt x="289" y="788"/>
                    </a:lnTo>
                    <a:lnTo>
                      <a:pt x="284" y="780"/>
                    </a:lnTo>
                    <a:lnTo>
                      <a:pt x="280" y="773"/>
                    </a:lnTo>
                    <a:lnTo>
                      <a:pt x="276" y="765"/>
                    </a:lnTo>
                    <a:lnTo>
                      <a:pt x="272" y="758"/>
                    </a:lnTo>
                    <a:lnTo>
                      <a:pt x="268" y="750"/>
                    </a:lnTo>
                    <a:lnTo>
                      <a:pt x="264" y="742"/>
                    </a:lnTo>
                    <a:lnTo>
                      <a:pt x="260" y="734"/>
                    </a:lnTo>
                    <a:lnTo>
                      <a:pt x="257" y="726"/>
                    </a:lnTo>
                    <a:lnTo>
                      <a:pt x="254" y="717"/>
                    </a:lnTo>
                    <a:lnTo>
                      <a:pt x="252" y="709"/>
                    </a:lnTo>
                    <a:lnTo>
                      <a:pt x="248" y="700"/>
                    </a:lnTo>
                    <a:lnTo>
                      <a:pt x="246" y="692"/>
                    </a:lnTo>
                    <a:lnTo>
                      <a:pt x="244" y="684"/>
                    </a:lnTo>
                    <a:lnTo>
                      <a:pt x="241" y="675"/>
                    </a:lnTo>
                    <a:lnTo>
                      <a:pt x="240" y="666"/>
                    </a:lnTo>
                    <a:lnTo>
                      <a:pt x="238" y="657"/>
                    </a:lnTo>
                    <a:lnTo>
                      <a:pt x="236" y="648"/>
                    </a:lnTo>
                    <a:lnTo>
                      <a:pt x="235" y="640"/>
                    </a:lnTo>
                    <a:lnTo>
                      <a:pt x="234" y="630"/>
                    </a:lnTo>
                    <a:lnTo>
                      <a:pt x="233" y="621"/>
                    </a:lnTo>
                    <a:lnTo>
                      <a:pt x="232" y="612"/>
                    </a:lnTo>
                    <a:lnTo>
                      <a:pt x="232" y="603"/>
                    </a:lnTo>
                    <a:lnTo>
                      <a:pt x="232" y="593"/>
                    </a:lnTo>
                    <a:lnTo>
                      <a:pt x="232" y="593"/>
                    </a:lnTo>
                    <a:lnTo>
                      <a:pt x="232" y="593"/>
                    </a:lnTo>
                    <a:lnTo>
                      <a:pt x="232" y="593"/>
                    </a:lnTo>
                    <a:lnTo>
                      <a:pt x="232" y="593"/>
                    </a:lnTo>
                    <a:lnTo>
                      <a:pt x="232" y="584"/>
                    </a:lnTo>
                    <a:lnTo>
                      <a:pt x="232" y="575"/>
                    </a:lnTo>
                    <a:lnTo>
                      <a:pt x="233" y="565"/>
                    </a:lnTo>
                    <a:lnTo>
                      <a:pt x="234" y="556"/>
                    </a:lnTo>
                    <a:lnTo>
                      <a:pt x="235" y="548"/>
                    </a:lnTo>
                    <a:lnTo>
                      <a:pt x="236" y="538"/>
                    </a:lnTo>
                    <a:lnTo>
                      <a:pt x="238" y="529"/>
                    </a:lnTo>
                    <a:lnTo>
                      <a:pt x="240" y="520"/>
                    </a:lnTo>
                    <a:lnTo>
                      <a:pt x="241" y="512"/>
                    </a:lnTo>
                    <a:lnTo>
                      <a:pt x="244" y="503"/>
                    </a:lnTo>
                    <a:lnTo>
                      <a:pt x="246" y="495"/>
                    </a:lnTo>
                    <a:lnTo>
                      <a:pt x="248" y="486"/>
                    </a:lnTo>
                    <a:lnTo>
                      <a:pt x="252" y="478"/>
                    </a:lnTo>
                    <a:lnTo>
                      <a:pt x="254" y="469"/>
                    </a:lnTo>
                    <a:lnTo>
                      <a:pt x="257" y="461"/>
                    </a:lnTo>
                    <a:lnTo>
                      <a:pt x="260" y="452"/>
                    </a:lnTo>
                    <a:lnTo>
                      <a:pt x="264" y="444"/>
                    </a:lnTo>
                    <a:lnTo>
                      <a:pt x="268" y="437"/>
                    </a:lnTo>
                    <a:lnTo>
                      <a:pt x="272" y="429"/>
                    </a:lnTo>
                    <a:lnTo>
                      <a:pt x="276" y="421"/>
                    </a:lnTo>
                    <a:lnTo>
                      <a:pt x="280" y="413"/>
                    </a:lnTo>
                    <a:lnTo>
                      <a:pt x="284" y="406"/>
                    </a:lnTo>
                    <a:lnTo>
                      <a:pt x="289" y="399"/>
                    </a:lnTo>
                    <a:lnTo>
                      <a:pt x="294" y="391"/>
                    </a:lnTo>
                    <a:lnTo>
                      <a:pt x="299" y="384"/>
                    </a:lnTo>
                    <a:lnTo>
                      <a:pt x="304" y="377"/>
                    </a:lnTo>
                    <a:lnTo>
                      <a:pt x="309" y="371"/>
                    </a:lnTo>
                    <a:lnTo>
                      <a:pt x="315" y="363"/>
                    </a:lnTo>
                    <a:lnTo>
                      <a:pt x="320" y="357"/>
                    </a:lnTo>
                    <a:lnTo>
                      <a:pt x="326" y="351"/>
                    </a:lnTo>
                    <a:lnTo>
                      <a:pt x="332" y="344"/>
                    </a:lnTo>
                    <a:lnTo>
                      <a:pt x="338" y="338"/>
                    </a:lnTo>
                    <a:lnTo>
                      <a:pt x="344" y="331"/>
                    </a:lnTo>
                    <a:lnTo>
                      <a:pt x="351" y="326"/>
                    </a:lnTo>
                    <a:lnTo>
                      <a:pt x="357" y="320"/>
                    </a:lnTo>
                    <a:lnTo>
                      <a:pt x="364" y="315"/>
                    </a:lnTo>
                    <a:lnTo>
                      <a:pt x="370" y="309"/>
                    </a:lnTo>
                    <a:lnTo>
                      <a:pt x="377" y="303"/>
                    </a:lnTo>
                    <a:lnTo>
                      <a:pt x="384" y="299"/>
                    </a:lnTo>
                    <a:lnTo>
                      <a:pt x="392" y="294"/>
                    </a:lnTo>
                    <a:lnTo>
                      <a:pt x="399" y="289"/>
                    </a:lnTo>
                    <a:lnTo>
                      <a:pt x="406" y="284"/>
                    </a:lnTo>
                    <a:lnTo>
                      <a:pt x="413" y="280"/>
                    </a:lnTo>
                    <a:lnTo>
                      <a:pt x="421" y="276"/>
                    </a:lnTo>
                    <a:lnTo>
                      <a:pt x="429" y="271"/>
                    </a:lnTo>
                    <a:lnTo>
                      <a:pt x="437" y="267"/>
                    </a:lnTo>
                    <a:lnTo>
                      <a:pt x="444" y="264"/>
                    </a:lnTo>
                    <a:lnTo>
                      <a:pt x="452" y="260"/>
                    </a:lnTo>
                    <a:lnTo>
                      <a:pt x="461" y="257"/>
                    </a:lnTo>
                    <a:lnTo>
                      <a:pt x="469" y="254"/>
                    </a:lnTo>
                    <a:lnTo>
                      <a:pt x="477" y="251"/>
                    </a:lnTo>
                    <a:lnTo>
                      <a:pt x="486" y="248"/>
                    </a:lnTo>
                    <a:lnTo>
                      <a:pt x="494" y="246"/>
                    </a:lnTo>
                    <a:lnTo>
                      <a:pt x="503" y="243"/>
                    </a:lnTo>
                    <a:lnTo>
                      <a:pt x="512" y="241"/>
                    </a:lnTo>
                    <a:lnTo>
                      <a:pt x="520" y="239"/>
                    </a:lnTo>
                    <a:lnTo>
                      <a:pt x="529" y="238"/>
                    </a:lnTo>
                    <a:lnTo>
                      <a:pt x="538" y="236"/>
                    </a:lnTo>
                    <a:lnTo>
                      <a:pt x="548" y="235"/>
                    </a:lnTo>
                    <a:lnTo>
                      <a:pt x="556" y="234"/>
                    </a:lnTo>
                    <a:lnTo>
                      <a:pt x="565" y="233"/>
                    </a:lnTo>
                    <a:lnTo>
                      <a:pt x="575" y="232"/>
                    </a:lnTo>
                    <a:lnTo>
                      <a:pt x="584" y="232"/>
                    </a:lnTo>
                    <a:lnTo>
                      <a:pt x="593" y="232"/>
                    </a:lnTo>
                    <a:lnTo>
                      <a:pt x="593" y="232"/>
                    </a:lnTo>
                    <a:lnTo>
                      <a:pt x="593" y="232"/>
                    </a:lnTo>
                    <a:lnTo>
                      <a:pt x="593" y="232"/>
                    </a:lnTo>
                    <a:lnTo>
                      <a:pt x="593" y="232"/>
                    </a:lnTo>
                    <a:lnTo>
                      <a:pt x="603" y="232"/>
                    </a:lnTo>
                    <a:lnTo>
                      <a:pt x="612" y="232"/>
                    </a:lnTo>
                    <a:lnTo>
                      <a:pt x="621" y="233"/>
                    </a:lnTo>
                    <a:lnTo>
                      <a:pt x="630" y="234"/>
                    </a:lnTo>
                    <a:lnTo>
                      <a:pt x="639" y="235"/>
                    </a:lnTo>
                    <a:lnTo>
                      <a:pt x="649" y="236"/>
                    </a:lnTo>
                    <a:lnTo>
                      <a:pt x="657" y="238"/>
                    </a:lnTo>
                    <a:lnTo>
                      <a:pt x="666" y="239"/>
                    </a:lnTo>
                    <a:lnTo>
                      <a:pt x="675" y="241"/>
                    </a:lnTo>
                    <a:lnTo>
                      <a:pt x="684" y="243"/>
                    </a:lnTo>
                    <a:lnTo>
                      <a:pt x="693" y="246"/>
                    </a:lnTo>
                    <a:lnTo>
                      <a:pt x="701" y="248"/>
                    </a:lnTo>
                    <a:lnTo>
                      <a:pt x="709" y="251"/>
                    </a:lnTo>
                    <a:lnTo>
                      <a:pt x="717" y="254"/>
                    </a:lnTo>
                    <a:lnTo>
                      <a:pt x="726" y="257"/>
                    </a:lnTo>
                    <a:lnTo>
                      <a:pt x="733" y="260"/>
                    </a:lnTo>
                    <a:lnTo>
                      <a:pt x="742" y="264"/>
                    </a:lnTo>
                    <a:lnTo>
                      <a:pt x="750" y="267"/>
                    </a:lnTo>
                    <a:lnTo>
                      <a:pt x="757" y="271"/>
                    </a:lnTo>
                    <a:lnTo>
                      <a:pt x="765" y="276"/>
                    </a:lnTo>
                    <a:lnTo>
                      <a:pt x="773" y="280"/>
                    </a:lnTo>
                    <a:lnTo>
                      <a:pt x="781" y="284"/>
                    </a:lnTo>
                    <a:lnTo>
                      <a:pt x="788" y="289"/>
                    </a:lnTo>
                    <a:lnTo>
                      <a:pt x="795" y="294"/>
                    </a:lnTo>
                    <a:lnTo>
                      <a:pt x="802" y="299"/>
                    </a:lnTo>
                    <a:lnTo>
                      <a:pt x="809" y="303"/>
                    </a:lnTo>
                    <a:lnTo>
                      <a:pt x="817" y="309"/>
                    </a:lnTo>
                    <a:lnTo>
                      <a:pt x="823" y="315"/>
                    </a:lnTo>
                    <a:lnTo>
                      <a:pt x="829" y="320"/>
                    </a:lnTo>
                    <a:lnTo>
                      <a:pt x="836" y="326"/>
                    </a:lnTo>
                    <a:lnTo>
                      <a:pt x="842" y="331"/>
                    </a:lnTo>
                    <a:lnTo>
                      <a:pt x="849" y="338"/>
                    </a:lnTo>
                    <a:lnTo>
                      <a:pt x="855" y="344"/>
                    </a:lnTo>
                    <a:lnTo>
                      <a:pt x="861" y="351"/>
                    </a:lnTo>
                    <a:lnTo>
                      <a:pt x="866" y="357"/>
                    </a:lnTo>
                    <a:lnTo>
                      <a:pt x="872" y="363"/>
                    </a:lnTo>
                    <a:lnTo>
                      <a:pt x="877" y="371"/>
                    </a:lnTo>
                    <a:lnTo>
                      <a:pt x="883" y="377"/>
                    </a:lnTo>
                    <a:lnTo>
                      <a:pt x="888" y="384"/>
                    </a:lnTo>
                    <a:lnTo>
                      <a:pt x="893" y="391"/>
                    </a:lnTo>
                    <a:lnTo>
                      <a:pt x="897" y="399"/>
                    </a:lnTo>
                    <a:lnTo>
                      <a:pt x="902" y="406"/>
                    </a:lnTo>
                    <a:lnTo>
                      <a:pt x="906" y="413"/>
                    </a:lnTo>
                    <a:lnTo>
                      <a:pt x="911" y="421"/>
                    </a:lnTo>
                    <a:lnTo>
                      <a:pt x="915" y="429"/>
                    </a:lnTo>
                    <a:lnTo>
                      <a:pt x="919" y="437"/>
                    </a:lnTo>
                    <a:lnTo>
                      <a:pt x="923" y="444"/>
                    </a:lnTo>
                    <a:lnTo>
                      <a:pt x="926" y="452"/>
                    </a:lnTo>
                    <a:lnTo>
                      <a:pt x="929" y="461"/>
                    </a:lnTo>
                    <a:lnTo>
                      <a:pt x="933" y="469"/>
                    </a:lnTo>
                    <a:lnTo>
                      <a:pt x="936" y="478"/>
                    </a:lnTo>
                    <a:lnTo>
                      <a:pt x="938" y="486"/>
                    </a:lnTo>
                    <a:lnTo>
                      <a:pt x="941" y="495"/>
                    </a:lnTo>
                    <a:lnTo>
                      <a:pt x="943" y="503"/>
                    </a:lnTo>
                    <a:lnTo>
                      <a:pt x="945" y="512"/>
                    </a:lnTo>
                    <a:lnTo>
                      <a:pt x="947" y="520"/>
                    </a:lnTo>
                    <a:lnTo>
                      <a:pt x="949" y="529"/>
                    </a:lnTo>
                    <a:lnTo>
                      <a:pt x="950" y="538"/>
                    </a:lnTo>
                    <a:lnTo>
                      <a:pt x="952" y="548"/>
                    </a:lnTo>
                    <a:lnTo>
                      <a:pt x="953" y="556"/>
                    </a:lnTo>
                    <a:lnTo>
                      <a:pt x="953" y="565"/>
                    </a:lnTo>
                    <a:lnTo>
                      <a:pt x="954" y="575"/>
                    </a:lnTo>
                    <a:lnTo>
                      <a:pt x="954" y="584"/>
                    </a:lnTo>
                    <a:lnTo>
                      <a:pt x="954" y="593"/>
                    </a:lnTo>
                    <a:lnTo>
                      <a:pt x="954" y="593"/>
                    </a:lnTo>
                    <a:lnTo>
                      <a:pt x="954" y="593"/>
                    </a:lnTo>
                    <a:lnTo>
                      <a:pt x="954" y="593"/>
                    </a:lnTo>
                    <a:lnTo>
                      <a:pt x="954" y="593"/>
                    </a:lnTo>
                    <a:lnTo>
                      <a:pt x="954" y="603"/>
                    </a:lnTo>
                    <a:lnTo>
                      <a:pt x="954" y="612"/>
                    </a:lnTo>
                    <a:lnTo>
                      <a:pt x="953" y="621"/>
                    </a:lnTo>
                    <a:lnTo>
                      <a:pt x="953" y="630"/>
                    </a:lnTo>
                    <a:lnTo>
                      <a:pt x="952" y="640"/>
                    </a:lnTo>
                    <a:lnTo>
                      <a:pt x="950" y="648"/>
                    </a:lnTo>
                    <a:lnTo>
                      <a:pt x="949" y="657"/>
                    </a:lnTo>
                    <a:lnTo>
                      <a:pt x="947" y="666"/>
                    </a:lnTo>
                    <a:lnTo>
                      <a:pt x="945" y="675"/>
                    </a:lnTo>
                    <a:lnTo>
                      <a:pt x="943" y="684"/>
                    </a:lnTo>
                    <a:lnTo>
                      <a:pt x="941" y="692"/>
                    </a:lnTo>
                    <a:lnTo>
                      <a:pt x="938" y="700"/>
                    </a:lnTo>
                    <a:lnTo>
                      <a:pt x="936" y="709"/>
                    </a:lnTo>
                    <a:lnTo>
                      <a:pt x="933" y="717"/>
                    </a:lnTo>
                    <a:lnTo>
                      <a:pt x="929" y="726"/>
                    </a:lnTo>
                    <a:lnTo>
                      <a:pt x="926" y="734"/>
                    </a:lnTo>
                    <a:lnTo>
                      <a:pt x="923" y="742"/>
                    </a:lnTo>
                    <a:lnTo>
                      <a:pt x="919" y="750"/>
                    </a:lnTo>
                    <a:lnTo>
                      <a:pt x="915" y="758"/>
                    </a:lnTo>
                    <a:lnTo>
                      <a:pt x="911" y="765"/>
                    </a:lnTo>
                    <a:lnTo>
                      <a:pt x="906" y="773"/>
                    </a:lnTo>
                    <a:lnTo>
                      <a:pt x="902" y="780"/>
                    </a:lnTo>
                    <a:lnTo>
                      <a:pt x="897" y="788"/>
                    </a:lnTo>
                    <a:lnTo>
                      <a:pt x="893" y="795"/>
                    </a:lnTo>
                    <a:lnTo>
                      <a:pt x="888" y="802"/>
                    </a:lnTo>
                    <a:lnTo>
                      <a:pt x="883" y="809"/>
                    </a:lnTo>
                    <a:lnTo>
                      <a:pt x="877" y="816"/>
                    </a:lnTo>
                    <a:lnTo>
                      <a:pt x="872" y="823"/>
                    </a:lnTo>
                    <a:lnTo>
                      <a:pt x="866" y="830"/>
                    </a:lnTo>
                    <a:lnTo>
                      <a:pt x="861" y="836"/>
                    </a:lnTo>
                    <a:lnTo>
                      <a:pt x="855" y="843"/>
                    </a:lnTo>
                    <a:lnTo>
                      <a:pt x="849" y="848"/>
                    </a:lnTo>
                    <a:lnTo>
                      <a:pt x="841" y="856"/>
                    </a:lnTo>
                    <a:lnTo>
                      <a:pt x="832" y="864"/>
                    </a:lnTo>
                    <a:lnTo>
                      <a:pt x="823" y="872"/>
                    </a:lnTo>
                    <a:lnTo>
                      <a:pt x="814" y="879"/>
                    </a:lnTo>
                    <a:lnTo>
                      <a:pt x="805" y="886"/>
                    </a:lnTo>
                    <a:lnTo>
                      <a:pt x="796" y="892"/>
                    </a:lnTo>
                    <a:lnTo>
                      <a:pt x="786" y="899"/>
                    </a:lnTo>
                    <a:lnTo>
                      <a:pt x="777" y="904"/>
                    </a:lnTo>
                    <a:lnTo>
                      <a:pt x="766" y="910"/>
                    </a:lnTo>
                    <a:lnTo>
                      <a:pt x="756" y="916"/>
                    </a:lnTo>
                    <a:lnTo>
                      <a:pt x="745" y="921"/>
                    </a:lnTo>
                    <a:lnTo>
                      <a:pt x="735" y="925"/>
                    </a:lnTo>
                    <a:lnTo>
                      <a:pt x="725" y="930"/>
                    </a:lnTo>
                    <a:lnTo>
                      <a:pt x="713" y="934"/>
                    </a:lnTo>
                    <a:lnTo>
                      <a:pt x="702" y="938"/>
                    </a:lnTo>
                    <a:lnTo>
                      <a:pt x="691" y="941"/>
                    </a:lnTo>
                    <a:lnTo>
                      <a:pt x="699" y="952"/>
                    </a:lnTo>
                    <a:lnTo>
                      <a:pt x="710" y="949"/>
                    </a:lnTo>
                    <a:lnTo>
                      <a:pt x="721" y="945"/>
                    </a:lnTo>
                    <a:lnTo>
                      <a:pt x="733" y="941"/>
                    </a:lnTo>
                    <a:lnTo>
                      <a:pt x="743" y="936"/>
                    </a:lnTo>
                    <a:lnTo>
                      <a:pt x="754" y="932"/>
                    </a:lnTo>
                    <a:lnTo>
                      <a:pt x="765" y="927"/>
                    </a:lnTo>
                    <a:lnTo>
                      <a:pt x="775" y="921"/>
                    </a:lnTo>
                    <a:lnTo>
                      <a:pt x="785" y="915"/>
                    </a:lnTo>
                    <a:lnTo>
                      <a:pt x="795" y="909"/>
                    </a:lnTo>
                    <a:lnTo>
                      <a:pt x="805" y="903"/>
                    </a:lnTo>
                    <a:lnTo>
                      <a:pt x="814" y="896"/>
                    </a:lnTo>
                    <a:lnTo>
                      <a:pt x="823" y="888"/>
                    </a:lnTo>
                    <a:lnTo>
                      <a:pt x="833" y="881"/>
                    </a:lnTo>
                    <a:lnTo>
                      <a:pt x="841" y="874"/>
                    </a:lnTo>
                    <a:lnTo>
                      <a:pt x="850" y="866"/>
                    </a:lnTo>
                    <a:lnTo>
                      <a:pt x="858" y="858"/>
                    </a:lnTo>
                    <a:lnTo>
                      <a:pt x="865" y="852"/>
                    </a:lnTo>
                    <a:lnTo>
                      <a:pt x="871" y="845"/>
                    </a:lnTo>
                    <a:lnTo>
                      <a:pt x="877" y="838"/>
                    </a:lnTo>
                    <a:lnTo>
                      <a:pt x="882" y="832"/>
                    </a:lnTo>
                    <a:lnTo>
                      <a:pt x="888" y="824"/>
                    </a:lnTo>
                    <a:lnTo>
                      <a:pt x="893" y="817"/>
                    </a:lnTo>
                    <a:lnTo>
                      <a:pt x="898" y="810"/>
                    </a:lnTo>
                    <a:lnTo>
                      <a:pt x="904" y="803"/>
                    </a:lnTo>
                    <a:lnTo>
                      <a:pt x="909" y="795"/>
                    </a:lnTo>
                    <a:lnTo>
                      <a:pt x="913" y="788"/>
                    </a:lnTo>
                    <a:lnTo>
                      <a:pt x="918" y="780"/>
                    </a:lnTo>
                    <a:lnTo>
                      <a:pt x="923" y="772"/>
                    </a:lnTo>
                    <a:lnTo>
                      <a:pt x="927" y="764"/>
                    </a:lnTo>
                    <a:lnTo>
                      <a:pt x="931" y="756"/>
                    </a:lnTo>
                    <a:lnTo>
                      <a:pt x="935" y="748"/>
                    </a:lnTo>
                    <a:lnTo>
                      <a:pt x="938" y="739"/>
                    </a:lnTo>
                    <a:lnTo>
                      <a:pt x="941" y="731"/>
                    </a:lnTo>
                    <a:lnTo>
                      <a:pt x="945" y="722"/>
                    </a:lnTo>
                    <a:lnTo>
                      <a:pt x="948" y="713"/>
                    </a:lnTo>
                    <a:lnTo>
                      <a:pt x="951" y="704"/>
                    </a:lnTo>
                    <a:lnTo>
                      <a:pt x="953" y="696"/>
                    </a:lnTo>
                    <a:lnTo>
                      <a:pt x="956" y="687"/>
                    </a:lnTo>
                    <a:lnTo>
                      <a:pt x="958" y="678"/>
                    </a:lnTo>
                    <a:lnTo>
                      <a:pt x="960" y="669"/>
                    </a:lnTo>
                    <a:lnTo>
                      <a:pt x="961" y="660"/>
                    </a:lnTo>
                    <a:lnTo>
                      <a:pt x="964" y="650"/>
                    </a:lnTo>
                    <a:lnTo>
                      <a:pt x="965" y="641"/>
                    </a:lnTo>
                    <a:lnTo>
                      <a:pt x="965" y="632"/>
                    </a:lnTo>
                    <a:lnTo>
                      <a:pt x="967" y="622"/>
                    </a:lnTo>
                    <a:lnTo>
                      <a:pt x="967" y="612"/>
                    </a:lnTo>
                    <a:lnTo>
                      <a:pt x="968" y="603"/>
                    </a:lnTo>
                    <a:lnTo>
                      <a:pt x="968" y="593"/>
                    </a:lnTo>
                    <a:lnTo>
                      <a:pt x="968" y="593"/>
                    </a:lnTo>
                    <a:lnTo>
                      <a:pt x="968" y="593"/>
                    </a:lnTo>
                    <a:lnTo>
                      <a:pt x="968" y="593"/>
                    </a:lnTo>
                    <a:lnTo>
                      <a:pt x="968" y="593"/>
                    </a:lnTo>
                    <a:lnTo>
                      <a:pt x="968" y="584"/>
                    </a:lnTo>
                    <a:lnTo>
                      <a:pt x="967" y="574"/>
                    </a:lnTo>
                    <a:lnTo>
                      <a:pt x="967" y="564"/>
                    </a:lnTo>
                    <a:lnTo>
                      <a:pt x="965" y="555"/>
                    </a:lnTo>
                    <a:lnTo>
                      <a:pt x="965" y="546"/>
                    </a:lnTo>
                    <a:lnTo>
                      <a:pt x="964" y="536"/>
                    </a:lnTo>
                    <a:lnTo>
                      <a:pt x="961" y="527"/>
                    </a:lnTo>
                    <a:lnTo>
                      <a:pt x="960" y="518"/>
                    </a:lnTo>
                    <a:lnTo>
                      <a:pt x="958" y="509"/>
                    </a:lnTo>
                    <a:lnTo>
                      <a:pt x="956" y="500"/>
                    </a:lnTo>
                    <a:lnTo>
                      <a:pt x="953" y="491"/>
                    </a:lnTo>
                    <a:lnTo>
                      <a:pt x="951" y="482"/>
                    </a:lnTo>
                    <a:lnTo>
                      <a:pt x="948" y="473"/>
                    </a:lnTo>
                    <a:lnTo>
                      <a:pt x="945" y="464"/>
                    </a:lnTo>
                    <a:lnTo>
                      <a:pt x="941" y="456"/>
                    </a:lnTo>
                    <a:lnTo>
                      <a:pt x="938" y="448"/>
                    </a:lnTo>
                    <a:lnTo>
                      <a:pt x="935" y="439"/>
                    </a:lnTo>
                    <a:lnTo>
                      <a:pt x="931" y="431"/>
                    </a:lnTo>
                    <a:lnTo>
                      <a:pt x="927" y="423"/>
                    </a:lnTo>
                    <a:lnTo>
                      <a:pt x="923" y="415"/>
                    </a:lnTo>
                    <a:lnTo>
                      <a:pt x="918" y="407"/>
                    </a:lnTo>
                    <a:lnTo>
                      <a:pt x="913" y="399"/>
                    </a:lnTo>
                    <a:lnTo>
                      <a:pt x="909" y="391"/>
                    </a:lnTo>
                    <a:lnTo>
                      <a:pt x="904" y="383"/>
                    </a:lnTo>
                    <a:lnTo>
                      <a:pt x="898" y="376"/>
                    </a:lnTo>
                    <a:lnTo>
                      <a:pt x="893" y="369"/>
                    </a:lnTo>
                    <a:lnTo>
                      <a:pt x="888" y="362"/>
                    </a:lnTo>
                    <a:lnTo>
                      <a:pt x="882" y="355"/>
                    </a:lnTo>
                    <a:lnTo>
                      <a:pt x="877" y="348"/>
                    </a:lnTo>
                    <a:lnTo>
                      <a:pt x="871" y="342"/>
                    </a:lnTo>
                    <a:lnTo>
                      <a:pt x="865" y="335"/>
                    </a:lnTo>
                    <a:lnTo>
                      <a:pt x="858" y="328"/>
                    </a:lnTo>
                    <a:lnTo>
                      <a:pt x="852" y="322"/>
                    </a:lnTo>
                    <a:lnTo>
                      <a:pt x="845" y="316"/>
                    </a:lnTo>
                    <a:lnTo>
                      <a:pt x="838" y="310"/>
                    </a:lnTo>
                    <a:lnTo>
                      <a:pt x="832" y="304"/>
                    </a:lnTo>
                    <a:lnTo>
                      <a:pt x="825" y="299"/>
                    </a:lnTo>
                    <a:lnTo>
                      <a:pt x="817" y="293"/>
                    </a:lnTo>
                    <a:lnTo>
                      <a:pt x="810" y="288"/>
                    </a:lnTo>
                    <a:lnTo>
                      <a:pt x="803" y="283"/>
                    </a:lnTo>
                    <a:lnTo>
                      <a:pt x="795" y="278"/>
                    </a:lnTo>
                    <a:lnTo>
                      <a:pt x="787" y="273"/>
                    </a:lnTo>
                    <a:lnTo>
                      <a:pt x="780" y="268"/>
                    </a:lnTo>
                    <a:lnTo>
                      <a:pt x="772" y="264"/>
                    </a:lnTo>
                    <a:lnTo>
                      <a:pt x="764" y="259"/>
                    </a:lnTo>
                    <a:lnTo>
                      <a:pt x="756" y="255"/>
                    </a:lnTo>
                    <a:lnTo>
                      <a:pt x="748" y="251"/>
                    </a:lnTo>
                    <a:lnTo>
                      <a:pt x="739" y="248"/>
                    </a:lnTo>
                    <a:lnTo>
                      <a:pt x="731" y="245"/>
                    </a:lnTo>
                    <a:lnTo>
                      <a:pt x="722" y="242"/>
                    </a:lnTo>
                    <a:lnTo>
                      <a:pt x="713" y="239"/>
                    </a:lnTo>
                    <a:lnTo>
                      <a:pt x="705" y="235"/>
                    </a:lnTo>
                    <a:lnTo>
                      <a:pt x="696" y="233"/>
                    </a:lnTo>
                    <a:lnTo>
                      <a:pt x="687" y="231"/>
                    </a:lnTo>
                    <a:lnTo>
                      <a:pt x="678" y="228"/>
                    </a:lnTo>
                    <a:lnTo>
                      <a:pt x="669" y="227"/>
                    </a:lnTo>
                    <a:lnTo>
                      <a:pt x="660" y="225"/>
                    </a:lnTo>
                    <a:lnTo>
                      <a:pt x="650" y="223"/>
                    </a:lnTo>
                    <a:lnTo>
                      <a:pt x="641" y="222"/>
                    </a:lnTo>
                    <a:lnTo>
                      <a:pt x="632" y="221"/>
                    </a:lnTo>
                    <a:lnTo>
                      <a:pt x="622" y="220"/>
                    </a:lnTo>
                    <a:lnTo>
                      <a:pt x="613" y="219"/>
                    </a:lnTo>
                    <a:lnTo>
                      <a:pt x="603" y="219"/>
                    </a:lnTo>
                    <a:lnTo>
                      <a:pt x="593" y="219"/>
                    </a:lnTo>
                    <a:lnTo>
                      <a:pt x="593" y="219"/>
                    </a:lnTo>
                    <a:lnTo>
                      <a:pt x="593" y="219"/>
                    </a:lnTo>
                    <a:lnTo>
                      <a:pt x="593" y="219"/>
                    </a:lnTo>
                    <a:close/>
                    <a:moveTo>
                      <a:pt x="593" y="14"/>
                    </a:moveTo>
                    <a:lnTo>
                      <a:pt x="593" y="14"/>
                    </a:lnTo>
                    <a:lnTo>
                      <a:pt x="593" y="14"/>
                    </a:lnTo>
                    <a:lnTo>
                      <a:pt x="593" y="14"/>
                    </a:lnTo>
                    <a:lnTo>
                      <a:pt x="593" y="14"/>
                    </a:lnTo>
                    <a:lnTo>
                      <a:pt x="578" y="14"/>
                    </a:lnTo>
                    <a:lnTo>
                      <a:pt x="564" y="15"/>
                    </a:lnTo>
                    <a:lnTo>
                      <a:pt x="548" y="15"/>
                    </a:lnTo>
                    <a:lnTo>
                      <a:pt x="534" y="16"/>
                    </a:lnTo>
                    <a:lnTo>
                      <a:pt x="520" y="19"/>
                    </a:lnTo>
                    <a:lnTo>
                      <a:pt x="505" y="20"/>
                    </a:lnTo>
                    <a:lnTo>
                      <a:pt x="491" y="23"/>
                    </a:lnTo>
                    <a:lnTo>
                      <a:pt x="476" y="26"/>
                    </a:lnTo>
                    <a:lnTo>
                      <a:pt x="463" y="28"/>
                    </a:lnTo>
                    <a:lnTo>
                      <a:pt x="448" y="32"/>
                    </a:lnTo>
                    <a:lnTo>
                      <a:pt x="435" y="35"/>
                    </a:lnTo>
                    <a:lnTo>
                      <a:pt x="421" y="40"/>
                    </a:lnTo>
                    <a:lnTo>
                      <a:pt x="408" y="44"/>
                    </a:lnTo>
                    <a:lnTo>
                      <a:pt x="394" y="49"/>
                    </a:lnTo>
                    <a:lnTo>
                      <a:pt x="381" y="54"/>
                    </a:lnTo>
                    <a:lnTo>
                      <a:pt x="368" y="59"/>
                    </a:lnTo>
                    <a:lnTo>
                      <a:pt x="355" y="65"/>
                    </a:lnTo>
                    <a:lnTo>
                      <a:pt x="342" y="71"/>
                    </a:lnTo>
                    <a:lnTo>
                      <a:pt x="329" y="77"/>
                    </a:lnTo>
                    <a:lnTo>
                      <a:pt x="317" y="83"/>
                    </a:lnTo>
                    <a:lnTo>
                      <a:pt x="305" y="91"/>
                    </a:lnTo>
                    <a:lnTo>
                      <a:pt x="292" y="98"/>
                    </a:lnTo>
                    <a:lnTo>
                      <a:pt x="281" y="105"/>
                    </a:lnTo>
                    <a:lnTo>
                      <a:pt x="269" y="113"/>
                    </a:lnTo>
                    <a:lnTo>
                      <a:pt x="258" y="120"/>
                    </a:lnTo>
                    <a:lnTo>
                      <a:pt x="247" y="129"/>
                    </a:lnTo>
                    <a:lnTo>
                      <a:pt x="236" y="137"/>
                    </a:lnTo>
                    <a:lnTo>
                      <a:pt x="224" y="146"/>
                    </a:lnTo>
                    <a:lnTo>
                      <a:pt x="214" y="155"/>
                    </a:lnTo>
                    <a:lnTo>
                      <a:pt x="203" y="164"/>
                    </a:lnTo>
                    <a:lnTo>
                      <a:pt x="193" y="174"/>
                    </a:lnTo>
                    <a:lnTo>
                      <a:pt x="183" y="183"/>
                    </a:lnTo>
                    <a:lnTo>
                      <a:pt x="174" y="194"/>
                    </a:lnTo>
                    <a:lnTo>
                      <a:pt x="164" y="203"/>
                    </a:lnTo>
                    <a:lnTo>
                      <a:pt x="155" y="214"/>
                    </a:lnTo>
                    <a:lnTo>
                      <a:pt x="146" y="224"/>
                    </a:lnTo>
                    <a:lnTo>
                      <a:pt x="137" y="235"/>
                    </a:lnTo>
                    <a:lnTo>
                      <a:pt x="129" y="247"/>
                    </a:lnTo>
                    <a:lnTo>
                      <a:pt x="120" y="258"/>
                    </a:lnTo>
                    <a:lnTo>
                      <a:pt x="112" y="269"/>
                    </a:lnTo>
                    <a:lnTo>
                      <a:pt x="105" y="281"/>
                    </a:lnTo>
                    <a:lnTo>
                      <a:pt x="98" y="292"/>
                    </a:lnTo>
                    <a:lnTo>
                      <a:pt x="91" y="305"/>
                    </a:lnTo>
                    <a:lnTo>
                      <a:pt x="83" y="317"/>
                    </a:lnTo>
                    <a:lnTo>
                      <a:pt x="77" y="330"/>
                    </a:lnTo>
                    <a:lnTo>
                      <a:pt x="71" y="342"/>
                    </a:lnTo>
                    <a:lnTo>
                      <a:pt x="65" y="355"/>
                    </a:lnTo>
                    <a:lnTo>
                      <a:pt x="59" y="367"/>
                    </a:lnTo>
                    <a:lnTo>
                      <a:pt x="54" y="381"/>
                    </a:lnTo>
                    <a:lnTo>
                      <a:pt x="49" y="394"/>
                    </a:lnTo>
                    <a:lnTo>
                      <a:pt x="44" y="408"/>
                    </a:lnTo>
                    <a:lnTo>
                      <a:pt x="39" y="421"/>
                    </a:lnTo>
                    <a:lnTo>
                      <a:pt x="35" y="435"/>
                    </a:lnTo>
                    <a:lnTo>
                      <a:pt x="32" y="448"/>
                    </a:lnTo>
                    <a:lnTo>
                      <a:pt x="28" y="463"/>
                    </a:lnTo>
                    <a:lnTo>
                      <a:pt x="25" y="476"/>
                    </a:lnTo>
                    <a:lnTo>
                      <a:pt x="23" y="491"/>
                    </a:lnTo>
                    <a:lnTo>
                      <a:pt x="20" y="505"/>
                    </a:lnTo>
                    <a:lnTo>
                      <a:pt x="18" y="520"/>
                    </a:lnTo>
                    <a:lnTo>
                      <a:pt x="16" y="534"/>
                    </a:lnTo>
                    <a:lnTo>
                      <a:pt x="15" y="548"/>
                    </a:lnTo>
                    <a:lnTo>
                      <a:pt x="15" y="564"/>
                    </a:lnTo>
                    <a:lnTo>
                      <a:pt x="14" y="578"/>
                    </a:lnTo>
                    <a:lnTo>
                      <a:pt x="14" y="593"/>
                    </a:lnTo>
                    <a:lnTo>
                      <a:pt x="14" y="593"/>
                    </a:lnTo>
                    <a:lnTo>
                      <a:pt x="14" y="593"/>
                    </a:lnTo>
                    <a:lnTo>
                      <a:pt x="14" y="593"/>
                    </a:lnTo>
                    <a:lnTo>
                      <a:pt x="14" y="593"/>
                    </a:lnTo>
                    <a:lnTo>
                      <a:pt x="14" y="608"/>
                    </a:lnTo>
                    <a:lnTo>
                      <a:pt x="15" y="623"/>
                    </a:lnTo>
                    <a:lnTo>
                      <a:pt x="15" y="638"/>
                    </a:lnTo>
                    <a:lnTo>
                      <a:pt x="16" y="652"/>
                    </a:lnTo>
                    <a:lnTo>
                      <a:pt x="18" y="667"/>
                    </a:lnTo>
                    <a:lnTo>
                      <a:pt x="20" y="682"/>
                    </a:lnTo>
                    <a:lnTo>
                      <a:pt x="23" y="696"/>
                    </a:lnTo>
                    <a:lnTo>
                      <a:pt x="25" y="710"/>
                    </a:lnTo>
                    <a:lnTo>
                      <a:pt x="28" y="724"/>
                    </a:lnTo>
                    <a:lnTo>
                      <a:pt x="32" y="738"/>
                    </a:lnTo>
                    <a:lnTo>
                      <a:pt x="35" y="752"/>
                    </a:lnTo>
                    <a:lnTo>
                      <a:pt x="40" y="765"/>
                    </a:lnTo>
                    <a:lnTo>
                      <a:pt x="44" y="779"/>
                    </a:lnTo>
                    <a:lnTo>
                      <a:pt x="49" y="792"/>
                    </a:lnTo>
                    <a:lnTo>
                      <a:pt x="54" y="806"/>
                    </a:lnTo>
                    <a:lnTo>
                      <a:pt x="59" y="819"/>
                    </a:lnTo>
                    <a:lnTo>
                      <a:pt x="65" y="832"/>
                    </a:lnTo>
                    <a:lnTo>
                      <a:pt x="71" y="844"/>
                    </a:lnTo>
                    <a:lnTo>
                      <a:pt x="77" y="857"/>
                    </a:lnTo>
                    <a:lnTo>
                      <a:pt x="83" y="869"/>
                    </a:lnTo>
                    <a:lnTo>
                      <a:pt x="91" y="882"/>
                    </a:lnTo>
                    <a:lnTo>
                      <a:pt x="98" y="894"/>
                    </a:lnTo>
                    <a:lnTo>
                      <a:pt x="105" y="906"/>
                    </a:lnTo>
                    <a:lnTo>
                      <a:pt x="112" y="917"/>
                    </a:lnTo>
                    <a:lnTo>
                      <a:pt x="120" y="928"/>
                    </a:lnTo>
                    <a:lnTo>
                      <a:pt x="129" y="940"/>
                    </a:lnTo>
                    <a:lnTo>
                      <a:pt x="137" y="951"/>
                    </a:lnTo>
                    <a:lnTo>
                      <a:pt x="146" y="962"/>
                    </a:lnTo>
                    <a:lnTo>
                      <a:pt x="155" y="972"/>
                    </a:lnTo>
                    <a:lnTo>
                      <a:pt x="164" y="983"/>
                    </a:lnTo>
                    <a:lnTo>
                      <a:pt x="174" y="993"/>
                    </a:lnTo>
                    <a:lnTo>
                      <a:pt x="183" y="1003"/>
                    </a:lnTo>
                    <a:lnTo>
                      <a:pt x="193" y="1012"/>
                    </a:lnTo>
                    <a:lnTo>
                      <a:pt x="203" y="1022"/>
                    </a:lnTo>
                    <a:lnTo>
                      <a:pt x="214" y="1032"/>
                    </a:lnTo>
                    <a:lnTo>
                      <a:pt x="224" y="1040"/>
                    </a:lnTo>
                    <a:lnTo>
                      <a:pt x="236" y="1049"/>
                    </a:lnTo>
                    <a:lnTo>
                      <a:pt x="247" y="1058"/>
                    </a:lnTo>
                    <a:lnTo>
                      <a:pt x="258" y="1066"/>
                    </a:lnTo>
                    <a:lnTo>
                      <a:pt x="269" y="1074"/>
                    </a:lnTo>
                    <a:lnTo>
                      <a:pt x="281" y="1081"/>
                    </a:lnTo>
                    <a:lnTo>
                      <a:pt x="292" y="1089"/>
                    </a:lnTo>
                    <a:lnTo>
                      <a:pt x="305" y="1096"/>
                    </a:lnTo>
                    <a:lnTo>
                      <a:pt x="317" y="1103"/>
                    </a:lnTo>
                    <a:lnTo>
                      <a:pt x="329" y="1109"/>
                    </a:lnTo>
                    <a:lnTo>
                      <a:pt x="342" y="1116"/>
                    </a:lnTo>
                    <a:lnTo>
                      <a:pt x="355" y="1121"/>
                    </a:lnTo>
                    <a:lnTo>
                      <a:pt x="368" y="1127"/>
                    </a:lnTo>
                    <a:lnTo>
                      <a:pt x="381" y="1133"/>
                    </a:lnTo>
                    <a:lnTo>
                      <a:pt x="394" y="1138"/>
                    </a:lnTo>
                    <a:lnTo>
                      <a:pt x="408" y="1142"/>
                    </a:lnTo>
                    <a:lnTo>
                      <a:pt x="421" y="1147"/>
                    </a:lnTo>
                    <a:lnTo>
                      <a:pt x="435" y="1151"/>
                    </a:lnTo>
                    <a:lnTo>
                      <a:pt x="448" y="1155"/>
                    </a:lnTo>
                    <a:lnTo>
                      <a:pt x="463" y="1158"/>
                    </a:lnTo>
                    <a:lnTo>
                      <a:pt x="476" y="1161"/>
                    </a:lnTo>
                    <a:lnTo>
                      <a:pt x="491" y="1164"/>
                    </a:lnTo>
                    <a:lnTo>
                      <a:pt x="505" y="1166"/>
                    </a:lnTo>
                    <a:lnTo>
                      <a:pt x="520" y="1169"/>
                    </a:lnTo>
                    <a:lnTo>
                      <a:pt x="534" y="1170"/>
                    </a:lnTo>
                    <a:lnTo>
                      <a:pt x="548" y="1171"/>
                    </a:lnTo>
                    <a:lnTo>
                      <a:pt x="564" y="1172"/>
                    </a:lnTo>
                    <a:lnTo>
                      <a:pt x="578" y="1173"/>
                    </a:lnTo>
                    <a:lnTo>
                      <a:pt x="593" y="1173"/>
                    </a:lnTo>
                    <a:lnTo>
                      <a:pt x="593" y="1173"/>
                    </a:lnTo>
                    <a:lnTo>
                      <a:pt x="593" y="1173"/>
                    </a:lnTo>
                    <a:lnTo>
                      <a:pt x="593" y="1173"/>
                    </a:lnTo>
                    <a:lnTo>
                      <a:pt x="593" y="1173"/>
                    </a:lnTo>
                    <a:lnTo>
                      <a:pt x="609" y="1173"/>
                    </a:lnTo>
                    <a:lnTo>
                      <a:pt x="623" y="1172"/>
                    </a:lnTo>
                    <a:lnTo>
                      <a:pt x="638" y="1171"/>
                    </a:lnTo>
                    <a:lnTo>
                      <a:pt x="653" y="1170"/>
                    </a:lnTo>
                    <a:lnTo>
                      <a:pt x="667" y="1169"/>
                    </a:lnTo>
                    <a:lnTo>
                      <a:pt x="681" y="1166"/>
                    </a:lnTo>
                    <a:lnTo>
                      <a:pt x="696" y="1164"/>
                    </a:lnTo>
                    <a:lnTo>
                      <a:pt x="710" y="1161"/>
                    </a:lnTo>
                    <a:lnTo>
                      <a:pt x="725" y="1158"/>
                    </a:lnTo>
                    <a:lnTo>
                      <a:pt x="738" y="1155"/>
                    </a:lnTo>
                    <a:lnTo>
                      <a:pt x="752" y="1151"/>
                    </a:lnTo>
                    <a:lnTo>
                      <a:pt x="765" y="1147"/>
                    </a:lnTo>
                    <a:lnTo>
                      <a:pt x="779" y="1142"/>
                    </a:lnTo>
                    <a:lnTo>
                      <a:pt x="793" y="1138"/>
                    </a:lnTo>
                    <a:lnTo>
                      <a:pt x="806" y="1133"/>
                    </a:lnTo>
                    <a:lnTo>
                      <a:pt x="819" y="1127"/>
                    </a:lnTo>
                    <a:lnTo>
                      <a:pt x="832" y="1121"/>
                    </a:lnTo>
                    <a:lnTo>
                      <a:pt x="845" y="1116"/>
                    </a:lnTo>
                    <a:lnTo>
                      <a:pt x="857" y="1109"/>
                    </a:lnTo>
                    <a:lnTo>
                      <a:pt x="869" y="1103"/>
                    </a:lnTo>
                    <a:lnTo>
                      <a:pt x="882" y="1096"/>
                    </a:lnTo>
                    <a:lnTo>
                      <a:pt x="893" y="1089"/>
                    </a:lnTo>
                    <a:lnTo>
                      <a:pt x="905" y="1081"/>
                    </a:lnTo>
                    <a:lnTo>
                      <a:pt x="917" y="1074"/>
                    </a:lnTo>
                    <a:lnTo>
                      <a:pt x="929" y="1066"/>
                    </a:lnTo>
                    <a:lnTo>
                      <a:pt x="940" y="1058"/>
                    </a:lnTo>
                    <a:lnTo>
                      <a:pt x="951" y="1049"/>
                    </a:lnTo>
                    <a:lnTo>
                      <a:pt x="961" y="1040"/>
                    </a:lnTo>
                    <a:lnTo>
                      <a:pt x="973" y="1032"/>
                    </a:lnTo>
                    <a:lnTo>
                      <a:pt x="983" y="1022"/>
                    </a:lnTo>
                    <a:lnTo>
                      <a:pt x="994" y="1012"/>
                    </a:lnTo>
                    <a:lnTo>
                      <a:pt x="1003" y="1003"/>
                    </a:lnTo>
                    <a:lnTo>
                      <a:pt x="1013" y="993"/>
                    </a:lnTo>
                    <a:lnTo>
                      <a:pt x="1022" y="983"/>
                    </a:lnTo>
                    <a:lnTo>
                      <a:pt x="1032" y="972"/>
                    </a:lnTo>
                    <a:lnTo>
                      <a:pt x="1041" y="962"/>
                    </a:lnTo>
                    <a:lnTo>
                      <a:pt x="1050" y="951"/>
                    </a:lnTo>
                    <a:lnTo>
                      <a:pt x="1058" y="940"/>
                    </a:lnTo>
                    <a:lnTo>
                      <a:pt x="1066" y="928"/>
                    </a:lnTo>
                    <a:lnTo>
                      <a:pt x="1074" y="917"/>
                    </a:lnTo>
                    <a:lnTo>
                      <a:pt x="1082" y="906"/>
                    </a:lnTo>
                    <a:lnTo>
                      <a:pt x="1089" y="894"/>
                    </a:lnTo>
                    <a:lnTo>
                      <a:pt x="1096" y="882"/>
                    </a:lnTo>
                    <a:lnTo>
                      <a:pt x="1103" y="869"/>
                    </a:lnTo>
                    <a:lnTo>
                      <a:pt x="1110" y="857"/>
                    </a:lnTo>
                    <a:lnTo>
                      <a:pt x="1116" y="844"/>
                    </a:lnTo>
                    <a:lnTo>
                      <a:pt x="1122" y="832"/>
                    </a:lnTo>
                    <a:lnTo>
                      <a:pt x="1127" y="819"/>
                    </a:lnTo>
                    <a:lnTo>
                      <a:pt x="1133" y="806"/>
                    </a:lnTo>
                    <a:lnTo>
                      <a:pt x="1138" y="792"/>
                    </a:lnTo>
                    <a:lnTo>
                      <a:pt x="1142" y="779"/>
                    </a:lnTo>
                    <a:lnTo>
                      <a:pt x="1147" y="765"/>
                    </a:lnTo>
                    <a:lnTo>
                      <a:pt x="1151" y="752"/>
                    </a:lnTo>
                    <a:lnTo>
                      <a:pt x="1154" y="738"/>
                    </a:lnTo>
                    <a:lnTo>
                      <a:pt x="1158" y="724"/>
                    </a:lnTo>
                    <a:lnTo>
                      <a:pt x="1162" y="710"/>
                    </a:lnTo>
                    <a:lnTo>
                      <a:pt x="1164" y="696"/>
                    </a:lnTo>
                    <a:lnTo>
                      <a:pt x="1166" y="682"/>
                    </a:lnTo>
                    <a:lnTo>
                      <a:pt x="1168" y="667"/>
                    </a:lnTo>
                    <a:lnTo>
                      <a:pt x="1170" y="652"/>
                    </a:lnTo>
                    <a:lnTo>
                      <a:pt x="1171" y="638"/>
                    </a:lnTo>
                    <a:lnTo>
                      <a:pt x="1172" y="623"/>
                    </a:lnTo>
                    <a:lnTo>
                      <a:pt x="1173" y="608"/>
                    </a:lnTo>
                    <a:lnTo>
                      <a:pt x="1173" y="593"/>
                    </a:lnTo>
                    <a:lnTo>
                      <a:pt x="1173" y="593"/>
                    </a:lnTo>
                    <a:lnTo>
                      <a:pt x="1173" y="593"/>
                    </a:lnTo>
                    <a:lnTo>
                      <a:pt x="1173" y="593"/>
                    </a:lnTo>
                    <a:lnTo>
                      <a:pt x="1173" y="593"/>
                    </a:lnTo>
                    <a:lnTo>
                      <a:pt x="1173" y="578"/>
                    </a:lnTo>
                    <a:lnTo>
                      <a:pt x="1172" y="564"/>
                    </a:lnTo>
                    <a:lnTo>
                      <a:pt x="1171" y="548"/>
                    </a:lnTo>
                    <a:lnTo>
                      <a:pt x="1170" y="534"/>
                    </a:lnTo>
                    <a:lnTo>
                      <a:pt x="1168" y="520"/>
                    </a:lnTo>
                    <a:lnTo>
                      <a:pt x="1166" y="505"/>
                    </a:lnTo>
                    <a:lnTo>
                      <a:pt x="1164" y="491"/>
                    </a:lnTo>
                    <a:lnTo>
                      <a:pt x="1162" y="476"/>
                    </a:lnTo>
                    <a:lnTo>
                      <a:pt x="1158" y="463"/>
                    </a:lnTo>
                    <a:lnTo>
                      <a:pt x="1154" y="448"/>
                    </a:lnTo>
                    <a:lnTo>
                      <a:pt x="1151" y="435"/>
                    </a:lnTo>
                    <a:lnTo>
                      <a:pt x="1147" y="421"/>
                    </a:lnTo>
                    <a:lnTo>
                      <a:pt x="1142" y="408"/>
                    </a:lnTo>
                    <a:lnTo>
                      <a:pt x="1138" y="394"/>
                    </a:lnTo>
                    <a:lnTo>
                      <a:pt x="1133" y="381"/>
                    </a:lnTo>
                    <a:lnTo>
                      <a:pt x="1127" y="367"/>
                    </a:lnTo>
                    <a:lnTo>
                      <a:pt x="1122" y="355"/>
                    </a:lnTo>
                    <a:lnTo>
                      <a:pt x="1116" y="342"/>
                    </a:lnTo>
                    <a:lnTo>
                      <a:pt x="1110" y="330"/>
                    </a:lnTo>
                    <a:lnTo>
                      <a:pt x="1103" y="317"/>
                    </a:lnTo>
                    <a:lnTo>
                      <a:pt x="1096" y="305"/>
                    </a:lnTo>
                    <a:lnTo>
                      <a:pt x="1089" y="292"/>
                    </a:lnTo>
                    <a:lnTo>
                      <a:pt x="1082" y="281"/>
                    </a:lnTo>
                    <a:lnTo>
                      <a:pt x="1074" y="269"/>
                    </a:lnTo>
                    <a:lnTo>
                      <a:pt x="1066" y="258"/>
                    </a:lnTo>
                    <a:lnTo>
                      <a:pt x="1058" y="247"/>
                    </a:lnTo>
                    <a:lnTo>
                      <a:pt x="1050" y="235"/>
                    </a:lnTo>
                    <a:lnTo>
                      <a:pt x="1041" y="224"/>
                    </a:lnTo>
                    <a:lnTo>
                      <a:pt x="1032" y="214"/>
                    </a:lnTo>
                    <a:lnTo>
                      <a:pt x="1022" y="203"/>
                    </a:lnTo>
                    <a:lnTo>
                      <a:pt x="1013" y="194"/>
                    </a:lnTo>
                    <a:lnTo>
                      <a:pt x="1003" y="183"/>
                    </a:lnTo>
                    <a:lnTo>
                      <a:pt x="994" y="174"/>
                    </a:lnTo>
                    <a:lnTo>
                      <a:pt x="983" y="164"/>
                    </a:lnTo>
                    <a:lnTo>
                      <a:pt x="973" y="155"/>
                    </a:lnTo>
                    <a:lnTo>
                      <a:pt x="961" y="146"/>
                    </a:lnTo>
                    <a:lnTo>
                      <a:pt x="951" y="137"/>
                    </a:lnTo>
                    <a:lnTo>
                      <a:pt x="940" y="129"/>
                    </a:lnTo>
                    <a:lnTo>
                      <a:pt x="929" y="120"/>
                    </a:lnTo>
                    <a:lnTo>
                      <a:pt x="917" y="113"/>
                    </a:lnTo>
                    <a:lnTo>
                      <a:pt x="905" y="105"/>
                    </a:lnTo>
                    <a:lnTo>
                      <a:pt x="893" y="98"/>
                    </a:lnTo>
                    <a:lnTo>
                      <a:pt x="882" y="91"/>
                    </a:lnTo>
                    <a:lnTo>
                      <a:pt x="869" y="83"/>
                    </a:lnTo>
                    <a:lnTo>
                      <a:pt x="857" y="77"/>
                    </a:lnTo>
                    <a:lnTo>
                      <a:pt x="845" y="71"/>
                    </a:lnTo>
                    <a:lnTo>
                      <a:pt x="832" y="65"/>
                    </a:lnTo>
                    <a:lnTo>
                      <a:pt x="819" y="59"/>
                    </a:lnTo>
                    <a:lnTo>
                      <a:pt x="806" y="54"/>
                    </a:lnTo>
                    <a:lnTo>
                      <a:pt x="793" y="49"/>
                    </a:lnTo>
                    <a:lnTo>
                      <a:pt x="779" y="44"/>
                    </a:lnTo>
                    <a:lnTo>
                      <a:pt x="765" y="40"/>
                    </a:lnTo>
                    <a:lnTo>
                      <a:pt x="752" y="35"/>
                    </a:lnTo>
                    <a:lnTo>
                      <a:pt x="738" y="32"/>
                    </a:lnTo>
                    <a:lnTo>
                      <a:pt x="725" y="28"/>
                    </a:lnTo>
                    <a:lnTo>
                      <a:pt x="710" y="26"/>
                    </a:lnTo>
                    <a:lnTo>
                      <a:pt x="696" y="23"/>
                    </a:lnTo>
                    <a:lnTo>
                      <a:pt x="681" y="20"/>
                    </a:lnTo>
                    <a:lnTo>
                      <a:pt x="667" y="19"/>
                    </a:lnTo>
                    <a:lnTo>
                      <a:pt x="653" y="16"/>
                    </a:lnTo>
                    <a:lnTo>
                      <a:pt x="638" y="15"/>
                    </a:lnTo>
                    <a:lnTo>
                      <a:pt x="623" y="15"/>
                    </a:lnTo>
                    <a:lnTo>
                      <a:pt x="609" y="14"/>
                    </a:lnTo>
                    <a:lnTo>
                      <a:pt x="593" y="1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4" name="íŝ1íḑe"/>
              <p:cNvSpPr/>
              <p:nvPr userDrawn="1"/>
            </p:nvSpPr>
            <p:spPr bwMode="auto">
              <a:xfrm>
                <a:off x="2636838" y="3000376"/>
                <a:ext cx="433388" cy="309563"/>
              </a:xfrm>
              <a:custGeom>
                <a:avLst/>
                <a:gdLst>
                  <a:gd name="T0" fmla="*/ 121 w 273"/>
                  <a:gd name="T1" fmla="*/ 190 h 195"/>
                  <a:gd name="T2" fmla="*/ 157 w 273"/>
                  <a:gd name="T3" fmla="*/ 186 h 195"/>
                  <a:gd name="T4" fmla="*/ 184 w 273"/>
                  <a:gd name="T5" fmla="*/ 151 h 195"/>
                  <a:gd name="T6" fmla="*/ 206 w 273"/>
                  <a:gd name="T7" fmla="*/ 133 h 195"/>
                  <a:gd name="T8" fmla="*/ 247 w 273"/>
                  <a:gd name="T9" fmla="*/ 119 h 195"/>
                  <a:gd name="T10" fmla="*/ 273 w 273"/>
                  <a:gd name="T11" fmla="*/ 102 h 195"/>
                  <a:gd name="T12" fmla="*/ 245 w 273"/>
                  <a:gd name="T13" fmla="*/ 71 h 195"/>
                  <a:gd name="T14" fmla="*/ 216 w 273"/>
                  <a:gd name="T15" fmla="*/ 35 h 195"/>
                  <a:gd name="T16" fmla="*/ 207 w 273"/>
                  <a:gd name="T17" fmla="*/ 1 h 195"/>
                  <a:gd name="T18" fmla="*/ 172 w 273"/>
                  <a:gd name="T19" fmla="*/ 9 h 195"/>
                  <a:gd name="T20" fmla="*/ 129 w 273"/>
                  <a:gd name="T21" fmla="*/ 24 h 195"/>
                  <a:gd name="T22" fmla="*/ 76 w 273"/>
                  <a:gd name="T23" fmla="*/ 2 h 195"/>
                  <a:gd name="T24" fmla="*/ 62 w 273"/>
                  <a:gd name="T25" fmla="*/ 6 h 195"/>
                  <a:gd name="T26" fmla="*/ 49 w 273"/>
                  <a:gd name="T27" fmla="*/ 57 h 195"/>
                  <a:gd name="T28" fmla="*/ 15 w 273"/>
                  <a:gd name="T29" fmla="*/ 89 h 195"/>
                  <a:gd name="T30" fmla="*/ 1 w 273"/>
                  <a:gd name="T31" fmla="*/ 108 h 195"/>
                  <a:gd name="T32" fmla="*/ 46 w 273"/>
                  <a:gd name="T33" fmla="*/ 132 h 195"/>
                  <a:gd name="T34" fmla="*/ 76 w 273"/>
                  <a:gd name="T35" fmla="*/ 132 h 195"/>
                  <a:gd name="T36" fmla="*/ 130 w 273"/>
                  <a:gd name="T37" fmla="*/ 100 h 195"/>
                  <a:gd name="T38" fmla="*/ 110 w 273"/>
                  <a:gd name="T39" fmla="*/ 80 h 195"/>
                  <a:gd name="T40" fmla="*/ 105 w 273"/>
                  <a:gd name="T41" fmla="*/ 85 h 195"/>
                  <a:gd name="T42" fmla="*/ 69 w 273"/>
                  <a:gd name="T43" fmla="*/ 56 h 195"/>
                  <a:gd name="T44" fmla="*/ 73 w 273"/>
                  <a:gd name="T45" fmla="*/ 13 h 195"/>
                  <a:gd name="T46" fmla="*/ 119 w 273"/>
                  <a:gd name="T47" fmla="*/ 31 h 195"/>
                  <a:gd name="T48" fmla="*/ 154 w 273"/>
                  <a:gd name="T49" fmla="*/ 31 h 195"/>
                  <a:gd name="T50" fmla="*/ 199 w 273"/>
                  <a:gd name="T51" fmla="*/ 13 h 195"/>
                  <a:gd name="T52" fmla="*/ 205 w 273"/>
                  <a:gd name="T53" fmla="*/ 56 h 195"/>
                  <a:gd name="T54" fmla="*/ 168 w 273"/>
                  <a:gd name="T55" fmla="*/ 85 h 195"/>
                  <a:gd name="T56" fmla="*/ 163 w 273"/>
                  <a:gd name="T57" fmla="*/ 80 h 195"/>
                  <a:gd name="T58" fmla="*/ 142 w 273"/>
                  <a:gd name="T59" fmla="*/ 100 h 195"/>
                  <a:gd name="T60" fmla="*/ 145 w 273"/>
                  <a:gd name="T61" fmla="*/ 54 h 195"/>
                  <a:gd name="T62" fmla="*/ 130 w 273"/>
                  <a:gd name="T63" fmla="*/ 61 h 195"/>
                  <a:gd name="T64" fmla="*/ 137 w 273"/>
                  <a:gd name="T65" fmla="*/ 45 h 195"/>
                  <a:gd name="T66" fmla="*/ 113 w 273"/>
                  <a:gd name="T67" fmla="*/ 164 h 195"/>
                  <a:gd name="T68" fmla="*/ 141 w 273"/>
                  <a:gd name="T69" fmla="*/ 173 h 195"/>
                  <a:gd name="T70" fmla="*/ 151 w 273"/>
                  <a:gd name="T71" fmla="*/ 177 h 195"/>
                  <a:gd name="T72" fmla="*/ 121 w 273"/>
                  <a:gd name="T73" fmla="*/ 150 h 195"/>
                  <a:gd name="T74" fmla="*/ 89 w 273"/>
                  <a:gd name="T75" fmla="*/ 134 h 195"/>
                  <a:gd name="T76" fmla="*/ 95 w 273"/>
                  <a:gd name="T77" fmla="*/ 108 h 195"/>
                  <a:gd name="T78" fmla="*/ 133 w 273"/>
                  <a:gd name="T79" fmla="*/ 115 h 195"/>
                  <a:gd name="T80" fmla="*/ 157 w 273"/>
                  <a:gd name="T81" fmla="*/ 105 h 195"/>
                  <a:gd name="T82" fmla="*/ 183 w 273"/>
                  <a:gd name="T83" fmla="*/ 114 h 195"/>
                  <a:gd name="T84" fmla="*/ 177 w 273"/>
                  <a:gd name="T85" fmla="*/ 142 h 195"/>
                  <a:gd name="T86" fmla="*/ 137 w 273"/>
                  <a:gd name="T87" fmla="*/ 164 h 195"/>
                  <a:gd name="T88" fmla="*/ 178 w 273"/>
                  <a:gd name="T89" fmla="*/ 63 h 195"/>
                  <a:gd name="T90" fmla="*/ 161 w 273"/>
                  <a:gd name="T91" fmla="*/ 63 h 195"/>
                  <a:gd name="T92" fmla="*/ 175 w 273"/>
                  <a:gd name="T93" fmla="*/ 96 h 195"/>
                  <a:gd name="T94" fmla="*/ 202 w 273"/>
                  <a:gd name="T95" fmla="*/ 68 h 195"/>
                  <a:gd name="T96" fmla="*/ 236 w 273"/>
                  <a:gd name="T97" fmla="*/ 76 h 195"/>
                  <a:gd name="T98" fmla="*/ 246 w 273"/>
                  <a:gd name="T99" fmla="*/ 107 h 195"/>
                  <a:gd name="T100" fmla="*/ 201 w 273"/>
                  <a:gd name="T101" fmla="*/ 120 h 195"/>
                  <a:gd name="T102" fmla="*/ 178 w 273"/>
                  <a:gd name="T103" fmla="*/ 96 h 195"/>
                  <a:gd name="T104" fmla="*/ 113 w 273"/>
                  <a:gd name="T105" fmla="*/ 62 h 195"/>
                  <a:gd name="T106" fmla="*/ 97 w 273"/>
                  <a:gd name="T107" fmla="*/ 65 h 195"/>
                  <a:gd name="T108" fmla="*/ 104 w 273"/>
                  <a:gd name="T109" fmla="*/ 51 h 195"/>
                  <a:gd name="T110" fmla="*/ 75 w 273"/>
                  <a:gd name="T111" fmla="*/ 120 h 195"/>
                  <a:gd name="T112" fmla="*/ 34 w 273"/>
                  <a:gd name="T113" fmla="*/ 110 h 195"/>
                  <a:gd name="T114" fmla="*/ 34 w 273"/>
                  <a:gd name="T115" fmla="*/ 80 h 195"/>
                  <a:gd name="T116" fmla="*/ 65 w 273"/>
                  <a:gd name="T117" fmla="*/ 67 h 195"/>
                  <a:gd name="T118" fmla="*/ 96 w 273"/>
                  <a:gd name="T119" fmla="*/ 9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3" h="195">
                    <a:moveTo>
                      <a:pt x="97" y="154"/>
                    </a:moveTo>
                    <a:lnTo>
                      <a:pt x="98" y="158"/>
                    </a:lnTo>
                    <a:lnTo>
                      <a:pt x="100" y="162"/>
                    </a:lnTo>
                    <a:lnTo>
                      <a:pt x="101" y="166"/>
                    </a:lnTo>
                    <a:lnTo>
                      <a:pt x="103" y="170"/>
                    </a:lnTo>
                    <a:lnTo>
                      <a:pt x="105" y="174"/>
                    </a:lnTo>
                    <a:lnTo>
                      <a:pt x="108" y="177"/>
                    </a:lnTo>
                    <a:lnTo>
                      <a:pt x="111" y="181"/>
                    </a:lnTo>
                    <a:lnTo>
                      <a:pt x="113" y="184"/>
                    </a:lnTo>
                    <a:lnTo>
                      <a:pt x="116" y="186"/>
                    </a:lnTo>
                    <a:lnTo>
                      <a:pt x="119" y="188"/>
                    </a:lnTo>
                    <a:lnTo>
                      <a:pt x="121" y="190"/>
                    </a:lnTo>
                    <a:lnTo>
                      <a:pt x="124" y="191"/>
                    </a:lnTo>
                    <a:lnTo>
                      <a:pt x="126" y="192"/>
                    </a:lnTo>
                    <a:lnTo>
                      <a:pt x="130" y="193"/>
                    </a:lnTo>
                    <a:lnTo>
                      <a:pt x="133" y="194"/>
                    </a:lnTo>
                    <a:lnTo>
                      <a:pt x="137" y="195"/>
                    </a:lnTo>
                    <a:lnTo>
                      <a:pt x="140" y="194"/>
                    </a:lnTo>
                    <a:lnTo>
                      <a:pt x="143" y="193"/>
                    </a:lnTo>
                    <a:lnTo>
                      <a:pt x="146" y="192"/>
                    </a:lnTo>
                    <a:lnTo>
                      <a:pt x="149" y="191"/>
                    </a:lnTo>
                    <a:lnTo>
                      <a:pt x="152" y="190"/>
                    </a:lnTo>
                    <a:lnTo>
                      <a:pt x="154" y="188"/>
                    </a:lnTo>
                    <a:lnTo>
                      <a:pt x="157" y="186"/>
                    </a:lnTo>
                    <a:lnTo>
                      <a:pt x="159" y="184"/>
                    </a:lnTo>
                    <a:lnTo>
                      <a:pt x="162" y="181"/>
                    </a:lnTo>
                    <a:lnTo>
                      <a:pt x="165" y="177"/>
                    </a:lnTo>
                    <a:lnTo>
                      <a:pt x="167" y="174"/>
                    </a:lnTo>
                    <a:lnTo>
                      <a:pt x="170" y="170"/>
                    </a:lnTo>
                    <a:lnTo>
                      <a:pt x="171" y="166"/>
                    </a:lnTo>
                    <a:lnTo>
                      <a:pt x="174" y="162"/>
                    </a:lnTo>
                    <a:lnTo>
                      <a:pt x="175" y="158"/>
                    </a:lnTo>
                    <a:lnTo>
                      <a:pt x="177" y="154"/>
                    </a:lnTo>
                    <a:lnTo>
                      <a:pt x="177" y="154"/>
                    </a:lnTo>
                    <a:lnTo>
                      <a:pt x="180" y="152"/>
                    </a:lnTo>
                    <a:lnTo>
                      <a:pt x="184" y="151"/>
                    </a:lnTo>
                    <a:lnTo>
                      <a:pt x="186" y="149"/>
                    </a:lnTo>
                    <a:lnTo>
                      <a:pt x="190" y="147"/>
                    </a:lnTo>
                    <a:lnTo>
                      <a:pt x="192" y="144"/>
                    </a:lnTo>
                    <a:lnTo>
                      <a:pt x="194" y="140"/>
                    </a:lnTo>
                    <a:lnTo>
                      <a:pt x="196" y="136"/>
                    </a:lnTo>
                    <a:lnTo>
                      <a:pt x="197" y="132"/>
                    </a:lnTo>
                    <a:lnTo>
                      <a:pt x="197" y="132"/>
                    </a:lnTo>
                    <a:lnTo>
                      <a:pt x="198" y="131"/>
                    </a:lnTo>
                    <a:lnTo>
                      <a:pt x="198" y="132"/>
                    </a:lnTo>
                    <a:lnTo>
                      <a:pt x="198" y="132"/>
                    </a:lnTo>
                    <a:lnTo>
                      <a:pt x="202" y="132"/>
                    </a:lnTo>
                    <a:lnTo>
                      <a:pt x="206" y="133"/>
                    </a:lnTo>
                    <a:lnTo>
                      <a:pt x="210" y="134"/>
                    </a:lnTo>
                    <a:lnTo>
                      <a:pt x="215" y="134"/>
                    </a:lnTo>
                    <a:lnTo>
                      <a:pt x="219" y="133"/>
                    </a:lnTo>
                    <a:lnTo>
                      <a:pt x="222" y="132"/>
                    </a:lnTo>
                    <a:lnTo>
                      <a:pt x="225" y="132"/>
                    </a:lnTo>
                    <a:lnTo>
                      <a:pt x="227" y="132"/>
                    </a:lnTo>
                    <a:lnTo>
                      <a:pt x="229" y="131"/>
                    </a:lnTo>
                    <a:lnTo>
                      <a:pt x="231" y="129"/>
                    </a:lnTo>
                    <a:lnTo>
                      <a:pt x="233" y="128"/>
                    </a:lnTo>
                    <a:lnTo>
                      <a:pt x="237" y="124"/>
                    </a:lnTo>
                    <a:lnTo>
                      <a:pt x="242" y="121"/>
                    </a:lnTo>
                    <a:lnTo>
                      <a:pt x="247" y="119"/>
                    </a:lnTo>
                    <a:lnTo>
                      <a:pt x="254" y="116"/>
                    </a:lnTo>
                    <a:lnTo>
                      <a:pt x="260" y="113"/>
                    </a:lnTo>
                    <a:lnTo>
                      <a:pt x="266" y="111"/>
                    </a:lnTo>
                    <a:lnTo>
                      <a:pt x="268" y="110"/>
                    </a:lnTo>
                    <a:lnTo>
                      <a:pt x="270" y="109"/>
                    </a:lnTo>
                    <a:lnTo>
                      <a:pt x="271" y="108"/>
                    </a:lnTo>
                    <a:lnTo>
                      <a:pt x="272" y="107"/>
                    </a:lnTo>
                    <a:lnTo>
                      <a:pt x="273" y="106"/>
                    </a:lnTo>
                    <a:lnTo>
                      <a:pt x="273" y="105"/>
                    </a:lnTo>
                    <a:lnTo>
                      <a:pt x="273" y="104"/>
                    </a:lnTo>
                    <a:lnTo>
                      <a:pt x="273" y="104"/>
                    </a:lnTo>
                    <a:lnTo>
                      <a:pt x="273" y="102"/>
                    </a:lnTo>
                    <a:lnTo>
                      <a:pt x="272" y="101"/>
                    </a:lnTo>
                    <a:lnTo>
                      <a:pt x="271" y="100"/>
                    </a:lnTo>
                    <a:lnTo>
                      <a:pt x="270" y="99"/>
                    </a:lnTo>
                    <a:lnTo>
                      <a:pt x="266" y="96"/>
                    </a:lnTo>
                    <a:lnTo>
                      <a:pt x="261" y="91"/>
                    </a:lnTo>
                    <a:lnTo>
                      <a:pt x="258" y="89"/>
                    </a:lnTo>
                    <a:lnTo>
                      <a:pt x="255" y="86"/>
                    </a:lnTo>
                    <a:lnTo>
                      <a:pt x="253" y="83"/>
                    </a:lnTo>
                    <a:lnTo>
                      <a:pt x="251" y="79"/>
                    </a:lnTo>
                    <a:lnTo>
                      <a:pt x="249" y="76"/>
                    </a:lnTo>
                    <a:lnTo>
                      <a:pt x="247" y="74"/>
                    </a:lnTo>
                    <a:lnTo>
                      <a:pt x="245" y="71"/>
                    </a:lnTo>
                    <a:lnTo>
                      <a:pt x="242" y="67"/>
                    </a:lnTo>
                    <a:lnTo>
                      <a:pt x="238" y="65"/>
                    </a:lnTo>
                    <a:lnTo>
                      <a:pt x="234" y="62"/>
                    </a:lnTo>
                    <a:lnTo>
                      <a:pt x="230" y="59"/>
                    </a:lnTo>
                    <a:lnTo>
                      <a:pt x="227" y="58"/>
                    </a:lnTo>
                    <a:lnTo>
                      <a:pt x="224" y="57"/>
                    </a:lnTo>
                    <a:lnTo>
                      <a:pt x="220" y="56"/>
                    </a:lnTo>
                    <a:lnTo>
                      <a:pt x="220" y="54"/>
                    </a:lnTo>
                    <a:lnTo>
                      <a:pt x="220" y="50"/>
                    </a:lnTo>
                    <a:lnTo>
                      <a:pt x="219" y="46"/>
                    </a:lnTo>
                    <a:lnTo>
                      <a:pt x="219" y="43"/>
                    </a:lnTo>
                    <a:lnTo>
                      <a:pt x="216" y="35"/>
                    </a:lnTo>
                    <a:lnTo>
                      <a:pt x="214" y="27"/>
                    </a:lnTo>
                    <a:lnTo>
                      <a:pt x="212" y="23"/>
                    </a:lnTo>
                    <a:lnTo>
                      <a:pt x="211" y="19"/>
                    </a:lnTo>
                    <a:lnTo>
                      <a:pt x="210" y="13"/>
                    </a:lnTo>
                    <a:lnTo>
                      <a:pt x="210" y="8"/>
                    </a:lnTo>
                    <a:lnTo>
                      <a:pt x="210" y="6"/>
                    </a:lnTo>
                    <a:lnTo>
                      <a:pt x="210" y="4"/>
                    </a:lnTo>
                    <a:lnTo>
                      <a:pt x="210" y="3"/>
                    </a:lnTo>
                    <a:lnTo>
                      <a:pt x="210" y="3"/>
                    </a:lnTo>
                    <a:lnTo>
                      <a:pt x="210" y="2"/>
                    </a:lnTo>
                    <a:lnTo>
                      <a:pt x="209" y="2"/>
                    </a:lnTo>
                    <a:lnTo>
                      <a:pt x="207" y="1"/>
                    </a:lnTo>
                    <a:lnTo>
                      <a:pt x="205" y="0"/>
                    </a:lnTo>
                    <a:lnTo>
                      <a:pt x="203" y="0"/>
                    </a:lnTo>
                    <a:lnTo>
                      <a:pt x="202" y="0"/>
                    </a:lnTo>
                    <a:lnTo>
                      <a:pt x="201" y="0"/>
                    </a:lnTo>
                    <a:lnTo>
                      <a:pt x="200" y="1"/>
                    </a:lnTo>
                    <a:lnTo>
                      <a:pt x="197" y="2"/>
                    </a:lnTo>
                    <a:lnTo>
                      <a:pt x="194" y="3"/>
                    </a:lnTo>
                    <a:lnTo>
                      <a:pt x="190" y="5"/>
                    </a:lnTo>
                    <a:lnTo>
                      <a:pt x="186" y="6"/>
                    </a:lnTo>
                    <a:lnTo>
                      <a:pt x="182" y="7"/>
                    </a:lnTo>
                    <a:lnTo>
                      <a:pt x="177" y="7"/>
                    </a:lnTo>
                    <a:lnTo>
                      <a:pt x="172" y="9"/>
                    </a:lnTo>
                    <a:lnTo>
                      <a:pt x="169" y="11"/>
                    </a:lnTo>
                    <a:lnTo>
                      <a:pt x="164" y="12"/>
                    </a:lnTo>
                    <a:lnTo>
                      <a:pt x="160" y="15"/>
                    </a:lnTo>
                    <a:lnTo>
                      <a:pt x="156" y="17"/>
                    </a:lnTo>
                    <a:lnTo>
                      <a:pt x="152" y="19"/>
                    </a:lnTo>
                    <a:lnTo>
                      <a:pt x="145" y="24"/>
                    </a:lnTo>
                    <a:lnTo>
                      <a:pt x="137" y="30"/>
                    </a:lnTo>
                    <a:lnTo>
                      <a:pt x="137" y="30"/>
                    </a:lnTo>
                    <a:lnTo>
                      <a:pt x="137" y="30"/>
                    </a:lnTo>
                    <a:lnTo>
                      <a:pt x="136" y="30"/>
                    </a:lnTo>
                    <a:lnTo>
                      <a:pt x="136" y="30"/>
                    </a:lnTo>
                    <a:lnTo>
                      <a:pt x="129" y="24"/>
                    </a:lnTo>
                    <a:lnTo>
                      <a:pt x="121" y="19"/>
                    </a:lnTo>
                    <a:lnTo>
                      <a:pt x="117" y="17"/>
                    </a:lnTo>
                    <a:lnTo>
                      <a:pt x="113" y="15"/>
                    </a:lnTo>
                    <a:lnTo>
                      <a:pt x="109" y="12"/>
                    </a:lnTo>
                    <a:lnTo>
                      <a:pt x="105" y="11"/>
                    </a:lnTo>
                    <a:lnTo>
                      <a:pt x="101" y="9"/>
                    </a:lnTo>
                    <a:lnTo>
                      <a:pt x="96" y="7"/>
                    </a:lnTo>
                    <a:lnTo>
                      <a:pt x="91" y="7"/>
                    </a:lnTo>
                    <a:lnTo>
                      <a:pt x="87" y="6"/>
                    </a:lnTo>
                    <a:lnTo>
                      <a:pt x="83" y="5"/>
                    </a:lnTo>
                    <a:lnTo>
                      <a:pt x="80" y="3"/>
                    </a:lnTo>
                    <a:lnTo>
                      <a:pt x="76" y="2"/>
                    </a:lnTo>
                    <a:lnTo>
                      <a:pt x="73" y="1"/>
                    </a:lnTo>
                    <a:lnTo>
                      <a:pt x="72" y="0"/>
                    </a:lnTo>
                    <a:lnTo>
                      <a:pt x="71" y="0"/>
                    </a:lnTo>
                    <a:lnTo>
                      <a:pt x="69" y="0"/>
                    </a:lnTo>
                    <a:lnTo>
                      <a:pt x="69" y="0"/>
                    </a:lnTo>
                    <a:lnTo>
                      <a:pt x="66" y="1"/>
                    </a:lnTo>
                    <a:lnTo>
                      <a:pt x="64" y="2"/>
                    </a:lnTo>
                    <a:lnTo>
                      <a:pt x="64" y="2"/>
                    </a:lnTo>
                    <a:lnTo>
                      <a:pt x="63" y="3"/>
                    </a:lnTo>
                    <a:lnTo>
                      <a:pt x="63" y="3"/>
                    </a:lnTo>
                    <a:lnTo>
                      <a:pt x="63" y="4"/>
                    </a:lnTo>
                    <a:lnTo>
                      <a:pt x="62" y="6"/>
                    </a:lnTo>
                    <a:lnTo>
                      <a:pt x="63" y="8"/>
                    </a:lnTo>
                    <a:lnTo>
                      <a:pt x="62" y="13"/>
                    </a:lnTo>
                    <a:lnTo>
                      <a:pt x="61" y="19"/>
                    </a:lnTo>
                    <a:lnTo>
                      <a:pt x="61" y="23"/>
                    </a:lnTo>
                    <a:lnTo>
                      <a:pt x="60" y="27"/>
                    </a:lnTo>
                    <a:lnTo>
                      <a:pt x="57" y="35"/>
                    </a:lnTo>
                    <a:lnTo>
                      <a:pt x="54" y="43"/>
                    </a:lnTo>
                    <a:lnTo>
                      <a:pt x="53" y="46"/>
                    </a:lnTo>
                    <a:lnTo>
                      <a:pt x="53" y="50"/>
                    </a:lnTo>
                    <a:lnTo>
                      <a:pt x="53" y="54"/>
                    </a:lnTo>
                    <a:lnTo>
                      <a:pt x="53" y="56"/>
                    </a:lnTo>
                    <a:lnTo>
                      <a:pt x="49" y="57"/>
                    </a:lnTo>
                    <a:lnTo>
                      <a:pt x="46" y="58"/>
                    </a:lnTo>
                    <a:lnTo>
                      <a:pt x="43" y="59"/>
                    </a:lnTo>
                    <a:lnTo>
                      <a:pt x="39" y="62"/>
                    </a:lnTo>
                    <a:lnTo>
                      <a:pt x="34" y="65"/>
                    </a:lnTo>
                    <a:lnTo>
                      <a:pt x="31" y="67"/>
                    </a:lnTo>
                    <a:lnTo>
                      <a:pt x="29" y="71"/>
                    </a:lnTo>
                    <a:lnTo>
                      <a:pt x="26" y="74"/>
                    </a:lnTo>
                    <a:lnTo>
                      <a:pt x="24" y="76"/>
                    </a:lnTo>
                    <a:lnTo>
                      <a:pt x="22" y="79"/>
                    </a:lnTo>
                    <a:lnTo>
                      <a:pt x="20" y="83"/>
                    </a:lnTo>
                    <a:lnTo>
                      <a:pt x="17" y="86"/>
                    </a:lnTo>
                    <a:lnTo>
                      <a:pt x="15" y="89"/>
                    </a:lnTo>
                    <a:lnTo>
                      <a:pt x="13" y="91"/>
                    </a:lnTo>
                    <a:lnTo>
                      <a:pt x="7" y="96"/>
                    </a:lnTo>
                    <a:lnTo>
                      <a:pt x="3" y="99"/>
                    </a:lnTo>
                    <a:lnTo>
                      <a:pt x="1" y="100"/>
                    </a:lnTo>
                    <a:lnTo>
                      <a:pt x="1" y="101"/>
                    </a:lnTo>
                    <a:lnTo>
                      <a:pt x="0" y="102"/>
                    </a:lnTo>
                    <a:lnTo>
                      <a:pt x="0" y="104"/>
                    </a:lnTo>
                    <a:lnTo>
                      <a:pt x="0" y="104"/>
                    </a:lnTo>
                    <a:lnTo>
                      <a:pt x="0" y="105"/>
                    </a:lnTo>
                    <a:lnTo>
                      <a:pt x="0" y="106"/>
                    </a:lnTo>
                    <a:lnTo>
                      <a:pt x="1" y="107"/>
                    </a:lnTo>
                    <a:lnTo>
                      <a:pt x="1" y="108"/>
                    </a:lnTo>
                    <a:lnTo>
                      <a:pt x="3" y="109"/>
                    </a:lnTo>
                    <a:lnTo>
                      <a:pt x="5" y="110"/>
                    </a:lnTo>
                    <a:lnTo>
                      <a:pt x="7" y="111"/>
                    </a:lnTo>
                    <a:lnTo>
                      <a:pt x="13" y="113"/>
                    </a:lnTo>
                    <a:lnTo>
                      <a:pt x="20" y="116"/>
                    </a:lnTo>
                    <a:lnTo>
                      <a:pt x="26" y="119"/>
                    </a:lnTo>
                    <a:lnTo>
                      <a:pt x="31" y="121"/>
                    </a:lnTo>
                    <a:lnTo>
                      <a:pt x="36" y="124"/>
                    </a:lnTo>
                    <a:lnTo>
                      <a:pt x="40" y="128"/>
                    </a:lnTo>
                    <a:lnTo>
                      <a:pt x="42" y="129"/>
                    </a:lnTo>
                    <a:lnTo>
                      <a:pt x="44" y="131"/>
                    </a:lnTo>
                    <a:lnTo>
                      <a:pt x="46" y="132"/>
                    </a:lnTo>
                    <a:lnTo>
                      <a:pt x="48" y="132"/>
                    </a:lnTo>
                    <a:lnTo>
                      <a:pt x="50" y="132"/>
                    </a:lnTo>
                    <a:lnTo>
                      <a:pt x="54" y="133"/>
                    </a:lnTo>
                    <a:lnTo>
                      <a:pt x="58" y="134"/>
                    </a:lnTo>
                    <a:lnTo>
                      <a:pt x="62" y="134"/>
                    </a:lnTo>
                    <a:lnTo>
                      <a:pt x="67" y="133"/>
                    </a:lnTo>
                    <a:lnTo>
                      <a:pt x="72" y="132"/>
                    </a:lnTo>
                    <a:lnTo>
                      <a:pt x="74" y="132"/>
                    </a:lnTo>
                    <a:lnTo>
                      <a:pt x="76" y="132"/>
                    </a:lnTo>
                    <a:lnTo>
                      <a:pt x="76" y="131"/>
                    </a:lnTo>
                    <a:lnTo>
                      <a:pt x="76" y="132"/>
                    </a:lnTo>
                    <a:lnTo>
                      <a:pt x="76" y="132"/>
                    </a:lnTo>
                    <a:lnTo>
                      <a:pt x="77" y="136"/>
                    </a:lnTo>
                    <a:lnTo>
                      <a:pt x="79" y="140"/>
                    </a:lnTo>
                    <a:lnTo>
                      <a:pt x="81" y="144"/>
                    </a:lnTo>
                    <a:lnTo>
                      <a:pt x="84" y="147"/>
                    </a:lnTo>
                    <a:lnTo>
                      <a:pt x="86" y="149"/>
                    </a:lnTo>
                    <a:lnTo>
                      <a:pt x="89" y="151"/>
                    </a:lnTo>
                    <a:lnTo>
                      <a:pt x="93" y="152"/>
                    </a:lnTo>
                    <a:lnTo>
                      <a:pt x="97" y="154"/>
                    </a:lnTo>
                    <a:lnTo>
                      <a:pt x="97" y="154"/>
                    </a:lnTo>
                    <a:lnTo>
                      <a:pt x="97" y="154"/>
                    </a:lnTo>
                    <a:close/>
                    <a:moveTo>
                      <a:pt x="130" y="71"/>
                    </a:moveTo>
                    <a:lnTo>
                      <a:pt x="130" y="100"/>
                    </a:lnTo>
                    <a:lnTo>
                      <a:pt x="130" y="100"/>
                    </a:lnTo>
                    <a:lnTo>
                      <a:pt x="129" y="100"/>
                    </a:lnTo>
                    <a:lnTo>
                      <a:pt x="129" y="97"/>
                    </a:lnTo>
                    <a:lnTo>
                      <a:pt x="129" y="95"/>
                    </a:lnTo>
                    <a:lnTo>
                      <a:pt x="127" y="91"/>
                    </a:lnTo>
                    <a:lnTo>
                      <a:pt x="125" y="86"/>
                    </a:lnTo>
                    <a:lnTo>
                      <a:pt x="123" y="80"/>
                    </a:lnTo>
                    <a:lnTo>
                      <a:pt x="120" y="76"/>
                    </a:lnTo>
                    <a:lnTo>
                      <a:pt x="117" y="72"/>
                    </a:lnTo>
                    <a:lnTo>
                      <a:pt x="117" y="71"/>
                    </a:lnTo>
                    <a:lnTo>
                      <a:pt x="108" y="78"/>
                    </a:lnTo>
                    <a:lnTo>
                      <a:pt x="110" y="80"/>
                    </a:lnTo>
                    <a:lnTo>
                      <a:pt x="112" y="84"/>
                    </a:lnTo>
                    <a:lnTo>
                      <a:pt x="114" y="88"/>
                    </a:lnTo>
                    <a:lnTo>
                      <a:pt x="116" y="92"/>
                    </a:lnTo>
                    <a:lnTo>
                      <a:pt x="117" y="93"/>
                    </a:lnTo>
                    <a:lnTo>
                      <a:pt x="117" y="95"/>
                    </a:lnTo>
                    <a:lnTo>
                      <a:pt x="115" y="94"/>
                    </a:lnTo>
                    <a:lnTo>
                      <a:pt x="113" y="93"/>
                    </a:lnTo>
                    <a:lnTo>
                      <a:pt x="110" y="93"/>
                    </a:lnTo>
                    <a:lnTo>
                      <a:pt x="108" y="93"/>
                    </a:lnTo>
                    <a:lnTo>
                      <a:pt x="107" y="91"/>
                    </a:lnTo>
                    <a:lnTo>
                      <a:pt x="106" y="88"/>
                    </a:lnTo>
                    <a:lnTo>
                      <a:pt x="105" y="85"/>
                    </a:lnTo>
                    <a:lnTo>
                      <a:pt x="102" y="80"/>
                    </a:lnTo>
                    <a:lnTo>
                      <a:pt x="101" y="78"/>
                    </a:lnTo>
                    <a:lnTo>
                      <a:pt x="99" y="75"/>
                    </a:lnTo>
                    <a:lnTo>
                      <a:pt x="97" y="71"/>
                    </a:lnTo>
                    <a:lnTo>
                      <a:pt x="94" y="69"/>
                    </a:lnTo>
                    <a:lnTo>
                      <a:pt x="92" y="67"/>
                    </a:lnTo>
                    <a:lnTo>
                      <a:pt x="89" y="64"/>
                    </a:lnTo>
                    <a:lnTo>
                      <a:pt x="85" y="62"/>
                    </a:lnTo>
                    <a:lnTo>
                      <a:pt x="81" y="59"/>
                    </a:lnTo>
                    <a:lnTo>
                      <a:pt x="77" y="58"/>
                    </a:lnTo>
                    <a:lnTo>
                      <a:pt x="73" y="57"/>
                    </a:lnTo>
                    <a:lnTo>
                      <a:pt x="69" y="56"/>
                    </a:lnTo>
                    <a:lnTo>
                      <a:pt x="65" y="56"/>
                    </a:lnTo>
                    <a:lnTo>
                      <a:pt x="65" y="55"/>
                    </a:lnTo>
                    <a:lnTo>
                      <a:pt x="65" y="50"/>
                    </a:lnTo>
                    <a:lnTo>
                      <a:pt x="65" y="45"/>
                    </a:lnTo>
                    <a:lnTo>
                      <a:pt x="67" y="41"/>
                    </a:lnTo>
                    <a:lnTo>
                      <a:pt x="69" y="35"/>
                    </a:lnTo>
                    <a:lnTo>
                      <a:pt x="69" y="32"/>
                    </a:lnTo>
                    <a:lnTo>
                      <a:pt x="71" y="29"/>
                    </a:lnTo>
                    <a:lnTo>
                      <a:pt x="72" y="26"/>
                    </a:lnTo>
                    <a:lnTo>
                      <a:pt x="72" y="23"/>
                    </a:lnTo>
                    <a:lnTo>
                      <a:pt x="73" y="17"/>
                    </a:lnTo>
                    <a:lnTo>
                      <a:pt x="73" y="13"/>
                    </a:lnTo>
                    <a:lnTo>
                      <a:pt x="74" y="13"/>
                    </a:lnTo>
                    <a:lnTo>
                      <a:pt x="77" y="15"/>
                    </a:lnTo>
                    <a:lnTo>
                      <a:pt x="81" y="16"/>
                    </a:lnTo>
                    <a:lnTo>
                      <a:pt x="87" y="17"/>
                    </a:lnTo>
                    <a:lnTo>
                      <a:pt x="95" y="19"/>
                    </a:lnTo>
                    <a:lnTo>
                      <a:pt x="101" y="20"/>
                    </a:lnTo>
                    <a:lnTo>
                      <a:pt x="104" y="22"/>
                    </a:lnTo>
                    <a:lnTo>
                      <a:pt x="106" y="23"/>
                    </a:lnTo>
                    <a:lnTo>
                      <a:pt x="108" y="24"/>
                    </a:lnTo>
                    <a:lnTo>
                      <a:pt x="110" y="25"/>
                    </a:lnTo>
                    <a:lnTo>
                      <a:pt x="115" y="28"/>
                    </a:lnTo>
                    <a:lnTo>
                      <a:pt x="119" y="31"/>
                    </a:lnTo>
                    <a:lnTo>
                      <a:pt x="123" y="35"/>
                    </a:lnTo>
                    <a:lnTo>
                      <a:pt x="128" y="38"/>
                    </a:lnTo>
                    <a:lnTo>
                      <a:pt x="129" y="39"/>
                    </a:lnTo>
                    <a:lnTo>
                      <a:pt x="132" y="40"/>
                    </a:lnTo>
                    <a:lnTo>
                      <a:pt x="134" y="41"/>
                    </a:lnTo>
                    <a:lnTo>
                      <a:pt x="137" y="42"/>
                    </a:lnTo>
                    <a:lnTo>
                      <a:pt x="139" y="41"/>
                    </a:lnTo>
                    <a:lnTo>
                      <a:pt x="141" y="40"/>
                    </a:lnTo>
                    <a:lnTo>
                      <a:pt x="143" y="39"/>
                    </a:lnTo>
                    <a:lnTo>
                      <a:pt x="145" y="38"/>
                    </a:lnTo>
                    <a:lnTo>
                      <a:pt x="150" y="35"/>
                    </a:lnTo>
                    <a:lnTo>
                      <a:pt x="154" y="31"/>
                    </a:lnTo>
                    <a:lnTo>
                      <a:pt x="158" y="28"/>
                    </a:lnTo>
                    <a:lnTo>
                      <a:pt x="162" y="25"/>
                    </a:lnTo>
                    <a:lnTo>
                      <a:pt x="165" y="24"/>
                    </a:lnTo>
                    <a:lnTo>
                      <a:pt x="167" y="23"/>
                    </a:lnTo>
                    <a:lnTo>
                      <a:pt x="170" y="22"/>
                    </a:lnTo>
                    <a:lnTo>
                      <a:pt x="172" y="20"/>
                    </a:lnTo>
                    <a:lnTo>
                      <a:pt x="178" y="19"/>
                    </a:lnTo>
                    <a:lnTo>
                      <a:pt x="186" y="17"/>
                    </a:lnTo>
                    <a:lnTo>
                      <a:pt x="192" y="16"/>
                    </a:lnTo>
                    <a:lnTo>
                      <a:pt x="196" y="15"/>
                    </a:lnTo>
                    <a:lnTo>
                      <a:pt x="199" y="13"/>
                    </a:lnTo>
                    <a:lnTo>
                      <a:pt x="199" y="13"/>
                    </a:lnTo>
                    <a:lnTo>
                      <a:pt x="200" y="17"/>
                    </a:lnTo>
                    <a:lnTo>
                      <a:pt x="201" y="23"/>
                    </a:lnTo>
                    <a:lnTo>
                      <a:pt x="202" y="26"/>
                    </a:lnTo>
                    <a:lnTo>
                      <a:pt x="202" y="29"/>
                    </a:lnTo>
                    <a:lnTo>
                      <a:pt x="203" y="32"/>
                    </a:lnTo>
                    <a:lnTo>
                      <a:pt x="205" y="35"/>
                    </a:lnTo>
                    <a:lnTo>
                      <a:pt x="206" y="41"/>
                    </a:lnTo>
                    <a:lnTo>
                      <a:pt x="208" y="45"/>
                    </a:lnTo>
                    <a:lnTo>
                      <a:pt x="208" y="50"/>
                    </a:lnTo>
                    <a:lnTo>
                      <a:pt x="208" y="55"/>
                    </a:lnTo>
                    <a:lnTo>
                      <a:pt x="208" y="56"/>
                    </a:lnTo>
                    <a:lnTo>
                      <a:pt x="205" y="56"/>
                    </a:lnTo>
                    <a:lnTo>
                      <a:pt x="200" y="57"/>
                    </a:lnTo>
                    <a:lnTo>
                      <a:pt x="196" y="58"/>
                    </a:lnTo>
                    <a:lnTo>
                      <a:pt x="192" y="59"/>
                    </a:lnTo>
                    <a:lnTo>
                      <a:pt x="188" y="62"/>
                    </a:lnTo>
                    <a:lnTo>
                      <a:pt x="184" y="64"/>
                    </a:lnTo>
                    <a:lnTo>
                      <a:pt x="181" y="67"/>
                    </a:lnTo>
                    <a:lnTo>
                      <a:pt x="178" y="69"/>
                    </a:lnTo>
                    <a:lnTo>
                      <a:pt x="176" y="71"/>
                    </a:lnTo>
                    <a:lnTo>
                      <a:pt x="174" y="75"/>
                    </a:lnTo>
                    <a:lnTo>
                      <a:pt x="172" y="78"/>
                    </a:lnTo>
                    <a:lnTo>
                      <a:pt x="170" y="80"/>
                    </a:lnTo>
                    <a:lnTo>
                      <a:pt x="168" y="85"/>
                    </a:lnTo>
                    <a:lnTo>
                      <a:pt x="166" y="88"/>
                    </a:lnTo>
                    <a:lnTo>
                      <a:pt x="166" y="91"/>
                    </a:lnTo>
                    <a:lnTo>
                      <a:pt x="166" y="93"/>
                    </a:lnTo>
                    <a:lnTo>
                      <a:pt x="163" y="93"/>
                    </a:lnTo>
                    <a:lnTo>
                      <a:pt x="161" y="93"/>
                    </a:lnTo>
                    <a:lnTo>
                      <a:pt x="158" y="94"/>
                    </a:lnTo>
                    <a:lnTo>
                      <a:pt x="156" y="95"/>
                    </a:lnTo>
                    <a:lnTo>
                      <a:pt x="156" y="93"/>
                    </a:lnTo>
                    <a:lnTo>
                      <a:pt x="157" y="92"/>
                    </a:lnTo>
                    <a:lnTo>
                      <a:pt x="158" y="88"/>
                    </a:lnTo>
                    <a:lnTo>
                      <a:pt x="161" y="84"/>
                    </a:lnTo>
                    <a:lnTo>
                      <a:pt x="163" y="80"/>
                    </a:lnTo>
                    <a:lnTo>
                      <a:pt x="165" y="78"/>
                    </a:lnTo>
                    <a:lnTo>
                      <a:pt x="156" y="71"/>
                    </a:lnTo>
                    <a:lnTo>
                      <a:pt x="155" y="72"/>
                    </a:lnTo>
                    <a:lnTo>
                      <a:pt x="153" y="76"/>
                    </a:lnTo>
                    <a:lnTo>
                      <a:pt x="150" y="80"/>
                    </a:lnTo>
                    <a:lnTo>
                      <a:pt x="147" y="86"/>
                    </a:lnTo>
                    <a:lnTo>
                      <a:pt x="145" y="91"/>
                    </a:lnTo>
                    <a:lnTo>
                      <a:pt x="145" y="95"/>
                    </a:lnTo>
                    <a:lnTo>
                      <a:pt x="144" y="97"/>
                    </a:lnTo>
                    <a:lnTo>
                      <a:pt x="144" y="100"/>
                    </a:lnTo>
                    <a:lnTo>
                      <a:pt x="143" y="100"/>
                    </a:lnTo>
                    <a:lnTo>
                      <a:pt x="142" y="100"/>
                    </a:lnTo>
                    <a:lnTo>
                      <a:pt x="142" y="71"/>
                    </a:lnTo>
                    <a:lnTo>
                      <a:pt x="130" y="71"/>
                    </a:lnTo>
                    <a:lnTo>
                      <a:pt x="130" y="71"/>
                    </a:lnTo>
                    <a:close/>
                    <a:moveTo>
                      <a:pt x="137" y="45"/>
                    </a:moveTo>
                    <a:lnTo>
                      <a:pt x="138" y="45"/>
                    </a:lnTo>
                    <a:lnTo>
                      <a:pt x="140" y="46"/>
                    </a:lnTo>
                    <a:lnTo>
                      <a:pt x="141" y="47"/>
                    </a:lnTo>
                    <a:lnTo>
                      <a:pt x="143" y="47"/>
                    </a:lnTo>
                    <a:lnTo>
                      <a:pt x="144" y="49"/>
                    </a:lnTo>
                    <a:lnTo>
                      <a:pt x="145" y="51"/>
                    </a:lnTo>
                    <a:lnTo>
                      <a:pt x="145" y="52"/>
                    </a:lnTo>
                    <a:lnTo>
                      <a:pt x="145" y="54"/>
                    </a:lnTo>
                    <a:lnTo>
                      <a:pt x="145" y="56"/>
                    </a:lnTo>
                    <a:lnTo>
                      <a:pt x="145" y="58"/>
                    </a:lnTo>
                    <a:lnTo>
                      <a:pt x="144" y="59"/>
                    </a:lnTo>
                    <a:lnTo>
                      <a:pt x="143" y="61"/>
                    </a:lnTo>
                    <a:lnTo>
                      <a:pt x="141" y="62"/>
                    </a:lnTo>
                    <a:lnTo>
                      <a:pt x="140" y="63"/>
                    </a:lnTo>
                    <a:lnTo>
                      <a:pt x="138" y="63"/>
                    </a:lnTo>
                    <a:lnTo>
                      <a:pt x="137" y="63"/>
                    </a:lnTo>
                    <a:lnTo>
                      <a:pt x="134" y="63"/>
                    </a:lnTo>
                    <a:lnTo>
                      <a:pt x="133" y="63"/>
                    </a:lnTo>
                    <a:lnTo>
                      <a:pt x="131" y="62"/>
                    </a:lnTo>
                    <a:lnTo>
                      <a:pt x="130" y="61"/>
                    </a:lnTo>
                    <a:lnTo>
                      <a:pt x="129" y="59"/>
                    </a:lnTo>
                    <a:lnTo>
                      <a:pt x="128" y="58"/>
                    </a:lnTo>
                    <a:lnTo>
                      <a:pt x="127" y="56"/>
                    </a:lnTo>
                    <a:lnTo>
                      <a:pt x="127" y="54"/>
                    </a:lnTo>
                    <a:lnTo>
                      <a:pt x="127" y="52"/>
                    </a:lnTo>
                    <a:lnTo>
                      <a:pt x="128" y="51"/>
                    </a:lnTo>
                    <a:lnTo>
                      <a:pt x="129" y="49"/>
                    </a:lnTo>
                    <a:lnTo>
                      <a:pt x="130" y="47"/>
                    </a:lnTo>
                    <a:lnTo>
                      <a:pt x="131" y="47"/>
                    </a:lnTo>
                    <a:lnTo>
                      <a:pt x="133" y="46"/>
                    </a:lnTo>
                    <a:lnTo>
                      <a:pt x="134" y="45"/>
                    </a:lnTo>
                    <a:lnTo>
                      <a:pt x="137" y="45"/>
                    </a:lnTo>
                    <a:lnTo>
                      <a:pt x="137" y="45"/>
                    </a:lnTo>
                    <a:close/>
                    <a:moveTo>
                      <a:pt x="137" y="184"/>
                    </a:moveTo>
                    <a:lnTo>
                      <a:pt x="134" y="184"/>
                    </a:lnTo>
                    <a:lnTo>
                      <a:pt x="133" y="184"/>
                    </a:lnTo>
                    <a:lnTo>
                      <a:pt x="130" y="183"/>
                    </a:lnTo>
                    <a:lnTo>
                      <a:pt x="129" y="182"/>
                    </a:lnTo>
                    <a:lnTo>
                      <a:pt x="125" y="180"/>
                    </a:lnTo>
                    <a:lnTo>
                      <a:pt x="121" y="177"/>
                    </a:lnTo>
                    <a:lnTo>
                      <a:pt x="119" y="174"/>
                    </a:lnTo>
                    <a:lnTo>
                      <a:pt x="116" y="171"/>
                    </a:lnTo>
                    <a:lnTo>
                      <a:pt x="114" y="167"/>
                    </a:lnTo>
                    <a:lnTo>
                      <a:pt x="113" y="164"/>
                    </a:lnTo>
                    <a:lnTo>
                      <a:pt x="110" y="160"/>
                    </a:lnTo>
                    <a:lnTo>
                      <a:pt x="109" y="156"/>
                    </a:lnTo>
                    <a:lnTo>
                      <a:pt x="113" y="157"/>
                    </a:lnTo>
                    <a:lnTo>
                      <a:pt x="115" y="159"/>
                    </a:lnTo>
                    <a:lnTo>
                      <a:pt x="118" y="160"/>
                    </a:lnTo>
                    <a:lnTo>
                      <a:pt x="121" y="164"/>
                    </a:lnTo>
                    <a:lnTo>
                      <a:pt x="128" y="169"/>
                    </a:lnTo>
                    <a:lnTo>
                      <a:pt x="132" y="173"/>
                    </a:lnTo>
                    <a:lnTo>
                      <a:pt x="134" y="176"/>
                    </a:lnTo>
                    <a:lnTo>
                      <a:pt x="137" y="177"/>
                    </a:lnTo>
                    <a:lnTo>
                      <a:pt x="138" y="176"/>
                    </a:lnTo>
                    <a:lnTo>
                      <a:pt x="141" y="173"/>
                    </a:lnTo>
                    <a:lnTo>
                      <a:pt x="145" y="169"/>
                    </a:lnTo>
                    <a:lnTo>
                      <a:pt x="151" y="164"/>
                    </a:lnTo>
                    <a:lnTo>
                      <a:pt x="154" y="160"/>
                    </a:lnTo>
                    <a:lnTo>
                      <a:pt x="158" y="159"/>
                    </a:lnTo>
                    <a:lnTo>
                      <a:pt x="160" y="157"/>
                    </a:lnTo>
                    <a:lnTo>
                      <a:pt x="163" y="156"/>
                    </a:lnTo>
                    <a:lnTo>
                      <a:pt x="162" y="160"/>
                    </a:lnTo>
                    <a:lnTo>
                      <a:pt x="161" y="164"/>
                    </a:lnTo>
                    <a:lnTo>
                      <a:pt x="159" y="167"/>
                    </a:lnTo>
                    <a:lnTo>
                      <a:pt x="157" y="171"/>
                    </a:lnTo>
                    <a:lnTo>
                      <a:pt x="154" y="174"/>
                    </a:lnTo>
                    <a:lnTo>
                      <a:pt x="151" y="177"/>
                    </a:lnTo>
                    <a:lnTo>
                      <a:pt x="148" y="180"/>
                    </a:lnTo>
                    <a:lnTo>
                      <a:pt x="144" y="182"/>
                    </a:lnTo>
                    <a:lnTo>
                      <a:pt x="142" y="183"/>
                    </a:lnTo>
                    <a:lnTo>
                      <a:pt x="141" y="184"/>
                    </a:lnTo>
                    <a:lnTo>
                      <a:pt x="138" y="184"/>
                    </a:lnTo>
                    <a:lnTo>
                      <a:pt x="137" y="184"/>
                    </a:lnTo>
                    <a:lnTo>
                      <a:pt x="137" y="184"/>
                    </a:lnTo>
                    <a:close/>
                    <a:moveTo>
                      <a:pt x="137" y="164"/>
                    </a:moveTo>
                    <a:lnTo>
                      <a:pt x="134" y="161"/>
                    </a:lnTo>
                    <a:lnTo>
                      <a:pt x="130" y="157"/>
                    </a:lnTo>
                    <a:lnTo>
                      <a:pt x="125" y="153"/>
                    </a:lnTo>
                    <a:lnTo>
                      <a:pt x="121" y="150"/>
                    </a:lnTo>
                    <a:lnTo>
                      <a:pt x="119" y="148"/>
                    </a:lnTo>
                    <a:lnTo>
                      <a:pt x="117" y="148"/>
                    </a:lnTo>
                    <a:lnTo>
                      <a:pt x="114" y="147"/>
                    </a:lnTo>
                    <a:lnTo>
                      <a:pt x="112" y="146"/>
                    </a:lnTo>
                    <a:lnTo>
                      <a:pt x="105" y="144"/>
                    </a:lnTo>
                    <a:lnTo>
                      <a:pt x="100" y="143"/>
                    </a:lnTo>
                    <a:lnTo>
                      <a:pt x="97" y="143"/>
                    </a:lnTo>
                    <a:lnTo>
                      <a:pt x="96" y="142"/>
                    </a:lnTo>
                    <a:lnTo>
                      <a:pt x="95" y="141"/>
                    </a:lnTo>
                    <a:lnTo>
                      <a:pt x="93" y="140"/>
                    </a:lnTo>
                    <a:lnTo>
                      <a:pt x="91" y="137"/>
                    </a:lnTo>
                    <a:lnTo>
                      <a:pt x="89" y="134"/>
                    </a:lnTo>
                    <a:lnTo>
                      <a:pt x="87" y="132"/>
                    </a:lnTo>
                    <a:lnTo>
                      <a:pt x="86" y="128"/>
                    </a:lnTo>
                    <a:lnTo>
                      <a:pt x="85" y="125"/>
                    </a:lnTo>
                    <a:lnTo>
                      <a:pt x="86" y="123"/>
                    </a:lnTo>
                    <a:lnTo>
                      <a:pt x="87" y="120"/>
                    </a:lnTo>
                    <a:lnTo>
                      <a:pt x="88" y="118"/>
                    </a:lnTo>
                    <a:lnTo>
                      <a:pt x="89" y="116"/>
                    </a:lnTo>
                    <a:lnTo>
                      <a:pt x="89" y="114"/>
                    </a:lnTo>
                    <a:lnTo>
                      <a:pt x="91" y="112"/>
                    </a:lnTo>
                    <a:lnTo>
                      <a:pt x="93" y="111"/>
                    </a:lnTo>
                    <a:lnTo>
                      <a:pt x="93" y="109"/>
                    </a:lnTo>
                    <a:lnTo>
                      <a:pt x="95" y="108"/>
                    </a:lnTo>
                    <a:lnTo>
                      <a:pt x="97" y="108"/>
                    </a:lnTo>
                    <a:lnTo>
                      <a:pt x="99" y="106"/>
                    </a:lnTo>
                    <a:lnTo>
                      <a:pt x="101" y="106"/>
                    </a:lnTo>
                    <a:lnTo>
                      <a:pt x="102" y="105"/>
                    </a:lnTo>
                    <a:lnTo>
                      <a:pt x="106" y="104"/>
                    </a:lnTo>
                    <a:lnTo>
                      <a:pt x="109" y="104"/>
                    </a:lnTo>
                    <a:lnTo>
                      <a:pt x="113" y="104"/>
                    </a:lnTo>
                    <a:lnTo>
                      <a:pt x="116" y="105"/>
                    </a:lnTo>
                    <a:lnTo>
                      <a:pt x="119" y="107"/>
                    </a:lnTo>
                    <a:lnTo>
                      <a:pt x="122" y="108"/>
                    </a:lnTo>
                    <a:lnTo>
                      <a:pt x="129" y="112"/>
                    </a:lnTo>
                    <a:lnTo>
                      <a:pt x="133" y="115"/>
                    </a:lnTo>
                    <a:lnTo>
                      <a:pt x="134" y="116"/>
                    </a:lnTo>
                    <a:lnTo>
                      <a:pt x="135" y="116"/>
                    </a:lnTo>
                    <a:lnTo>
                      <a:pt x="136" y="116"/>
                    </a:lnTo>
                    <a:lnTo>
                      <a:pt x="137" y="116"/>
                    </a:lnTo>
                    <a:lnTo>
                      <a:pt x="137" y="116"/>
                    </a:lnTo>
                    <a:lnTo>
                      <a:pt x="137" y="116"/>
                    </a:lnTo>
                    <a:lnTo>
                      <a:pt x="139" y="116"/>
                    </a:lnTo>
                    <a:lnTo>
                      <a:pt x="140" y="115"/>
                    </a:lnTo>
                    <a:lnTo>
                      <a:pt x="145" y="112"/>
                    </a:lnTo>
                    <a:lnTo>
                      <a:pt x="150" y="108"/>
                    </a:lnTo>
                    <a:lnTo>
                      <a:pt x="154" y="107"/>
                    </a:lnTo>
                    <a:lnTo>
                      <a:pt x="157" y="105"/>
                    </a:lnTo>
                    <a:lnTo>
                      <a:pt x="160" y="104"/>
                    </a:lnTo>
                    <a:lnTo>
                      <a:pt x="163" y="104"/>
                    </a:lnTo>
                    <a:lnTo>
                      <a:pt x="167" y="104"/>
                    </a:lnTo>
                    <a:lnTo>
                      <a:pt x="171" y="105"/>
                    </a:lnTo>
                    <a:lnTo>
                      <a:pt x="173" y="106"/>
                    </a:lnTo>
                    <a:lnTo>
                      <a:pt x="174" y="106"/>
                    </a:lnTo>
                    <a:lnTo>
                      <a:pt x="176" y="108"/>
                    </a:lnTo>
                    <a:lnTo>
                      <a:pt x="178" y="108"/>
                    </a:lnTo>
                    <a:lnTo>
                      <a:pt x="179" y="109"/>
                    </a:lnTo>
                    <a:lnTo>
                      <a:pt x="181" y="111"/>
                    </a:lnTo>
                    <a:lnTo>
                      <a:pt x="182" y="112"/>
                    </a:lnTo>
                    <a:lnTo>
                      <a:pt x="183" y="114"/>
                    </a:lnTo>
                    <a:lnTo>
                      <a:pt x="184" y="116"/>
                    </a:lnTo>
                    <a:lnTo>
                      <a:pt x="186" y="118"/>
                    </a:lnTo>
                    <a:lnTo>
                      <a:pt x="186" y="120"/>
                    </a:lnTo>
                    <a:lnTo>
                      <a:pt x="187" y="123"/>
                    </a:lnTo>
                    <a:lnTo>
                      <a:pt x="187" y="125"/>
                    </a:lnTo>
                    <a:lnTo>
                      <a:pt x="186" y="128"/>
                    </a:lnTo>
                    <a:lnTo>
                      <a:pt x="186" y="132"/>
                    </a:lnTo>
                    <a:lnTo>
                      <a:pt x="184" y="134"/>
                    </a:lnTo>
                    <a:lnTo>
                      <a:pt x="182" y="137"/>
                    </a:lnTo>
                    <a:lnTo>
                      <a:pt x="180" y="140"/>
                    </a:lnTo>
                    <a:lnTo>
                      <a:pt x="178" y="141"/>
                    </a:lnTo>
                    <a:lnTo>
                      <a:pt x="177" y="142"/>
                    </a:lnTo>
                    <a:lnTo>
                      <a:pt x="175" y="143"/>
                    </a:lnTo>
                    <a:lnTo>
                      <a:pt x="174" y="143"/>
                    </a:lnTo>
                    <a:lnTo>
                      <a:pt x="167" y="144"/>
                    </a:lnTo>
                    <a:lnTo>
                      <a:pt x="162" y="146"/>
                    </a:lnTo>
                    <a:lnTo>
                      <a:pt x="158" y="147"/>
                    </a:lnTo>
                    <a:lnTo>
                      <a:pt x="156" y="148"/>
                    </a:lnTo>
                    <a:lnTo>
                      <a:pt x="154" y="148"/>
                    </a:lnTo>
                    <a:lnTo>
                      <a:pt x="152" y="150"/>
                    </a:lnTo>
                    <a:lnTo>
                      <a:pt x="147" y="153"/>
                    </a:lnTo>
                    <a:lnTo>
                      <a:pt x="143" y="157"/>
                    </a:lnTo>
                    <a:lnTo>
                      <a:pt x="139" y="161"/>
                    </a:lnTo>
                    <a:lnTo>
                      <a:pt x="137" y="164"/>
                    </a:lnTo>
                    <a:lnTo>
                      <a:pt x="137" y="164"/>
                    </a:lnTo>
                    <a:close/>
                    <a:moveTo>
                      <a:pt x="170" y="51"/>
                    </a:moveTo>
                    <a:lnTo>
                      <a:pt x="171" y="51"/>
                    </a:lnTo>
                    <a:lnTo>
                      <a:pt x="173" y="51"/>
                    </a:lnTo>
                    <a:lnTo>
                      <a:pt x="174" y="52"/>
                    </a:lnTo>
                    <a:lnTo>
                      <a:pt x="175" y="53"/>
                    </a:lnTo>
                    <a:lnTo>
                      <a:pt x="177" y="55"/>
                    </a:lnTo>
                    <a:lnTo>
                      <a:pt x="178" y="56"/>
                    </a:lnTo>
                    <a:lnTo>
                      <a:pt x="178" y="58"/>
                    </a:lnTo>
                    <a:lnTo>
                      <a:pt x="178" y="59"/>
                    </a:lnTo>
                    <a:lnTo>
                      <a:pt x="178" y="62"/>
                    </a:lnTo>
                    <a:lnTo>
                      <a:pt x="178" y="63"/>
                    </a:lnTo>
                    <a:lnTo>
                      <a:pt x="177" y="65"/>
                    </a:lnTo>
                    <a:lnTo>
                      <a:pt x="175" y="67"/>
                    </a:lnTo>
                    <a:lnTo>
                      <a:pt x="174" y="67"/>
                    </a:lnTo>
                    <a:lnTo>
                      <a:pt x="173" y="68"/>
                    </a:lnTo>
                    <a:lnTo>
                      <a:pt x="171" y="69"/>
                    </a:lnTo>
                    <a:lnTo>
                      <a:pt x="170" y="69"/>
                    </a:lnTo>
                    <a:lnTo>
                      <a:pt x="167" y="69"/>
                    </a:lnTo>
                    <a:lnTo>
                      <a:pt x="166" y="68"/>
                    </a:lnTo>
                    <a:lnTo>
                      <a:pt x="164" y="67"/>
                    </a:lnTo>
                    <a:lnTo>
                      <a:pt x="162" y="67"/>
                    </a:lnTo>
                    <a:lnTo>
                      <a:pt x="162" y="65"/>
                    </a:lnTo>
                    <a:lnTo>
                      <a:pt x="161" y="63"/>
                    </a:lnTo>
                    <a:lnTo>
                      <a:pt x="160" y="62"/>
                    </a:lnTo>
                    <a:lnTo>
                      <a:pt x="160" y="59"/>
                    </a:lnTo>
                    <a:lnTo>
                      <a:pt x="160" y="58"/>
                    </a:lnTo>
                    <a:lnTo>
                      <a:pt x="161" y="56"/>
                    </a:lnTo>
                    <a:lnTo>
                      <a:pt x="162" y="55"/>
                    </a:lnTo>
                    <a:lnTo>
                      <a:pt x="162" y="53"/>
                    </a:lnTo>
                    <a:lnTo>
                      <a:pt x="164" y="52"/>
                    </a:lnTo>
                    <a:lnTo>
                      <a:pt x="166" y="51"/>
                    </a:lnTo>
                    <a:lnTo>
                      <a:pt x="167" y="51"/>
                    </a:lnTo>
                    <a:lnTo>
                      <a:pt x="170" y="51"/>
                    </a:lnTo>
                    <a:lnTo>
                      <a:pt x="170" y="51"/>
                    </a:lnTo>
                    <a:close/>
                    <a:moveTo>
                      <a:pt x="175" y="96"/>
                    </a:moveTo>
                    <a:lnTo>
                      <a:pt x="177" y="95"/>
                    </a:lnTo>
                    <a:lnTo>
                      <a:pt x="177" y="93"/>
                    </a:lnTo>
                    <a:lnTo>
                      <a:pt x="179" y="88"/>
                    </a:lnTo>
                    <a:lnTo>
                      <a:pt x="181" y="84"/>
                    </a:lnTo>
                    <a:lnTo>
                      <a:pt x="183" y="81"/>
                    </a:lnTo>
                    <a:lnTo>
                      <a:pt x="186" y="78"/>
                    </a:lnTo>
                    <a:lnTo>
                      <a:pt x="188" y="76"/>
                    </a:lnTo>
                    <a:lnTo>
                      <a:pt x="190" y="74"/>
                    </a:lnTo>
                    <a:lnTo>
                      <a:pt x="194" y="72"/>
                    </a:lnTo>
                    <a:lnTo>
                      <a:pt x="196" y="71"/>
                    </a:lnTo>
                    <a:lnTo>
                      <a:pt x="198" y="69"/>
                    </a:lnTo>
                    <a:lnTo>
                      <a:pt x="202" y="68"/>
                    </a:lnTo>
                    <a:lnTo>
                      <a:pt x="205" y="67"/>
                    </a:lnTo>
                    <a:lnTo>
                      <a:pt x="209" y="67"/>
                    </a:lnTo>
                    <a:lnTo>
                      <a:pt x="213" y="67"/>
                    </a:lnTo>
                    <a:lnTo>
                      <a:pt x="217" y="67"/>
                    </a:lnTo>
                    <a:lnTo>
                      <a:pt x="221" y="67"/>
                    </a:lnTo>
                    <a:lnTo>
                      <a:pt x="223" y="68"/>
                    </a:lnTo>
                    <a:lnTo>
                      <a:pt x="226" y="69"/>
                    </a:lnTo>
                    <a:lnTo>
                      <a:pt x="229" y="71"/>
                    </a:lnTo>
                    <a:lnTo>
                      <a:pt x="230" y="72"/>
                    </a:lnTo>
                    <a:lnTo>
                      <a:pt x="232" y="73"/>
                    </a:lnTo>
                    <a:lnTo>
                      <a:pt x="234" y="75"/>
                    </a:lnTo>
                    <a:lnTo>
                      <a:pt x="236" y="76"/>
                    </a:lnTo>
                    <a:lnTo>
                      <a:pt x="238" y="79"/>
                    </a:lnTo>
                    <a:lnTo>
                      <a:pt x="238" y="80"/>
                    </a:lnTo>
                    <a:lnTo>
                      <a:pt x="240" y="82"/>
                    </a:lnTo>
                    <a:lnTo>
                      <a:pt x="242" y="86"/>
                    </a:lnTo>
                    <a:lnTo>
                      <a:pt x="244" y="89"/>
                    </a:lnTo>
                    <a:lnTo>
                      <a:pt x="247" y="93"/>
                    </a:lnTo>
                    <a:lnTo>
                      <a:pt x="251" y="98"/>
                    </a:lnTo>
                    <a:lnTo>
                      <a:pt x="254" y="101"/>
                    </a:lnTo>
                    <a:lnTo>
                      <a:pt x="256" y="102"/>
                    </a:lnTo>
                    <a:lnTo>
                      <a:pt x="254" y="103"/>
                    </a:lnTo>
                    <a:lnTo>
                      <a:pt x="249" y="105"/>
                    </a:lnTo>
                    <a:lnTo>
                      <a:pt x="246" y="107"/>
                    </a:lnTo>
                    <a:lnTo>
                      <a:pt x="242" y="108"/>
                    </a:lnTo>
                    <a:lnTo>
                      <a:pt x="238" y="110"/>
                    </a:lnTo>
                    <a:lnTo>
                      <a:pt x="236" y="112"/>
                    </a:lnTo>
                    <a:lnTo>
                      <a:pt x="230" y="116"/>
                    </a:lnTo>
                    <a:lnTo>
                      <a:pt x="224" y="120"/>
                    </a:lnTo>
                    <a:lnTo>
                      <a:pt x="222" y="120"/>
                    </a:lnTo>
                    <a:lnTo>
                      <a:pt x="218" y="121"/>
                    </a:lnTo>
                    <a:lnTo>
                      <a:pt x="215" y="122"/>
                    </a:lnTo>
                    <a:lnTo>
                      <a:pt x="211" y="122"/>
                    </a:lnTo>
                    <a:lnTo>
                      <a:pt x="207" y="121"/>
                    </a:lnTo>
                    <a:lnTo>
                      <a:pt x="204" y="120"/>
                    </a:lnTo>
                    <a:lnTo>
                      <a:pt x="201" y="120"/>
                    </a:lnTo>
                    <a:lnTo>
                      <a:pt x="198" y="120"/>
                    </a:lnTo>
                    <a:lnTo>
                      <a:pt x="198" y="120"/>
                    </a:lnTo>
                    <a:lnTo>
                      <a:pt x="197" y="119"/>
                    </a:lnTo>
                    <a:lnTo>
                      <a:pt x="195" y="115"/>
                    </a:lnTo>
                    <a:lnTo>
                      <a:pt x="194" y="112"/>
                    </a:lnTo>
                    <a:lnTo>
                      <a:pt x="191" y="108"/>
                    </a:lnTo>
                    <a:lnTo>
                      <a:pt x="190" y="106"/>
                    </a:lnTo>
                    <a:lnTo>
                      <a:pt x="186" y="104"/>
                    </a:lnTo>
                    <a:lnTo>
                      <a:pt x="184" y="100"/>
                    </a:lnTo>
                    <a:lnTo>
                      <a:pt x="182" y="99"/>
                    </a:lnTo>
                    <a:lnTo>
                      <a:pt x="180" y="98"/>
                    </a:lnTo>
                    <a:lnTo>
                      <a:pt x="178" y="96"/>
                    </a:lnTo>
                    <a:lnTo>
                      <a:pt x="175" y="96"/>
                    </a:lnTo>
                    <a:lnTo>
                      <a:pt x="175" y="96"/>
                    </a:lnTo>
                    <a:close/>
                    <a:moveTo>
                      <a:pt x="104" y="51"/>
                    </a:moveTo>
                    <a:lnTo>
                      <a:pt x="106" y="51"/>
                    </a:lnTo>
                    <a:lnTo>
                      <a:pt x="108" y="51"/>
                    </a:lnTo>
                    <a:lnTo>
                      <a:pt x="109" y="52"/>
                    </a:lnTo>
                    <a:lnTo>
                      <a:pt x="110" y="53"/>
                    </a:lnTo>
                    <a:lnTo>
                      <a:pt x="112" y="55"/>
                    </a:lnTo>
                    <a:lnTo>
                      <a:pt x="113" y="56"/>
                    </a:lnTo>
                    <a:lnTo>
                      <a:pt x="113" y="58"/>
                    </a:lnTo>
                    <a:lnTo>
                      <a:pt x="113" y="59"/>
                    </a:lnTo>
                    <a:lnTo>
                      <a:pt x="113" y="62"/>
                    </a:lnTo>
                    <a:lnTo>
                      <a:pt x="113" y="63"/>
                    </a:lnTo>
                    <a:lnTo>
                      <a:pt x="112" y="65"/>
                    </a:lnTo>
                    <a:lnTo>
                      <a:pt x="110" y="67"/>
                    </a:lnTo>
                    <a:lnTo>
                      <a:pt x="109" y="67"/>
                    </a:lnTo>
                    <a:lnTo>
                      <a:pt x="108" y="68"/>
                    </a:lnTo>
                    <a:lnTo>
                      <a:pt x="106" y="69"/>
                    </a:lnTo>
                    <a:lnTo>
                      <a:pt x="104" y="69"/>
                    </a:lnTo>
                    <a:lnTo>
                      <a:pt x="102" y="69"/>
                    </a:lnTo>
                    <a:lnTo>
                      <a:pt x="101" y="68"/>
                    </a:lnTo>
                    <a:lnTo>
                      <a:pt x="99" y="67"/>
                    </a:lnTo>
                    <a:lnTo>
                      <a:pt x="97" y="67"/>
                    </a:lnTo>
                    <a:lnTo>
                      <a:pt x="97" y="65"/>
                    </a:lnTo>
                    <a:lnTo>
                      <a:pt x="95" y="63"/>
                    </a:lnTo>
                    <a:lnTo>
                      <a:pt x="95" y="62"/>
                    </a:lnTo>
                    <a:lnTo>
                      <a:pt x="95" y="59"/>
                    </a:lnTo>
                    <a:lnTo>
                      <a:pt x="95" y="58"/>
                    </a:lnTo>
                    <a:lnTo>
                      <a:pt x="95" y="56"/>
                    </a:lnTo>
                    <a:lnTo>
                      <a:pt x="97" y="55"/>
                    </a:lnTo>
                    <a:lnTo>
                      <a:pt x="97" y="53"/>
                    </a:lnTo>
                    <a:lnTo>
                      <a:pt x="99" y="52"/>
                    </a:lnTo>
                    <a:lnTo>
                      <a:pt x="101" y="51"/>
                    </a:lnTo>
                    <a:lnTo>
                      <a:pt x="102" y="51"/>
                    </a:lnTo>
                    <a:lnTo>
                      <a:pt x="104" y="51"/>
                    </a:lnTo>
                    <a:lnTo>
                      <a:pt x="104" y="51"/>
                    </a:lnTo>
                    <a:close/>
                    <a:moveTo>
                      <a:pt x="97" y="96"/>
                    </a:moveTo>
                    <a:lnTo>
                      <a:pt x="95" y="96"/>
                    </a:lnTo>
                    <a:lnTo>
                      <a:pt x="93" y="98"/>
                    </a:lnTo>
                    <a:lnTo>
                      <a:pt x="91" y="99"/>
                    </a:lnTo>
                    <a:lnTo>
                      <a:pt x="89" y="100"/>
                    </a:lnTo>
                    <a:lnTo>
                      <a:pt x="86" y="104"/>
                    </a:lnTo>
                    <a:lnTo>
                      <a:pt x="84" y="106"/>
                    </a:lnTo>
                    <a:lnTo>
                      <a:pt x="81" y="108"/>
                    </a:lnTo>
                    <a:lnTo>
                      <a:pt x="80" y="112"/>
                    </a:lnTo>
                    <a:lnTo>
                      <a:pt x="77" y="115"/>
                    </a:lnTo>
                    <a:lnTo>
                      <a:pt x="77" y="119"/>
                    </a:lnTo>
                    <a:lnTo>
                      <a:pt x="75" y="120"/>
                    </a:lnTo>
                    <a:lnTo>
                      <a:pt x="74" y="120"/>
                    </a:lnTo>
                    <a:lnTo>
                      <a:pt x="73" y="120"/>
                    </a:lnTo>
                    <a:lnTo>
                      <a:pt x="69" y="120"/>
                    </a:lnTo>
                    <a:lnTo>
                      <a:pt x="65" y="121"/>
                    </a:lnTo>
                    <a:lnTo>
                      <a:pt x="61" y="122"/>
                    </a:lnTo>
                    <a:lnTo>
                      <a:pt x="58" y="122"/>
                    </a:lnTo>
                    <a:lnTo>
                      <a:pt x="54" y="121"/>
                    </a:lnTo>
                    <a:lnTo>
                      <a:pt x="51" y="120"/>
                    </a:lnTo>
                    <a:lnTo>
                      <a:pt x="49" y="120"/>
                    </a:lnTo>
                    <a:lnTo>
                      <a:pt x="43" y="116"/>
                    </a:lnTo>
                    <a:lnTo>
                      <a:pt x="37" y="112"/>
                    </a:lnTo>
                    <a:lnTo>
                      <a:pt x="34" y="110"/>
                    </a:lnTo>
                    <a:lnTo>
                      <a:pt x="31" y="108"/>
                    </a:lnTo>
                    <a:lnTo>
                      <a:pt x="28" y="107"/>
                    </a:lnTo>
                    <a:lnTo>
                      <a:pt x="25" y="105"/>
                    </a:lnTo>
                    <a:lnTo>
                      <a:pt x="19" y="103"/>
                    </a:lnTo>
                    <a:lnTo>
                      <a:pt x="17" y="102"/>
                    </a:lnTo>
                    <a:lnTo>
                      <a:pt x="18" y="101"/>
                    </a:lnTo>
                    <a:lnTo>
                      <a:pt x="21" y="98"/>
                    </a:lnTo>
                    <a:lnTo>
                      <a:pt x="25" y="93"/>
                    </a:lnTo>
                    <a:lnTo>
                      <a:pt x="29" y="89"/>
                    </a:lnTo>
                    <a:lnTo>
                      <a:pt x="31" y="86"/>
                    </a:lnTo>
                    <a:lnTo>
                      <a:pt x="33" y="82"/>
                    </a:lnTo>
                    <a:lnTo>
                      <a:pt x="34" y="80"/>
                    </a:lnTo>
                    <a:lnTo>
                      <a:pt x="36" y="79"/>
                    </a:lnTo>
                    <a:lnTo>
                      <a:pt x="37" y="76"/>
                    </a:lnTo>
                    <a:lnTo>
                      <a:pt x="39" y="75"/>
                    </a:lnTo>
                    <a:lnTo>
                      <a:pt x="41" y="73"/>
                    </a:lnTo>
                    <a:lnTo>
                      <a:pt x="43" y="72"/>
                    </a:lnTo>
                    <a:lnTo>
                      <a:pt x="45" y="71"/>
                    </a:lnTo>
                    <a:lnTo>
                      <a:pt x="47" y="69"/>
                    </a:lnTo>
                    <a:lnTo>
                      <a:pt x="49" y="68"/>
                    </a:lnTo>
                    <a:lnTo>
                      <a:pt x="53" y="67"/>
                    </a:lnTo>
                    <a:lnTo>
                      <a:pt x="56" y="67"/>
                    </a:lnTo>
                    <a:lnTo>
                      <a:pt x="60" y="67"/>
                    </a:lnTo>
                    <a:lnTo>
                      <a:pt x="65" y="67"/>
                    </a:lnTo>
                    <a:lnTo>
                      <a:pt x="68" y="67"/>
                    </a:lnTo>
                    <a:lnTo>
                      <a:pt x="71" y="68"/>
                    </a:lnTo>
                    <a:lnTo>
                      <a:pt x="74" y="69"/>
                    </a:lnTo>
                    <a:lnTo>
                      <a:pt x="77" y="71"/>
                    </a:lnTo>
                    <a:lnTo>
                      <a:pt x="80" y="72"/>
                    </a:lnTo>
                    <a:lnTo>
                      <a:pt x="82" y="74"/>
                    </a:lnTo>
                    <a:lnTo>
                      <a:pt x="85" y="76"/>
                    </a:lnTo>
                    <a:lnTo>
                      <a:pt x="88" y="78"/>
                    </a:lnTo>
                    <a:lnTo>
                      <a:pt x="90" y="81"/>
                    </a:lnTo>
                    <a:lnTo>
                      <a:pt x="92" y="84"/>
                    </a:lnTo>
                    <a:lnTo>
                      <a:pt x="93" y="88"/>
                    </a:lnTo>
                    <a:lnTo>
                      <a:pt x="96" y="93"/>
                    </a:lnTo>
                    <a:lnTo>
                      <a:pt x="97" y="95"/>
                    </a:lnTo>
                    <a:lnTo>
                      <a:pt x="97" y="9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5" name="ïṩļïḓe"/>
              <p:cNvSpPr/>
              <p:nvPr userDrawn="1"/>
            </p:nvSpPr>
            <p:spPr bwMode="auto">
              <a:xfrm>
                <a:off x="2032001" y="3052763"/>
                <a:ext cx="236538" cy="215900"/>
              </a:xfrm>
              <a:custGeom>
                <a:avLst/>
                <a:gdLst>
                  <a:gd name="T0" fmla="*/ 27 w 149"/>
                  <a:gd name="T1" fmla="*/ 59 h 136"/>
                  <a:gd name="T2" fmla="*/ 21 w 149"/>
                  <a:gd name="T3" fmla="*/ 66 h 136"/>
                  <a:gd name="T4" fmla="*/ 19 w 149"/>
                  <a:gd name="T5" fmla="*/ 59 h 136"/>
                  <a:gd name="T6" fmla="*/ 9 w 149"/>
                  <a:gd name="T7" fmla="*/ 54 h 136"/>
                  <a:gd name="T8" fmla="*/ 1 w 149"/>
                  <a:gd name="T9" fmla="*/ 49 h 136"/>
                  <a:gd name="T10" fmla="*/ 3 w 149"/>
                  <a:gd name="T11" fmla="*/ 35 h 136"/>
                  <a:gd name="T12" fmla="*/ 9 w 149"/>
                  <a:gd name="T13" fmla="*/ 34 h 136"/>
                  <a:gd name="T14" fmla="*/ 20 w 149"/>
                  <a:gd name="T15" fmla="*/ 43 h 136"/>
                  <a:gd name="T16" fmla="*/ 21 w 149"/>
                  <a:gd name="T17" fmla="*/ 35 h 136"/>
                  <a:gd name="T18" fmla="*/ 8 w 149"/>
                  <a:gd name="T19" fmla="*/ 8 h 136"/>
                  <a:gd name="T20" fmla="*/ 17 w 149"/>
                  <a:gd name="T21" fmla="*/ 0 h 136"/>
                  <a:gd name="T22" fmla="*/ 24 w 149"/>
                  <a:gd name="T23" fmla="*/ 6 h 136"/>
                  <a:gd name="T24" fmla="*/ 29 w 149"/>
                  <a:gd name="T25" fmla="*/ 38 h 136"/>
                  <a:gd name="T26" fmla="*/ 31 w 149"/>
                  <a:gd name="T27" fmla="*/ 49 h 136"/>
                  <a:gd name="T28" fmla="*/ 46 w 149"/>
                  <a:gd name="T29" fmla="*/ 61 h 136"/>
                  <a:gd name="T30" fmla="*/ 46 w 149"/>
                  <a:gd name="T31" fmla="*/ 55 h 136"/>
                  <a:gd name="T32" fmla="*/ 41 w 149"/>
                  <a:gd name="T33" fmla="*/ 43 h 136"/>
                  <a:gd name="T34" fmla="*/ 47 w 149"/>
                  <a:gd name="T35" fmla="*/ 41 h 136"/>
                  <a:gd name="T36" fmla="*/ 34 w 149"/>
                  <a:gd name="T37" fmla="*/ 24 h 136"/>
                  <a:gd name="T38" fmla="*/ 38 w 149"/>
                  <a:gd name="T39" fmla="*/ 19 h 136"/>
                  <a:gd name="T40" fmla="*/ 45 w 149"/>
                  <a:gd name="T41" fmla="*/ 26 h 136"/>
                  <a:gd name="T42" fmla="*/ 49 w 149"/>
                  <a:gd name="T43" fmla="*/ 28 h 136"/>
                  <a:gd name="T44" fmla="*/ 45 w 149"/>
                  <a:gd name="T45" fmla="*/ 10 h 136"/>
                  <a:gd name="T46" fmla="*/ 50 w 149"/>
                  <a:gd name="T47" fmla="*/ 8 h 136"/>
                  <a:gd name="T48" fmla="*/ 53 w 149"/>
                  <a:gd name="T49" fmla="*/ 28 h 136"/>
                  <a:gd name="T50" fmla="*/ 67 w 149"/>
                  <a:gd name="T51" fmla="*/ 56 h 136"/>
                  <a:gd name="T52" fmla="*/ 68 w 149"/>
                  <a:gd name="T53" fmla="*/ 37 h 136"/>
                  <a:gd name="T54" fmla="*/ 70 w 149"/>
                  <a:gd name="T55" fmla="*/ 13 h 136"/>
                  <a:gd name="T56" fmla="*/ 77 w 149"/>
                  <a:gd name="T57" fmla="*/ 20 h 136"/>
                  <a:gd name="T58" fmla="*/ 73 w 149"/>
                  <a:gd name="T59" fmla="*/ 37 h 136"/>
                  <a:gd name="T60" fmla="*/ 85 w 149"/>
                  <a:gd name="T61" fmla="*/ 64 h 136"/>
                  <a:gd name="T62" fmla="*/ 97 w 149"/>
                  <a:gd name="T63" fmla="*/ 67 h 136"/>
                  <a:gd name="T64" fmla="*/ 100 w 149"/>
                  <a:gd name="T65" fmla="*/ 55 h 136"/>
                  <a:gd name="T66" fmla="*/ 106 w 149"/>
                  <a:gd name="T67" fmla="*/ 59 h 136"/>
                  <a:gd name="T68" fmla="*/ 105 w 149"/>
                  <a:gd name="T69" fmla="*/ 71 h 136"/>
                  <a:gd name="T70" fmla="*/ 142 w 149"/>
                  <a:gd name="T71" fmla="*/ 82 h 136"/>
                  <a:gd name="T72" fmla="*/ 148 w 149"/>
                  <a:gd name="T73" fmla="*/ 91 h 136"/>
                  <a:gd name="T74" fmla="*/ 132 w 149"/>
                  <a:gd name="T75" fmla="*/ 98 h 136"/>
                  <a:gd name="T76" fmla="*/ 133 w 149"/>
                  <a:gd name="T77" fmla="*/ 92 h 136"/>
                  <a:gd name="T78" fmla="*/ 109 w 149"/>
                  <a:gd name="T79" fmla="*/ 80 h 136"/>
                  <a:gd name="T80" fmla="*/ 109 w 149"/>
                  <a:gd name="T81" fmla="*/ 91 h 136"/>
                  <a:gd name="T82" fmla="*/ 113 w 149"/>
                  <a:gd name="T83" fmla="*/ 101 h 136"/>
                  <a:gd name="T84" fmla="*/ 101 w 149"/>
                  <a:gd name="T85" fmla="*/ 104 h 136"/>
                  <a:gd name="T86" fmla="*/ 97 w 149"/>
                  <a:gd name="T87" fmla="*/ 87 h 136"/>
                  <a:gd name="T88" fmla="*/ 76 w 149"/>
                  <a:gd name="T89" fmla="*/ 71 h 136"/>
                  <a:gd name="T90" fmla="*/ 81 w 149"/>
                  <a:gd name="T91" fmla="*/ 96 h 136"/>
                  <a:gd name="T92" fmla="*/ 91 w 149"/>
                  <a:gd name="T93" fmla="*/ 125 h 136"/>
                  <a:gd name="T94" fmla="*/ 86 w 149"/>
                  <a:gd name="T95" fmla="*/ 136 h 136"/>
                  <a:gd name="T96" fmla="*/ 76 w 149"/>
                  <a:gd name="T97" fmla="*/ 124 h 136"/>
                  <a:gd name="T98" fmla="*/ 70 w 149"/>
                  <a:gd name="T99" fmla="*/ 78 h 136"/>
                  <a:gd name="T100" fmla="*/ 57 w 149"/>
                  <a:gd name="T101" fmla="*/ 60 h 136"/>
                  <a:gd name="T102" fmla="*/ 55 w 149"/>
                  <a:gd name="T103" fmla="*/ 71 h 136"/>
                  <a:gd name="T104" fmla="*/ 56 w 149"/>
                  <a:gd name="T105" fmla="*/ 91 h 136"/>
                  <a:gd name="T106" fmla="*/ 47 w 149"/>
                  <a:gd name="T107" fmla="*/ 89 h 136"/>
                  <a:gd name="T108" fmla="*/ 41 w 149"/>
                  <a:gd name="T109" fmla="*/ 6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9" h="136">
                    <a:moveTo>
                      <a:pt x="32" y="60"/>
                    </a:moveTo>
                    <a:lnTo>
                      <a:pt x="31" y="60"/>
                    </a:lnTo>
                    <a:lnTo>
                      <a:pt x="29" y="59"/>
                    </a:lnTo>
                    <a:lnTo>
                      <a:pt x="29" y="58"/>
                    </a:lnTo>
                    <a:lnTo>
                      <a:pt x="28" y="58"/>
                    </a:lnTo>
                    <a:lnTo>
                      <a:pt x="27" y="58"/>
                    </a:lnTo>
                    <a:lnTo>
                      <a:pt x="27" y="59"/>
                    </a:lnTo>
                    <a:lnTo>
                      <a:pt x="26" y="62"/>
                    </a:lnTo>
                    <a:lnTo>
                      <a:pt x="25" y="64"/>
                    </a:lnTo>
                    <a:lnTo>
                      <a:pt x="25" y="66"/>
                    </a:lnTo>
                    <a:lnTo>
                      <a:pt x="24" y="66"/>
                    </a:lnTo>
                    <a:lnTo>
                      <a:pt x="24" y="67"/>
                    </a:lnTo>
                    <a:lnTo>
                      <a:pt x="23" y="67"/>
                    </a:lnTo>
                    <a:lnTo>
                      <a:pt x="21" y="66"/>
                    </a:lnTo>
                    <a:lnTo>
                      <a:pt x="20" y="66"/>
                    </a:lnTo>
                    <a:lnTo>
                      <a:pt x="19" y="65"/>
                    </a:lnTo>
                    <a:lnTo>
                      <a:pt x="18" y="65"/>
                    </a:lnTo>
                    <a:lnTo>
                      <a:pt x="18" y="64"/>
                    </a:lnTo>
                    <a:lnTo>
                      <a:pt x="18" y="63"/>
                    </a:lnTo>
                    <a:lnTo>
                      <a:pt x="18" y="62"/>
                    </a:lnTo>
                    <a:lnTo>
                      <a:pt x="19" y="59"/>
                    </a:lnTo>
                    <a:lnTo>
                      <a:pt x="19" y="58"/>
                    </a:lnTo>
                    <a:lnTo>
                      <a:pt x="19" y="57"/>
                    </a:lnTo>
                    <a:lnTo>
                      <a:pt x="19" y="56"/>
                    </a:lnTo>
                    <a:lnTo>
                      <a:pt x="18" y="56"/>
                    </a:lnTo>
                    <a:lnTo>
                      <a:pt x="16" y="55"/>
                    </a:lnTo>
                    <a:lnTo>
                      <a:pt x="13" y="55"/>
                    </a:lnTo>
                    <a:lnTo>
                      <a:pt x="9" y="54"/>
                    </a:lnTo>
                    <a:lnTo>
                      <a:pt x="8" y="53"/>
                    </a:lnTo>
                    <a:lnTo>
                      <a:pt x="7" y="52"/>
                    </a:lnTo>
                    <a:lnTo>
                      <a:pt x="5" y="52"/>
                    </a:lnTo>
                    <a:lnTo>
                      <a:pt x="3" y="51"/>
                    </a:lnTo>
                    <a:lnTo>
                      <a:pt x="2" y="51"/>
                    </a:lnTo>
                    <a:lnTo>
                      <a:pt x="1" y="50"/>
                    </a:lnTo>
                    <a:lnTo>
                      <a:pt x="1" y="49"/>
                    </a:lnTo>
                    <a:lnTo>
                      <a:pt x="0" y="46"/>
                    </a:lnTo>
                    <a:lnTo>
                      <a:pt x="1" y="43"/>
                    </a:lnTo>
                    <a:lnTo>
                      <a:pt x="1" y="41"/>
                    </a:lnTo>
                    <a:lnTo>
                      <a:pt x="1" y="39"/>
                    </a:lnTo>
                    <a:lnTo>
                      <a:pt x="1" y="38"/>
                    </a:lnTo>
                    <a:lnTo>
                      <a:pt x="2" y="37"/>
                    </a:lnTo>
                    <a:lnTo>
                      <a:pt x="3" y="35"/>
                    </a:lnTo>
                    <a:lnTo>
                      <a:pt x="4" y="35"/>
                    </a:lnTo>
                    <a:lnTo>
                      <a:pt x="5" y="34"/>
                    </a:lnTo>
                    <a:lnTo>
                      <a:pt x="5" y="34"/>
                    </a:lnTo>
                    <a:lnTo>
                      <a:pt x="6" y="34"/>
                    </a:lnTo>
                    <a:lnTo>
                      <a:pt x="7" y="34"/>
                    </a:lnTo>
                    <a:lnTo>
                      <a:pt x="9" y="34"/>
                    </a:lnTo>
                    <a:lnTo>
                      <a:pt x="9" y="34"/>
                    </a:lnTo>
                    <a:lnTo>
                      <a:pt x="10" y="34"/>
                    </a:lnTo>
                    <a:lnTo>
                      <a:pt x="11" y="35"/>
                    </a:lnTo>
                    <a:lnTo>
                      <a:pt x="12" y="35"/>
                    </a:lnTo>
                    <a:lnTo>
                      <a:pt x="13" y="37"/>
                    </a:lnTo>
                    <a:lnTo>
                      <a:pt x="16" y="39"/>
                    </a:lnTo>
                    <a:lnTo>
                      <a:pt x="19" y="42"/>
                    </a:lnTo>
                    <a:lnTo>
                      <a:pt x="20" y="43"/>
                    </a:lnTo>
                    <a:lnTo>
                      <a:pt x="21" y="43"/>
                    </a:lnTo>
                    <a:lnTo>
                      <a:pt x="21" y="43"/>
                    </a:lnTo>
                    <a:lnTo>
                      <a:pt x="22" y="43"/>
                    </a:lnTo>
                    <a:lnTo>
                      <a:pt x="22" y="43"/>
                    </a:lnTo>
                    <a:lnTo>
                      <a:pt x="22" y="42"/>
                    </a:lnTo>
                    <a:lnTo>
                      <a:pt x="21" y="39"/>
                    </a:lnTo>
                    <a:lnTo>
                      <a:pt x="21" y="35"/>
                    </a:lnTo>
                    <a:lnTo>
                      <a:pt x="19" y="30"/>
                    </a:lnTo>
                    <a:lnTo>
                      <a:pt x="17" y="26"/>
                    </a:lnTo>
                    <a:lnTo>
                      <a:pt x="14" y="19"/>
                    </a:lnTo>
                    <a:lnTo>
                      <a:pt x="11" y="14"/>
                    </a:lnTo>
                    <a:lnTo>
                      <a:pt x="9" y="12"/>
                    </a:lnTo>
                    <a:lnTo>
                      <a:pt x="9" y="10"/>
                    </a:lnTo>
                    <a:lnTo>
                      <a:pt x="8" y="8"/>
                    </a:lnTo>
                    <a:lnTo>
                      <a:pt x="8" y="7"/>
                    </a:lnTo>
                    <a:lnTo>
                      <a:pt x="9" y="6"/>
                    </a:lnTo>
                    <a:lnTo>
                      <a:pt x="9" y="4"/>
                    </a:lnTo>
                    <a:lnTo>
                      <a:pt x="11" y="2"/>
                    </a:lnTo>
                    <a:lnTo>
                      <a:pt x="12" y="2"/>
                    </a:lnTo>
                    <a:lnTo>
                      <a:pt x="14" y="0"/>
                    </a:lnTo>
                    <a:lnTo>
                      <a:pt x="17" y="0"/>
                    </a:lnTo>
                    <a:lnTo>
                      <a:pt x="17" y="0"/>
                    </a:lnTo>
                    <a:lnTo>
                      <a:pt x="18" y="0"/>
                    </a:lnTo>
                    <a:lnTo>
                      <a:pt x="20" y="1"/>
                    </a:lnTo>
                    <a:lnTo>
                      <a:pt x="21" y="2"/>
                    </a:lnTo>
                    <a:lnTo>
                      <a:pt x="23" y="3"/>
                    </a:lnTo>
                    <a:lnTo>
                      <a:pt x="24" y="4"/>
                    </a:lnTo>
                    <a:lnTo>
                      <a:pt x="24" y="6"/>
                    </a:lnTo>
                    <a:lnTo>
                      <a:pt x="24" y="9"/>
                    </a:lnTo>
                    <a:lnTo>
                      <a:pt x="24" y="13"/>
                    </a:lnTo>
                    <a:lnTo>
                      <a:pt x="25" y="17"/>
                    </a:lnTo>
                    <a:lnTo>
                      <a:pt x="27" y="23"/>
                    </a:lnTo>
                    <a:lnTo>
                      <a:pt x="27" y="28"/>
                    </a:lnTo>
                    <a:lnTo>
                      <a:pt x="28" y="32"/>
                    </a:lnTo>
                    <a:lnTo>
                      <a:pt x="29" y="38"/>
                    </a:lnTo>
                    <a:lnTo>
                      <a:pt x="29" y="41"/>
                    </a:lnTo>
                    <a:lnTo>
                      <a:pt x="29" y="45"/>
                    </a:lnTo>
                    <a:lnTo>
                      <a:pt x="29" y="46"/>
                    </a:lnTo>
                    <a:lnTo>
                      <a:pt x="29" y="47"/>
                    </a:lnTo>
                    <a:lnTo>
                      <a:pt x="29" y="48"/>
                    </a:lnTo>
                    <a:lnTo>
                      <a:pt x="30" y="49"/>
                    </a:lnTo>
                    <a:lnTo>
                      <a:pt x="31" y="49"/>
                    </a:lnTo>
                    <a:lnTo>
                      <a:pt x="32" y="49"/>
                    </a:lnTo>
                    <a:lnTo>
                      <a:pt x="33" y="50"/>
                    </a:lnTo>
                    <a:lnTo>
                      <a:pt x="36" y="52"/>
                    </a:lnTo>
                    <a:lnTo>
                      <a:pt x="39" y="55"/>
                    </a:lnTo>
                    <a:lnTo>
                      <a:pt x="41" y="57"/>
                    </a:lnTo>
                    <a:lnTo>
                      <a:pt x="44" y="59"/>
                    </a:lnTo>
                    <a:lnTo>
                      <a:pt x="46" y="61"/>
                    </a:lnTo>
                    <a:lnTo>
                      <a:pt x="46" y="61"/>
                    </a:lnTo>
                    <a:lnTo>
                      <a:pt x="47" y="61"/>
                    </a:lnTo>
                    <a:lnTo>
                      <a:pt x="47" y="60"/>
                    </a:lnTo>
                    <a:lnTo>
                      <a:pt x="47" y="59"/>
                    </a:lnTo>
                    <a:lnTo>
                      <a:pt x="47" y="57"/>
                    </a:lnTo>
                    <a:lnTo>
                      <a:pt x="47" y="56"/>
                    </a:lnTo>
                    <a:lnTo>
                      <a:pt x="46" y="55"/>
                    </a:lnTo>
                    <a:lnTo>
                      <a:pt x="46" y="54"/>
                    </a:lnTo>
                    <a:lnTo>
                      <a:pt x="44" y="51"/>
                    </a:lnTo>
                    <a:lnTo>
                      <a:pt x="41" y="47"/>
                    </a:lnTo>
                    <a:lnTo>
                      <a:pt x="41" y="46"/>
                    </a:lnTo>
                    <a:lnTo>
                      <a:pt x="41" y="44"/>
                    </a:lnTo>
                    <a:lnTo>
                      <a:pt x="41" y="43"/>
                    </a:lnTo>
                    <a:lnTo>
                      <a:pt x="41" y="43"/>
                    </a:lnTo>
                    <a:lnTo>
                      <a:pt x="41" y="42"/>
                    </a:lnTo>
                    <a:lnTo>
                      <a:pt x="41" y="42"/>
                    </a:lnTo>
                    <a:lnTo>
                      <a:pt x="44" y="42"/>
                    </a:lnTo>
                    <a:lnTo>
                      <a:pt x="46" y="42"/>
                    </a:lnTo>
                    <a:lnTo>
                      <a:pt x="47" y="42"/>
                    </a:lnTo>
                    <a:lnTo>
                      <a:pt x="47" y="42"/>
                    </a:lnTo>
                    <a:lnTo>
                      <a:pt x="47" y="41"/>
                    </a:lnTo>
                    <a:lnTo>
                      <a:pt x="46" y="40"/>
                    </a:lnTo>
                    <a:lnTo>
                      <a:pt x="44" y="37"/>
                    </a:lnTo>
                    <a:lnTo>
                      <a:pt x="41" y="34"/>
                    </a:lnTo>
                    <a:lnTo>
                      <a:pt x="38" y="30"/>
                    </a:lnTo>
                    <a:lnTo>
                      <a:pt x="37" y="28"/>
                    </a:lnTo>
                    <a:lnTo>
                      <a:pt x="35" y="26"/>
                    </a:lnTo>
                    <a:lnTo>
                      <a:pt x="34" y="24"/>
                    </a:lnTo>
                    <a:lnTo>
                      <a:pt x="33" y="22"/>
                    </a:lnTo>
                    <a:lnTo>
                      <a:pt x="33" y="22"/>
                    </a:lnTo>
                    <a:lnTo>
                      <a:pt x="34" y="21"/>
                    </a:lnTo>
                    <a:lnTo>
                      <a:pt x="35" y="19"/>
                    </a:lnTo>
                    <a:lnTo>
                      <a:pt x="36" y="19"/>
                    </a:lnTo>
                    <a:lnTo>
                      <a:pt x="37" y="19"/>
                    </a:lnTo>
                    <a:lnTo>
                      <a:pt x="38" y="19"/>
                    </a:lnTo>
                    <a:lnTo>
                      <a:pt x="39" y="19"/>
                    </a:lnTo>
                    <a:lnTo>
                      <a:pt x="41" y="20"/>
                    </a:lnTo>
                    <a:lnTo>
                      <a:pt x="41" y="22"/>
                    </a:lnTo>
                    <a:lnTo>
                      <a:pt x="42" y="23"/>
                    </a:lnTo>
                    <a:lnTo>
                      <a:pt x="44" y="25"/>
                    </a:lnTo>
                    <a:lnTo>
                      <a:pt x="44" y="26"/>
                    </a:lnTo>
                    <a:lnTo>
                      <a:pt x="45" y="26"/>
                    </a:lnTo>
                    <a:lnTo>
                      <a:pt x="45" y="27"/>
                    </a:lnTo>
                    <a:lnTo>
                      <a:pt x="46" y="27"/>
                    </a:lnTo>
                    <a:lnTo>
                      <a:pt x="47" y="28"/>
                    </a:lnTo>
                    <a:lnTo>
                      <a:pt x="48" y="29"/>
                    </a:lnTo>
                    <a:lnTo>
                      <a:pt x="49" y="29"/>
                    </a:lnTo>
                    <a:lnTo>
                      <a:pt x="49" y="28"/>
                    </a:lnTo>
                    <a:lnTo>
                      <a:pt x="49" y="28"/>
                    </a:lnTo>
                    <a:lnTo>
                      <a:pt x="49" y="26"/>
                    </a:lnTo>
                    <a:lnTo>
                      <a:pt x="48" y="23"/>
                    </a:lnTo>
                    <a:lnTo>
                      <a:pt x="46" y="19"/>
                    </a:lnTo>
                    <a:lnTo>
                      <a:pt x="45" y="16"/>
                    </a:lnTo>
                    <a:lnTo>
                      <a:pt x="45" y="14"/>
                    </a:lnTo>
                    <a:lnTo>
                      <a:pt x="45" y="13"/>
                    </a:lnTo>
                    <a:lnTo>
                      <a:pt x="45" y="10"/>
                    </a:lnTo>
                    <a:lnTo>
                      <a:pt x="46" y="8"/>
                    </a:lnTo>
                    <a:lnTo>
                      <a:pt x="48" y="6"/>
                    </a:lnTo>
                    <a:lnTo>
                      <a:pt x="48" y="6"/>
                    </a:lnTo>
                    <a:lnTo>
                      <a:pt x="49" y="6"/>
                    </a:lnTo>
                    <a:lnTo>
                      <a:pt x="49" y="6"/>
                    </a:lnTo>
                    <a:lnTo>
                      <a:pt x="49" y="6"/>
                    </a:lnTo>
                    <a:lnTo>
                      <a:pt x="50" y="8"/>
                    </a:lnTo>
                    <a:lnTo>
                      <a:pt x="51" y="10"/>
                    </a:lnTo>
                    <a:lnTo>
                      <a:pt x="51" y="12"/>
                    </a:lnTo>
                    <a:lnTo>
                      <a:pt x="52" y="15"/>
                    </a:lnTo>
                    <a:lnTo>
                      <a:pt x="53" y="18"/>
                    </a:lnTo>
                    <a:lnTo>
                      <a:pt x="53" y="22"/>
                    </a:lnTo>
                    <a:lnTo>
                      <a:pt x="53" y="26"/>
                    </a:lnTo>
                    <a:lnTo>
                      <a:pt x="53" y="28"/>
                    </a:lnTo>
                    <a:lnTo>
                      <a:pt x="53" y="30"/>
                    </a:lnTo>
                    <a:lnTo>
                      <a:pt x="53" y="32"/>
                    </a:lnTo>
                    <a:lnTo>
                      <a:pt x="56" y="37"/>
                    </a:lnTo>
                    <a:lnTo>
                      <a:pt x="60" y="44"/>
                    </a:lnTo>
                    <a:lnTo>
                      <a:pt x="64" y="51"/>
                    </a:lnTo>
                    <a:lnTo>
                      <a:pt x="66" y="55"/>
                    </a:lnTo>
                    <a:lnTo>
                      <a:pt x="67" y="56"/>
                    </a:lnTo>
                    <a:lnTo>
                      <a:pt x="68" y="56"/>
                    </a:lnTo>
                    <a:lnTo>
                      <a:pt x="68" y="56"/>
                    </a:lnTo>
                    <a:lnTo>
                      <a:pt x="69" y="55"/>
                    </a:lnTo>
                    <a:lnTo>
                      <a:pt x="69" y="55"/>
                    </a:lnTo>
                    <a:lnTo>
                      <a:pt x="69" y="55"/>
                    </a:lnTo>
                    <a:lnTo>
                      <a:pt x="68" y="47"/>
                    </a:lnTo>
                    <a:lnTo>
                      <a:pt x="68" y="37"/>
                    </a:lnTo>
                    <a:lnTo>
                      <a:pt x="68" y="30"/>
                    </a:lnTo>
                    <a:lnTo>
                      <a:pt x="68" y="26"/>
                    </a:lnTo>
                    <a:lnTo>
                      <a:pt x="68" y="22"/>
                    </a:lnTo>
                    <a:lnTo>
                      <a:pt x="68" y="19"/>
                    </a:lnTo>
                    <a:lnTo>
                      <a:pt x="69" y="16"/>
                    </a:lnTo>
                    <a:lnTo>
                      <a:pt x="70" y="14"/>
                    </a:lnTo>
                    <a:lnTo>
                      <a:pt x="70" y="13"/>
                    </a:lnTo>
                    <a:lnTo>
                      <a:pt x="71" y="13"/>
                    </a:lnTo>
                    <a:lnTo>
                      <a:pt x="72" y="12"/>
                    </a:lnTo>
                    <a:lnTo>
                      <a:pt x="72" y="12"/>
                    </a:lnTo>
                    <a:lnTo>
                      <a:pt x="73" y="14"/>
                    </a:lnTo>
                    <a:lnTo>
                      <a:pt x="76" y="15"/>
                    </a:lnTo>
                    <a:lnTo>
                      <a:pt x="77" y="18"/>
                    </a:lnTo>
                    <a:lnTo>
                      <a:pt x="77" y="20"/>
                    </a:lnTo>
                    <a:lnTo>
                      <a:pt x="77" y="22"/>
                    </a:lnTo>
                    <a:lnTo>
                      <a:pt x="77" y="25"/>
                    </a:lnTo>
                    <a:lnTo>
                      <a:pt x="76" y="26"/>
                    </a:lnTo>
                    <a:lnTo>
                      <a:pt x="74" y="29"/>
                    </a:lnTo>
                    <a:lnTo>
                      <a:pt x="74" y="30"/>
                    </a:lnTo>
                    <a:lnTo>
                      <a:pt x="73" y="34"/>
                    </a:lnTo>
                    <a:lnTo>
                      <a:pt x="73" y="37"/>
                    </a:lnTo>
                    <a:lnTo>
                      <a:pt x="73" y="40"/>
                    </a:lnTo>
                    <a:lnTo>
                      <a:pt x="73" y="47"/>
                    </a:lnTo>
                    <a:lnTo>
                      <a:pt x="73" y="52"/>
                    </a:lnTo>
                    <a:lnTo>
                      <a:pt x="74" y="56"/>
                    </a:lnTo>
                    <a:lnTo>
                      <a:pt x="74" y="58"/>
                    </a:lnTo>
                    <a:lnTo>
                      <a:pt x="78" y="60"/>
                    </a:lnTo>
                    <a:lnTo>
                      <a:pt x="85" y="64"/>
                    </a:lnTo>
                    <a:lnTo>
                      <a:pt x="89" y="66"/>
                    </a:lnTo>
                    <a:lnTo>
                      <a:pt x="92" y="67"/>
                    </a:lnTo>
                    <a:lnTo>
                      <a:pt x="94" y="67"/>
                    </a:lnTo>
                    <a:lnTo>
                      <a:pt x="95" y="67"/>
                    </a:lnTo>
                    <a:lnTo>
                      <a:pt x="96" y="67"/>
                    </a:lnTo>
                    <a:lnTo>
                      <a:pt x="97" y="67"/>
                    </a:lnTo>
                    <a:lnTo>
                      <a:pt x="97" y="67"/>
                    </a:lnTo>
                    <a:lnTo>
                      <a:pt x="97" y="66"/>
                    </a:lnTo>
                    <a:lnTo>
                      <a:pt x="97" y="63"/>
                    </a:lnTo>
                    <a:lnTo>
                      <a:pt x="97" y="59"/>
                    </a:lnTo>
                    <a:lnTo>
                      <a:pt x="97" y="58"/>
                    </a:lnTo>
                    <a:lnTo>
                      <a:pt x="98" y="56"/>
                    </a:lnTo>
                    <a:lnTo>
                      <a:pt x="99" y="55"/>
                    </a:lnTo>
                    <a:lnTo>
                      <a:pt x="100" y="55"/>
                    </a:lnTo>
                    <a:lnTo>
                      <a:pt x="101" y="55"/>
                    </a:lnTo>
                    <a:lnTo>
                      <a:pt x="102" y="55"/>
                    </a:lnTo>
                    <a:lnTo>
                      <a:pt x="104" y="55"/>
                    </a:lnTo>
                    <a:lnTo>
                      <a:pt x="105" y="56"/>
                    </a:lnTo>
                    <a:lnTo>
                      <a:pt x="105" y="57"/>
                    </a:lnTo>
                    <a:lnTo>
                      <a:pt x="105" y="58"/>
                    </a:lnTo>
                    <a:lnTo>
                      <a:pt x="106" y="59"/>
                    </a:lnTo>
                    <a:lnTo>
                      <a:pt x="106" y="59"/>
                    </a:lnTo>
                    <a:lnTo>
                      <a:pt x="105" y="63"/>
                    </a:lnTo>
                    <a:lnTo>
                      <a:pt x="105" y="66"/>
                    </a:lnTo>
                    <a:lnTo>
                      <a:pt x="104" y="67"/>
                    </a:lnTo>
                    <a:lnTo>
                      <a:pt x="104" y="69"/>
                    </a:lnTo>
                    <a:lnTo>
                      <a:pt x="105" y="71"/>
                    </a:lnTo>
                    <a:lnTo>
                      <a:pt x="105" y="71"/>
                    </a:lnTo>
                    <a:lnTo>
                      <a:pt x="110" y="73"/>
                    </a:lnTo>
                    <a:lnTo>
                      <a:pt x="120" y="75"/>
                    </a:lnTo>
                    <a:lnTo>
                      <a:pt x="129" y="78"/>
                    </a:lnTo>
                    <a:lnTo>
                      <a:pt x="135" y="79"/>
                    </a:lnTo>
                    <a:lnTo>
                      <a:pt x="137" y="80"/>
                    </a:lnTo>
                    <a:lnTo>
                      <a:pt x="140" y="81"/>
                    </a:lnTo>
                    <a:lnTo>
                      <a:pt x="142" y="82"/>
                    </a:lnTo>
                    <a:lnTo>
                      <a:pt x="145" y="84"/>
                    </a:lnTo>
                    <a:lnTo>
                      <a:pt x="147" y="86"/>
                    </a:lnTo>
                    <a:lnTo>
                      <a:pt x="149" y="87"/>
                    </a:lnTo>
                    <a:lnTo>
                      <a:pt x="149" y="88"/>
                    </a:lnTo>
                    <a:lnTo>
                      <a:pt x="149" y="89"/>
                    </a:lnTo>
                    <a:lnTo>
                      <a:pt x="148" y="90"/>
                    </a:lnTo>
                    <a:lnTo>
                      <a:pt x="148" y="91"/>
                    </a:lnTo>
                    <a:lnTo>
                      <a:pt x="144" y="95"/>
                    </a:lnTo>
                    <a:lnTo>
                      <a:pt x="140" y="97"/>
                    </a:lnTo>
                    <a:lnTo>
                      <a:pt x="137" y="98"/>
                    </a:lnTo>
                    <a:lnTo>
                      <a:pt x="135" y="99"/>
                    </a:lnTo>
                    <a:lnTo>
                      <a:pt x="133" y="98"/>
                    </a:lnTo>
                    <a:lnTo>
                      <a:pt x="133" y="98"/>
                    </a:lnTo>
                    <a:lnTo>
                      <a:pt x="132" y="98"/>
                    </a:lnTo>
                    <a:lnTo>
                      <a:pt x="132" y="97"/>
                    </a:lnTo>
                    <a:lnTo>
                      <a:pt x="132" y="96"/>
                    </a:lnTo>
                    <a:lnTo>
                      <a:pt x="133" y="95"/>
                    </a:lnTo>
                    <a:lnTo>
                      <a:pt x="133" y="95"/>
                    </a:lnTo>
                    <a:lnTo>
                      <a:pt x="133" y="94"/>
                    </a:lnTo>
                    <a:lnTo>
                      <a:pt x="133" y="93"/>
                    </a:lnTo>
                    <a:lnTo>
                      <a:pt x="133" y="92"/>
                    </a:lnTo>
                    <a:lnTo>
                      <a:pt x="131" y="91"/>
                    </a:lnTo>
                    <a:lnTo>
                      <a:pt x="129" y="90"/>
                    </a:lnTo>
                    <a:lnTo>
                      <a:pt x="126" y="88"/>
                    </a:lnTo>
                    <a:lnTo>
                      <a:pt x="122" y="87"/>
                    </a:lnTo>
                    <a:lnTo>
                      <a:pt x="115" y="83"/>
                    </a:lnTo>
                    <a:lnTo>
                      <a:pt x="110" y="81"/>
                    </a:lnTo>
                    <a:lnTo>
                      <a:pt x="109" y="80"/>
                    </a:lnTo>
                    <a:lnTo>
                      <a:pt x="107" y="80"/>
                    </a:lnTo>
                    <a:lnTo>
                      <a:pt x="107" y="80"/>
                    </a:lnTo>
                    <a:lnTo>
                      <a:pt x="106" y="80"/>
                    </a:lnTo>
                    <a:lnTo>
                      <a:pt x="106" y="83"/>
                    </a:lnTo>
                    <a:lnTo>
                      <a:pt x="107" y="86"/>
                    </a:lnTo>
                    <a:lnTo>
                      <a:pt x="108" y="89"/>
                    </a:lnTo>
                    <a:lnTo>
                      <a:pt x="109" y="91"/>
                    </a:lnTo>
                    <a:lnTo>
                      <a:pt x="110" y="92"/>
                    </a:lnTo>
                    <a:lnTo>
                      <a:pt x="113" y="95"/>
                    </a:lnTo>
                    <a:lnTo>
                      <a:pt x="113" y="97"/>
                    </a:lnTo>
                    <a:lnTo>
                      <a:pt x="113" y="99"/>
                    </a:lnTo>
                    <a:lnTo>
                      <a:pt x="113" y="99"/>
                    </a:lnTo>
                    <a:lnTo>
                      <a:pt x="113" y="100"/>
                    </a:lnTo>
                    <a:lnTo>
                      <a:pt x="113" y="101"/>
                    </a:lnTo>
                    <a:lnTo>
                      <a:pt x="112" y="102"/>
                    </a:lnTo>
                    <a:lnTo>
                      <a:pt x="109" y="103"/>
                    </a:lnTo>
                    <a:lnTo>
                      <a:pt x="108" y="104"/>
                    </a:lnTo>
                    <a:lnTo>
                      <a:pt x="105" y="104"/>
                    </a:lnTo>
                    <a:lnTo>
                      <a:pt x="104" y="104"/>
                    </a:lnTo>
                    <a:lnTo>
                      <a:pt x="102" y="104"/>
                    </a:lnTo>
                    <a:lnTo>
                      <a:pt x="101" y="104"/>
                    </a:lnTo>
                    <a:lnTo>
                      <a:pt x="100" y="103"/>
                    </a:lnTo>
                    <a:lnTo>
                      <a:pt x="100" y="103"/>
                    </a:lnTo>
                    <a:lnTo>
                      <a:pt x="100" y="100"/>
                    </a:lnTo>
                    <a:lnTo>
                      <a:pt x="100" y="99"/>
                    </a:lnTo>
                    <a:lnTo>
                      <a:pt x="100" y="96"/>
                    </a:lnTo>
                    <a:lnTo>
                      <a:pt x="98" y="91"/>
                    </a:lnTo>
                    <a:lnTo>
                      <a:pt x="97" y="87"/>
                    </a:lnTo>
                    <a:lnTo>
                      <a:pt x="97" y="83"/>
                    </a:lnTo>
                    <a:lnTo>
                      <a:pt x="97" y="79"/>
                    </a:lnTo>
                    <a:lnTo>
                      <a:pt x="97" y="77"/>
                    </a:lnTo>
                    <a:lnTo>
                      <a:pt x="77" y="70"/>
                    </a:lnTo>
                    <a:lnTo>
                      <a:pt x="77" y="70"/>
                    </a:lnTo>
                    <a:lnTo>
                      <a:pt x="77" y="70"/>
                    </a:lnTo>
                    <a:lnTo>
                      <a:pt x="76" y="71"/>
                    </a:lnTo>
                    <a:lnTo>
                      <a:pt x="76" y="71"/>
                    </a:lnTo>
                    <a:lnTo>
                      <a:pt x="76" y="72"/>
                    </a:lnTo>
                    <a:lnTo>
                      <a:pt x="76" y="74"/>
                    </a:lnTo>
                    <a:lnTo>
                      <a:pt x="77" y="79"/>
                    </a:lnTo>
                    <a:lnTo>
                      <a:pt x="78" y="87"/>
                    </a:lnTo>
                    <a:lnTo>
                      <a:pt x="79" y="91"/>
                    </a:lnTo>
                    <a:lnTo>
                      <a:pt x="81" y="96"/>
                    </a:lnTo>
                    <a:lnTo>
                      <a:pt x="82" y="101"/>
                    </a:lnTo>
                    <a:lnTo>
                      <a:pt x="84" y="106"/>
                    </a:lnTo>
                    <a:lnTo>
                      <a:pt x="87" y="115"/>
                    </a:lnTo>
                    <a:lnTo>
                      <a:pt x="90" y="120"/>
                    </a:lnTo>
                    <a:lnTo>
                      <a:pt x="90" y="122"/>
                    </a:lnTo>
                    <a:lnTo>
                      <a:pt x="91" y="123"/>
                    </a:lnTo>
                    <a:lnTo>
                      <a:pt x="91" y="125"/>
                    </a:lnTo>
                    <a:lnTo>
                      <a:pt x="91" y="127"/>
                    </a:lnTo>
                    <a:lnTo>
                      <a:pt x="90" y="130"/>
                    </a:lnTo>
                    <a:lnTo>
                      <a:pt x="89" y="132"/>
                    </a:lnTo>
                    <a:lnTo>
                      <a:pt x="89" y="134"/>
                    </a:lnTo>
                    <a:lnTo>
                      <a:pt x="88" y="135"/>
                    </a:lnTo>
                    <a:lnTo>
                      <a:pt x="86" y="136"/>
                    </a:lnTo>
                    <a:lnTo>
                      <a:pt x="86" y="136"/>
                    </a:lnTo>
                    <a:lnTo>
                      <a:pt x="85" y="136"/>
                    </a:lnTo>
                    <a:lnTo>
                      <a:pt x="85" y="136"/>
                    </a:lnTo>
                    <a:lnTo>
                      <a:pt x="82" y="135"/>
                    </a:lnTo>
                    <a:lnTo>
                      <a:pt x="79" y="134"/>
                    </a:lnTo>
                    <a:lnTo>
                      <a:pt x="77" y="131"/>
                    </a:lnTo>
                    <a:lnTo>
                      <a:pt x="77" y="127"/>
                    </a:lnTo>
                    <a:lnTo>
                      <a:pt x="76" y="124"/>
                    </a:lnTo>
                    <a:lnTo>
                      <a:pt x="75" y="121"/>
                    </a:lnTo>
                    <a:lnTo>
                      <a:pt x="73" y="114"/>
                    </a:lnTo>
                    <a:lnTo>
                      <a:pt x="73" y="106"/>
                    </a:lnTo>
                    <a:lnTo>
                      <a:pt x="72" y="99"/>
                    </a:lnTo>
                    <a:lnTo>
                      <a:pt x="72" y="91"/>
                    </a:lnTo>
                    <a:lnTo>
                      <a:pt x="71" y="84"/>
                    </a:lnTo>
                    <a:lnTo>
                      <a:pt x="70" y="78"/>
                    </a:lnTo>
                    <a:lnTo>
                      <a:pt x="70" y="73"/>
                    </a:lnTo>
                    <a:lnTo>
                      <a:pt x="69" y="70"/>
                    </a:lnTo>
                    <a:lnTo>
                      <a:pt x="69" y="67"/>
                    </a:lnTo>
                    <a:lnTo>
                      <a:pt x="69" y="67"/>
                    </a:lnTo>
                    <a:lnTo>
                      <a:pt x="67" y="66"/>
                    </a:lnTo>
                    <a:lnTo>
                      <a:pt x="62" y="63"/>
                    </a:lnTo>
                    <a:lnTo>
                      <a:pt x="57" y="60"/>
                    </a:lnTo>
                    <a:lnTo>
                      <a:pt x="55" y="59"/>
                    </a:lnTo>
                    <a:lnTo>
                      <a:pt x="54" y="59"/>
                    </a:lnTo>
                    <a:lnTo>
                      <a:pt x="54" y="59"/>
                    </a:lnTo>
                    <a:lnTo>
                      <a:pt x="54" y="60"/>
                    </a:lnTo>
                    <a:lnTo>
                      <a:pt x="54" y="62"/>
                    </a:lnTo>
                    <a:lnTo>
                      <a:pt x="54" y="67"/>
                    </a:lnTo>
                    <a:lnTo>
                      <a:pt x="55" y="71"/>
                    </a:lnTo>
                    <a:lnTo>
                      <a:pt x="55" y="75"/>
                    </a:lnTo>
                    <a:lnTo>
                      <a:pt x="55" y="79"/>
                    </a:lnTo>
                    <a:lnTo>
                      <a:pt x="57" y="83"/>
                    </a:lnTo>
                    <a:lnTo>
                      <a:pt x="57" y="86"/>
                    </a:lnTo>
                    <a:lnTo>
                      <a:pt x="57" y="87"/>
                    </a:lnTo>
                    <a:lnTo>
                      <a:pt x="57" y="89"/>
                    </a:lnTo>
                    <a:lnTo>
                      <a:pt x="56" y="91"/>
                    </a:lnTo>
                    <a:lnTo>
                      <a:pt x="55" y="91"/>
                    </a:lnTo>
                    <a:lnTo>
                      <a:pt x="53" y="92"/>
                    </a:lnTo>
                    <a:lnTo>
                      <a:pt x="51" y="92"/>
                    </a:lnTo>
                    <a:lnTo>
                      <a:pt x="49" y="92"/>
                    </a:lnTo>
                    <a:lnTo>
                      <a:pt x="49" y="91"/>
                    </a:lnTo>
                    <a:lnTo>
                      <a:pt x="48" y="90"/>
                    </a:lnTo>
                    <a:lnTo>
                      <a:pt x="47" y="89"/>
                    </a:lnTo>
                    <a:lnTo>
                      <a:pt x="47" y="87"/>
                    </a:lnTo>
                    <a:lnTo>
                      <a:pt x="46" y="85"/>
                    </a:lnTo>
                    <a:lnTo>
                      <a:pt x="46" y="78"/>
                    </a:lnTo>
                    <a:lnTo>
                      <a:pt x="46" y="73"/>
                    </a:lnTo>
                    <a:lnTo>
                      <a:pt x="45" y="71"/>
                    </a:lnTo>
                    <a:lnTo>
                      <a:pt x="44" y="71"/>
                    </a:lnTo>
                    <a:lnTo>
                      <a:pt x="41" y="68"/>
                    </a:lnTo>
                    <a:lnTo>
                      <a:pt x="38" y="66"/>
                    </a:lnTo>
                    <a:lnTo>
                      <a:pt x="35" y="63"/>
                    </a:lnTo>
                    <a:lnTo>
                      <a:pt x="32" y="6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6" name="îsḻíďê"/>
              <p:cNvSpPr/>
              <p:nvPr userDrawn="1"/>
            </p:nvSpPr>
            <p:spPr bwMode="auto">
              <a:xfrm>
                <a:off x="2330451" y="2909888"/>
                <a:ext cx="60325" cy="63500"/>
              </a:xfrm>
              <a:custGeom>
                <a:avLst/>
                <a:gdLst>
                  <a:gd name="T0" fmla="*/ 0 w 38"/>
                  <a:gd name="T1" fmla="*/ 4 h 40"/>
                  <a:gd name="T2" fmla="*/ 0 w 38"/>
                  <a:gd name="T3" fmla="*/ 4 h 40"/>
                  <a:gd name="T4" fmla="*/ 1 w 38"/>
                  <a:gd name="T5" fmla="*/ 2 h 40"/>
                  <a:gd name="T6" fmla="*/ 2 w 38"/>
                  <a:gd name="T7" fmla="*/ 1 h 40"/>
                  <a:gd name="T8" fmla="*/ 2 w 38"/>
                  <a:gd name="T9" fmla="*/ 1 h 40"/>
                  <a:gd name="T10" fmla="*/ 3 w 38"/>
                  <a:gd name="T11" fmla="*/ 0 h 40"/>
                  <a:gd name="T12" fmla="*/ 5 w 38"/>
                  <a:gd name="T13" fmla="*/ 0 h 40"/>
                  <a:gd name="T14" fmla="*/ 6 w 38"/>
                  <a:gd name="T15" fmla="*/ 0 h 40"/>
                  <a:gd name="T16" fmla="*/ 8 w 38"/>
                  <a:gd name="T17" fmla="*/ 1 h 40"/>
                  <a:gd name="T18" fmla="*/ 10 w 38"/>
                  <a:gd name="T19" fmla="*/ 3 h 40"/>
                  <a:gd name="T20" fmla="*/ 13 w 38"/>
                  <a:gd name="T21" fmla="*/ 4 h 40"/>
                  <a:gd name="T22" fmla="*/ 18 w 38"/>
                  <a:gd name="T23" fmla="*/ 8 h 40"/>
                  <a:gd name="T24" fmla="*/ 24 w 38"/>
                  <a:gd name="T25" fmla="*/ 12 h 40"/>
                  <a:gd name="T26" fmla="*/ 29 w 38"/>
                  <a:gd name="T27" fmla="*/ 17 h 40"/>
                  <a:gd name="T28" fmla="*/ 34 w 38"/>
                  <a:gd name="T29" fmla="*/ 22 h 40"/>
                  <a:gd name="T30" fmla="*/ 35 w 38"/>
                  <a:gd name="T31" fmla="*/ 24 h 40"/>
                  <a:gd name="T32" fmla="*/ 36 w 38"/>
                  <a:gd name="T33" fmla="*/ 26 h 40"/>
                  <a:gd name="T34" fmla="*/ 38 w 38"/>
                  <a:gd name="T35" fmla="*/ 28 h 40"/>
                  <a:gd name="T36" fmla="*/ 38 w 38"/>
                  <a:gd name="T37" fmla="*/ 28 h 40"/>
                  <a:gd name="T38" fmla="*/ 36 w 38"/>
                  <a:gd name="T39" fmla="*/ 31 h 40"/>
                  <a:gd name="T40" fmla="*/ 33 w 38"/>
                  <a:gd name="T41" fmla="*/ 35 h 40"/>
                  <a:gd name="T42" fmla="*/ 31 w 38"/>
                  <a:gd name="T43" fmla="*/ 37 h 40"/>
                  <a:gd name="T44" fmla="*/ 30 w 38"/>
                  <a:gd name="T45" fmla="*/ 39 h 40"/>
                  <a:gd name="T46" fmla="*/ 28 w 38"/>
                  <a:gd name="T47" fmla="*/ 40 h 40"/>
                  <a:gd name="T48" fmla="*/ 26 w 38"/>
                  <a:gd name="T49" fmla="*/ 40 h 40"/>
                  <a:gd name="T50" fmla="*/ 26 w 38"/>
                  <a:gd name="T51" fmla="*/ 39 h 40"/>
                  <a:gd name="T52" fmla="*/ 25 w 38"/>
                  <a:gd name="T53" fmla="*/ 39 h 40"/>
                  <a:gd name="T54" fmla="*/ 24 w 38"/>
                  <a:gd name="T55" fmla="*/ 37 h 40"/>
                  <a:gd name="T56" fmla="*/ 23 w 38"/>
                  <a:gd name="T57" fmla="*/ 36 h 40"/>
                  <a:gd name="T58" fmla="*/ 22 w 38"/>
                  <a:gd name="T59" fmla="*/ 33 h 40"/>
                  <a:gd name="T60" fmla="*/ 20 w 38"/>
                  <a:gd name="T61" fmla="*/ 30 h 40"/>
                  <a:gd name="T62" fmla="*/ 18 w 38"/>
                  <a:gd name="T63" fmla="*/ 27 h 40"/>
                  <a:gd name="T64" fmla="*/ 15 w 38"/>
                  <a:gd name="T65" fmla="*/ 23 h 40"/>
                  <a:gd name="T66" fmla="*/ 14 w 38"/>
                  <a:gd name="T67" fmla="*/ 20 h 40"/>
                  <a:gd name="T68" fmla="*/ 10 w 38"/>
                  <a:gd name="T69" fmla="*/ 16 h 40"/>
                  <a:gd name="T70" fmla="*/ 5 w 38"/>
                  <a:gd name="T71" fmla="*/ 10 h 40"/>
                  <a:gd name="T72" fmla="*/ 0 w 38"/>
                  <a:gd name="T73"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 h="40">
                    <a:moveTo>
                      <a:pt x="0" y="4"/>
                    </a:moveTo>
                    <a:lnTo>
                      <a:pt x="0" y="4"/>
                    </a:lnTo>
                    <a:lnTo>
                      <a:pt x="1" y="2"/>
                    </a:lnTo>
                    <a:lnTo>
                      <a:pt x="2" y="1"/>
                    </a:lnTo>
                    <a:lnTo>
                      <a:pt x="2" y="1"/>
                    </a:lnTo>
                    <a:lnTo>
                      <a:pt x="3" y="0"/>
                    </a:lnTo>
                    <a:lnTo>
                      <a:pt x="5" y="0"/>
                    </a:lnTo>
                    <a:lnTo>
                      <a:pt x="6" y="0"/>
                    </a:lnTo>
                    <a:lnTo>
                      <a:pt x="8" y="1"/>
                    </a:lnTo>
                    <a:lnTo>
                      <a:pt x="10" y="3"/>
                    </a:lnTo>
                    <a:lnTo>
                      <a:pt x="13" y="4"/>
                    </a:lnTo>
                    <a:lnTo>
                      <a:pt x="18" y="8"/>
                    </a:lnTo>
                    <a:lnTo>
                      <a:pt x="24" y="12"/>
                    </a:lnTo>
                    <a:lnTo>
                      <a:pt x="29" y="17"/>
                    </a:lnTo>
                    <a:lnTo>
                      <a:pt x="34" y="22"/>
                    </a:lnTo>
                    <a:lnTo>
                      <a:pt x="35" y="24"/>
                    </a:lnTo>
                    <a:lnTo>
                      <a:pt x="36" y="26"/>
                    </a:lnTo>
                    <a:lnTo>
                      <a:pt x="38" y="28"/>
                    </a:lnTo>
                    <a:lnTo>
                      <a:pt x="38" y="28"/>
                    </a:lnTo>
                    <a:lnTo>
                      <a:pt x="36" y="31"/>
                    </a:lnTo>
                    <a:lnTo>
                      <a:pt x="33" y="35"/>
                    </a:lnTo>
                    <a:lnTo>
                      <a:pt x="31" y="37"/>
                    </a:lnTo>
                    <a:lnTo>
                      <a:pt x="30" y="39"/>
                    </a:lnTo>
                    <a:lnTo>
                      <a:pt x="28" y="40"/>
                    </a:lnTo>
                    <a:lnTo>
                      <a:pt x="26" y="40"/>
                    </a:lnTo>
                    <a:lnTo>
                      <a:pt x="26" y="39"/>
                    </a:lnTo>
                    <a:lnTo>
                      <a:pt x="25" y="39"/>
                    </a:lnTo>
                    <a:lnTo>
                      <a:pt x="24" y="37"/>
                    </a:lnTo>
                    <a:lnTo>
                      <a:pt x="23" y="36"/>
                    </a:lnTo>
                    <a:lnTo>
                      <a:pt x="22" y="33"/>
                    </a:lnTo>
                    <a:lnTo>
                      <a:pt x="20" y="30"/>
                    </a:lnTo>
                    <a:lnTo>
                      <a:pt x="18" y="27"/>
                    </a:lnTo>
                    <a:lnTo>
                      <a:pt x="15" y="23"/>
                    </a:lnTo>
                    <a:lnTo>
                      <a:pt x="14" y="20"/>
                    </a:lnTo>
                    <a:lnTo>
                      <a:pt x="10" y="16"/>
                    </a:lnTo>
                    <a:lnTo>
                      <a:pt x="5" y="10"/>
                    </a:lnTo>
                    <a:lnTo>
                      <a:pt x="0" y="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7" name="îSlíḍé"/>
              <p:cNvSpPr/>
              <p:nvPr userDrawn="1"/>
            </p:nvSpPr>
            <p:spPr bwMode="auto">
              <a:xfrm>
                <a:off x="2266951" y="2749551"/>
                <a:ext cx="204788" cy="173038"/>
              </a:xfrm>
              <a:custGeom>
                <a:avLst/>
                <a:gdLst>
                  <a:gd name="T0" fmla="*/ 17 w 129"/>
                  <a:gd name="T1" fmla="*/ 93 h 109"/>
                  <a:gd name="T2" fmla="*/ 11 w 129"/>
                  <a:gd name="T3" fmla="*/ 93 h 109"/>
                  <a:gd name="T4" fmla="*/ 3 w 129"/>
                  <a:gd name="T5" fmla="*/ 95 h 109"/>
                  <a:gd name="T6" fmla="*/ 5 w 129"/>
                  <a:gd name="T7" fmla="*/ 86 h 109"/>
                  <a:gd name="T8" fmla="*/ 13 w 129"/>
                  <a:gd name="T9" fmla="*/ 60 h 109"/>
                  <a:gd name="T10" fmla="*/ 16 w 129"/>
                  <a:gd name="T11" fmla="*/ 44 h 109"/>
                  <a:gd name="T12" fmla="*/ 4 w 129"/>
                  <a:gd name="T13" fmla="*/ 21 h 109"/>
                  <a:gd name="T14" fmla="*/ 1 w 129"/>
                  <a:gd name="T15" fmla="*/ 15 h 109"/>
                  <a:gd name="T16" fmla="*/ 22 w 129"/>
                  <a:gd name="T17" fmla="*/ 17 h 109"/>
                  <a:gd name="T18" fmla="*/ 27 w 129"/>
                  <a:gd name="T19" fmla="*/ 9 h 109"/>
                  <a:gd name="T20" fmla="*/ 35 w 129"/>
                  <a:gd name="T21" fmla="*/ 17 h 109"/>
                  <a:gd name="T22" fmla="*/ 33 w 129"/>
                  <a:gd name="T23" fmla="*/ 37 h 109"/>
                  <a:gd name="T24" fmla="*/ 37 w 129"/>
                  <a:gd name="T25" fmla="*/ 64 h 109"/>
                  <a:gd name="T26" fmla="*/ 42 w 129"/>
                  <a:gd name="T27" fmla="*/ 73 h 109"/>
                  <a:gd name="T28" fmla="*/ 46 w 129"/>
                  <a:gd name="T29" fmla="*/ 65 h 109"/>
                  <a:gd name="T30" fmla="*/ 47 w 129"/>
                  <a:gd name="T31" fmla="*/ 50 h 109"/>
                  <a:gd name="T32" fmla="*/ 45 w 129"/>
                  <a:gd name="T33" fmla="*/ 42 h 109"/>
                  <a:gd name="T34" fmla="*/ 46 w 129"/>
                  <a:gd name="T35" fmla="*/ 36 h 109"/>
                  <a:gd name="T36" fmla="*/ 52 w 129"/>
                  <a:gd name="T37" fmla="*/ 16 h 109"/>
                  <a:gd name="T38" fmla="*/ 58 w 129"/>
                  <a:gd name="T39" fmla="*/ 1 h 109"/>
                  <a:gd name="T40" fmla="*/ 66 w 129"/>
                  <a:gd name="T41" fmla="*/ 8 h 109"/>
                  <a:gd name="T42" fmla="*/ 101 w 129"/>
                  <a:gd name="T43" fmla="*/ 50 h 109"/>
                  <a:gd name="T44" fmla="*/ 128 w 129"/>
                  <a:gd name="T45" fmla="*/ 82 h 109"/>
                  <a:gd name="T46" fmla="*/ 122 w 129"/>
                  <a:gd name="T47" fmla="*/ 89 h 109"/>
                  <a:gd name="T48" fmla="*/ 96 w 129"/>
                  <a:gd name="T49" fmla="*/ 90 h 109"/>
                  <a:gd name="T50" fmla="*/ 102 w 129"/>
                  <a:gd name="T51" fmla="*/ 86 h 109"/>
                  <a:gd name="T52" fmla="*/ 110 w 129"/>
                  <a:gd name="T53" fmla="*/ 80 h 109"/>
                  <a:gd name="T54" fmla="*/ 78 w 129"/>
                  <a:gd name="T55" fmla="*/ 41 h 109"/>
                  <a:gd name="T56" fmla="*/ 59 w 129"/>
                  <a:gd name="T57" fmla="*/ 13 h 109"/>
                  <a:gd name="T58" fmla="*/ 55 w 129"/>
                  <a:gd name="T59" fmla="*/ 28 h 109"/>
                  <a:gd name="T60" fmla="*/ 58 w 129"/>
                  <a:gd name="T61" fmla="*/ 35 h 109"/>
                  <a:gd name="T62" fmla="*/ 63 w 129"/>
                  <a:gd name="T63" fmla="*/ 41 h 109"/>
                  <a:gd name="T64" fmla="*/ 56 w 129"/>
                  <a:gd name="T65" fmla="*/ 58 h 109"/>
                  <a:gd name="T66" fmla="*/ 58 w 129"/>
                  <a:gd name="T67" fmla="*/ 71 h 109"/>
                  <a:gd name="T68" fmla="*/ 56 w 129"/>
                  <a:gd name="T69" fmla="*/ 77 h 109"/>
                  <a:gd name="T70" fmla="*/ 43 w 129"/>
                  <a:gd name="T71" fmla="*/ 96 h 109"/>
                  <a:gd name="T72" fmla="*/ 39 w 129"/>
                  <a:gd name="T73" fmla="*/ 97 h 109"/>
                  <a:gd name="T74" fmla="*/ 42 w 129"/>
                  <a:gd name="T75" fmla="*/ 80 h 109"/>
                  <a:gd name="T76" fmla="*/ 37 w 129"/>
                  <a:gd name="T77" fmla="*/ 73 h 109"/>
                  <a:gd name="T78" fmla="*/ 28 w 129"/>
                  <a:gd name="T79" fmla="*/ 57 h 109"/>
                  <a:gd name="T80" fmla="*/ 22 w 129"/>
                  <a:gd name="T81" fmla="*/ 66 h 109"/>
                  <a:gd name="T82" fmla="*/ 70 w 129"/>
                  <a:gd name="T83" fmla="*/ 90 h 109"/>
                  <a:gd name="T84" fmla="*/ 72 w 129"/>
                  <a:gd name="T85" fmla="*/ 107 h 109"/>
                  <a:gd name="T86" fmla="*/ 79 w 129"/>
                  <a:gd name="T87" fmla="*/ 101 h 109"/>
                  <a:gd name="T88" fmla="*/ 87 w 129"/>
                  <a:gd name="T89" fmla="*/ 107 h 109"/>
                  <a:gd name="T90" fmla="*/ 96 w 129"/>
                  <a:gd name="T91" fmla="*/ 109 h 109"/>
                  <a:gd name="T92" fmla="*/ 100 w 129"/>
                  <a:gd name="T93" fmla="*/ 106 h 109"/>
                  <a:gd name="T94" fmla="*/ 88 w 129"/>
                  <a:gd name="T95" fmla="*/ 89 h 109"/>
                  <a:gd name="T96" fmla="*/ 86 w 129"/>
                  <a:gd name="T97" fmla="*/ 73 h 109"/>
                  <a:gd name="T98" fmla="*/ 80 w 129"/>
                  <a:gd name="T99" fmla="*/ 77 h 109"/>
                  <a:gd name="T100" fmla="*/ 70 w 129"/>
                  <a:gd name="T101" fmla="*/ 90 h 109"/>
                  <a:gd name="T102" fmla="*/ 69 w 129"/>
                  <a:gd name="T103" fmla="*/ 82 h 109"/>
                  <a:gd name="T104" fmla="*/ 75 w 129"/>
                  <a:gd name="T105" fmla="*/ 70 h 109"/>
                  <a:gd name="T106" fmla="*/ 71 w 129"/>
                  <a:gd name="T107" fmla="*/ 67 h 109"/>
                  <a:gd name="T108" fmla="*/ 65 w 129"/>
                  <a:gd name="T109" fmla="*/ 71 h 109"/>
                  <a:gd name="T110" fmla="*/ 62 w 129"/>
                  <a:gd name="T111" fmla="*/ 77 h 109"/>
                  <a:gd name="T112" fmla="*/ 58 w 129"/>
                  <a:gd name="T113" fmla="*/ 85 h 109"/>
                  <a:gd name="T114" fmla="*/ 62 w 129"/>
                  <a:gd name="T115" fmla="*/ 8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9" h="109">
                    <a:moveTo>
                      <a:pt x="19" y="83"/>
                    </a:moveTo>
                    <a:lnTo>
                      <a:pt x="19" y="84"/>
                    </a:lnTo>
                    <a:lnTo>
                      <a:pt x="18" y="86"/>
                    </a:lnTo>
                    <a:lnTo>
                      <a:pt x="18" y="89"/>
                    </a:lnTo>
                    <a:lnTo>
                      <a:pt x="18" y="91"/>
                    </a:lnTo>
                    <a:lnTo>
                      <a:pt x="17" y="93"/>
                    </a:lnTo>
                    <a:lnTo>
                      <a:pt x="14" y="93"/>
                    </a:lnTo>
                    <a:lnTo>
                      <a:pt x="14" y="93"/>
                    </a:lnTo>
                    <a:lnTo>
                      <a:pt x="12" y="93"/>
                    </a:lnTo>
                    <a:lnTo>
                      <a:pt x="11" y="93"/>
                    </a:lnTo>
                    <a:lnTo>
                      <a:pt x="11" y="93"/>
                    </a:lnTo>
                    <a:lnTo>
                      <a:pt x="11" y="93"/>
                    </a:lnTo>
                    <a:lnTo>
                      <a:pt x="10" y="94"/>
                    </a:lnTo>
                    <a:lnTo>
                      <a:pt x="10" y="95"/>
                    </a:lnTo>
                    <a:lnTo>
                      <a:pt x="8" y="95"/>
                    </a:lnTo>
                    <a:lnTo>
                      <a:pt x="6" y="95"/>
                    </a:lnTo>
                    <a:lnTo>
                      <a:pt x="5" y="95"/>
                    </a:lnTo>
                    <a:lnTo>
                      <a:pt x="3" y="95"/>
                    </a:lnTo>
                    <a:lnTo>
                      <a:pt x="2" y="94"/>
                    </a:lnTo>
                    <a:lnTo>
                      <a:pt x="2" y="93"/>
                    </a:lnTo>
                    <a:lnTo>
                      <a:pt x="1" y="93"/>
                    </a:lnTo>
                    <a:lnTo>
                      <a:pt x="2" y="92"/>
                    </a:lnTo>
                    <a:lnTo>
                      <a:pt x="2" y="91"/>
                    </a:lnTo>
                    <a:lnTo>
                      <a:pt x="5" y="86"/>
                    </a:lnTo>
                    <a:lnTo>
                      <a:pt x="7" y="84"/>
                    </a:lnTo>
                    <a:lnTo>
                      <a:pt x="8" y="80"/>
                    </a:lnTo>
                    <a:lnTo>
                      <a:pt x="10" y="75"/>
                    </a:lnTo>
                    <a:lnTo>
                      <a:pt x="11" y="69"/>
                    </a:lnTo>
                    <a:lnTo>
                      <a:pt x="12" y="65"/>
                    </a:lnTo>
                    <a:lnTo>
                      <a:pt x="13" y="60"/>
                    </a:lnTo>
                    <a:lnTo>
                      <a:pt x="14" y="54"/>
                    </a:lnTo>
                    <a:lnTo>
                      <a:pt x="16" y="50"/>
                    </a:lnTo>
                    <a:lnTo>
                      <a:pt x="17" y="49"/>
                    </a:lnTo>
                    <a:lnTo>
                      <a:pt x="17" y="48"/>
                    </a:lnTo>
                    <a:lnTo>
                      <a:pt x="17" y="45"/>
                    </a:lnTo>
                    <a:lnTo>
                      <a:pt x="16" y="44"/>
                    </a:lnTo>
                    <a:lnTo>
                      <a:pt x="15" y="42"/>
                    </a:lnTo>
                    <a:lnTo>
                      <a:pt x="14" y="40"/>
                    </a:lnTo>
                    <a:lnTo>
                      <a:pt x="13" y="37"/>
                    </a:lnTo>
                    <a:lnTo>
                      <a:pt x="9" y="30"/>
                    </a:lnTo>
                    <a:lnTo>
                      <a:pt x="5" y="25"/>
                    </a:lnTo>
                    <a:lnTo>
                      <a:pt x="4" y="21"/>
                    </a:lnTo>
                    <a:lnTo>
                      <a:pt x="1" y="19"/>
                    </a:lnTo>
                    <a:lnTo>
                      <a:pt x="1" y="17"/>
                    </a:lnTo>
                    <a:lnTo>
                      <a:pt x="0" y="16"/>
                    </a:lnTo>
                    <a:lnTo>
                      <a:pt x="0" y="16"/>
                    </a:lnTo>
                    <a:lnTo>
                      <a:pt x="1" y="15"/>
                    </a:lnTo>
                    <a:lnTo>
                      <a:pt x="1" y="15"/>
                    </a:lnTo>
                    <a:lnTo>
                      <a:pt x="1" y="15"/>
                    </a:lnTo>
                    <a:lnTo>
                      <a:pt x="5" y="15"/>
                    </a:lnTo>
                    <a:lnTo>
                      <a:pt x="12" y="16"/>
                    </a:lnTo>
                    <a:lnTo>
                      <a:pt x="18" y="17"/>
                    </a:lnTo>
                    <a:lnTo>
                      <a:pt x="22" y="17"/>
                    </a:lnTo>
                    <a:lnTo>
                      <a:pt x="22" y="17"/>
                    </a:lnTo>
                    <a:lnTo>
                      <a:pt x="23" y="17"/>
                    </a:lnTo>
                    <a:lnTo>
                      <a:pt x="24" y="17"/>
                    </a:lnTo>
                    <a:lnTo>
                      <a:pt x="25" y="15"/>
                    </a:lnTo>
                    <a:lnTo>
                      <a:pt x="26" y="12"/>
                    </a:lnTo>
                    <a:lnTo>
                      <a:pt x="26" y="9"/>
                    </a:lnTo>
                    <a:lnTo>
                      <a:pt x="27" y="9"/>
                    </a:lnTo>
                    <a:lnTo>
                      <a:pt x="28" y="8"/>
                    </a:lnTo>
                    <a:lnTo>
                      <a:pt x="29" y="9"/>
                    </a:lnTo>
                    <a:lnTo>
                      <a:pt x="30" y="9"/>
                    </a:lnTo>
                    <a:lnTo>
                      <a:pt x="32" y="12"/>
                    </a:lnTo>
                    <a:lnTo>
                      <a:pt x="34" y="15"/>
                    </a:lnTo>
                    <a:lnTo>
                      <a:pt x="35" y="17"/>
                    </a:lnTo>
                    <a:lnTo>
                      <a:pt x="36" y="20"/>
                    </a:lnTo>
                    <a:lnTo>
                      <a:pt x="36" y="22"/>
                    </a:lnTo>
                    <a:lnTo>
                      <a:pt x="35" y="25"/>
                    </a:lnTo>
                    <a:lnTo>
                      <a:pt x="34" y="30"/>
                    </a:lnTo>
                    <a:lnTo>
                      <a:pt x="33" y="36"/>
                    </a:lnTo>
                    <a:lnTo>
                      <a:pt x="33" y="37"/>
                    </a:lnTo>
                    <a:lnTo>
                      <a:pt x="33" y="41"/>
                    </a:lnTo>
                    <a:lnTo>
                      <a:pt x="34" y="44"/>
                    </a:lnTo>
                    <a:lnTo>
                      <a:pt x="34" y="47"/>
                    </a:lnTo>
                    <a:lnTo>
                      <a:pt x="35" y="54"/>
                    </a:lnTo>
                    <a:lnTo>
                      <a:pt x="37" y="60"/>
                    </a:lnTo>
                    <a:lnTo>
                      <a:pt x="37" y="64"/>
                    </a:lnTo>
                    <a:lnTo>
                      <a:pt x="38" y="65"/>
                    </a:lnTo>
                    <a:lnTo>
                      <a:pt x="39" y="67"/>
                    </a:lnTo>
                    <a:lnTo>
                      <a:pt x="40" y="70"/>
                    </a:lnTo>
                    <a:lnTo>
                      <a:pt x="41" y="71"/>
                    </a:lnTo>
                    <a:lnTo>
                      <a:pt x="41" y="72"/>
                    </a:lnTo>
                    <a:lnTo>
                      <a:pt x="42" y="73"/>
                    </a:lnTo>
                    <a:lnTo>
                      <a:pt x="42" y="73"/>
                    </a:lnTo>
                    <a:lnTo>
                      <a:pt x="42" y="71"/>
                    </a:lnTo>
                    <a:lnTo>
                      <a:pt x="44" y="70"/>
                    </a:lnTo>
                    <a:lnTo>
                      <a:pt x="45" y="69"/>
                    </a:lnTo>
                    <a:lnTo>
                      <a:pt x="46" y="67"/>
                    </a:lnTo>
                    <a:lnTo>
                      <a:pt x="46" y="65"/>
                    </a:lnTo>
                    <a:lnTo>
                      <a:pt x="47" y="62"/>
                    </a:lnTo>
                    <a:lnTo>
                      <a:pt x="48" y="59"/>
                    </a:lnTo>
                    <a:lnTo>
                      <a:pt x="48" y="56"/>
                    </a:lnTo>
                    <a:lnTo>
                      <a:pt x="48" y="54"/>
                    </a:lnTo>
                    <a:lnTo>
                      <a:pt x="48" y="52"/>
                    </a:lnTo>
                    <a:lnTo>
                      <a:pt x="47" y="50"/>
                    </a:lnTo>
                    <a:lnTo>
                      <a:pt x="47" y="49"/>
                    </a:lnTo>
                    <a:lnTo>
                      <a:pt x="46" y="46"/>
                    </a:lnTo>
                    <a:lnTo>
                      <a:pt x="46" y="44"/>
                    </a:lnTo>
                    <a:lnTo>
                      <a:pt x="46" y="44"/>
                    </a:lnTo>
                    <a:lnTo>
                      <a:pt x="45" y="43"/>
                    </a:lnTo>
                    <a:lnTo>
                      <a:pt x="45" y="42"/>
                    </a:lnTo>
                    <a:lnTo>
                      <a:pt x="45" y="41"/>
                    </a:lnTo>
                    <a:lnTo>
                      <a:pt x="45" y="40"/>
                    </a:lnTo>
                    <a:lnTo>
                      <a:pt x="45" y="38"/>
                    </a:lnTo>
                    <a:lnTo>
                      <a:pt x="46" y="37"/>
                    </a:lnTo>
                    <a:lnTo>
                      <a:pt x="46" y="37"/>
                    </a:lnTo>
                    <a:lnTo>
                      <a:pt x="46" y="36"/>
                    </a:lnTo>
                    <a:lnTo>
                      <a:pt x="48" y="36"/>
                    </a:lnTo>
                    <a:lnTo>
                      <a:pt x="48" y="36"/>
                    </a:lnTo>
                    <a:lnTo>
                      <a:pt x="48" y="35"/>
                    </a:lnTo>
                    <a:lnTo>
                      <a:pt x="50" y="28"/>
                    </a:lnTo>
                    <a:lnTo>
                      <a:pt x="51" y="20"/>
                    </a:lnTo>
                    <a:lnTo>
                      <a:pt x="52" y="16"/>
                    </a:lnTo>
                    <a:lnTo>
                      <a:pt x="54" y="12"/>
                    </a:lnTo>
                    <a:lnTo>
                      <a:pt x="54" y="8"/>
                    </a:lnTo>
                    <a:lnTo>
                      <a:pt x="56" y="4"/>
                    </a:lnTo>
                    <a:lnTo>
                      <a:pt x="57" y="2"/>
                    </a:lnTo>
                    <a:lnTo>
                      <a:pt x="58" y="1"/>
                    </a:lnTo>
                    <a:lnTo>
                      <a:pt x="58" y="1"/>
                    </a:lnTo>
                    <a:lnTo>
                      <a:pt x="59" y="0"/>
                    </a:lnTo>
                    <a:lnTo>
                      <a:pt x="61" y="0"/>
                    </a:lnTo>
                    <a:lnTo>
                      <a:pt x="62" y="0"/>
                    </a:lnTo>
                    <a:lnTo>
                      <a:pt x="62" y="1"/>
                    </a:lnTo>
                    <a:lnTo>
                      <a:pt x="63" y="1"/>
                    </a:lnTo>
                    <a:lnTo>
                      <a:pt x="66" y="8"/>
                    </a:lnTo>
                    <a:lnTo>
                      <a:pt x="71" y="14"/>
                    </a:lnTo>
                    <a:lnTo>
                      <a:pt x="77" y="21"/>
                    </a:lnTo>
                    <a:lnTo>
                      <a:pt x="83" y="29"/>
                    </a:lnTo>
                    <a:lnTo>
                      <a:pt x="89" y="37"/>
                    </a:lnTo>
                    <a:lnTo>
                      <a:pt x="95" y="44"/>
                    </a:lnTo>
                    <a:lnTo>
                      <a:pt x="101" y="50"/>
                    </a:lnTo>
                    <a:lnTo>
                      <a:pt x="106" y="56"/>
                    </a:lnTo>
                    <a:lnTo>
                      <a:pt x="115" y="66"/>
                    </a:lnTo>
                    <a:lnTo>
                      <a:pt x="122" y="74"/>
                    </a:lnTo>
                    <a:lnTo>
                      <a:pt x="127" y="78"/>
                    </a:lnTo>
                    <a:lnTo>
                      <a:pt x="129" y="80"/>
                    </a:lnTo>
                    <a:lnTo>
                      <a:pt x="128" y="82"/>
                    </a:lnTo>
                    <a:lnTo>
                      <a:pt x="127" y="85"/>
                    </a:lnTo>
                    <a:lnTo>
                      <a:pt x="126" y="86"/>
                    </a:lnTo>
                    <a:lnTo>
                      <a:pt x="125" y="88"/>
                    </a:lnTo>
                    <a:lnTo>
                      <a:pt x="124" y="89"/>
                    </a:lnTo>
                    <a:lnTo>
                      <a:pt x="122" y="89"/>
                    </a:lnTo>
                    <a:lnTo>
                      <a:pt x="122" y="89"/>
                    </a:lnTo>
                    <a:lnTo>
                      <a:pt x="120" y="90"/>
                    </a:lnTo>
                    <a:lnTo>
                      <a:pt x="113" y="91"/>
                    </a:lnTo>
                    <a:lnTo>
                      <a:pt x="106" y="91"/>
                    </a:lnTo>
                    <a:lnTo>
                      <a:pt x="99" y="91"/>
                    </a:lnTo>
                    <a:lnTo>
                      <a:pt x="96" y="91"/>
                    </a:lnTo>
                    <a:lnTo>
                      <a:pt x="96" y="90"/>
                    </a:lnTo>
                    <a:lnTo>
                      <a:pt x="95" y="90"/>
                    </a:lnTo>
                    <a:lnTo>
                      <a:pt x="95" y="90"/>
                    </a:lnTo>
                    <a:lnTo>
                      <a:pt x="95" y="89"/>
                    </a:lnTo>
                    <a:lnTo>
                      <a:pt x="96" y="89"/>
                    </a:lnTo>
                    <a:lnTo>
                      <a:pt x="98" y="88"/>
                    </a:lnTo>
                    <a:lnTo>
                      <a:pt x="102" y="86"/>
                    </a:lnTo>
                    <a:lnTo>
                      <a:pt x="106" y="85"/>
                    </a:lnTo>
                    <a:lnTo>
                      <a:pt x="108" y="84"/>
                    </a:lnTo>
                    <a:lnTo>
                      <a:pt x="110" y="83"/>
                    </a:lnTo>
                    <a:lnTo>
                      <a:pt x="110" y="82"/>
                    </a:lnTo>
                    <a:lnTo>
                      <a:pt x="110" y="81"/>
                    </a:lnTo>
                    <a:lnTo>
                      <a:pt x="110" y="80"/>
                    </a:lnTo>
                    <a:lnTo>
                      <a:pt x="107" y="77"/>
                    </a:lnTo>
                    <a:lnTo>
                      <a:pt x="104" y="73"/>
                    </a:lnTo>
                    <a:lnTo>
                      <a:pt x="100" y="68"/>
                    </a:lnTo>
                    <a:lnTo>
                      <a:pt x="92" y="58"/>
                    </a:lnTo>
                    <a:lnTo>
                      <a:pt x="85" y="49"/>
                    </a:lnTo>
                    <a:lnTo>
                      <a:pt x="78" y="41"/>
                    </a:lnTo>
                    <a:lnTo>
                      <a:pt x="70" y="30"/>
                    </a:lnTo>
                    <a:lnTo>
                      <a:pt x="64" y="21"/>
                    </a:lnTo>
                    <a:lnTo>
                      <a:pt x="61" y="15"/>
                    </a:lnTo>
                    <a:lnTo>
                      <a:pt x="61" y="14"/>
                    </a:lnTo>
                    <a:lnTo>
                      <a:pt x="60" y="13"/>
                    </a:lnTo>
                    <a:lnTo>
                      <a:pt x="59" y="13"/>
                    </a:lnTo>
                    <a:lnTo>
                      <a:pt x="59" y="13"/>
                    </a:lnTo>
                    <a:lnTo>
                      <a:pt x="58" y="14"/>
                    </a:lnTo>
                    <a:lnTo>
                      <a:pt x="58" y="15"/>
                    </a:lnTo>
                    <a:lnTo>
                      <a:pt x="57" y="17"/>
                    </a:lnTo>
                    <a:lnTo>
                      <a:pt x="57" y="21"/>
                    </a:lnTo>
                    <a:lnTo>
                      <a:pt x="55" y="28"/>
                    </a:lnTo>
                    <a:lnTo>
                      <a:pt x="55" y="32"/>
                    </a:lnTo>
                    <a:lnTo>
                      <a:pt x="55" y="33"/>
                    </a:lnTo>
                    <a:lnTo>
                      <a:pt x="55" y="33"/>
                    </a:lnTo>
                    <a:lnTo>
                      <a:pt x="56" y="34"/>
                    </a:lnTo>
                    <a:lnTo>
                      <a:pt x="57" y="34"/>
                    </a:lnTo>
                    <a:lnTo>
                      <a:pt x="58" y="35"/>
                    </a:lnTo>
                    <a:lnTo>
                      <a:pt x="59" y="36"/>
                    </a:lnTo>
                    <a:lnTo>
                      <a:pt x="61" y="36"/>
                    </a:lnTo>
                    <a:lnTo>
                      <a:pt x="62" y="37"/>
                    </a:lnTo>
                    <a:lnTo>
                      <a:pt x="62" y="38"/>
                    </a:lnTo>
                    <a:lnTo>
                      <a:pt x="63" y="40"/>
                    </a:lnTo>
                    <a:lnTo>
                      <a:pt x="63" y="41"/>
                    </a:lnTo>
                    <a:lnTo>
                      <a:pt x="62" y="44"/>
                    </a:lnTo>
                    <a:lnTo>
                      <a:pt x="60" y="49"/>
                    </a:lnTo>
                    <a:lnTo>
                      <a:pt x="58" y="53"/>
                    </a:lnTo>
                    <a:lnTo>
                      <a:pt x="58" y="55"/>
                    </a:lnTo>
                    <a:lnTo>
                      <a:pt x="56" y="57"/>
                    </a:lnTo>
                    <a:lnTo>
                      <a:pt x="56" y="58"/>
                    </a:lnTo>
                    <a:lnTo>
                      <a:pt x="56" y="60"/>
                    </a:lnTo>
                    <a:lnTo>
                      <a:pt x="56" y="61"/>
                    </a:lnTo>
                    <a:lnTo>
                      <a:pt x="57" y="65"/>
                    </a:lnTo>
                    <a:lnTo>
                      <a:pt x="57" y="68"/>
                    </a:lnTo>
                    <a:lnTo>
                      <a:pt x="58" y="69"/>
                    </a:lnTo>
                    <a:lnTo>
                      <a:pt x="58" y="71"/>
                    </a:lnTo>
                    <a:lnTo>
                      <a:pt x="58" y="72"/>
                    </a:lnTo>
                    <a:lnTo>
                      <a:pt x="58" y="73"/>
                    </a:lnTo>
                    <a:lnTo>
                      <a:pt x="58" y="74"/>
                    </a:lnTo>
                    <a:lnTo>
                      <a:pt x="58" y="75"/>
                    </a:lnTo>
                    <a:lnTo>
                      <a:pt x="57" y="76"/>
                    </a:lnTo>
                    <a:lnTo>
                      <a:pt x="56" y="77"/>
                    </a:lnTo>
                    <a:lnTo>
                      <a:pt x="55" y="77"/>
                    </a:lnTo>
                    <a:lnTo>
                      <a:pt x="51" y="76"/>
                    </a:lnTo>
                    <a:lnTo>
                      <a:pt x="49" y="76"/>
                    </a:lnTo>
                    <a:lnTo>
                      <a:pt x="49" y="91"/>
                    </a:lnTo>
                    <a:lnTo>
                      <a:pt x="47" y="93"/>
                    </a:lnTo>
                    <a:lnTo>
                      <a:pt x="43" y="96"/>
                    </a:lnTo>
                    <a:lnTo>
                      <a:pt x="42" y="97"/>
                    </a:lnTo>
                    <a:lnTo>
                      <a:pt x="40" y="97"/>
                    </a:lnTo>
                    <a:lnTo>
                      <a:pt x="40" y="97"/>
                    </a:lnTo>
                    <a:lnTo>
                      <a:pt x="39" y="97"/>
                    </a:lnTo>
                    <a:lnTo>
                      <a:pt x="39" y="97"/>
                    </a:lnTo>
                    <a:lnTo>
                      <a:pt x="39" y="97"/>
                    </a:lnTo>
                    <a:lnTo>
                      <a:pt x="40" y="93"/>
                    </a:lnTo>
                    <a:lnTo>
                      <a:pt x="42" y="89"/>
                    </a:lnTo>
                    <a:lnTo>
                      <a:pt x="42" y="85"/>
                    </a:lnTo>
                    <a:lnTo>
                      <a:pt x="43" y="83"/>
                    </a:lnTo>
                    <a:lnTo>
                      <a:pt x="43" y="81"/>
                    </a:lnTo>
                    <a:lnTo>
                      <a:pt x="42" y="80"/>
                    </a:lnTo>
                    <a:lnTo>
                      <a:pt x="42" y="79"/>
                    </a:lnTo>
                    <a:lnTo>
                      <a:pt x="41" y="78"/>
                    </a:lnTo>
                    <a:lnTo>
                      <a:pt x="39" y="77"/>
                    </a:lnTo>
                    <a:lnTo>
                      <a:pt x="38" y="77"/>
                    </a:lnTo>
                    <a:lnTo>
                      <a:pt x="38" y="75"/>
                    </a:lnTo>
                    <a:lnTo>
                      <a:pt x="37" y="73"/>
                    </a:lnTo>
                    <a:lnTo>
                      <a:pt x="35" y="69"/>
                    </a:lnTo>
                    <a:lnTo>
                      <a:pt x="32" y="64"/>
                    </a:lnTo>
                    <a:lnTo>
                      <a:pt x="30" y="61"/>
                    </a:lnTo>
                    <a:lnTo>
                      <a:pt x="29" y="59"/>
                    </a:lnTo>
                    <a:lnTo>
                      <a:pt x="28" y="58"/>
                    </a:lnTo>
                    <a:lnTo>
                      <a:pt x="28" y="57"/>
                    </a:lnTo>
                    <a:lnTo>
                      <a:pt x="27" y="57"/>
                    </a:lnTo>
                    <a:lnTo>
                      <a:pt x="26" y="57"/>
                    </a:lnTo>
                    <a:lnTo>
                      <a:pt x="26" y="59"/>
                    </a:lnTo>
                    <a:lnTo>
                      <a:pt x="24" y="61"/>
                    </a:lnTo>
                    <a:lnTo>
                      <a:pt x="23" y="64"/>
                    </a:lnTo>
                    <a:lnTo>
                      <a:pt x="22" y="66"/>
                    </a:lnTo>
                    <a:lnTo>
                      <a:pt x="21" y="73"/>
                    </a:lnTo>
                    <a:lnTo>
                      <a:pt x="20" y="77"/>
                    </a:lnTo>
                    <a:lnTo>
                      <a:pt x="19" y="81"/>
                    </a:lnTo>
                    <a:lnTo>
                      <a:pt x="19" y="83"/>
                    </a:lnTo>
                    <a:lnTo>
                      <a:pt x="19" y="83"/>
                    </a:lnTo>
                    <a:close/>
                    <a:moveTo>
                      <a:pt x="70" y="90"/>
                    </a:moveTo>
                    <a:lnTo>
                      <a:pt x="77" y="97"/>
                    </a:lnTo>
                    <a:lnTo>
                      <a:pt x="76" y="98"/>
                    </a:lnTo>
                    <a:lnTo>
                      <a:pt x="75" y="100"/>
                    </a:lnTo>
                    <a:lnTo>
                      <a:pt x="74" y="102"/>
                    </a:lnTo>
                    <a:lnTo>
                      <a:pt x="72" y="106"/>
                    </a:lnTo>
                    <a:lnTo>
                      <a:pt x="72" y="107"/>
                    </a:lnTo>
                    <a:lnTo>
                      <a:pt x="73" y="108"/>
                    </a:lnTo>
                    <a:lnTo>
                      <a:pt x="74" y="108"/>
                    </a:lnTo>
                    <a:lnTo>
                      <a:pt x="74" y="107"/>
                    </a:lnTo>
                    <a:lnTo>
                      <a:pt x="77" y="105"/>
                    </a:lnTo>
                    <a:lnTo>
                      <a:pt x="78" y="102"/>
                    </a:lnTo>
                    <a:lnTo>
                      <a:pt x="79" y="101"/>
                    </a:lnTo>
                    <a:lnTo>
                      <a:pt x="80" y="101"/>
                    </a:lnTo>
                    <a:lnTo>
                      <a:pt x="80" y="101"/>
                    </a:lnTo>
                    <a:lnTo>
                      <a:pt x="82" y="101"/>
                    </a:lnTo>
                    <a:lnTo>
                      <a:pt x="83" y="103"/>
                    </a:lnTo>
                    <a:lnTo>
                      <a:pt x="86" y="105"/>
                    </a:lnTo>
                    <a:lnTo>
                      <a:pt x="87" y="107"/>
                    </a:lnTo>
                    <a:lnTo>
                      <a:pt x="89" y="108"/>
                    </a:lnTo>
                    <a:lnTo>
                      <a:pt x="90" y="109"/>
                    </a:lnTo>
                    <a:lnTo>
                      <a:pt x="91" y="109"/>
                    </a:lnTo>
                    <a:lnTo>
                      <a:pt x="93" y="109"/>
                    </a:lnTo>
                    <a:lnTo>
                      <a:pt x="94" y="109"/>
                    </a:lnTo>
                    <a:lnTo>
                      <a:pt x="96" y="109"/>
                    </a:lnTo>
                    <a:lnTo>
                      <a:pt x="98" y="109"/>
                    </a:lnTo>
                    <a:lnTo>
                      <a:pt x="98" y="109"/>
                    </a:lnTo>
                    <a:lnTo>
                      <a:pt x="99" y="109"/>
                    </a:lnTo>
                    <a:lnTo>
                      <a:pt x="100" y="108"/>
                    </a:lnTo>
                    <a:lnTo>
                      <a:pt x="100" y="108"/>
                    </a:lnTo>
                    <a:lnTo>
                      <a:pt x="100" y="106"/>
                    </a:lnTo>
                    <a:lnTo>
                      <a:pt x="100" y="105"/>
                    </a:lnTo>
                    <a:lnTo>
                      <a:pt x="98" y="102"/>
                    </a:lnTo>
                    <a:lnTo>
                      <a:pt x="98" y="101"/>
                    </a:lnTo>
                    <a:lnTo>
                      <a:pt x="96" y="99"/>
                    </a:lnTo>
                    <a:lnTo>
                      <a:pt x="92" y="95"/>
                    </a:lnTo>
                    <a:lnTo>
                      <a:pt x="88" y="89"/>
                    </a:lnTo>
                    <a:lnTo>
                      <a:pt x="86" y="86"/>
                    </a:lnTo>
                    <a:lnTo>
                      <a:pt x="85" y="85"/>
                    </a:lnTo>
                    <a:lnTo>
                      <a:pt x="85" y="81"/>
                    </a:lnTo>
                    <a:lnTo>
                      <a:pt x="86" y="78"/>
                    </a:lnTo>
                    <a:lnTo>
                      <a:pt x="86" y="75"/>
                    </a:lnTo>
                    <a:lnTo>
                      <a:pt x="86" y="73"/>
                    </a:lnTo>
                    <a:lnTo>
                      <a:pt x="85" y="73"/>
                    </a:lnTo>
                    <a:lnTo>
                      <a:pt x="85" y="73"/>
                    </a:lnTo>
                    <a:lnTo>
                      <a:pt x="83" y="73"/>
                    </a:lnTo>
                    <a:lnTo>
                      <a:pt x="82" y="73"/>
                    </a:lnTo>
                    <a:lnTo>
                      <a:pt x="80" y="74"/>
                    </a:lnTo>
                    <a:lnTo>
                      <a:pt x="80" y="77"/>
                    </a:lnTo>
                    <a:lnTo>
                      <a:pt x="80" y="79"/>
                    </a:lnTo>
                    <a:lnTo>
                      <a:pt x="80" y="82"/>
                    </a:lnTo>
                    <a:lnTo>
                      <a:pt x="80" y="84"/>
                    </a:lnTo>
                    <a:lnTo>
                      <a:pt x="75" y="86"/>
                    </a:lnTo>
                    <a:lnTo>
                      <a:pt x="70" y="90"/>
                    </a:lnTo>
                    <a:lnTo>
                      <a:pt x="70" y="90"/>
                    </a:lnTo>
                    <a:close/>
                    <a:moveTo>
                      <a:pt x="67" y="84"/>
                    </a:moveTo>
                    <a:lnTo>
                      <a:pt x="68" y="84"/>
                    </a:lnTo>
                    <a:lnTo>
                      <a:pt x="69" y="84"/>
                    </a:lnTo>
                    <a:lnTo>
                      <a:pt x="69" y="84"/>
                    </a:lnTo>
                    <a:lnTo>
                      <a:pt x="69" y="83"/>
                    </a:lnTo>
                    <a:lnTo>
                      <a:pt x="69" y="82"/>
                    </a:lnTo>
                    <a:lnTo>
                      <a:pt x="70" y="82"/>
                    </a:lnTo>
                    <a:lnTo>
                      <a:pt x="70" y="79"/>
                    </a:lnTo>
                    <a:lnTo>
                      <a:pt x="72" y="77"/>
                    </a:lnTo>
                    <a:lnTo>
                      <a:pt x="74" y="73"/>
                    </a:lnTo>
                    <a:lnTo>
                      <a:pt x="75" y="71"/>
                    </a:lnTo>
                    <a:lnTo>
                      <a:pt x="75" y="70"/>
                    </a:lnTo>
                    <a:lnTo>
                      <a:pt x="75" y="69"/>
                    </a:lnTo>
                    <a:lnTo>
                      <a:pt x="74" y="69"/>
                    </a:lnTo>
                    <a:lnTo>
                      <a:pt x="74" y="69"/>
                    </a:lnTo>
                    <a:lnTo>
                      <a:pt x="73" y="68"/>
                    </a:lnTo>
                    <a:lnTo>
                      <a:pt x="72" y="67"/>
                    </a:lnTo>
                    <a:lnTo>
                      <a:pt x="71" y="67"/>
                    </a:lnTo>
                    <a:lnTo>
                      <a:pt x="70" y="67"/>
                    </a:lnTo>
                    <a:lnTo>
                      <a:pt x="69" y="67"/>
                    </a:lnTo>
                    <a:lnTo>
                      <a:pt x="68" y="68"/>
                    </a:lnTo>
                    <a:lnTo>
                      <a:pt x="66" y="69"/>
                    </a:lnTo>
                    <a:lnTo>
                      <a:pt x="66" y="70"/>
                    </a:lnTo>
                    <a:lnTo>
                      <a:pt x="65" y="71"/>
                    </a:lnTo>
                    <a:lnTo>
                      <a:pt x="65" y="73"/>
                    </a:lnTo>
                    <a:lnTo>
                      <a:pt x="64" y="73"/>
                    </a:lnTo>
                    <a:lnTo>
                      <a:pt x="64" y="74"/>
                    </a:lnTo>
                    <a:lnTo>
                      <a:pt x="64" y="75"/>
                    </a:lnTo>
                    <a:lnTo>
                      <a:pt x="63" y="77"/>
                    </a:lnTo>
                    <a:lnTo>
                      <a:pt x="62" y="77"/>
                    </a:lnTo>
                    <a:lnTo>
                      <a:pt x="61" y="78"/>
                    </a:lnTo>
                    <a:lnTo>
                      <a:pt x="59" y="80"/>
                    </a:lnTo>
                    <a:lnTo>
                      <a:pt x="58" y="81"/>
                    </a:lnTo>
                    <a:lnTo>
                      <a:pt x="58" y="82"/>
                    </a:lnTo>
                    <a:lnTo>
                      <a:pt x="58" y="83"/>
                    </a:lnTo>
                    <a:lnTo>
                      <a:pt x="58" y="85"/>
                    </a:lnTo>
                    <a:lnTo>
                      <a:pt x="59" y="85"/>
                    </a:lnTo>
                    <a:lnTo>
                      <a:pt x="59" y="85"/>
                    </a:lnTo>
                    <a:lnTo>
                      <a:pt x="60" y="86"/>
                    </a:lnTo>
                    <a:lnTo>
                      <a:pt x="61" y="86"/>
                    </a:lnTo>
                    <a:lnTo>
                      <a:pt x="62" y="86"/>
                    </a:lnTo>
                    <a:lnTo>
                      <a:pt x="62" y="86"/>
                    </a:lnTo>
                    <a:lnTo>
                      <a:pt x="63" y="85"/>
                    </a:lnTo>
                    <a:lnTo>
                      <a:pt x="66" y="84"/>
                    </a:lnTo>
                    <a:lnTo>
                      <a:pt x="67" y="8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8" name="iśḻîḓé"/>
              <p:cNvSpPr/>
              <p:nvPr userDrawn="1"/>
            </p:nvSpPr>
            <p:spPr bwMode="auto">
              <a:xfrm>
                <a:off x="2708276" y="2566988"/>
                <a:ext cx="76200" cy="209550"/>
              </a:xfrm>
              <a:custGeom>
                <a:avLst/>
                <a:gdLst>
                  <a:gd name="T0" fmla="*/ 1 w 48"/>
                  <a:gd name="T1" fmla="*/ 31 h 132"/>
                  <a:gd name="T2" fmla="*/ 9 w 48"/>
                  <a:gd name="T3" fmla="*/ 20 h 132"/>
                  <a:gd name="T4" fmla="*/ 26 w 48"/>
                  <a:gd name="T5" fmla="*/ 4 h 132"/>
                  <a:gd name="T6" fmla="*/ 34 w 48"/>
                  <a:gd name="T7" fmla="*/ 0 h 132"/>
                  <a:gd name="T8" fmla="*/ 40 w 48"/>
                  <a:gd name="T9" fmla="*/ 1 h 132"/>
                  <a:gd name="T10" fmla="*/ 41 w 48"/>
                  <a:gd name="T11" fmla="*/ 4 h 132"/>
                  <a:gd name="T12" fmla="*/ 38 w 48"/>
                  <a:gd name="T13" fmla="*/ 20 h 132"/>
                  <a:gd name="T14" fmla="*/ 32 w 48"/>
                  <a:gd name="T15" fmla="*/ 60 h 132"/>
                  <a:gd name="T16" fmla="*/ 28 w 48"/>
                  <a:gd name="T17" fmla="*/ 65 h 132"/>
                  <a:gd name="T18" fmla="*/ 20 w 48"/>
                  <a:gd name="T19" fmla="*/ 70 h 132"/>
                  <a:gd name="T20" fmla="*/ 20 w 48"/>
                  <a:gd name="T21" fmla="*/ 81 h 132"/>
                  <a:gd name="T22" fmla="*/ 22 w 48"/>
                  <a:gd name="T23" fmla="*/ 90 h 132"/>
                  <a:gd name="T24" fmla="*/ 31 w 48"/>
                  <a:gd name="T25" fmla="*/ 90 h 132"/>
                  <a:gd name="T26" fmla="*/ 35 w 48"/>
                  <a:gd name="T27" fmla="*/ 91 h 132"/>
                  <a:gd name="T28" fmla="*/ 35 w 48"/>
                  <a:gd name="T29" fmla="*/ 97 h 132"/>
                  <a:gd name="T30" fmla="*/ 27 w 48"/>
                  <a:gd name="T31" fmla="*/ 114 h 132"/>
                  <a:gd name="T32" fmla="*/ 26 w 48"/>
                  <a:gd name="T33" fmla="*/ 120 h 132"/>
                  <a:gd name="T34" fmla="*/ 34 w 48"/>
                  <a:gd name="T35" fmla="*/ 117 h 132"/>
                  <a:gd name="T36" fmla="*/ 42 w 48"/>
                  <a:gd name="T37" fmla="*/ 114 h 132"/>
                  <a:gd name="T38" fmla="*/ 47 w 48"/>
                  <a:gd name="T39" fmla="*/ 118 h 132"/>
                  <a:gd name="T40" fmla="*/ 48 w 48"/>
                  <a:gd name="T41" fmla="*/ 124 h 132"/>
                  <a:gd name="T42" fmla="*/ 41 w 48"/>
                  <a:gd name="T43" fmla="*/ 129 h 132"/>
                  <a:gd name="T44" fmla="*/ 30 w 48"/>
                  <a:gd name="T45" fmla="*/ 132 h 132"/>
                  <a:gd name="T46" fmla="*/ 16 w 48"/>
                  <a:gd name="T47" fmla="*/ 131 h 132"/>
                  <a:gd name="T48" fmla="*/ 13 w 48"/>
                  <a:gd name="T49" fmla="*/ 128 h 132"/>
                  <a:gd name="T50" fmla="*/ 15 w 48"/>
                  <a:gd name="T51" fmla="*/ 124 h 132"/>
                  <a:gd name="T52" fmla="*/ 16 w 48"/>
                  <a:gd name="T53" fmla="*/ 121 h 132"/>
                  <a:gd name="T54" fmla="*/ 16 w 48"/>
                  <a:gd name="T55" fmla="*/ 108 h 132"/>
                  <a:gd name="T56" fmla="*/ 12 w 48"/>
                  <a:gd name="T57" fmla="*/ 106 h 132"/>
                  <a:gd name="T58" fmla="*/ 10 w 48"/>
                  <a:gd name="T59" fmla="*/ 102 h 132"/>
                  <a:gd name="T60" fmla="*/ 12 w 48"/>
                  <a:gd name="T61" fmla="*/ 91 h 132"/>
                  <a:gd name="T62" fmla="*/ 7 w 48"/>
                  <a:gd name="T63" fmla="*/ 81 h 132"/>
                  <a:gd name="T64" fmla="*/ 4 w 48"/>
                  <a:gd name="T65" fmla="*/ 78 h 132"/>
                  <a:gd name="T66" fmla="*/ 8 w 48"/>
                  <a:gd name="T67" fmla="*/ 73 h 132"/>
                  <a:gd name="T68" fmla="*/ 10 w 48"/>
                  <a:gd name="T69" fmla="*/ 62 h 132"/>
                  <a:gd name="T70" fmla="*/ 10 w 48"/>
                  <a:gd name="T71" fmla="*/ 60 h 132"/>
                  <a:gd name="T72" fmla="*/ 5 w 48"/>
                  <a:gd name="T73" fmla="*/ 60 h 132"/>
                  <a:gd name="T74" fmla="*/ 4 w 48"/>
                  <a:gd name="T75" fmla="*/ 56 h 132"/>
                  <a:gd name="T76" fmla="*/ 8 w 48"/>
                  <a:gd name="T77" fmla="*/ 52 h 132"/>
                  <a:gd name="T78" fmla="*/ 12 w 48"/>
                  <a:gd name="T79" fmla="*/ 49 h 132"/>
                  <a:gd name="T80" fmla="*/ 14 w 48"/>
                  <a:gd name="T81" fmla="*/ 34 h 132"/>
                  <a:gd name="T82" fmla="*/ 19 w 48"/>
                  <a:gd name="T83" fmla="*/ 32 h 132"/>
                  <a:gd name="T84" fmla="*/ 20 w 48"/>
                  <a:gd name="T85" fmla="*/ 39 h 132"/>
                  <a:gd name="T86" fmla="*/ 20 w 48"/>
                  <a:gd name="T87" fmla="*/ 49 h 132"/>
                  <a:gd name="T88" fmla="*/ 23 w 48"/>
                  <a:gd name="T89" fmla="*/ 49 h 132"/>
                  <a:gd name="T90" fmla="*/ 30 w 48"/>
                  <a:gd name="T91" fmla="*/ 18 h 132"/>
                  <a:gd name="T92" fmla="*/ 30 w 48"/>
                  <a:gd name="T93" fmla="*/ 10 h 132"/>
                  <a:gd name="T94" fmla="*/ 18 w 48"/>
                  <a:gd name="T95" fmla="*/ 21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132">
                    <a:moveTo>
                      <a:pt x="8" y="32"/>
                    </a:moveTo>
                    <a:lnTo>
                      <a:pt x="0" y="36"/>
                    </a:lnTo>
                    <a:lnTo>
                      <a:pt x="0" y="34"/>
                    </a:lnTo>
                    <a:lnTo>
                      <a:pt x="1" y="31"/>
                    </a:lnTo>
                    <a:lnTo>
                      <a:pt x="3" y="28"/>
                    </a:lnTo>
                    <a:lnTo>
                      <a:pt x="4" y="27"/>
                    </a:lnTo>
                    <a:lnTo>
                      <a:pt x="6" y="24"/>
                    </a:lnTo>
                    <a:lnTo>
                      <a:pt x="9" y="20"/>
                    </a:lnTo>
                    <a:lnTo>
                      <a:pt x="16" y="14"/>
                    </a:lnTo>
                    <a:lnTo>
                      <a:pt x="21" y="8"/>
                    </a:lnTo>
                    <a:lnTo>
                      <a:pt x="24" y="6"/>
                    </a:lnTo>
                    <a:lnTo>
                      <a:pt x="26" y="4"/>
                    </a:lnTo>
                    <a:lnTo>
                      <a:pt x="28" y="3"/>
                    </a:lnTo>
                    <a:lnTo>
                      <a:pt x="30" y="1"/>
                    </a:lnTo>
                    <a:lnTo>
                      <a:pt x="32" y="0"/>
                    </a:lnTo>
                    <a:lnTo>
                      <a:pt x="34" y="0"/>
                    </a:lnTo>
                    <a:lnTo>
                      <a:pt x="36" y="0"/>
                    </a:lnTo>
                    <a:lnTo>
                      <a:pt x="37" y="0"/>
                    </a:lnTo>
                    <a:lnTo>
                      <a:pt x="39" y="0"/>
                    </a:lnTo>
                    <a:lnTo>
                      <a:pt x="40" y="1"/>
                    </a:lnTo>
                    <a:lnTo>
                      <a:pt x="40" y="2"/>
                    </a:lnTo>
                    <a:lnTo>
                      <a:pt x="41" y="3"/>
                    </a:lnTo>
                    <a:lnTo>
                      <a:pt x="41" y="4"/>
                    </a:lnTo>
                    <a:lnTo>
                      <a:pt x="41" y="4"/>
                    </a:lnTo>
                    <a:lnTo>
                      <a:pt x="41" y="8"/>
                    </a:lnTo>
                    <a:lnTo>
                      <a:pt x="40" y="12"/>
                    </a:lnTo>
                    <a:lnTo>
                      <a:pt x="39" y="17"/>
                    </a:lnTo>
                    <a:lnTo>
                      <a:pt x="38" y="20"/>
                    </a:lnTo>
                    <a:lnTo>
                      <a:pt x="36" y="28"/>
                    </a:lnTo>
                    <a:lnTo>
                      <a:pt x="35" y="40"/>
                    </a:lnTo>
                    <a:lnTo>
                      <a:pt x="33" y="53"/>
                    </a:lnTo>
                    <a:lnTo>
                      <a:pt x="32" y="60"/>
                    </a:lnTo>
                    <a:lnTo>
                      <a:pt x="32" y="61"/>
                    </a:lnTo>
                    <a:lnTo>
                      <a:pt x="31" y="63"/>
                    </a:lnTo>
                    <a:lnTo>
                      <a:pt x="29" y="64"/>
                    </a:lnTo>
                    <a:lnTo>
                      <a:pt x="28" y="65"/>
                    </a:lnTo>
                    <a:lnTo>
                      <a:pt x="24" y="68"/>
                    </a:lnTo>
                    <a:lnTo>
                      <a:pt x="22" y="68"/>
                    </a:lnTo>
                    <a:lnTo>
                      <a:pt x="21" y="69"/>
                    </a:lnTo>
                    <a:lnTo>
                      <a:pt x="20" y="70"/>
                    </a:lnTo>
                    <a:lnTo>
                      <a:pt x="20" y="71"/>
                    </a:lnTo>
                    <a:lnTo>
                      <a:pt x="20" y="72"/>
                    </a:lnTo>
                    <a:lnTo>
                      <a:pt x="20" y="76"/>
                    </a:lnTo>
                    <a:lnTo>
                      <a:pt x="20" y="81"/>
                    </a:lnTo>
                    <a:lnTo>
                      <a:pt x="20" y="86"/>
                    </a:lnTo>
                    <a:lnTo>
                      <a:pt x="21" y="89"/>
                    </a:lnTo>
                    <a:lnTo>
                      <a:pt x="22" y="89"/>
                    </a:lnTo>
                    <a:lnTo>
                      <a:pt x="22" y="90"/>
                    </a:lnTo>
                    <a:lnTo>
                      <a:pt x="23" y="91"/>
                    </a:lnTo>
                    <a:lnTo>
                      <a:pt x="24" y="91"/>
                    </a:lnTo>
                    <a:lnTo>
                      <a:pt x="27" y="90"/>
                    </a:lnTo>
                    <a:lnTo>
                      <a:pt x="31" y="90"/>
                    </a:lnTo>
                    <a:lnTo>
                      <a:pt x="32" y="90"/>
                    </a:lnTo>
                    <a:lnTo>
                      <a:pt x="34" y="90"/>
                    </a:lnTo>
                    <a:lnTo>
                      <a:pt x="35" y="91"/>
                    </a:lnTo>
                    <a:lnTo>
                      <a:pt x="35" y="91"/>
                    </a:lnTo>
                    <a:lnTo>
                      <a:pt x="36" y="92"/>
                    </a:lnTo>
                    <a:lnTo>
                      <a:pt x="36" y="92"/>
                    </a:lnTo>
                    <a:lnTo>
                      <a:pt x="36" y="95"/>
                    </a:lnTo>
                    <a:lnTo>
                      <a:pt x="35" y="97"/>
                    </a:lnTo>
                    <a:lnTo>
                      <a:pt x="33" y="100"/>
                    </a:lnTo>
                    <a:lnTo>
                      <a:pt x="32" y="104"/>
                    </a:lnTo>
                    <a:lnTo>
                      <a:pt x="28" y="111"/>
                    </a:lnTo>
                    <a:lnTo>
                      <a:pt x="27" y="114"/>
                    </a:lnTo>
                    <a:lnTo>
                      <a:pt x="26" y="116"/>
                    </a:lnTo>
                    <a:lnTo>
                      <a:pt x="25" y="118"/>
                    </a:lnTo>
                    <a:lnTo>
                      <a:pt x="25" y="119"/>
                    </a:lnTo>
                    <a:lnTo>
                      <a:pt x="26" y="120"/>
                    </a:lnTo>
                    <a:lnTo>
                      <a:pt x="27" y="120"/>
                    </a:lnTo>
                    <a:lnTo>
                      <a:pt x="28" y="120"/>
                    </a:lnTo>
                    <a:lnTo>
                      <a:pt x="31" y="119"/>
                    </a:lnTo>
                    <a:lnTo>
                      <a:pt x="34" y="117"/>
                    </a:lnTo>
                    <a:lnTo>
                      <a:pt x="37" y="116"/>
                    </a:lnTo>
                    <a:lnTo>
                      <a:pt x="40" y="115"/>
                    </a:lnTo>
                    <a:lnTo>
                      <a:pt x="40" y="115"/>
                    </a:lnTo>
                    <a:lnTo>
                      <a:pt x="42" y="114"/>
                    </a:lnTo>
                    <a:lnTo>
                      <a:pt x="43" y="114"/>
                    </a:lnTo>
                    <a:lnTo>
                      <a:pt x="44" y="115"/>
                    </a:lnTo>
                    <a:lnTo>
                      <a:pt x="45" y="116"/>
                    </a:lnTo>
                    <a:lnTo>
                      <a:pt x="47" y="118"/>
                    </a:lnTo>
                    <a:lnTo>
                      <a:pt x="48" y="120"/>
                    </a:lnTo>
                    <a:lnTo>
                      <a:pt x="48" y="121"/>
                    </a:lnTo>
                    <a:lnTo>
                      <a:pt x="48" y="123"/>
                    </a:lnTo>
                    <a:lnTo>
                      <a:pt x="48" y="124"/>
                    </a:lnTo>
                    <a:lnTo>
                      <a:pt x="48" y="126"/>
                    </a:lnTo>
                    <a:lnTo>
                      <a:pt x="46" y="128"/>
                    </a:lnTo>
                    <a:lnTo>
                      <a:pt x="44" y="128"/>
                    </a:lnTo>
                    <a:lnTo>
                      <a:pt x="41" y="129"/>
                    </a:lnTo>
                    <a:lnTo>
                      <a:pt x="37" y="130"/>
                    </a:lnTo>
                    <a:lnTo>
                      <a:pt x="35" y="131"/>
                    </a:lnTo>
                    <a:lnTo>
                      <a:pt x="32" y="132"/>
                    </a:lnTo>
                    <a:lnTo>
                      <a:pt x="30" y="132"/>
                    </a:lnTo>
                    <a:lnTo>
                      <a:pt x="26" y="132"/>
                    </a:lnTo>
                    <a:lnTo>
                      <a:pt x="20" y="132"/>
                    </a:lnTo>
                    <a:lnTo>
                      <a:pt x="18" y="132"/>
                    </a:lnTo>
                    <a:lnTo>
                      <a:pt x="16" y="131"/>
                    </a:lnTo>
                    <a:lnTo>
                      <a:pt x="15" y="130"/>
                    </a:lnTo>
                    <a:lnTo>
                      <a:pt x="14" y="130"/>
                    </a:lnTo>
                    <a:lnTo>
                      <a:pt x="13" y="128"/>
                    </a:lnTo>
                    <a:lnTo>
                      <a:pt x="13" y="128"/>
                    </a:lnTo>
                    <a:lnTo>
                      <a:pt x="13" y="127"/>
                    </a:lnTo>
                    <a:lnTo>
                      <a:pt x="13" y="125"/>
                    </a:lnTo>
                    <a:lnTo>
                      <a:pt x="14" y="124"/>
                    </a:lnTo>
                    <a:lnTo>
                      <a:pt x="15" y="124"/>
                    </a:lnTo>
                    <a:lnTo>
                      <a:pt x="16" y="124"/>
                    </a:lnTo>
                    <a:lnTo>
                      <a:pt x="16" y="123"/>
                    </a:lnTo>
                    <a:lnTo>
                      <a:pt x="17" y="122"/>
                    </a:lnTo>
                    <a:lnTo>
                      <a:pt x="16" y="121"/>
                    </a:lnTo>
                    <a:lnTo>
                      <a:pt x="16" y="118"/>
                    </a:lnTo>
                    <a:lnTo>
                      <a:pt x="16" y="113"/>
                    </a:lnTo>
                    <a:lnTo>
                      <a:pt x="16" y="111"/>
                    </a:lnTo>
                    <a:lnTo>
                      <a:pt x="16" y="108"/>
                    </a:lnTo>
                    <a:lnTo>
                      <a:pt x="16" y="108"/>
                    </a:lnTo>
                    <a:lnTo>
                      <a:pt x="16" y="107"/>
                    </a:lnTo>
                    <a:lnTo>
                      <a:pt x="14" y="107"/>
                    </a:lnTo>
                    <a:lnTo>
                      <a:pt x="12" y="106"/>
                    </a:lnTo>
                    <a:lnTo>
                      <a:pt x="11" y="104"/>
                    </a:lnTo>
                    <a:lnTo>
                      <a:pt x="10" y="104"/>
                    </a:lnTo>
                    <a:lnTo>
                      <a:pt x="10" y="103"/>
                    </a:lnTo>
                    <a:lnTo>
                      <a:pt x="10" y="102"/>
                    </a:lnTo>
                    <a:lnTo>
                      <a:pt x="12" y="100"/>
                    </a:lnTo>
                    <a:lnTo>
                      <a:pt x="13" y="98"/>
                    </a:lnTo>
                    <a:lnTo>
                      <a:pt x="13" y="95"/>
                    </a:lnTo>
                    <a:lnTo>
                      <a:pt x="12" y="91"/>
                    </a:lnTo>
                    <a:lnTo>
                      <a:pt x="12" y="88"/>
                    </a:lnTo>
                    <a:lnTo>
                      <a:pt x="11" y="85"/>
                    </a:lnTo>
                    <a:lnTo>
                      <a:pt x="9" y="84"/>
                    </a:lnTo>
                    <a:lnTo>
                      <a:pt x="7" y="81"/>
                    </a:lnTo>
                    <a:lnTo>
                      <a:pt x="5" y="80"/>
                    </a:lnTo>
                    <a:lnTo>
                      <a:pt x="5" y="79"/>
                    </a:lnTo>
                    <a:lnTo>
                      <a:pt x="4" y="79"/>
                    </a:lnTo>
                    <a:lnTo>
                      <a:pt x="4" y="78"/>
                    </a:lnTo>
                    <a:lnTo>
                      <a:pt x="5" y="77"/>
                    </a:lnTo>
                    <a:lnTo>
                      <a:pt x="5" y="76"/>
                    </a:lnTo>
                    <a:lnTo>
                      <a:pt x="7" y="75"/>
                    </a:lnTo>
                    <a:lnTo>
                      <a:pt x="8" y="73"/>
                    </a:lnTo>
                    <a:lnTo>
                      <a:pt x="8" y="70"/>
                    </a:lnTo>
                    <a:lnTo>
                      <a:pt x="9" y="67"/>
                    </a:lnTo>
                    <a:lnTo>
                      <a:pt x="9" y="64"/>
                    </a:lnTo>
                    <a:lnTo>
                      <a:pt x="10" y="62"/>
                    </a:lnTo>
                    <a:lnTo>
                      <a:pt x="11" y="61"/>
                    </a:lnTo>
                    <a:lnTo>
                      <a:pt x="11" y="60"/>
                    </a:lnTo>
                    <a:lnTo>
                      <a:pt x="11" y="60"/>
                    </a:lnTo>
                    <a:lnTo>
                      <a:pt x="10" y="60"/>
                    </a:lnTo>
                    <a:lnTo>
                      <a:pt x="8" y="60"/>
                    </a:lnTo>
                    <a:lnTo>
                      <a:pt x="8" y="60"/>
                    </a:lnTo>
                    <a:lnTo>
                      <a:pt x="7" y="60"/>
                    </a:lnTo>
                    <a:lnTo>
                      <a:pt x="5" y="60"/>
                    </a:lnTo>
                    <a:lnTo>
                      <a:pt x="5" y="59"/>
                    </a:lnTo>
                    <a:lnTo>
                      <a:pt x="4" y="58"/>
                    </a:lnTo>
                    <a:lnTo>
                      <a:pt x="4" y="57"/>
                    </a:lnTo>
                    <a:lnTo>
                      <a:pt x="4" y="56"/>
                    </a:lnTo>
                    <a:lnTo>
                      <a:pt x="4" y="55"/>
                    </a:lnTo>
                    <a:lnTo>
                      <a:pt x="5" y="54"/>
                    </a:lnTo>
                    <a:lnTo>
                      <a:pt x="7" y="53"/>
                    </a:lnTo>
                    <a:lnTo>
                      <a:pt x="8" y="52"/>
                    </a:lnTo>
                    <a:lnTo>
                      <a:pt x="10" y="52"/>
                    </a:lnTo>
                    <a:lnTo>
                      <a:pt x="11" y="52"/>
                    </a:lnTo>
                    <a:lnTo>
                      <a:pt x="12" y="51"/>
                    </a:lnTo>
                    <a:lnTo>
                      <a:pt x="12" y="49"/>
                    </a:lnTo>
                    <a:lnTo>
                      <a:pt x="13" y="45"/>
                    </a:lnTo>
                    <a:lnTo>
                      <a:pt x="13" y="40"/>
                    </a:lnTo>
                    <a:lnTo>
                      <a:pt x="14" y="35"/>
                    </a:lnTo>
                    <a:lnTo>
                      <a:pt x="14" y="34"/>
                    </a:lnTo>
                    <a:lnTo>
                      <a:pt x="15" y="34"/>
                    </a:lnTo>
                    <a:lnTo>
                      <a:pt x="16" y="32"/>
                    </a:lnTo>
                    <a:lnTo>
                      <a:pt x="17" y="32"/>
                    </a:lnTo>
                    <a:lnTo>
                      <a:pt x="19" y="32"/>
                    </a:lnTo>
                    <a:lnTo>
                      <a:pt x="19" y="32"/>
                    </a:lnTo>
                    <a:lnTo>
                      <a:pt x="20" y="33"/>
                    </a:lnTo>
                    <a:lnTo>
                      <a:pt x="20" y="36"/>
                    </a:lnTo>
                    <a:lnTo>
                      <a:pt x="20" y="39"/>
                    </a:lnTo>
                    <a:lnTo>
                      <a:pt x="20" y="41"/>
                    </a:lnTo>
                    <a:lnTo>
                      <a:pt x="20" y="44"/>
                    </a:lnTo>
                    <a:lnTo>
                      <a:pt x="20" y="47"/>
                    </a:lnTo>
                    <a:lnTo>
                      <a:pt x="20" y="49"/>
                    </a:lnTo>
                    <a:lnTo>
                      <a:pt x="21" y="50"/>
                    </a:lnTo>
                    <a:lnTo>
                      <a:pt x="22" y="50"/>
                    </a:lnTo>
                    <a:lnTo>
                      <a:pt x="22" y="50"/>
                    </a:lnTo>
                    <a:lnTo>
                      <a:pt x="23" y="49"/>
                    </a:lnTo>
                    <a:lnTo>
                      <a:pt x="24" y="44"/>
                    </a:lnTo>
                    <a:lnTo>
                      <a:pt x="27" y="34"/>
                    </a:lnTo>
                    <a:lnTo>
                      <a:pt x="28" y="24"/>
                    </a:lnTo>
                    <a:lnTo>
                      <a:pt x="30" y="18"/>
                    </a:lnTo>
                    <a:lnTo>
                      <a:pt x="31" y="15"/>
                    </a:lnTo>
                    <a:lnTo>
                      <a:pt x="31" y="12"/>
                    </a:lnTo>
                    <a:lnTo>
                      <a:pt x="30" y="11"/>
                    </a:lnTo>
                    <a:lnTo>
                      <a:pt x="30" y="10"/>
                    </a:lnTo>
                    <a:lnTo>
                      <a:pt x="29" y="10"/>
                    </a:lnTo>
                    <a:lnTo>
                      <a:pt x="28" y="11"/>
                    </a:lnTo>
                    <a:lnTo>
                      <a:pt x="24" y="16"/>
                    </a:lnTo>
                    <a:lnTo>
                      <a:pt x="18" y="21"/>
                    </a:lnTo>
                    <a:lnTo>
                      <a:pt x="12" y="26"/>
                    </a:lnTo>
                    <a:lnTo>
                      <a:pt x="8" y="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69" name="íśḷídê"/>
              <p:cNvSpPr/>
              <p:nvPr userDrawn="1"/>
            </p:nvSpPr>
            <p:spPr bwMode="auto">
              <a:xfrm>
                <a:off x="2684463" y="2625726"/>
                <a:ext cx="26988" cy="47625"/>
              </a:xfrm>
              <a:custGeom>
                <a:avLst/>
                <a:gdLst>
                  <a:gd name="T0" fmla="*/ 2 w 17"/>
                  <a:gd name="T1" fmla="*/ 6 h 30"/>
                  <a:gd name="T2" fmla="*/ 1 w 17"/>
                  <a:gd name="T3" fmla="*/ 5 h 30"/>
                  <a:gd name="T4" fmla="*/ 0 w 17"/>
                  <a:gd name="T5" fmla="*/ 3 h 30"/>
                  <a:gd name="T6" fmla="*/ 0 w 17"/>
                  <a:gd name="T7" fmla="*/ 3 h 30"/>
                  <a:gd name="T8" fmla="*/ 0 w 17"/>
                  <a:gd name="T9" fmla="*/ 3 h 30"/>
                  <a:gd name="T10" fmla="*/ 1 w 17"/>
                  <a:gd name="T11" fmla="*/ 2 h 30"/>
                  <a:gd name="T12" fmla="*/ 3 w 17"/>
                  <a:gd name="T13" fmla="*/ 1 h 30"/>
                  <a:gd name="T14" fmla="*/ 6 w 17"/>
                  <a:gd name="T15" fmla="*/ 1 h 30"/>
                  <a:gd name="T16" fmla="*/ 9 w 17"/>
                  <a:gd name="T17" fmla="*/ 0 h 30"/>
                  <a:gd name="T18" fmla="*/ 11 w 17"/>
                  <a:gd name="T19" fmla="*/ 0 h 30"/>
                  <a:gd name="T20" fmla="*/ 12 w 17"/>
                  <a:gd name="T21" fmla="*/ 1 h 30"/>
                  <a:gd name="T22" fmla="*/ 13 w 17"/>
                  <a:gd name="T23" fmla="*/ 2 h 30"/>
                  <a:gd name="T24" fmla="*/ 14 w 17"/>
                  <a:gd name="T25" fmla="*/ 3 h 30"/>
                  <a:gd name="T26" fmla="*/ 15 w 17"/>
                  <a:gd name="T27" fmla="*/ 7 h 30"/>
                  <a:gd name="T28" fmla="*/ 15 w 17"/>
                  <a:gd name="T29" fmla="*/ 14 h 30"/>
                  <a:gd name="T30" fmla="*/ 16 w 17"/>
                  <a:gd name="T31" fmla="*/ 19 h 30"/>
                  <a:gd name="T32" fmla="*/ 17 w 17"/>
                  <a:gd name="T33" fmla="*/ 23 h 30"/>
                  <a:gd name="T34" fmla="*/ 17 w 17"/>
                  <a:gd name="T35" fmla="*/ 25 h 30"/>
                  <a:gd name="T36" fmla="*/ 17 w 17"/>
                  <a:gd name="T37" fmla="*/ 27 h 30"/>
                  <a:gd name="T38" fmla="*/ 16 w 17"/>
                  <a:gd name="T39" fmla="*/ 28 h 30"/>
                  <a:gd name="T40" fmla="*/ 15 w 17"/>
                  <a:gd name="T41" fmla="*/ 29 h 30"/>
                  <a:gd name="T42" fmla="*/ 14 w 17"/>
                  <a:gd name="T43" fmla="*/ 30 h 30"/>
                  <a:gd name="T44" fmla="*/ 11 w 17"/>
                  <a:gd name="T45" fmla="*/ 30 h 30"/>
                  <a:gd name="T46" fmla="*/ 10 w 17"/>
                  <a:gd name="T47" fmla="*/ 30 h 30"/>
                  <a:gd name="T48" fmla="*/ 8 w 17"/>
                  <a:gd name="T49" fmla="*/ 29 h 30"/>
                  <a:gd name="T50" fmla="*/ 7 w 17"/>
                  <a:gd name="T51" fmla="*/ 28 h 30"/>
                  <a:gd name="T52" fmla="*/ 7 w 17"/>
                  <a:gd name="T53" fmla="*/ 27 h 30"/>
                  <a:gd name="T54" fmla="*/ 6 w 17"/>
                  <a:gd name="T55" fmla="*/ 23 h 30"/>
                  <a:gd name="T56" fmla="*/ 6 w 17"/>
                  <a:gd name="T57" fmla="*/ 19 h 30"/>
                  <a:gd name="T58" fmla="*/ 5 w 17"/>
                  <a:gd name="T59" fmla="*/ 15 h 30"/>
                  <a:gd name="T60" fmla="*/ 4 w 17"/>
                  <a:gd name="T61" fmla="*/ 11 h 30"/>
                  <a:gd name="T62" fmla="*/ 3 w 17"/>
                  <a:gd name="T63" fmla="*/ 8 h 30"/>
                  <a:gd name="T64" fmla="*/ 3 w 17"/>
                  <a:gd name="T65" fmla="*/ 7 h 30"/>
                  <a:gd name="T66" fmla="*/ 3 w 17"/>
                  <a:gd name="T67" fmla="*/ 7 h 30"/>
                  <a:gd name="T68" fmla="*/ 2 w 17"/>
                  <a:gd name="T69"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 h="30">
                    <a:moveTo>
                      <a:pt x="2" y="6"/>
                    </a:moveTo>
                    <a:lnTo>
                      <a:pt x="1" y="5"/>
                    </a:lnTo>
                    <a:lnTo>
                      <a:pt x="0" y="3"/>
                    </a:lnTo>
                    <a:lnTo>
                      <a:pt x="0" y="3"/>
                    </a:lnTo>
                    <a:lnTo>
                      <a:pt x="0" y="3"/>
                    </a:lnTo>
                    <a:lnTo>
                      <a:pt x="1" y="2"/>
                    </a:lnTo>
                    <a:lnTo>
                      <a:pt x="3" y="1"/>
                    </a:lnTo>
                    <a:lnTo>
                      <a:pt x="6" y="1"/>
                    </a:lnTo>
                    <a:lnTo>
                      <a:pt x="9" y="0"/>
                    </a:lnTo>
                    <a:lnTo>
                      <a:pt x="11" y="0"/>
                    </a:lnTo>
                    <a:lnTo>
                      <a:pt x="12" y="1"/>
                    </a:lnTo>
                    <a:lnTo>
                      <a:pt x="13" y="2"/>
                    </a:lnTo>
                    <a:lnTo>
                      <a:pt x="14" y="3"/>
                    </a:lnTo>
                    <a:lnTo>
                      <a:pt x="15" y="7"/>
                    </a:lnTo>
                    <a:lnTo>
                      <a:pt x="15" y="14"/>
                    </a:lnTo>
                    <a:lnTo>
                      <a:pt x="16" y="19"/>
                    </a:lnTo>
                    <a:lnTo>
                      <a:pt x="17" y="23"/>
                    </a:lnTo>
                    <a:lnTo>
                      <a:pt x="17" y="25"/>
                    </a:lnTo>
                    <a:lnTo>
                      <a:pt x="17" y="27"/>
                    </a:lnTo>
                    <a:lnTo>
                      <a:pt x="16" y="28"/>
                    </a:lnTo>
                    <a:lnTo>
                      <a:pt x="15" y="29"/>
                    </a:lnTo>
                    <a:lnTo>
                      <a:pt x="14" y="30"/>
                    </a:lnTo>
                    <a:lnTo>
                      <a:pt x="11" y="30"/>
                    </a:lnTo>
                    <a:lnTo>
                      <a:pt x="10" y="30"/>
                    </a:lnTo>
                    <a:lnTo>
                      <a:pt x="8" y="29"/>
                    </a:lnTo>
                    <a:lnTo>
                      <a:pt x="7" y="28"/>
                    </a:lnTo>
                    <a:lnTo>
                      <a:pt x="7" y="27"/>
                    </a:lnTo>
                    <a:lnTo>
                      <a:pt x="6" y="23"/>
                    </a:lnTo>
                    <a:lnTo>
                      <a:pt x="6" y="19"/>
                    </a:lnTo>
                    <a:lnTo>
                      <a:pt x="5" y="15"/>
                    </a:lnTo>
                    <a:lnTo>
                      <a:pt x="4" y="11"/>
                    </a:lnTo>
                    <a:lnTo>
                      <a:pt x="3" y="8"/>
                    </a:lnTo>
                    <a:lnTo>
                      <a:pt x="3" y="7"/>
                    </a:lnTo>
                    <a:lnTo>
                      <a:pt x="3" y="7"/>
                    </a:lnTo>
                    <a:lnTo>
                      <a:pt x="2" y="6"/>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0" name="íśļiḋé"/>
              <p:cNvSpPr/>
              <p:nvPr userDrawn="1"/>
            </p:nvSpPr>
            <p:spPr bwMode="auto">
              <a:xfrm>
                <a:off x="2617788" y="2617788"/>
                <a:ext cx="65088" cy="158750"/>
              </a:xfrm>
              <a:custGeom>
                <a:avLst/>
                <a:gdLst>
                  <a:gd name="T0" fmla="*/ 14 w 41"/>
                  <a:gd name="T1" fmla="*/ 26 h 100"/>
                  <a:gd name="T2" fmla="*/ 10 w 41"/>
                  <a:gd name="T3" fmla="*/ 30 h 100"/>
                  <a:gd name="T4" fmla="*/ 5 w 41"/>
                  <a:gd name="T5" fmla="*/ 28 h 100"/>
                  <a:gd name="T6" fmla="*/ 1 w 41"/>
                  <a:gd name="T7" fmla="*/ 26 h 100"/>
                  <a:gd name="T8" fmla="*/ 0 w 41"/>
                  <a:gd name="T9" fmla="*/ 24 h 100"/>
                  <a:gd name="T10" fmla="*/ 2 w 41"/>
                  <a:gd name="T11" fmla="*/ 19 h 100"/>
                  <a:gd name="T12" fmla="*/ 10 w 41"/>
                  <a:gd name="T13" fmla="*/ 12 h 100"/>
                  <a:gd name="T14" fmla="*/ 21 w 41"/>
                  <a:gd name="T15" fmla="*/ 4 h 100"/>
                  <a:gd name="T16" fmla="*/ 29 w 41"/>
                  <a:gd name="T17" fmla="*/ 0 h 100"/>
                  <a:gd name="T18" fmla="*/ 30 w 41"/>
                  <a:gd name="T19" fmla="*/ 0 h 100"/>
                  <a:gd name="T20" fmla="*/ 33 w 41"/>
                  <a:gd name="T21" fmla="*/ 4 h 100"/>
                  <a:gd name="T22" fmla="*/ 35 w 41"/>
                  <a:gd name="T23" fmla="*/ 8 h 100"/>
                  <a:gd name="T24" fmla="*/ 33 w 41"/>
                  <a:gd name="T25" fmla="*/ 16 h 100"/>
                  <a:gd name="T26" fmla="*/ 32 w 41"/>
                  <a:gd name="T27" fmla="*/ 30 h 100"/>
                  <a:gd name="T28" fmla="*/ 31 w 41"/>
                  <a:gd name="T29" fmla="*/ 44 h 100"/>
                  <a:gd name="T30" fmla="*/ 33 w 41"/>
                  <a:gd name="T31" fmla="*/ 46 h 100"/>
                  <a:gd name="T32" fmla="*/ 35 w 41"/>
                  <a:gd name="T33" fmla="*/ 48 h 100"/>
                  <a:gd name="T34" fmla="*/ 31 w 41"/>
                  <a:gd name="T35" fmla="*/ 54 h 100"/>
                  <a:gd name="T36" fmla="*/ 32 w 41"/>
                  <a:gd name="T37" fmla="*/ 57 h 100"/>
                  <a:gd name="T38" fmla="*/ 35 w 41"/>
                  <a:gd name="T39" fmla="*/ 58 h 100"/>
                  <a:gd name="T40" fmla="*/ 37 w 41"/>
                  <a:gd name="T41" fmla="*/ 54 h 100"/>
                  <a:gd name="T42" fmla="*/ 41 w 41"/>
                  <a:gd name="T43" fmla="*/ 48 h 100"/>
                  <a:gd name="T44" fmla="*/ 35 w 41"/>
                  <a:gd name="T45" fmla="*/ 72 h 100"/>
                  <a:gd name="T46" fmla="*/ 30 w 41"/>
                  <a:gd name="T47" fmla="*/ 88 h 100"/>
                  <a:gd name="T48" fmla="*/ 25 w 41"/>
                  <a:gd name="T49" fmla="*/ 96 h 100"/>
                  <a:gd name="T50" fmla="*/ 21 w 41"/>
                  <a:gd name="T51" fmla="*/ 100 h 100"/>
                  <a:gd name="T52" fmla="*/ 17 w 41"/>
                  <a:gd name="T53" fmla="*/ 100 h 100"/>
                  <a:gd name="T54" fmla="*/ 15 w 41"/>
                  <a:gd name="T55" fmla="*/ 97 h 100"/>
                  <a:gd name="T56" fmla="*/ 16 w 41"/>
                  <a:gd name="T57" fmla="*/ 89 h 100"/>
                  <a:gd name="T58" fmla="*/ 18 w 41"/>
                  <a:gd name="T59" fmla="*/ 82 h 100"/>
                  <a:gd name="T60" fmla="*/ 21 w 41"/>
                  <a:gd name="T61" fmla="*/ 74 h 100"/>
                  <a:gd name="T62" fmla="*/ 20 w 41"/>
                  <a:gd name="T63" fmla="*/ 68 h 100"/>
                  <a:gd name="T64" fmla="*/ 18 w 41"/>
                  <a:gd name="T65" fmla="*/ 65 h 100"/>
                  <a:gd name="T66" fmla="*/ 9 w 41"/>
                  <a:gd name="T67" fmla="*/ 69 h 100"/>
                  <a:gd name="T68" fmla="*/ 5 w 41"/>
                  <a:gd name="T69" fmla="*/ 70 h 100"/>
                  <a:gd name="T70" fmla="*/ 5 w 41"/>
                  <a:gd name="T71" fmla="*/ 68 h 100"/>
                  <a:gd name="T72" fmla="*/ 5 w 41"/>
                  <a:gd name="T73" fmla="*/ 61 h 100"/>
                  <a:gd name="T74" fmla="*/ 7 w 41"/>
                  <a:gd name="T75" fmla="*/ 61 h 100"/>
                  <a:gd name="T76" fmla="*/ 9 w 41"/>
                  <a:gd name="T77" fmla="*/ 59 h 100"/>
                  <a:gd name="T78" fmla="*/ 17 w 41"/>
                  <a:gd name="T79" fmla="*/ 54 h 100"/>
                  <a:gd name="T80" fmla="*/ 20 w 41"/>
                  <a:gd name="T81" fmla="*/ 50 h 100"/>
                  <a:gd name="T82" fmla="*/ 20 w 41"/>
                  <a:gd name="T83" fmla="*/ 40 h 100"/>
                  <a:gd name="T84" fmla="*/ 19 w 41"/>
                  <a:gd name="T85" fmla="*/ 25 h 100"/>
                  <a:gd name="T86" fmla="*/ 17 w 41"/>
                  <a:gd name="T8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1" h="100">
                    <a:moveTo>
                      <a:pt x="17" y="24"/>
                    </a:moveTo>
                    <a:lnTo>
                      <a:pt x="16" y="24"/>
                    </a:lnTo>
                    <a:lnTo>
                      <a:pt x="14" y="26"/>
                    </a:lnTo>
                    <a:lnTo>
                      <a:pt x="13" y="28"/>
                    </a:lnTo>
                    <a:lnTo>
                      <a:pt x="12" y="28"/>
                    </a:lnTo>
                    <a:lnTo>
                      <a:pt x="10" y="30"/>
                    </a:lnTo>
                    <a:lnTo>
                      <a:pt x="9" y="30"/>
                    </a:lnTo>
                    <a:lnTo>
                      <a:pt x="7" y="29"/>
                    </a:lnTo>
                    <a:lnTo>
                      <a:pt x="5" y="28"/>
                    </a:lnTo>
                    <a:lnTo>
                      <a:pt x="3" y="28"/>
                    </a:lnTo>
                    <a:lnTo>
                      <a:pt x="1" y="27"/>
                    </a:lnTo>
                    <a:lnTo>
                      <a:pt x="1" y="26"/>
                    </a:lnTo>
                    <a:lnTo>
                      <a:pt x="0" y="26"/>
                    </a:lnTo>
                    <a:lnTo>
                      <a:pt x="0" y="24"/>
                    </a:lnTo>
                    <a:lnTo>
                      <a:pt x="0" y="24"/>
                    </a:lnTo>
                    <a:lnTo>
                      <a:pt x="0" y="22"/>
                    </a:lnTo>
                    <a:lnTo>
                      <a:pt x="1" y="20"/>
                    </a:lnTo>
                    <a:lnTo>
                      <a:pt x="2" y="19"/>
                    </a:lnTo>
                    <a:lnTo>
                      <a:pt x="5" y="16"/>
                    </a:lnTo>
                    <a:lnTo>
                      <a:pt x="8" y="14"/>
                    </a:lnTo>
                    <a:lnTo>
                      <a:pt x="10" y="12"/>
                    </a:lnTo>
                    <a:lnTo>
                      <a:pt x="16" y="8"/>
                    </a:lnTo>
                    <a:lnTo>
                      <a:pt x="18" y="6"/>
                    </a:lnTo>
                    <a:lnTo>
                      <a:pt x="21" y="4"/>
                    </a:lnTo>
                    <a:lnTo>
                      <a:pt x="25" y="1"/>
                    </a:lnTo>
                    <a:lnTo>
                      <a:pt x="27" y="0"/>
                    </a:lnTo>
                    <a:lnTo>
                      <a:pt x="29" y="0"/>
                    </a:lnTo>
                    <a:lnTo>
                      <a:pt x="29" y="0"/>
                    </a:lnTo>
                    <a:lnTo>
                      <a:pt x="29" y="0"/>
                    </a:lnTo>
                    <a:lnTo>
                      <a:pt x="30" y="0"/>
                    </a:lnTo>
                    <a:lnTo>
                      <a:pt x="30" y="0"/>
                    </a:lnTo>
                    <a:lnTo>
                      <a:pt x="31" y="2"/>
                    </a:lnTo>
                    <a:lnTo>
                      <a:pt x="33" y="4"/>
                    </a:lnTo>
                    <a:lnTo>
                      <a:pt x="34" y="5"/>
                    </a:lnTo>
                    <a:lnTo>
                      <a:pt x="35" y="6"/>
                    </a:lnTo>
                    <a:lnTo>
                      <a:pt x="35" y="8"/>
                    </a:lnTo>
                    <a:lnTo>
                      <a:pt x="35" y="8"/>
                    </a:lnTo>
                    <a:lnTo>
                      <a:pt x="35" y="12"/>
                    </a:lnTo>
                    <a:lnTo>
                      <a:pt x="33" y="16"/>
                    </a:lnTo>
                    <a:lnTo>
                      <a:pt x="33" y="21"/>
                    </a:lnTo>
                    <a:lnTo>
                      <a:pt x="32" y="24"/>
                    </a:lnTo>
                    <a:lnTo>
                      <a:pt x="32" y="30"/>
                    </a:lnTo>
                    <a:lnTo>
                      <a:pt x="31" y="36"/>
                    </a:lnTo>
                    <a:lnTo>
                      <a:pt x="31" y="43"/>
                    </a:lnTo>
                    <a:lnTo>
                      <a:pt x="31" y="44"/>
                    </a:lnTo>
                    <a:lnTo>
                      <a:pt x="31" y="45"/>
                    </a:lnTo>
                    <a:lnTo>
                      <a:pt x="33" y="46"/>
                    </a:lnTo>
                    <a:lnTo>
                      <a:pt x="33" y="46"/>
                    </a:lnTo>
                    <a:lnTo>
                      <a:pt x="34" y="47"/>
                    </a:lnTo>
                    <a:lnTo>
                      <a:pt x="35" y="48"/>
                    </a:lnTo>
                    <a:lnTo>
                      <a:pt x="35" y="48"/>
                    </a:lnTo>
                    <a:lnTo>
                      <a:pt x="33" y="51"/>
                    </a:lnTo>
                    <a:lnTo>
                      <a:pt x="32" y="53"/>
                    </a:lnTo>
                    <a:lnTo>
                      <a:pt x="31" y="54"/>
                    </a:lnTo>
                    <a:lnTo>
                      <a:pt x="31" y="56"/>
                    </a:lnTo>
                    <a:lnTo>
                      <a:pt x="31" y="56"/>
                    </a:lnTo>
                    <a:lnTo>
                      <a:pt x="32" y="57"/>
                    </a:lnTo>
                    <a:lnTo>
                      <a:pt x="33" y="57"/>
                    </a:lnTo>
                    <a:lnTo>
                      <a:pt x="34" y="58"/>
                    </a:lnTo>
                    <a:lnTo>
                      <a:pt x="35" y="58"/>
                    </a:lnTo>
                    <a:lnTo>
                      <a:pt x="36" y="57"/>
                    </a:lnTo>
                    <a:lnTo>
                      <a:pt x="37" y="56"/>
                    </a:lnTo>
                    <a:lnTo>
                      <a:pt x="37" y="54"/>
                    </a:lnTo>
                    <a:lnTo>
                      <a:pt x="39" y="49"/>
                    </a:lnTo>
                    <a:lnTo>
                      <a:pt x="41" y="47"/>
                    </a:lnTo>
                    <a:lnTo>
                      <a:pt x="41" y="48"/>
                    </a:lnTo>
                    <a:lnTo>
                      <a:pt x="40" y="54"/>
                    </a:lnTo>
                    <a:lnTo>
                      <a:pt x="38" y="61"/>
                    </a:lnTo>
                    <a:lnTo>
                      <a:pt x="35" y="72"/>
                    </a:lnTo>
                    <a:lnTo>
                      <a:pt x="33" y="79"/>
                    </a:lnTo>
                    <a:lnTo>
                      <a:pt x="32" y="84"/>
                    </a:lnTo>
                    <a:lnTo>
                      <a:pt x="30" y="88"/>
                    </a:lnTo>
                    <a:lnTo>
                      <a:pt x="29" y="92"/>
                    </a:lnTo>
                    <a:lnTo>
                      <a:pt x="27" y="94"/>
                    </a:lnTo>
                    <a:lnTo>
                      <a:pt x="25" y="96"/>
                    </a:lnTo>
                    <a:lnTo>
                      <a:pt x="24" y="98"/>
                    </a:lnTo>
                    <a:lnTo>
                      <a:pt x="22" y="99"/>
                    </a:lnTo>
                    <a:lnTo>
                      <a:pt x="21" y="100"/>
                    </a:lnTo>
                    <a:lnTo>
                      <a:pt x="20" y="100"/>
                    </a:lnTo>
                    <a:lnTo>
                      <a:pt x="18" y="100"/>
                    </a:lnTo>
                    <a:lnTo>
                      <a:pt x="17" y="100"/>
                    </a:lnTo>
                    <a:lnTo>
                      <a:pt x="16" y="100"/>
                    </a:lnTo>
                    <a:lnTo>
                      <a:pt x="15" y="98"/>
                    </a:lnTo>
                    <a:lnTo>
                      <a:pt x="15" y="97"/>
                    </a:lnTo>
                    <a:lnTo>
                      <a:pt x="15" y="96"/>
                    </a:lnTo>
                    <a:lnTo>
                      <a:pt x="16" y="92"/>
                    </a:lnTo>
                    <a:lnTo>
                      <a:pt x="16" y="89"/>
                    </a:lnTo>
                    <a:lnTo>
                      <a:pt x="17" y="87"/>
                    </a:lnTo>
                    <a:lnTo>
                      <a:pt x="17" y="84"/>
                    </a:lnTo>
                    <a:lnTo>
                      <a:pt x="18" y="82"/>
                    </a:lnTo>
                    <a:lnTo>
                      <a:pt x="19" y="79"/>
                    </a:lnTo>
                    <a:lnTo>
                      <a:pt x="20" y="76"/>
                    </a:lnTo>
                    <a:lnTo>
                      <a:pt x="21" y="74"/>
                    </a:lnTo>
                    <a:lnTo>
                      <a:pt x="21" y="72"/>
                    </a:lnTo>
                    <a:lnTo>
                      <a:pt x="21" y="69"/>
                    </a:lnTo>
                    <a:lnTo>
                      <a:pt x="20" y="68"/>
                    </a:lnTo>
                    <a:lnTo>
                      <a:pt x="20" y="67"/>
                    </a:lnTo>
                    <a:lnTo>
                      <a:pt x="19" y="65"/>
                    </a:lnTo>
                    <a:lnTo>
                      <a:pt x="18" y="65"/>
                    </a:lnTo>
                    <a:lnTo>
                      <a:pt x="16" y="66"/>
                    </a:lnTo>
                    <a:lnTo>
                      <a:pt x="13" y="68"/>
                    </a:lnTo>
                    <a:lnTo>
                      <a:pt x="9" y="69"/>
                    </a:lnTo>
                    <a:lnTo>
                      <a:pt x="6" y="70"/>
                    </a:lnTo>
                    <a:lnTo>
                      <a:pt x="5" y="70"/>
                    </a:lnTo>
                    <a:lnTo>
                      <a:pt x="5" y="70"/>
                    </a:lnTo>
                    <a:lnTo>
                      <a:pt x="5" y="69"/>
                    </a:lnTo>
                    <a:lnTo>
                      <a:pt x="5" y="69"/>
                    </a:lnTo>
                    <a:lnTo>
                      <a:pt x="5" y="68"/>
                    </a:lnTo>
                    <a:lnTo>
                      <a:pt x="5" y="66"/>
                    </a:lnTo>
                    <a:lnTo>
                      <a:pt x="5" y="63"/>
                    </a:lnTo>
                    <a:lnTo>
                      <a:pt x="5" y="61"/>
                    </a:lnTo>
                    <a:lnTo>
                      <a:pt x="6" y="61"/>
                    </a:lnTo>
                    <a:lnTo>
                      <a:pt x="6" y="61"/>
                    </a:lnTo>
                    <a:lnTo>
                      <a:pt x="7" y="61"/>
                    </a:lnTo>
                    <a:lnTo>
                      <a:pt x="7" y="61"/>
                    </a:lnTo>
                    <a:lnTo>
                      <a:pt x="8" y="60"/>
                    </a:lnTo>
                    <a:lnTo>
                      <a:pt x="9" y="59"/>
                    </a:lnTo>
                    <a:lnTo>
                      <a:pt x="14" y="55"/>
                    </a:lnTo>
                    <a:lnTo>
                      <a:pt x="16" y="54"/>
                    </a:lnTo>
                    <a:lnTo>
                      <a:pt x="17" y="54"/>
                    </a:lnTo>
                    <a:lnTo>
                      <a:pt x="18" y="52"/>
                    </a:lnTo>
                    <a:lnTo>
                      <a:pt x="20" y="52"/>
                    </a:lnTo>
                    <a:lnTo>
                      <a:pt x="20" y="50"/>
                    </a:lnTo>
                    <a:lnTo>
                      <a:pt x="21" y="48"/>
                    </a:lnTo>
                    <a:lnTo>
                      <a:pt x="21" y="46"/>
                    </a:lnTo>
                    <a:lnTo>
                      <a:pt x="20" y="40"/>
                    </a:lnTo>
                    <a:lnTo>
                      <a:pt x="20" y="34"/>
                    </a:lnTo>
                    <a:lnTo>
                      <a:pt x="20" y="28"/>
                    </a:lnTo>
                    <a:lnTo>
                      <a:pt x="19" y="25"/>
                    </a:lnTo>
                    <a:lnTo>
                      <a:pt x="18" y="24"/>
                    </a:lnTo>
                    <a:lnTo>
                      <a:pt x="18" y="24"/>
                    </a:lnTo>
                    <a:lnTo>
                      <a:pt x="17" y="24"/>
                    </a:lnTo>
                    <a:lnTo>
                      <a:pt x="17" y="24"/>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1" name="işļîdé"/>
              <p:cNvSpPr/>
              <p:nvPr userDrawn="1"/>
            </p:nvSpPr>
            <p:spPr bwMode="auto">
              <a:xfrm>
                <a:off x="2997201" y="2633663"/>
                <a:ext cx="184150" cy="139700"/>
              </a:xfrm>
              <a:custGeom>
                <a:avLst/>
                <a:gdLst>
                  <a:gd name="T0" fmla="*/ 51 w 116"/>
                  <a:gd name="T1" fmla="*/ 2 h 88"/>
                  <a:gd name="T2" fmla="*/ 53 w 116"/>
                  <a:gd name="T3" fmla="*/ 0 h 88"/>
                  <a:gd name="T4" fmla="*/ 56 w 116"/>
                  <a:gd name="T5" fmla="*/ 1 h 88"/>
                  <a:gd name="T6" fmla="*/ 62 w 116"/>
                  <a:gd name="T7" fmla="*/ 3 h 88"/>
                  <a:gd name="T8" fmla="*/ 69 w 116"/>
                  <a:gd name="T9" fmla="*/ 6 h 88"/>
                  <a:gd name="T10" fmla="*/ 88 w 116"/>
                  <a:gd name="T11" fmla="*/ 10 h 88"/>
                  <a:gd name="T12" fmla="*/ 98 w 116"/>
                  <a:gd name="T13" fmla="*/ 10 h 88"/>
                  <a:gd name="T14" fmla="*/ 107 w 116"/>
                  <a:gd name="T15" fmla="*/ 11 h 88"/>
                  <a:gd name="T16" fmla="*/ 116 w 116"/>
                  <a:gd name="T17" fmla="*/ 18 h 88"/>
                  <a:gd name="T18" fmla="*/ 115 w 116"/>
                  <a:gd name="T19" fmla="*/ 22 h 88"/>
                  <a:gd name="T20" fmla="*/ 113 w 116"/>
                  <a:gd name="T21" fmla="*/ 26 h 88"/>
                  <a:gd name="T22" fmla="*/ 95 w 116"/>
                  <a:gd name="T23" fmla="*/ 39 h 88"/>
                  <a:gd name="T24" fmla="*/ 79 w 116"/>
                  <a:gd name="T25" fmla="*/ 54 h 88"/>
                  <a:gd name="T26" fmla="*/ 75 w 116"/>
                  <a:gd name="T27" fmla="*/ 60 h 88"/>
                  <a:gd name="T28" fmla="*/ 77 w 116"/>
                  <a:gd name="T29" fmla="*/ 61 h 88"/>
                  <a:gd name="T30" fmla="*/ 87 w 116"/>
                  <a:gd name="T31" fmla="*/ 58 h 88"/>
                  <a:gd name="T32" fmla="*/ 93 w 116"/>
                  <a:gd name="T33" fmla="*/ 59 h 88"/>
                  <a:gd name="T34" fmla="*/ 96 w 116"/>
                  <a:gd name="T35" fmla="*/ 63 h 88"/>
                  <a:gd name="T36" fmla="*/ 95 w 116"/>
                  <a:gd name="T37" fmla="*/ 68 h 88"/>
                  <a:gd name="T38" fmla="*/ 92 w 116"/>
                  <a:gd name="T39" fmla="*/ 70 h 88"/>
                  <a:gd name="T40" fmla="*/ 88 w 116"/>
                  <a:gd name="T41" fmla="*/ 71 h 88"/>
                  <a:gd name="T42" fmla="*/ 80 w 116"/>
                  <a:gd name="T43" fmla="*/ 70 h 88"/>
                  <a:gd name="T44" fmla="*/ 68 w 116"/>
                  <a:gd name="T45" fmla="*/ 71 h 88"/>
                  <a:gd name="T46" fmla="*/ 43 w 116"/>
                  <a:gd name="T47" fmla="*/ 78 h 88"/>
                  <a:gd name="T48" fmla="*/ 27 w 116"/>
                  <a:gd name="T49" fmla="*/ 84 h 88"/>
                  <a:gd name="T50" fmla="*/ 21 w 116"/>
                  <a:gd name="T51" fmla="*/ 87 h 88"/>
                  <a:gd name="T52" fmla="*/ 19 w 116"/>
                  <a:gd name="T53" fmla="*/ 88 h 88"/>
                  <a:gd name="T54" fmla="*/ 11 w 116"/>
                  <a:gd name="T55" fmla="*/ 84 h 88"/>
                  <a:gd name="T56" fmla="*/ 3 w 116"/>
                  <a:gd name="T57" fmla="*/ 79 h 88"/>
                  <a:gd name="T58" fmla="*/ 1 w 116"/>
                  <a:gd name="T59" fmla="*/ 74 h 88"/>
                  <a:gd name="T60" fmla="*/ 0 w 116"/>
                  <a:gd name="T61" fmla="*/ 68 h 88"/>
                  <a:gd name="T62" fmla="*/ 2 w 116"/>
                  <a:gd name="T63" fmla="*/ 66 h 88"/>
                  <a:gd name="T64" fmla="*/ 9 w 116"/>
                  <a:gd name="T65" fmla="*/ 66 h 88"/>
                  <a:gd name="T66" fmla="*/ 18 w 116"/>
                  <a:gd name="T67" fmla="*/ 67 h 88"/>
                  <a:gd name="T68" fmla="*/ 27 w 116"/>
                  <a:gd name="T69" fmla="*/ 65 h 88"/>
                  <a:gd name="T70" fmla="*/ 45 w 116"/>
                  <a:gd name="T71" fmla="*/ 61 h 88"/>
                  <a:gd name="T72" fmla="*/ 63 w 116"/>
                  <a:gd name="T73" fmla="*/ 48 h 88"/>
                  <a:gd name="T74" fmla="*/ 83 w 116"/>
                  <a:gd name="T75" fmla="*/ 30 h 88"/>
                  <a:gd name="T76" fmla="*/ 97 w 116"/>
                  <a:gd name="T77" fmla="*/ 20 h 88"/>
                  <a:gd name="T78" fmla="*/ 98 w 116"/>
                  <a:gd name="T79" fmla="*/ 18 h 88"/>
                  <a:gd name="T80" fmla="*/ 92 w 116"/>
                  <a:gd name="T81" fmla="*/ 17 h 88"/>
                  <a:gd name="T82" fmla="*/ 77 w 116"/>
                  <a:gd name="T83" fmla="*/ 21 h 88"/>
                  <a:gd name="T84" fmla="*/ 68 w 116"/>
                  <a:gd name="T85" fmla="*/ 25 h 88"/>
                  <a:gd name="T86" fmla="*/ 63 w 116"/>
                  <a:gd name="T87" fmla="*/ 25 h 88"/>
                  <a:gd name="T88" fmla="*/ 58 w 116"/>
                  <a:gd name="T89" fmla="*/ 22 h 88"/>
                  <a:gd name="T90" fmla="*/ 54 w 116"/>
                  <a:gd name="T91" fmla="*/ 16 h 88"/>
                  <a:gd name="T92" fmla="*/ 51 w 116"/>
                  <a:gd name="T93" fmla="*/ 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6" h="88">
                    <a:moveTo>
                      <a:pt x="51" y="5"/>
                    </a:moveTo>
                    <a:lnTo>
                      <a:pt x="51" y="3"/>
                    </a:lnTo>
                    <a:lnTo>
                      <a:pt x="51" y="2"/>
                    </a:lnTo>
                    <a:lnTo>
                      <a:pt x="51" y="2"/>
                    </a:lnTo>
                    <a:lnTo>
                      <a:pt x="51" y="1"/>
                    </a:lnTo>
                    <a:lnTo>
                      <a:pt x="53" y="0"/>
                    </a:lnTo>
                    <a:lnTo>
                      <a:pt x="54" y="0"/>
                    </a:lnTo>
                    <a:lnTo>
                      <a:pt x="55" y="0"/>
                    </a:lnTo>
                    <a:lnTo>
                      <a:pt x="56" y="1"/>
                    </a:lnTo>
                    <a:lnTo>
                      <a:pt x="58" y="1"/>
                    </a:lnTo>
                    <a:lnTo>
                      <a:pt x="59" y="2"/>
                    </a:lnTo>
                    <a:lnTo>
                      <a:pt x="62" y="3"/>
                    </a:lnTo>
                    <a:lnTo>
                      <a:pt x="64" y="5"/>
                    </a:lnTo>
                    <a:lnTo>
                      <a:pt x="67" y="6"/>
                    </a:lnTo>
                    <a:lnTo>
                      <a:pt x="69" y="6"/>
                    </a:lnTo>
                    <a:lnTo>
                      <a:pt x="75" y="8"/>
                    </a:lnTo>
                    <a:lnTo>
                      <a:pt x="83" y="10"/>
                    </a:lnTo>
                    <a:lnTo>
                      <a:pt x="88" y="10"/>
                    </a:lnTo>
                    <a:lnTo>
                      <a:pt x="92" y="10"/>
                    </a:lnTo>
                    <a:lnTo>
                      <a:pt x="95" y="10"/>
                    </a:lnTo>
                    <a:lnTo>
                      <a:pt x="98" y="10"/>
                    </a:lnTo>
                    <a:lnTo>
                      <a:pt x="101" y="10"/>
                    </a:lnTo>
                    <a:lnTo>
                      <a:pt x="103" y="10"/>
                    </a:lnTo>
                    <a:lnTo>
                      <a:pt x="107" y="11"/>
                    </a:lnTo>
                    <a:lnTo>
                      <a:pt x="111" y="14"/>
                    </a:lnTo>
                    <a:lnTo>
                      <a:pt x="115" y="17"/>
                    </a:lnTo>
                    <a:lnTo>
                      <a:pt x="116" y="18"/>
                    </a:lnTo>
                    <a:lnTo>
                      <a:pt x="115" y="19"/>
                    </a:lnTo>
                    <a:lnTo>
                      <a:pt x="115" y="22"/>
                    </a:lnTo>
                    <a:lnTo>
                      <a:pt x="115" y="22"/>
                    </a:lnTo>
                    <a:lnTo>
                      <a:pt x="115" y="24"/>
                    </a:lnTo>
                    <a:lnTo>
                      <a:pt x="114" y="26"/>
                    </a:lnTo>
                    <a:lnTo>
                      <a:pt x="113" y="26"/>
                    </a:lnTo>
                    <a:lnTo>
                      <a:pt x="109" y="29"/>
                    </a:lnTo>
                    <a:lnTo>
                      <a:pt x="103" y="34"/>
                    </a:lnTo>
                    <a:lnTo>
                      <a:pt x="95" y="39"/>
                    </a:lnTo>
                    <a:lnTo>
                      <a:pt x="87" y="46"/>
                    </a:lnTo>
                    <a:lnTo>
                      <a:pt x="83" y="50"/>
                    </a:lnTo>
                    <a:lnTo>
                      <a:pt x="79" y="54"/>
                    </a:lnTo>
                    <a:lnTo>
                      <a:pt x="77" y="57"/>
                    </a:lnTo>
                    <a:lnTo>
                      <a:pt x="75" y="58"/>
                    </a:lnTo>
                    <a:lnTo>
                      <a:pt x="75" y="60"/>
                    </a:lnTo>
                    <a:lnTo>
                      <a:pt x="75" y="61"/>
                    </a:lnTo>
                    <a:lnTo>
                      <a:pt x="75" y="61"/>
                    </a:lnTo>
                    <a:lnTo>
                      <a:pt x="77" y="61"/>
                    </a:lnTo>
                    <a:lnTo>
                      <a:pt x="80" y="61"/>
                    </a:lnTo>
                    <a:lnTo>
                      <a:pt x="85" y="59"/>
                    </a:lnTo>
                    <a:lnTo>
                      <a:pt x="87" y="58"/>
                    </a:lnTo>
                    <a:lnTo>
                      <a:pt x="88" y="57"/>
                    </a:lnTo>
                    <a:lnTo>
                      <a:pt x="91" y="58"/>
                    </a:lnTo>
                    <a:lnTo>
                      <a:pt x="93" y="59"/>
                    </a:lnTo>
                    <a:lnTo>
                      <a:pt x="95" y="61"/>
                    </a:lnTo>
                    <a:lnTo>
                      <a:pt x="96" y="62"/>
                    </a:lnTo>
                    <a:lnTo>
                      <a:pt x="96" y="63"/>
                    </a:lnTo>
                    <a:lnTo>
                      <a:pt x="96" y="65"/>
                    </a:lnTo>
                    <a:lnTo>
                      <a:pt x="96" y="66"/>
                    </a:lnTo>
                    <a:lnTo>
                      <a:pt x="95" y="68"/>
                    </a:lnTo>
                    <a:lnTo>
                      <a:pt x="95" y="69"/>
                    </a:lnTo>
                    <a:lnTo>
                      <a:pt x="93" y="70"/>
                    </a:lnTo>
                    <a:lnTo>
                      <a:pt x="92" y="70"/>
                    </a:lnTo>
                    <a:lnTo>
                      <a:pt x="91" y="70"/>
                    </a:lnTo>
                    <a:lnTo>
                      <a:pt x="90" y="71"/>
                    </a:lnTo>
                    <a:lnTo>
                      <a:pt x="88" y="71"/>
                    </a:lnTo>
                    <a:lnTo>
                      <a:pt x="87" y="71"/>
                    </a:lnTo>
                    <a:lnTo>
                      <a:pt x="85" y="71"/>
                    </a:lnTo>
                    <a:lnTo>
                      <a:pt x="80" y="70"/>
                    </a:lnTo>
                    <a:lnTo>
                      <a:pt x="76" y="70"/>
                    </a:lnTo>
                    <a:lnTo>
                      <a:pt x="72" y="71"/>
                    </a:lnTo>
                    <a:lnTo>
                      <a:pt x="68" y="71"/>
                    </a:lnTo>
                    <a:lnTo>
                      <a:pt x="60" y="73"/>
                    </a:lnTo>
                    <a:lnTo>
                      <a:pt x="52" y="75"/>
                    </a:lnTo>
                    <a:lnTo>
                      <a:pt x="43" y="78"/>
                    </a:lnTo>
                    <a:lnTo>
                      <a:pt x="35" y="81"/>
                    </a:lnTo>
                    <a:lnTo>
                      <a:pt x="31" y="82"/>
                    </a:lnTo>
                    <a:lnTo>
                      <a:pt x="27" y="84"/>
                    </a:lnTo>
                    <a:lnTo>
                      <a:pt x="24" y="85"/>
                    </a:lnTo>
                    <a:lnTo>
                      <a:pt x="22" y="86"/>
                    </a:lnTo>
                    <a:lnTo>
                      <a:pt x="21" y="87"/>
                    </a:lnTo>
                    <a:lnTo>
                      <a:pt x="20" y="87"/>
                    </a:lnTo>
                    <a:lnTo>
                      <a:pt x="19" y="88"/>
                    </a:lnTo>
                    <a:lnTo>
                      <a:pt x="19" y="88"/>
                    </a:lnTo>
                    <a:lnTo>
                      <a:pt x="16" y="87"/>
                    </a:lnTo>
                    <a:lnTo>
                      <a:pt x="15" y="86"/>
                    </a:lnTo>
                    <a:lnTo>
                      <a:pt x="11" y="84"/>
                    </a:lnTo>
                    <a:lnTo>
                      <a:pt x="7" y="82"/>
                    </a:lnTo>
                    <a:lnTo>
                      <a:pt x="5" y="81"/>
                    </a:lnTo>
                    <a:lnTo>
                      <a:pt x="3" y="79"/>
                    </a:lnTo>
                    <a:lnTo>
                      <a:pt x="2" y="78"/>
                    </a:lnTo>
                    <a:lnTo>
                      <a:pt x="1" y="75"/>
                    </a:lnTo>
                    <a:lnTo>
                      <a:pt x="1" y="74"/>
                    </a:lnTo>
                    <a:lnTo>
                      <a:pt x="0" y="72"/>
                    </a:lnTo>
                    <a:lnTo>
                      <a:pt x="0" y="70"/>
                    </a:lnTo>
                    <a:lnTo>
                      <a:pt x="0" y="68"/>
                    </a:lnTo>
                    <a:lnTo>
                      <a:pt x="1" y="67"/>
                    </a:lnTo>
                    <a:lnTo>
                      <a:pt x="2" y="66"/>
                    </a:lnTo>
                    <a:lnTo>
                      <a:pt x="2" y="66"/>
                    </a:lnTo>
                    <a:lnTo>
                      <a:pt x="3" y="65"/>
                    </a:lnTo>
                    <a:lnTo>
                      <a:pt x="7" y="65"/>
                    </a:lnTo>
                    <a:lnTo>
                      <a:pt x="9" y="66"/>
                    </a:lnTo>
                    <a:lnTo>
                      <a:pt x="11" y="66"/>
                    </a:lnTo>
                    <a:lnTo>
                      <a:pt x="15" y="66"/>
                    </a:lnTo>
                    <a:lnTo>
                      <a:pt x="18" y="67"/>
                    </a:lnTo>
                    <a:lnTo>
                      <a:pt x="19" y="67"/>
                    </a:lnTo>
                    <a:lnTo>
                      <a:pt x="22" y="66"/>
                    </a:lnTo>
                    <a:lnTo>
                      <a:pt x="27" y="65"/>
                    </a:lnTo>
                    <a:lnTo>
                      <a:pt x="34" y="63"/>
                    </a:lnTo>
                    <a:lnTo>
                      <a:pt x="40" y="62"/>
                    </a:lnTo>
                    <a:lnTo>
                      <a:pt x="45" y="61"/>
                    </a:lnTo>
                    <a:lnTo>
                      <a:pt x="48" y="60"/>
                    </a:lnTo>
                    <a:lnTo>
                      <a:pt x="54" y="56"/>
                    </a:lnTo>
                    <a:lnTo>
                      <a:pt x="63" y="48"/>
                    </a:lnTo>
                    <a:lnTo>
                      <a:pt x="72" y="40"/>
                    </a:lnTo>
                    <a:lnTo>
                      <a:pt x="78" y="34"/>
                    </a:lnTo>
                    <a:lnTo>
                      <a:pt x="83" y="30"/>
                    </a:lnTo>
                    <a:lnTo>
                      <a:pt x="91" y="25"/>
                    </a:lnTo>
                    <a:lnTo>
                      <a:pt x="95" y="22"/>
                    </a:lnTo>
                    <a:lnTo>
                      <a:pt x="97" y="20"/>
                    </a:lnTo>
                    <a:lnTo>
                      <a:pt x="98" y="18"/>
                    </a:lnTo>
                    <a:lnTo>
                      <a:pt x="98" y="18"/>
                    </a:lnTo>
                    <a:lnTo>
                      <a:pt x="98" y="18"/>
                    </a:lnTo>
                    <a:lnTo>
                      <a:pt x="98" y="17"/>
                    </a:lnTo>
                    <a:lnTo>
                      <a:pt x="95" y="17"/>
                    </a:lnTo>
                    <a:lnTo>
                      <a:pt x="92" y="17"/>
                    </a:lnTo>
                    <a:lnTo>
                      <a:pt x="89" y="18"/>
                    </a:lnTo>
                    <a:lnTo>
                      <a:pt x="85" y="18"/>
                    </a:lnTo>
                    <a:lnTo>
                      <a:pt x="77" y="21"/>
                    </a:lnTo>
                    <a:lnTo>
                      <a:pt x="71" y="22"/>
                    </a:lnTo>
                    <a:lnTo>
                      <a:pt x="70" y="23"/>
                    </a:lnTo>
                    <a:lnTo>
                      <a:pt x="68" y="25"/>
                    </a:lnTo>
                    <a:lnTo>
                      <a:pt x="67" y="25"/>
                    </a:lnTo>
                    <a:lnTo>
                      <a:pt x="65" y="25"/>
                    </a:lnTo>
                    <a:lnTo>
                      <a:pt x="63" y="25"/>
                    </a:lnTo>
                    <a:lnTo>
                      <a:pt x="61" y="24"/>
                    </a:lnTo>
                    <a:lnTo>
                      <a:pt x="59" y="23"/>
                    </a:lnTo>
                    <a:lnTo>
                      <a:pt x="58" y="22"/>
                    </a:lnTo>
                    <a:lnTo>
                      <a:pt x="56" y="21"/>
                    </a:lnTo>
                    <a:lnTo>
                      <a:pt x="55" y="18"/>
                    </a:lnTo>
                    <a:lnTo>
                      <a:pt x="54" y="16"/>
                    </a:lnTo>
                    <a:lnTo>
                      <a:pt x="52" y="12"/>
                    </a:lnTo>
                    <a:lnTo>
                      <a:pt x="51" y="10"/>
                    </a:lnTo>
                    <a:lnTo>
                      <a:pt x="51" y="8"/>
                    </a:lnTo>
                    <a:lnTo>
                      <a:pt x="51" y="6"/>
                    </a:lnTo>
                    <a:lnTo>
                      <a:pt x="51" y="5"/>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2" name="ísļidê"/>
              <p:cNvSpPr/>
              <p:nvPr userDrawn="1"/>
            </p:nvSpPr>
            <p:spPr bwMode="auto">
              <a:xfrm>
                <a:off x="3379788" y="2897188"/>
                <a:ext cx="41275" cy="84138"/>
              </a:xfrm>
              <a:custGeom>
                <a:avLst/>
                <a:gdLst>
                  <a:gd name="T0" fmla="*/ 16 w 26"/>
                  <a:gd name="T1" fmla="*/ 0 h 53"/>
                  <a:gd name="T2" fmla="*/ 15 w 26"/>
                  <a:gd name="T3" fmla="*/ 3 h 53"/>
                  <a:gd name="T4" fmla="*/ 14 w 26"/>
                  <a:gd name="T5" fmla="*/ 9 h 53"/>
                  <a:gd name="T6" fmla="*/ 14 w 26"/>
                  <a:gd name="T7" fmla="*/ 15 h 53"/>
                  <a:gd name="T8" fmla="*/ 14 w 26"/>
                  <a:gd name="T9" fmla="*/ 20 h 53"/>
                  <a:gd name="T10" fmla="*/ 16 w 26"/>
                  <a:gd name="T11" fmla="*/ 28 h 53"/>
                  <a:gd name="T12" fmla="*/ 17 w 26"/>
                  <a:gd name="T13" fmla="*/ 32 h 53"/>
                  <a:gd name="T14" fmla="*/ 18 w 26"/>
                  <a:gd name="T15" fmla="*/ 37 h 53"/>
                  <a:gd name="T16" fmla="*/ 20 w 26"/>
                  <a:gd name="T17" fmla="*/ 41 h 53"/>
                  <a:gd name="T18" fmla="*/ 22 w 26"/>
                  <a:gd name="T19" fmla="*/ 45 h 53"/>
                  <a:gd name="T20" fmla="*/ 24 w 26"/>
                  <a:gd name="T21" fmla="*/ 48 h 53"/>
                  <a:gd name="T22" fmla="*/ 25 w 26"/>
                  <a:gd name="T23" fmla="*/ 50 h 53"/>
                  <a:gd name="T24" fmla="*/ 26 w 26"/>
                  <a:gd name="T25" fmla="*/ 52 h 53"/>
                  <a:gd name="T26" fmla="*/ 25 w 26"/>
                  <a:gd name="T27" fmla="*/ 52 h 53"/>
                  <a:gd name="T28" fmla="*/ 25 w 26"/>
                  <a:gd name="T29" fmla="*/ 53 h 53"/>
                  <a:gd name="T30" fmla="*/ 23 w 26"/>
                  <a:gd name="T31" fmla="*/ 53 h 53"/>
                  <a:gd name="T32" fmla="*/ 22 w 26"/>
                  <a:gd name="T33" fmla="*/ 52 h 53"/>
                  <a:gd name="T34" fmla="*/ 17 w 26"/>
                  <a:gd name="T35" fmla="*/ 48 h 53"/>
                  <a:gd name="T36" fmla="*/ 12 w 26"/>
                  <a:gd name="T37" fmla="*/ 44 h 53"/>
                  <a:gd name="T38" fmla="*/ 9 w 26"/>
                  <a:gd name="T39" fmla="*/ 42 h 53"/>
                  <a:gd name="T40" fmla="*/ 6 w 26"/>
                  <a:gd name="T41" fmla="*/ 40 h 53"/>
                  <a:gd name="T42" fmla="*/ 3 w 26"/>
                  <a:gd name="T43" fmla="*/ 40 h 53"/>
                  <a:gd name="T44" fmla="*/ 2 w 26"/>
                  <a:gd name="T45" fmla="*/ 38 h 53"/>
                  <a:gd name="T46" fmla="*/ 1 w 26"/>
                  <a:gd name="T47" fmla="*/ 37 h 53"/>
                  <a:gd name="T48" fmla="*/ 0 w 26"/>
                  <a:gd name="T49" fmla="*/ 36 h 53"/>
                  <a:gd name="T50" fmla="*/ 0 w 26"/>
                  <a:gd name="T51" fmla="*/ 36 h 53"/>
                  <a:gd name="T52" fmla="*/ 0 w 26"/>
                  <a:gd name="T53" fmla="*/ 34 h 53"/>
                  <a:gd name="T54" fmla="*/ 0 w 26"/>
                  <a:gd name="T55" fmla="*/ 30 h 53"/>
                  <a:gd name="T56" fmla="*/ 0 w 26"/>
                  <a:gd name="T57" fmla="*/ 24 h 53"/>
                  <a:gd name="T58" fmla="*/ 1 w 26"/>
                  <a:gd name="T59" fmla="*/ 21 h 53"/>
                  <a:gd name="T60" fmla="*/ 2 w 26"/>
                  <a:gd name="T61" fmla="*/ 19 h 53"/>
                  <a:gd name="T62" fmla="*/ 2 w 26"/>
                  <a:gd name="T63" fmla="*/ 16 h 53"/>
                  <a:gd name="T64" fmla="*/ 3 w 26"/>
                  <a:gd name="T65" fmla="*/ 15 h 53"/>
                  <a:gd name="T66" fmla="*/ 4 w 26"/>
                  <a:gd name="T67" fmla="*/ 12 h 53"/>
                  <a:gd name="T68" fmla="*/ 5 w 26"/>
                  <a:gd name="T69" fmla="*/ 9 h 53"/>
                  <a:gd name="T70" fmla="*/ 5 w 26"/>
                  <a:gd name="T71" fmla="*/ 6 h 53"/>
                  <a:gd name="T72" fmla="*/ 6 w 26"/>
                  <a:gd name="T73" fmla="*/ 4 h 53"/>
                  <a:gd name="T74" fmla="*/ 6 w 26"/>
                  <a:gd name="T75" fmla="*/ 3 h 53"/>
                  <a:gd name="T76" fmla="*/ 6 w 26"/>
                  <a:gd name="T77" fmla="*/ 2 h 53"/>
                  <a:gd name="T78" fmla="*/ 7 w 26"/>
                  <a:gd name="T79" fmla="*/ 1 h 53"/>
                  <a:gd name="T80" fmla="*/ 8 w 26"/>
                  <a:gd name="T81" fmla="*/ 0 h 53"/>
                  <a:gd name="T82" fmla="*/ 13 w 26"/>
                  <a:gd name="T83" fmla="*/ 0 h 53"/>
                  <a:gd name="T84" fmla="*/ 16 w 26"/>
                  <a:gd name="T85"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 h="53">
                    <a:moveTo>
                      <a:pt x="16" y="0"/>
                    </a:moveTo>
                    <a:lnTo>
                      <a:pt x="15" y="3"/>
                    </a:lnTo>
                    <a:lnTo>
                      <a:pt x="14" y="9"/>
                    </a:lnTo>
                    <a:lnTo>
                      <a:pt x="14" y="15"/>
                    </a:lnTo>
                    <a:lnTo>
                      <a:pt x="14" y="20"/>
                    </a:lnTo>
                    <a:lnTo>
                      <a:pt x="16" y="28"/>
                    </a:lnTo>
                    <a:lnTo>
                      <a:pt x="17" y="32"/>
                    </a:lnTo>
                    <a:lnTo>
                      <a:pt x="18" y="37"/>
                    </a:lnTo>
                    <a:lnTo>
                      <a:pt x="20" y="41"/>
                    </a:lnTo>
                    <a:lnTo>
                      <a:pt x="22" y="45"/>
                    </a:lnTo>
                    <a:lnTo>
                      <a:pt x="24" y="48"/>
                    </a:lnTo>
                    <a:lnTo>
                      <a:pt x="25" y="50"/>
                    </a:lnTo>
                    <a:lnTo>
                      <a:pt x="26" y="52"/>
                    </a:lnTo>
                    <a:lnTo>
                      <a:pt x="25" y="52"/>
                    </a:lnTo>
                    <a:lnTo>
                      <a:pt x="25" y="53"/>
                    </a:lnTo>
                    <a:lnTo>
                      <a:pt x="23" y="53"/>
                    </a:lnTo>
                    <a:lnTo>
                      <a:pt x="22" y="52"/>
                    </a:lnTo>
                    <a:lnTo>
                      <a:pt x="17" y="48"/>
                    </a:lnTo>
                    <a:lnTo>
                      <a:pt x="12" y="44"/>
                    </a:lnTo>
                    <a:lnTo>
                      <a:pt x="9" y="42"/>
                    </a:lnTo>
                    <a:lnTo>
                      <a:pt x="6" y="40"/>
                    </a:lnTo>
                    <a:lnTo>
                      <a:pt x="3" y="40"/>
                    </a:lnTo>
                    <a:lnTo>
                      <a:pt x="2" y="38"/>
                    </a:lnTo>
                    <a:lnTo>
                      <a:pt x="1" y="37"/>
                    </a:lnTo>
                    <a:lnTo>
                      <a:pt x="0" y="36"/>
                    </a:lnTo>
                    <a:lnTo>
                      <a:pt x="0" y="36"/>
                    </a:lnTo>
                    <a:lnTo>
                      <a:pt x="0" y="34"/>
                    </a:lnTo>
                    <a:lnTo>
                      <a:pt x="0" y="30"/>
                    </a:lnTo>
                    <a:lnTo>
                      <a:pt x="0" y="24"/>
                    </a:lnTo>
                    <a:lnTo>
                      <a:pt x="1" y="21"/>
                    </a:lnTo>
                    <a:lnTo>
                      <a:pt x="2" y="19"/>
                    </a:lnTo>
                    <a:lnTo>
                      <a:pt x="2" y="16"/>
                    </a:lnTo>
                    <a:lnTo>
                      <a:pt x="3" y="15"/>
                    </a:lnTo>
                    <a:lnTo>
                      <a:pt x="4" y="12"/>
                    </a:lnTo>
                    <a:lnTo>
                      <a:pt x="5" y="9"/>
                    </a:lnTo>
                    <a:lnTo>
                      <a:pt x="5" y="6"/>
                    </a:lnTo>
                    <a:lnTo>
                      <a:pt x="6" y="4"/>
                    </a:lnTo>
                    <a:lnTo>
                      <a:pt x="6" y="3"/>
                    </a:lnTo>
                    <a:lnTo>
                      <a:pt x="6" y="2"/>
                    </a:lnTo>
                    <a:lnTo>
                      <a:pt x="7" y="1"/>
                    </a:lnTo>
                    <a:lnTo>
                      <a:pt x="8" y="0"/>
                    </a:lnTo>
                    <a:lnTo>
                      <a:pt x="13" y="0"/>
                    </a:lnTo>
                    <a:lnTo>
                      <a:pt x="16" y="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3" name="işľíḋe"/>
              <p:cNvSpPr/>
              <p:nvPr userDrawn="1"/>
            </p:nvSpPr>
            <p:spPr bwMode="auto">
              <a:xfrm>
                <a:off x="3241676" y="2805113"/>
                <a:ext cx="220663" cy="111125"/>
              </a:xfrm>
              <a:custGeom>
                <a:avLst/>
                <a:gdLst>
                  <a:gd name="T0" fmla="*/ 121 w 139"/>
                  <a:gd name="T1" fmla="*/ 7 h 70"/>
                  <a:gd name="T2" fmla="*/ 121 w 139"/>
                  <a:gd name="T3" fmla="*/ 4 h 70"/>
                  <a:gd name="T4" fmla="*/ 124 w 139"/>
                  <a:gd name="T5" fmla="*/ 2 h 70"/>
                  <a:gd name="T6" fmla="*/ 130 w 139"/>
                  <a:gd name="T7" fmla="*/ 0 h 70"/>
                  <a:gd name="T8" fmla="*/ 134 w 139"/>
                  <a:gd name="T9" fmla="*/ 4 h 70"/>
                  <a:gd name="T10" fmla="*/ 139 w 139"/>
                  <a:gd name="T11" fmla="*/ 12 h 70"/>
                  <a:gd name="T12" fmla="*/ 137 w 139"/>
                  <a:gd name="T13" fmla="*/ 18 h 70"/>
                  <a:gd name="T14" fmla="*/ 125 w 139"/>
                  <a:gd name="T15" fmla="*/ 31 h 70"/>
                  <a:gd name="T16" fmla="*/ 122 w 139"/>
                  <a:gd name="T17" fmla="*/ 37 h 70"/>
                  <a:gd name="T18" fmla="*/ 124 w 139"/>
                  <a:gd name="T19" fmla="*/ 38 h 70"/>
                  <a:gd name="T20" fmla="*/ 124 w 139"/>
                  <a:gd name="T21" fmla="*/ 37 h 70"/>
                  <a:gd name="T22" fmla="*/ 129 w 139"/>
                  <a:gd name="T23" fmla="*/ 37 h 70"/>
                  <a:gd name="T24" fmla="*/ 133 w 139"/>
                  <a:gd name="T25" fmla="*/ 38 h 70"/>
                  <a:gd name="T26" fmla="*/ 135 w 139"/>
                  <a:gd name="T27" fmla="*/ 41 h 70"/>
                  <a:gd name="T28" fmla="*/ 133 w 139"/>
                  <a:gd name="T29" fmla="*/ 46 h 70"/>
                  <a:gd name="T30" fmla="*/ 129 w 139"/>
                  <a:gd name="T31" fmla="*/ 50 h 70"/>
                  <a:gd name="T32" fmla="*/ 127 w 139"/>
                  <a:gd name="T33" fmla="*/ 50 h 70"/>
                  <a:gd name="T34" fmla="*/ 119 w 139"/>
                  <a:gd name="T35" fmla="*/ 45 h 70"/>
                  <a:gd name="T36" fmla="*/ 113 w 139"/>
                  <a:gd name="T37" fmla="*/ 45 h 70"/>
                  <a:gd name="T38" fmla="*/ 99 w 139"/>
                  <a:gd name="T39" fmla="*/ 53 h 70"/>
                  <a:gd name="T40" fmla="*/ 84 w 139"/>
                  <a:gd name="T41" fmla="*/ 61 h 70"/>
                  <a:gd name="T42" fmla="*/ 70 w 139"/>
                  <a:gd name="T43" fmla="*/ 66 h 70"/>
                  <a:gd name="T44" fmla="*/ 47 w 139"/>
                  <a:gd name="T45" fmla="*/ 69 h 70"/>
                  <a:gd name="T46" fmla="*/ 31 w 139"/>
                  <a:gd name="T47" fmla="*/ 69 h 70"/>
                  <a:gd name="T48" fmla="*/ 14 w 139"/>
                  <a:gd name="T49" fmla="*/ 69 h 70"/>
                  <a:gd name="T50" fmla="*/ 0 w 139"/>
                  <a:gd name="T51" fmla="*/ 67 h 70"/>
                  <a:gd name="T52" fmla="*/ 0 w 139"/>
                  <a:gd name="T53" fmla="*/ 66 h 70"/>
                  <a:gd name="T54" fmla="*/ 4 w 139"/>
                  <a:gd name="T55" fmla="*/ 64 h 70"/>
                  <a:gd name="T56" fmla="*/ 16 w 139"/>
                  <a:gd name="T57" fmla="*/ 62 h 70"/>
                  <a:gd name="T58" fmla="*/ 37 w 139"/>
                  <a:gd name="T59" fmla="*/ 59 h 70"/>
                  <a:gd name="T60" fmla="*/ 49 w 139"/>
                  <a:gd name="T61" fmla="*/ 58 h 70"/>
                  <a:gd name="T62" fmla="*/ 65 w 139"/>
                  <a:gd name="T63" fmla="*/ 54 h 70"/>
                  <a:gd name="T64" fmla="*/ 83 w 139"/>
                  <a:gd name="T65" fmla="*/ 49 h 70"/>
                  <a:gd name="T66" fmla="*/ 87 w 139"/>
                  <a:gd name="T67" fmla="*/ 47 h 70"/>
                  <a:gd name="T68" fmla="*/ 89 w 139"/>
                  <a:gd name="T69" fmla="*/ 43 h 70"/>
                  <a:gd name="T70" fmla="*/ 87 w 139"/>
                  <a:gd name="T71" fmla="*/ 42 h 70"/>
                  <a:gd name="T72" fmla="*/ 75 w 139"/>
                  <a:gd name="T73" fmla="*/ 43 h 70"/>
                  <a:gd name="T74" fmla="*/ 68 w 139"/>
                  <a:gd name="T75" fmla="*/ 40 h 70"/>
                  <a:gd name="T76" fmla="*/ 65 w 139"/>
                  <a:gd name="T77" fmla="*/ 35 h 70"/>
                  <a:gd name="T78" fmla="*/ 65 w 139"/>
                  <a:gd name="T79" fmla="*/ 32 h 70"/>
                  <a:gd name="T80" fmla="*/ 67 w 139"/>
                  <a:gd name="T81" fmla="*/ 29 h 70"/>
                  <a:gd name="T82" fmla="*/ 78 w 139"/>
                  <a:gd name="T83" fmla="*/ 30 h 70"/>
                  <a:gd name="T84" fmla="*/ 94 w 139"/>
                  <a:gd name="T85" fmla="*/ 32 h 70"/>
                  <a:gd name="T86" fmla="*/ 103 w 139"/>
                  <a:gd name="T87" fmla="*/ 33 h 70"/>
                  <a:gd name="T88" fmla="*/ 106 w 139"/>
                  <a:gd name="T89" fmla="*/ 31 h 70"/>
                  <a:gd name="T90" fmla="*/ 118 w 139"/>
                  <a:gd name="T91" fmla="*/ 1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9" h="70">
                    <a:moveTo>
                      <a:pt x="121" y="10"/>
                    </a:moveTo>
                    <a:lnTo>
                      <a:pt x="121" y="9"/>
                    </a:lnTo>
                    <a:lnTo>
                      <a:pt x="121" y="7"/>
                    </a:lnTo>
                    <a:lnTo>
                      <a:pt x="121" y="6"/>
                    </a:lnTo>
                    <a:lnTo>
                      <a:pt x="121" y="5"/>
                    </a:lnTo>
                    <a:lnTo>
                      <a:pt x="121" y="4"/>
                    </a:lnTo>
                    <a:lnTo>
                      <a:pt x="122" y="3"/>
                    </a:lnTo>
                    <a:lnTo>
                      <a:pt x="122" y="2"/>
                    </a:lnTo>
                    <a:lnTo>
                      <a:pt x="124" y="2"/>
                    </a:lnTo>
                    <a:lnTo>
                      <a:pt x="125" y="2"/>
                    </a:lnTo>
                    <a:lnTo>
                      <a:pt x="128" y="1"/>
                    </a:lnTo>
                    <a:lnTo>
                      <a:pt x="130" y="0"/>
                    </a:lnTo>
                    <a:lnTo>
                      <a:pt x="131" y="1"/>
                    </a:lnTo>
                    <a:lnTo>
                      <a:pt x="133" y="2"/>
                    </a:lnTo>
                    <a:lnTo>
                      <a:pt x="134" y="4"/>
                    </a:lnTo>
                    <a:lnTo>
                      <a:pt x="137" y="7"/>
                    </a:lnTo>
                    <a:lnTo>
                      <a:pt x="138" y="10"/>
                    </a:lnTo>
                    <a:lnTo>
                      <a:pt x="139" y="12"/>
                    </a:lnTo>
                    <a:lnTo>
                      <a:pt x="139" y="14"/>
                    </a:lnTo>
                    <a:lnTo>
                      <a:pt x="138" y="15"/>
                    </a:lnTo>
                    <a:lnTo>
                      <a:pt x="137" y="18"/>
                    </a:lnTo>
                    <a:lnTo>
                      <a:pt x="133" y="22"/>
                    </a:lnTo>
                    <a:lnTo>
                      <a:pt x="128" y="29"/>
                    </a:lnTo>
                    <a:lnTo>
                      <a:pt x="125" y="31"/>
                    </a:lnTo>
                    <a:lnTo>
                      <a:pt x="124" y="34"/>
                    </a:lnTo>
                    <a:lnTo>
                      <a:pt x="123" y="36"/>
                    </a:lnTo>
                    <a:lnTo>
                      <a:pt x="122" y="37"/>
                    </a:lnTo>
                    <a:lnTo>
                      <a:pt x="123" y="38"/>
                    </a:lnTo>
                    <a:lnTo>
                      <a:pt x="123" y="38"/>
                    </a:lnTo>
                    <a:lnTo>
                      <a:pt x="124" y="38"/>
                    </a:lnTo>
                    <a:lnTo>
                      <a:pt x="124" y="38"/>
                    </a:lnTo>
                    <a:lnTo>
                      <a:pt x="124" y="37"/>
                    </a:lnTo>
                    <a:lnTo>
                      <a:pt x="124" y="37"/>
                    </a:lnTo>
                    <a:lnTo>
                      <a:pt x="125" y="37"/>
                    </a:lnTo>
                    <a:lnTo>
                      <a:pt x="125" y="37"/>
                    </a:lnTo>
                    <a:lnTo>
                      <a:pt x="129" y="37"/>
                    </a:lnTo>
                    <a:lnTo>
                      <a:pt x="131" y="38"/>
                    </a:lnTo>
                    <a:lnTo>
                      <a:pt x="133" y="38"/>
                    </a:lnTo>
                    <a:lnTo>
                      <a:pt x="133" y="38"/>
                    </a:lnTo>
                    <a:lnTo>
                      <a:pt x="134" y="38"/>
                    </a:lnTo>
                    <a:lnTo>
                      <a:pt x="135" y="38"/>
                    </a:lnTo>
                    <a:lnTo>
                      <a:pt x="135" y="41"/>
                    </a:lnTo>
                    <a:lnTo>
                      <a:pt x="135" y="42"/>
                    </a:lnTo>
                    <a:lnTo>
                      <a:pt x="134" y="45"/>
                    </a:lnTo>
                    <a:lnTo>
                      <a:pt x="133" y="46"/>
                    </a:lnTo>
                    <a:lnTo>
                      <a:pt x="132" y="48"/>
                    </a:lnTo>
                    <a:lnTo>
                      <a:pt x="130" y="49"/>
                    </a:lnTo>
                    <a:lnTo>
                      <a:pt x="129" y="50"/>
                    </a:lnTo>
                    <a:lnTo>
                      <a:pt x="129" y="50"/>
                    </a:lnTo>
                    <a:lnTo>
                      <a:pt x="128" y="50"/>
                    </a:lnTo>
                    <a:lnTo>
                      <a:pt x="127" y="50"/>
                    </a:lnTo>
                    <a:lnTo>
                      <a:pt x="125" y="48"/>
                    </a:lnTo>
                    <a:lnTo>
                      <a:pt x="121" y="46"/>
                    </a:lnTo>
                    <a:lnTo>
                      <a:pt x="119" y="45"/>
                    </a:lnTo>
                    <a:lnTo>
                      <a:pt x="117" y="45"/>
                    </a:lnTo>
                    <a:lnTo>
                      <a:pt x="115" y="45"/>
                    </a:lnTo>
                    <a:lnTo>
                      <a:pt x="113" y="45"/>
                    </a:lnTo>
                    <a:lnTo>
                      <a:pt x="109" y="48"/>
                    </a:lnTo>
                    <a:lnTo>
                      <a:pt x="104" y="51"/>
                    </a:lnTo>
                    <a:lnTo>
                      <a:pt x="99" y="53"/>
                    </a:lnTo>
                    <a:lnTo>
                      <a:pt x="95" y="54"/>
                    </a:lnTo>
                    <a:lnTo>
                      <a:pt x="89" y="58"/>
                    </a:lnTo>
                    <a:lnTo>
                      <a:pt x="84" y="61"/>
                    </a:lnTo>
                    <a:lnTo>
                      <a:pt x="78" y="63"/>
                    </a:lnTo>
                    <a:lnTo>
                      <a:pt x="75" y="64"/>
                    </a:lnTo>
                    <a:lnTo>
                      <a:pt x="70" y="66"/>
                    </a:lnTo>
                    <a:lnTo>
                      <a:pt x="62" y="66"/>
                    </a:lnTo>
                    <a:lnTo>
                      <a:pt x="53" y="68"/>
                    </a:lnTo>
                    <a:lnTo>
                      <a:pt x="47" y="69"/>
                    </a:lnTo>
                    <a:lnTo>
                      <a:pt x="41" y="70"/>
                    </a:lnTo>
                    <a:lnTo>
                      <a:pt x="36" y="70"/>
                    </a:lnTo>
                    <a:lnTo>
                      <a:pt x="31" y="69"/>
                    </a:lnTo>
                    <a:lnTo>
                      <a:pt x="27" y="69"/>
                    </a:lnTo>
                    <a:lnTo>
                      <a:pt x="21" y="69"/>
                    </a:lnTo>
                    <a:lnTo>
                      <a:pt x="14" y="69"/>
                    </a:lnTo>
                    <a:lnTo>
                      <a:pt x="7" y="68"/>
                    </a:lnTo>
                    <a:lnTo>
                      <a:pt x="0" y="67"/>
                    </a:lnTo>
                    <a:lnTo>
                      <a:pt x="0" y="67"/>
                    </a:lnTo>
                    <a:lnTo>
                      <a:pt x="0" y="67"/>
                    </a:lnTo>
                    <a:lnTo>
                      <a:pt x="0" y="66"/>
                    </a:lnTo>
                    <a:lnTo>
                      <a:pt x="0" y="66"/>
                    </a:lnTo>
                    <a:lnTo>
                      <a:pt x="1" y="65"/>
                    </a:lnTo>
                    <a:lnTo>
                      <a:pt x="2" y="64"/>
                    </a:lnTo>
                    <a:lnTo>
                      <a:pt x="4" y="64"/>
                    </a:lnTo>
                    <a:lnTo>
                      <a:pt x="6" y="63"/>
                    </a:lnTo>
                    <a:lnTo>
                      <a:pt x="9" y="63"/>
                    </a:lnTo>
                    <a:lnTo>
                      <a:pt x="16" y="62"/>
                    </a:lnTo>
                    <a:lnTo>
                      <a:pt x="23" y="61"/>
                    </a:lnTo>
                    <a:lnTo>
                      <a:pt x="31" y="60"/>
                    </a:lnTo>
                    <a:lnTo>
                      <a:pt x="37" y="59"/>
                    </a:lnTo>
                    <a:lnTo>
                      <a:pt x="43" y="59"/>
                    </a:lnTo>
                    <a:lnTo>
                      <a:pt x="46" y="59"/>
                    </a:lnTo>
                    <a:lnTo>
                      <a:pt x="49" y="58"/>
                    </a:lnTo>
                    <a:lnTo>
                      <a:pt x="52" y="58"/>
                    </a:lnTo>
                    <a:lnTo>
                      <a:pt x="54" y="58"/>
                    </a:lnTo>
                    <a:lnTo>
                      <a:pt x="65" y="54"/>
                    </a:lnTo>
                    <a:lnTo>
                      <a:pt x="75" y="51"/>
                    </a:lnTo>
                    <a:lnTo>
                      <a:pt x="80" y="50"/>
                    </a:lnTo>
                    <a:lnTo>
                      <a:pt x="83" y="49"/>
                    </a:lnTo>
                    <a:lnTo>
                      <a:pt x="85" y="49"/>
                    </a:lnTo>
                    <a:lnTo>
                      <a:pt x="86" y="47"/>
                    </a:lnTo>
                    <a:lnTo>
                      <a:pt x="87" y="47"/>
                    </a:lnTo>
                    <a:lnTo>
                      <a:pt x="88" y="46"/>
                    </a:lnTo>
                    <a:lnTo>
                      <a:pt x="89" y="44"/>
                    </a:lnTo>
                    <a:lnTo>
                      <a:pt x="89" y="43"/>
                    </a:lnTo>
                    <a:lnTo>
                      <a:pt x="89" y="42"/>
                    </a:lnTo>
                    <a:lnTo>
                      <a:pt x="89" y="42"/>
                    </a:lnTo>
                    <a:lnTo>
                      <a:pt x="87" y="42"/>
                    </a:lnTo>
                    <a:lnTo>
                      <a:pt x="84" y="43"/>
                    </a:lnTo>
                    <a:lnTo>
                      <a:pt x="80" y="43"/>
                    </a:lnTo>
                    <a:lnTo>
                      <a:pt x="75" y="43"/>
                    </a:lnTo>
                    <a:lnTo>
                      <a:pt x="72" y="42"/>
                    </a:lnTo>
                    <a:lnTo>
                      <a:pt x="70" y="42"/>
                    </a:lnTo>
                    <a:lnTo>
                      <a:pt x="68" y="40"/>
                    </a:lnTo>
                    <a:lnTo>
                      <a:pt x="65" y="38"/>
                    </a:lnTo>
                    <a:lnTo>
                      <a:pt x="65" y="36"/>
                    </a:lnTo>
                    <a:lnTo>
                      <a:pt x="65" y="35"/>
                    </a:lnTo>
                    <a:lnTo>
                      <a:pt x="65" y="34"/>
                    </a:lnTo>
                    <a:lnTo>
                      <a:pt x="65" y="33"/>
                    </a:lnTo>
                    <a:lnTo>
                      <a:pt x="65" y="32"/>
                    </a:lnTo>
                    <a:lnTo>
                      <a:pt x="65" y="30"/>
                    </a:lnTo>
                    <a:lnTo>
                      <a:pt x="66" y="30"/>
                    </a:lnTo>
                    <a:lnTo>
                      <a:pt x="67" y="29"/>
                    </a:lnTo>
                    <a:lnTo>
                      <a:pt x="70" y="29"/>
                    </a:lnTo>
                    <a:lnTo>
                      <a:pt x="73" y="30"/>
                    </a:lnTo>
                    <a:lnTo>
                      <a:pt x="78" y="30"/>
                    </a:lnTo>
                    <a:lnTo>
                      <a:pt x="85" y="31"/>
                    </a:lnTo>
                    <a:lnTo>
                      <a:pt x="90" y="32"/>
                    </a:lnTo>
                    <a:lnTo>
                      <a:pt x="94" y="32"/>
                    </a:lnTo>
                    <a:lnTo>
                      <a:pt x="97" y="33"/>
                    </a:lnTo>
                    <a:lnTo>
                      <a:pt x="101" y="33"/>
                    </a:lnTo>
                    <a:lnTo>
                      <a:pt x="103" y="33"/>
                    </a:lnTo>
                    <a:lnTo>
                      <a:pt x="105" y="32"/>
                    </a:lnTo>
                    <a:lnTo>
                      <a:pt x="105" y="32"/>
                    </a:lnTo>
                    <a:lnTo>
                      <a:pt x="106" y="31"/>
                    </a:lnTo>
                    <a:lnTo>
                      <a:pt x="109" y="28"/>
                    </a:lnTo>
                    <a:lnTo>
                      <a:pt x="114" y="21"/>
                    </a:lnTo>
                    <a:lnTo>
                      <a:pt x="118" y="14"/>
                    </a:lnTo>
                    <a:lnTo>
                      <a:pt x="121" y="1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4" name="isḷiḑé"/>
              <p:cNvSpPr/>
              <p:nvPr userDrawn="1"/>
            </p:nvSpPr>
            <p:spPr bwMode="auto">
              <a:xfrm>
                <a:off x="3446463" y="3074988"/>
                <a:ext cx="247650" cy="138113"/>
              </a:xfrm>
              <a:custGeom>
                <a:avLst/>
                <a:gdLst>
                  <a:gd name="T0" fmla="*/ 107 w 156"/>
                  <a:gd name="T1" fmla="*/ 43 h 87"/>
                  <a:gd name="T2" fmla="*/ 105 w 156"/>
                  <a:gd name="T3" fmla="*/ 49 h 87"/>
                  <a:gd name="T4" fmla="*/ 101 w 156"/>
                  <a:gd name="T5" fmla="*/ 28 h 87"/>
                  <a:gd name="T6" fmla="*/ 109 w 156"/>
                  <a:gd name="T7" fmla="*/ 32 h 87"/>
                  <a:gd name="T8" fmla="*/ 104 w 156"/>
                  <a:gd name="T9" fmla="*/ 35 h 87"/>
                  <a:gd name="T10" fmla="*/ 98 w 156"/>
                  <a:gd name="T11" fmla="*/ 18 h 87"/>
                  <a:gd name="T12" fmla="*/ 105 w 156"/>
                  <a:gd name="T13" fmla="*/ 20 h 87"/>
                  <a:gd name="T14" fmla="*/ 99 w 156"/>
                  <a:gd name="T15" fmla="*/ 22 h 87"/>
                  <a:gd name="T16" fmla="*/ 97 w 156"/>
                  <a:gd name="T17" fmla="*/ 25 h 87"/>
                  <a:gd name="T18" fmla="*/ 89 w 156"/>
                  <a:gd name="T19" fmla="*/ 28 h 87"/>
                  <a:gd name="T20" fmla="*/ 90 w 156"/>
                  <a:gd name="T21" fmla="*/ 36 h 87"/>
                  <a:gd name="T22" fmla="*/ 80 w 156"/>
                  <a:gd name="T23" fmla="*/ 37 h 87"/>
                  <a:gd name="T24" fmla="*/ 78 w 156"/>
                  <a:gd name="T25" fmla="*/ 41 h 87"/>
                  <a:gd name="T26" fmla="*/ 93 w 156"/>
                  <a:gd name="T27" fmla="*/ 48 h 87"/>
                  <a:gd name="T28" fmla="*/ 85 w 156"/>
                  <a:gd name="T29" fmla="*/ 52 h 87"/>
                  <a:gd name="T30" fmla="*/ 95 w 156"/>
                  <a:gd name="T31" fmla="*/ 53 h 87"/>
                  <a:gd name="T32" fmla="*/ 110 w 156"/>
                  <a:gd name="T33" fmla="*/ 55 h 87"/>
                  <a:gd name="T34" fmla="*/ 119 w 156"/>
                  <a:gd name="T35" fmla="*/ 49 h 87"/>
                  <a:gd name="T36" fmla="*/ 128 w 156"/>
                  <a:gd name="T37" fmla="*/ 62 h 87"/>
                  <a:gd name="T38" fmla="*/ 92 w 156"/>
                  <a:gd name="T39" fmla="*/ 59 h 87"/>
                  <a:gd name="T40" fmla="*/ 74 w 156"/>
                  <a:gd name="T41" fmla="*/ 49 h 87"/>
                  <a:gd name="T42" fmla="*/ 53 w 156"/>
                  <a:gd name="T43" fmla="*/ 33 h 87"/>
                  <a:gd name="T44" fmla="*/ 60 w 156"/>
                  <a:gd name="T45" fmla="*/ 45 h 87"/>
                  <a:gd name="T46" fmla="*/ 73 w 156"/>
                  <a:gd name="T47" fmla="*/ 61 h 87"/>
                  <a:gd name="T48" fmla="*/ 52 w 156"/>
                  <a:gd name="T49" fmla="*/ 53 h 87"/>
                  <a:gd name="T50" fmla="*/ 32 w 156"/>
                  <a:gd name="T51" fmla="*/ 45 h 87"/>
                  <a:gd name="T52" fmla="*/ 11 w 156"/>
                  <a:gd name="T53" fmla="*/ 29 h 87"/>
                  <a:gd name="T54" fmla="*/ 9 w 156"/>
                  <a:gd name="T55" fmla="*/ 41 h 87"/>
                  <a:gd name="T56" fmla="*/ 35 w 156"/>
                  <a:gd name="T57" fmla="*/ 60 h 87"/>
                  <a:gd name="T58" fmla="*/ 25 w 156"/>
                  <a:gd name="T59" fmla="*/ 69 h 87"/>
                  <a:gd name="T60" fmla="*/ 6 w 156"/>
                  <a:gd name="T61" fmla="*/ 69 h 87"/>
                  <a:gd name="T62" fmla="*/ 0 w 156"/>
                  <a:gd name="T63" fmla="*/ 66 h 87"/>
                  <a:gd name="T64" fmla="*/ 5 w 156"/>
                  <a:gd name="T65" fmla="*/ 86 h 87"/>
                  <a:gd name="T66" fmla="*/ 37 w 156"/>
                  <a:gd name="T67" fmla="*/ 73 h 87"/>
                  <a:gd name="T68" fmla="*/ 51 w 156"/>
                  <a:gd name="T69" fmla="*/ 71 h 87"/>
                  <a:gd name="T70" fmla="*/ 44 w 156"/>
                  <a:gd name="T71" fmla="*/ 75 h 87"/>
                  <a:gd name="T72" fmla="*/ 61 w 156"/>
                  <a:gd name="T73" fmla="*/ 86 h 87"/>
                  <a:gd name="T74" fmla="*/ 64 w 156"/>
                  <a:gd name="T75" fmla="*/ 72 h 87"/>
                  <a:gd name="T76" fmla="*/ 53 w 156"/>
                  <a:gd name="T77" fmla="*/ 61 h 87"/>
                  <a:gd name="T78" fmla="*/ 75 w 156"/>
                  <a:gd name="T79" fmla="*/ 67 h 87"/>
                  <a:gd name="T80" fmla="*/ 95 w 156"/>
                  <a:gd name="T81" fmla="*/ 76 h 87"/>
                  <a:gd name="T82" fmla="*/ 94 w 156"/>
                  <a:gd name="T83" fmla="*/ 65 h 87"/>
                  <a:gd name="T84" fmla="*/ 117 w 156"/>
                  <a:gd name="T85" fmla="*/ 67 h 87"/>
                  <a:gd name="T86" fmla="*/ 143 w 156"/>
                  <a:gd name="T87" fmla="*/ 67 h 87"/>
                  <a:gd name="T88" fmla="*/ 132 w 156"/>
                  <a:gd name="T89" fmla="*/ 51 h 87"/>
                  <a:gd name="T90" fmla="*/ 118 w 156"/>
                  <a:gd name="T91" fmla="*/ 41 h 87"/>
                  <a:gd name="T92" fmla="*/ 120 w 156"/>
                  <a:gd name="T93" fmla="*/ 32 h 87"/>
                  <a:gd name="T94" fmla="*/ 145 w 156"/>
                  <a:gd name="T95" fmla="*/ 39 h 87"/>
                  <a:gd name="T96" fmla="*/ 155 w 156"/>
                  <a:gd name="T97" fmla="*/ 37 h 87"/>
                  <a:gd name="T98" fmla="*/ 150 w 156"/>
                  <a:gd name="T99" fmla="*/ 23 h 87"/>
                  <a:gd name="T100" fmla="*/ 137 w 156"/>
                  <a:gd name="T101" fmla="*/ 29 h 87"/>
                  <a:gd name="T102" fmla="*/ 112 w 156"/>
                  <a:gd name="T103" fmla="*/ 21 h 87"/>
                  <a:gd name="T104" fmla="*/ 105 w 156"/>
                  <a:gd name="T105" fmla="*/ 11 h 87"/>
                  <a:gd name="T106" fmla="*/ 105 w 156"/>
                  <a:gd name="T107" fmla="*/ 1 h 87"/>
                  <a:gd name="T108" fmla="*/ 93 w 156"/>
                  <a:gd name="T109" fmla="*/ 13 h 87"/>
                  <a:gd name="T110" fmla="*/ 78 w 156"/>
                  <a:gd name="T111" fmla="*/ 24 h 87"/>
                  <a:gd name="T112" fmla="*/ 79 w 156"/>
                  <a:gd name="T113" fmla="*/ 6 h 87"/>
                  <a:gd name="T114" fmla="*/ 68 w 156"/>
                  <a:gd name="T115" fmla="*/ 22 h 87"/>
                  <a:gd name="T116" fmla="*/ 67 w 156"/>
                  <a:gd name="T117" fmla="*/ 2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6" h="87">
                    <a:moveTo>
                      <a:pt x="96" y="49"/>
                    </a:moveTo>
                    <a:lnTo>
                      <a:pt x="97" y="47"/>
                    </a:lnTo>
                    <a:lnTo>
                      <a:pt x="97" y="45"/>
                    </a:lnTo>
                    <a:lnTo>
                      <a:pt x="97" y="45"/>
                    </a:lnTo>
                    <a:lnTo>
                      <a:pt x="98" y="44"/>
                    </a:lnTo>
                    <a:lnTo>
                      <a:pt x="99" y="44"/>
                    </a:lnTo>
                    <a:lnTo>
                      <a:pt x="100" y="44"/>
                    </a:lnTo>
                    <a:lnTo>
                      <a:pt x="104" y="44"/>
                    </a:lnTo>
                    <a:lnTo>
                      <a:pt x="107" y="43"/>
                    </a:lnTo>
                    <a:lnTo>
                      <a:pt x="108" y="44"/>
                    </a:lnTo>
                    <a:lnTo>
                      <a:pt x="109" y="45"/>
                    </a:lnTo>
                    <a:lnTo>
                      <a:pt x="109" y="46"/>
                    </a:lnTo>
                    <a:lnTo>
                      <a:pt x="109" y="47"/>
                    </a:lnTo>
                    <a:lnTo>
                      <a:pt x="109" y="48"/>
                    </a:lnTo>
                    <a:lnTo>
                      <a:pt x="109" y="48"/>
                    </a:lnTo>
                    <a:lnTo>
                      <a:pt x="108" y="49"/>
                    </a:lnTo>
                    <a:lnTo>
                      <a:pt x="105" y="49"/>
                    </a:lnTo>
                    <a:lnTo>
                      <a:pt x="105" y="49"/>
                    </a:lnTo>
                    <a:lnTo>
                      <a:pt x="104" y="50"/>
                    </a:lnTo>
                    <a:lnTo>
                      <a:pt x="102" y="50"/>
                    </a:lnTo>
                    <a:lnTo>
                      <a:pt x="101" y="50"/>
                    </a:lnTo>
                    <a:lnTo>
                      <a:pt x="97" y="49"/>
                    </a:lnTo>
                    <a:lnTo>
                      <a:pt x="96" y="49"/>
                    </a:lnTo>
                    <a:lnTo>
                      <a:pt x="96" y="49"/>
                    </a:lnTo>
                    <a:close/>
                    <a:moveTo>
                      <a:pt x="101" y="32"/>
                    </a:moveTo>
                    <a:lnTo>
                      <a:pt x="100" y="30"/>
                    </a:lnTo>
                    <a:lnTo>
                      <a:pt x="101" y="28"/>
                    </a:lnTo>
                    <a:lnTo>
                      <a:pt x="101" y="28"/>
                    </a:lnTo>
                    <a:lnTo>
                      <a:pt x="101" y="27"/>
                    </a:lnTo>
                    <a:lnTo>
                      <a:pt x="102" y="27"/>
                    </a:lnTo>
                    <a:lnTo>
                      <a:pt x="104" y="28"/>
                    </a:lnTo>
                    <a:lnTo>
                      <a:pt x="106" y="29"/>
                    </a:lnTo>
                    <a:lnTo>
                      <a:pt x="108" y="31"/>
                    </a:lnTo>
                    <a:lnTo>
                      <a:pt x="108" y="31"/>
                    </a:lnTo>
                    <a:lnTo>
                      <a:pt x="109" y="32"/>
                    </a:lnTo>
                    <a:lnTo>
                      <a:pt x="109" y="32"/>
                    </a:lnTo>
                    <a:lnTo>
                      <a:pt x="109" y="33"/>
                    </a:lnTo>
                    <a:lnTo>
                      <a:pt x="109" y="35"/>
                    </a:lnTo>
                    <a:lnTo>
                      <a:pt x="109" y="36"/>
                    </a:lnTo>
                    <a:lnTo>
                      <a:pt x="108" y="37"/>
                    </a:lnTo>
                    <a:lnTo>
                      <a:pt x="108" y="37"/>
                    </a:lnTo>
                    <a:lnTo>
                      <a:pt x="108" y="36"/>
                    </a:lnTo>
                    <a:lnTo>
                      <a:pt x="107" y="36"/>
                    </a:lnTo>
                    <a:lnTo>
                      <a:pt x="105" y="35"/>
                    </a:lnTo>
                    <a:lnTo>
                      <a:pt x="104" y="35"/>
                    </a:lnTo>
                    <a:lnTo>
                      <a:pt x="102" y="33"/>
                    </a:lnTo>
                    <a:lnTo>
                      <a:pt x="101" y="32"/>
                    </a:lnTo>
                    <a:lnTo>
                      <a:pt x="101" y="32"/>
                    </a:lnTo>
                    <a:close/>
                    <a:moveTo>
                      <a:pt x="99" y="21"/>
                    </a:moveTo>
                    <a:lnTo>
                      <a:pt x="98" y="21"/>
                    </a:lnTo>
                    <a:lnTo>
                      <a:pt x="98" y="20"/>
                    </a:lnTo>
                    <a:lnTo>
                      <a:pt x="97" y="20"/>
                    </a:lnTo>
                    <a:lnTo>
                      <a:pt x="97" y="19"/>
                    </a:lnTo>
                    <a:lnTo>
                      <a:pt x="98" y="18"/>
                    </a:lnTo>
                    <a:lnTo>
                      <a:pt x="99" y="17"/>
                    </a:lnTo>
                    <a:lnTo>
                      <a:pt x="101" y="16"/>
                    </a:lnTo>
                    <a:lnTo>
                      <a:pt x="101" y="16"/>
                    </a:lnTo>
                    <a:lnTo>
                      <a:pt x="101" y="16"/>
                    </a:lnTo>
                    <a:lnTo>
                      <a:pt x="102" y="16"/>
                    </a:lnTo>
                    <a:lnTo>
                      <a:pt x="102" y="16"/>
                    </a:lnTo>
                    <a:lnTo>
                      <a:pt x="103" y="16"/>
                    </a:lnTo>
                    <a:lnTo>
                      <a:pt x="104" y="18"/>
                    </a:lnTo>
                    <a:lnTo>
                      <a:pt x="105" y="20"/>
                    </a:lnTo>
                    <a:lnTo>
                      <a:pt x="105" y="21"/>
                    </a:lnTo>
                    <a:lnTo>
                      <a:pt x="105" y="21"/>
                    </a:lnTo>
                    <a:lnTo>
                      <a:pt x="105" y="22"/>
                    </a:lnTo>
                    <a:lnTo>
                      <a:pt x="105" y="23"/>
                    </a:lnTo>
                    <a:lnTo>
                      <a:pt x="105" y="24"/>
                    </a:lnTo>
                    <a:lnTo>
                      <a:pt x="103" y="24"/>
                    </a:lnTo>
                    <a:lnTo>
                      <a:pt x="102" y="24"/>
                    </a:lnTo>
                    <a:lnTo>
                      <a:pt x="101" y="24"/>
                    </a:lnTo>
                    <a:lnTo>
                      <a:pt x="99" y="22"/>
                    </a:lnTo>
                    <a:lnTo>
                      <a:pt x="99" y="21"/>
                    </a:lnTo>
                    <a:lnTo>
                      <a:pt x="99" y="21"/>
                    </a:lnTo>
                    <a:close/>
                    <a:moveTo>
                      <a:pt x="89" y="29"/>
                    </a:moveTo>
                    <a:lnTo>
                      <a:pt x="92" y="29"/>
                    </a:lnTo>
                    <a:lnTo>
                      <a:pt x="96" y="29"/>
                    </a:lnTo>
                    <a:lnTo>
                      <a:pt x="97" y="28"/>
                    </a:lnTo>
                    <a:lnTo>
                      <a:pt x="97" y="28"/>
                    </a:lnTo>
                    <a:lnTo>
                      <a:pt x="97" y="27"/>
                    </a:lnTo>
                    <a:lnTo>
                      <a:pt x="97" y="25"/>
                    </a:lnTo>
                    <a:lnTo>
                      <a:pt x="97" y="24"/>
                    </a:lnTo>
                    <a:lnTo>
                      <a:pt x="97" y="24"/>
                    </a:lnTo>
                    <a:lnTo>
                      <a:pt x="96" y="23"/>
                    </a:lnTo>
                    <a:lnTo>
                      <a:pt x="94" y="23"/>
                    </a:lnTo>
                    <a:lnTo>
                      <a:pt x="93" y="24"/>
                    </a:lnTo>
                    <a:lnTo>
                      <a:pt x="91" y="24"/>
                    </a:lnTo>
                    <a:lnTo>
                      <a:pt x="91" y="26"/>
                    </a:lnTo>
                    <a:lnTo>
                      <a:pt x="90" y="27"/>
                    </a:lnTo>
                    <a:lnTo>
                      <a:pt x="89" y="28"/>
                    </a:lnTo>
                    <a:lnTo>
                      <a:pt x="89" y="29"/>
                    </a:lnTo>
                    <a:lnTo>
                      <a:pt x="89" y="29"/>
                    </a:lnTo>
                    <a:close/>
                    <a:moveTo>
                      <a:pt x="85" y="31"/>
                    </a:moveTo>
                    <a:lnTo>
                      <a:pt x="86" y="32"/>
                    </a:lnTo>
                    <a:lnTo>
                      <a:pt x="88" y="32"/>
                    </a:lnTo>
                    <a:lnTo>
                      <a:pt x="89" y="32"/>
                    </a:lnTo>
                    <a:lnTo>
                      <a:pt x="89" y="33"/>
                    </a:lnTo>
                    <a:lnTo>
                      <a:pt x="90" y="35"/>
                    </a:lnTo>
                    <a:lnTo>
                      <a:pt x="90" y="36"/>
                    </a:lnTo>
                    <a:lnTo>
                      <a:pt x="91" y="37"/>
                    </a:lnTo>
                    <a:lnTo>
                      <a:pt x="91" y="37"/>
                    </a:lnTo>
                    <a:lnTo>
                      <a:pt x="90" y="38"/>
                    </a:lnTo>
                    <a:lnTo>
                      <a:pt x="89" y="39"/>
                    </a:lnTo>
                    <a:lnTo>
                      <a:pt x="88" y="39"/>
                    </a:lnTo>
                    <a:lnTo>
                      <a:pt x="87" y="39"/>
                    </a:lnTo>
                    <a:lnTo>
                      <a:pt x="84" y="38"/>
                    </a:lnTo>
                    <a:lnTo>
                      <a:pt x="81" y="37"/>
                    </a:lnTo>
                    <a:lnTo>
                      <a:pt x="80" y="37"/>
                    </a:lnTo>
                    <a:lnTo>
                      <a:pt x="79" y="37"/>
                    </a:lnTo>
                    <a:lnTo>
                      <a:pt x="78" y="37"/>
                    </a:lnTo>
                    <a:lnTo>
                      <a:pt x="77" y="37"/>
                    </a:lnTo>
                    <a:lnTo>
                      <a:pt x="77" y="37"/>
                    </a:lnTo>
                    <a:lnTo>
                      <a:pt x="77" y="38"/>
                    </a:lnTo>
                    <a:lnTo>
                      <a:pt x="77" y="38"/>
                    </a:lnTo>
                    <a:lnTo>
                      <a:pt x="77" y="39"/>
                    </a:lnTo>
                    <a:lnTo>
                      <a:pt x="77" y="40"/>
                    </a:lnTo>
                    <a:lnTo>
                      <a:pt x="78" y="41"/>
                    </a:lnTo>
                    <a:lnTo>
                      <a:pt x="79" y="41"/>
                    </a:lnTo>
                    <a:lnTo>
                      <a:pt x="81" y="41"/>
                    </a:lnTo>
                    <a:lnTo>
                      <a:pt x="84" y="42"/>
                    </a:lnTo>
                    <a:lnTo>
                      <a:pt x="89" y="44"/>
                    </a:lnTo>
                    <a:lnTo>
                      <a:pt x="91" y="45"/>
                    </a:lnTo>
                    <a:lnTo>
                      <a:pt x="92" y="46"/>
                    </a:lnTo>
                    <a:lnTo>
                      <a:pt x="93" y="47"/>
                    </a:lnTo>
                    <a:lnTo>
                      <a:pt x="93" y="48"/>
                    </a:lnTo>
                    <a:lnTo>
                      <a:pt x="93" y="48"/>
                    </a:lnTo>
                    <a:lnTo>
                      <a:pt x="93" y="49"/>
                    </a:lnTo>
                    <a:lnTo>
                      <a:pt x="92" y="49"/>
                    </a:lnTo>
                    <a:lnTo>
                      <a:pt x="91" y="49"/>
                    </a:lnTo>
                    <a:lnTo>
                      <a:pt x="89" y="49"/>
                    </a:lnTo>
                    <a:lnTo>
                      <a:pt x="88" y="49"/>
                    </a:lnTo>
                    <a:lnTo>
                      <a:pt x="87" y="49"/>
                    </a:lnTo>
                    <a:lnTo>
                      <a:pt x="86" y="50"/>
                    </a:lnTo>
                    <a:lnTo>
                      <a:pt x="85" y="51"/>
                    </a:lnTo>
                    <a:lnTo>
                      <a:pt x="85" y="52"/>
                    </a:lnTo>
                    <a:lnTo>
                      <a:pt x="84" y="52"/>
                    </a:lnTo>
                    <a:lnTo>
                      <a:pt x="84" y="52"/>
                    </a:lnTo>
                    <a:lnTo>
                      <a:pt x="85" y="53"/>
                    </a:lnTo>
                    <a:lnTo>
                      <a:pt x="85" y="53"/>
                    </a:lnTo>
                    <a:lnTo>
                      <a:pt x="86" y="53"/>
                    </a:lnTo>
                    <a:lnTo>
                      <a:pt x="88" y="53"/>
                    </a:lnTo>
                    <a:lnTo>
                      <a:pt x="91" y="53"/>
                    </a:lnTo>
                    <a:lnTo>
                      <a:pt x="94" y="53"/>
                    </a:lnTo>
                    <a:lnTo>
                      <a:pt x="95" y="53"/>
                    </a:lnTo>
                    <a:lnTo>
                      <a:pt x="97" y="53"/>
                    </a:lnTo>
                    <a:lnTo>
                      <a:pt x="97" y="54"/>
                    </a:lnTo>
                    <a:lnTo>
                      <a:pt x="100" y="55"/>
                    </a:lnTo>
                    <a:lnTo>
                      <a:pt x="101" y="56"/>
                    </a:lnTo>
                    <a:lnTo>
                      <a:pt x="104" y="56"/>
                    </a:lnTo>
                    <a:lnTo>
                      <a:pt x="106" y="56"/>
                    </a:lnTo>
                    <a:lnTo>
                      <a:pt x="108" y="56"/>
                    </a:lnTo>
                    <a:lnTo>
                      <a:pt x="109" y="55"/>
                    </a:lnTo>
                    <a:lnTo>
                      <a:pt x="110" y="55"/>
                    </a:lnTo>
                    <a:lnTo>
                      <a:pt x="111" y="54"/>
                    </a:lnTo>
                    <a:lnTo>
                      <a:pt x="112" y="53"/>
                    </a:lnTo>
                    <a:lnTo>
                      <a:pt x="112" y="52"/>
                    </a:lnTo>
                    <a:lnTo>
                      <a:pt x="113" y="49"/>
                    </a:lnTo>
                    <a:lnTo>
                      <a:pt x="113" y="47"/>
                    </a:lnTo>
                    <a:lnTo>
                      <a:pt x="115" y="46"/>
                    </a:lnTo>
                    <a:lnTo>
                      <a:pt x="116" y="46"/>
                    </a:lnTo>
                    <a:lnTo>
                      <a:pt x="117" y="47"/>
                    </a:lnTo>
                    <a:lnTo>
                      <a:pt x="119" y="49"/>
                    </a:lnTo>
                    <a:lnTo>
                      <a:pt x="121" y="51"/>
                    </a:lnTo>
                    <a:lnTo>
                      <a:pt x="123" y="53"/>
                    </a:lnTo>
                    <a:lnTo>
                      <a:pt x="126" y="55"/>
                    </a:lnTo>
                    <a:lnTo>
                      <a:pt x="129" y="57"/>
                    </a:lnTo>
                    <a:lnTo>
                      <a:pt x="130" y="60"/>
                    </a:lnTo>
                    <a:lnTo>
                      <a:pt x="130" y="61"/>
                    </a:lnTo>
                    <a:lnTo>
                      <a:pt x="129" y="61"/>
                    </a:lnTo>
                    <a:lnTo>
                      <a:pt x="129" y="61"/>
                    </a:lnTo>
                    <a:lnTo>
                      <a:pt x="128" y="62"/>
                    </a:lnTo>
                    <a:lnTo>
                      <a:pt x="125" y="62"/>
                    </a:lnTo>
                    <a:lnTo>
                      <a:pt x="122" y="61"/>
                    </a:lnTo>
                    <a:lnTo>
                      <a:pt x="119" y="61"/>
                    </a:lnTo>
                    <a:lnTo>
                      <a:pt x="114" y="61"/>
                    </a:lnTo>
                    <a:lnTo>
                      <a:pt x="109" y="61"/>
                    </a:lnTo>
                    <a:lnTo>
                      <a:pt x="105" y="61"/>
                    </a:lnTo>
                    <a:lnTo>
                      <a:pt x="100" y="60"/>
                    </a:lnTo>
                    <a:lnTo>
                      <a:pt x="95" y="59"/>
                    </a:lnTo>
                    <a:lnTo>
                      <a:pt x="92" y="59"/>
                    </a:lnTo>
                    <a:lnTo>
                      <a:pt x="89" y="59"/>
                    </a:lnTo>
                    <a:lnTo>
                      <a:pt x="89" y="59"/>
                    </a:lnTo>
                    <a:lnTo>
                      <a:pt x="88" y="59"/>
                    </a:lnTo>
                    <a:lnTo>
                      <a:pt x="87" y="59"/>
                    </a:lnTo>
                    <a:lnTo>
                      <a:pt x="86" y="58"/>
                    </a:lnTo>
                    <a:lnTo>
                      <a:pt x="84" y="57"/>
                    </a:lnTo>
                    <a:lnTo>
                      <a:pt x="81" y="53"/>
                    </a:lnTo>
                    <a:lnTo>
                      <a:pt x="77" y="51"/>
                    </a:lnTo>
                    <a:lnTo>
                      <a:pt x="74" y="49"/>
                    </a:lnTo>
                    <a:lnTo>
                      <a:pt x="72" y="48"/>
                    </a:lnTo>
                    <a:lnTo>
                      <a:pt x="69" y="46"/>
                    </a:lnTo>
                    <a:lnTo>
                      <a:pt x="65" y="44"/>
                    </a:lnTo>
                    <a:lnTo>
                      <a:pt x="63" y="42"/>
                    </a:lnTo>
                    <a:lnTo>
                      <a:pt x="60" y="39"/>
                    </a:lnTo>
                    <a:lnTo>
                      <a:pt x="57" y="36"/>
                    </a:lnTo>
                    <a:lnTo>
                      <a:pt x="56" y="35"/>
                    </a:lnTo>
                    <a:lnTo>
                      <a:pt x="54" y="33"/>
                    </a:lnTo>
                    <a:lnTo>
                      <a:pt x="53" y="33"/>
                    </a:lnTo>
                    <a:lnTo>
                      <a:pt x="52" y="33"/>
                    </a:lnTo>
                    <a:lnTo>
                      <a:pt x="50" y="33"/>
                    </a:lnTo>
                    <a:lnTo>
                      <a:pt x="50" y="35"/>
                    </a:lnTo>
                    <a:lnTo>
                      <a:pt x="50" y="36"/>
                    </a:lnTo>
                    <a:lnTo>
                      <a:pt x="50" y="37"/>
                    </a:lnTo>
                    <a:lnTo>
                      <a:pt x="53" y="39"/>
                    </a:lnTo>
                    <a:lnTo>
                      <a:pt x="56" y="41"/>
                    </a:lnTo>
                    <a:lnTo>
                      <a:pt x="57" y="42"/>
                    </a:lnTo>
                    <a:lnTo>
                      <a:pt x="60" y="45"/>
                    </a:lnTo>
                    <a:lnTo>
                      <a:pt x="63" y="49"/>
                    </a:lnTo>
                    <a:lnTo>
                      <a:pt x="66" y="51"/>
                    </a:lnTo>
                    <a:lnTo>
                      <a:pt x="73" y="56"/>
                    </a:lnTo>
                    <a:lnTo>
                      <a:pt x="77" y="58"/>
                    </a:lnTo>
                    <a:lnTo>
                      <a:pt x="77" y="59"/>
                    </a:lnTo>
                    <a:lnTo>
                      <a:pt x="77" y="59"/>
                    </a:lnTo>
                    <a:lnTo>
                      <a:pt x="77" y="60"/>
                    </a:lnTo>
                    <a:lnTo>
                      <a:pt x="74" y="61"/>
                    </a:lnTo>
                    <a:lnTo>
                      <a:pt x="73" y="61"/>
                    </a:lnTo>
                    <a:lnTo>
                      <a:pt x="70" y="61"/>
                    </a:lnTo>
                    <a:lnTo>
                      <a:pt x="68" y="61"/>
                    </a:lnTo>
                    <a:lnTo>
                      <a:pt x="65" y="60"/>
                    </a:lnTo>
                    <a:lnTo>
                      <a:pt x="61" y="59"/>
                    </a:lnTo>
                    <a:lnTo>
                      <a:pt x="58" y="58"/>
                    </a:lnTo>
                    <a:lnTo>
                      <a:pt x="57" y="57"/>
                    </a:lnTo>
                    <a:lnTo>
                      <a:pt x="54" y="55"/>
                    </a:lnTo>
                    <a:lnTo>
                      <a:pt x="53" y="54"/>
                    </a:lnTo>
                    <a:lnTo>
                      <a:pt x="52" y="53"/>
                    </a:lnTo>
                    <a:lnTo>
                      <a:pt x="51" y="53"/>
                    </a:lnTo>
                    <a:lnTo>
                      <a:pt x="49" y="53"/>
                    </a:lnTo>
                    <a:lnTo>
                      <a:pt x="47" y="53"/>
                    </a:lnTo>
                    <a:lnTo>
                      <a:pt x="45" y="53"/>
                    </a:lnTo>
                    <a:lnTo>
                      <a:pt x="43" y="52"/>
                    </a:lnTo>
                    <a:lnTo>
                      <a:pt x="40" y="50"/>
                    </a:lnTo>
                    <a:lnTo>
                      <a:pt x="38" y="49"/>
                    </a:lnTo>
                    <a:lnTo>
                      <a:pt x="35" y="47"/>
                    </a:lnTo>
                    <a:lnTo>
                      <a:pt x="32" y="45"/>
                    </a:lnTo>
                    <a:lnTo>
                      <a:pt x="29" y="44"/>
                    </a:lnTo>
                    <a:lnTo>
                      <a:pt x="25" y="42"/>
                    </a:lnTo>
                    <a:lnTo>
                      <a:pt x="24" y="42"/>
                    </a:lnTo>
                    <a:lnTo>
                      <a:pt x="21" y="41"/>
                    </a:lnTo>
                    <a:lnTo>
                      <a:pt x="17" y="38"/>
                    </a:lnTo>
                    <a:lnTo>
                      <a:pt x="15" y="35"/>
                    </a:lnTo>
                    <a:lnTo>
                      <a:pt x="13" y="32"/>
                    </a:lnTo>
                    <a:lnTo>
                      <a:pt x="12" y="31"/>
                    </a:lnTo>
                    <a:lnTo>
                      <a:pt x="11" y="29"/>
                    </a:lnTo>
                    <a:lnTo>
                      <a:pt x="9" y="28"/>
                    </a:lnTo>
                    <a:lnTo>
                      <a:pt x="8" y="27"/>
                    </a:lnTo>
                    <a:lnTo>
                      <a:pt x="8" y="27"/>
                    </a:lnTo>
                    <a:lnTo>
                      <a:pt x="6" y="28"/>
                    </a:lnTo>
                    <a:lnTo>
                      <a:pt x="4" y="29"/>
                    </a:lnTo>
                    <a:lnTo>
                      <a:pt x="4" y="31"/>
                    </a:lnTo>
                    <a:lnTo>
                      <a:pt x="6" y="35"/>
                    </a:lnTo>
                    <a:lnTo>
                      <a:pt x="8" y="39"/>
                    </a:lnTo>
                    <a:lnTo>
                      <a:pt x="9" y="41"/>
                    </a:lnTo>
                    <a:lnTo>
                      <a:pt x="10" y="42"/>
                    </a:lnTo>
                    <a:lnTo>
                      <a:pt x="12" y="44"/>
                    </a:lnTo>
                    <a:lnTo>
                      <a:pt x="13" y="45"/>
                    </a:lnTo>
                    <a:lnTo>
                      <a:pt x="17" y="47"/>
                    </a:lnTo>
                    <a:lnTo>
                      <a:pt x="20" y="49"/>
                    </a:lnTo>
                    <a:lnTo>
                      <a:pt x="26" y="53"/>
                    </a:lnTo>
                    <a:lnTo>
                      <a:pt x="32" y="57"/>
                    </a:lnTo>
                    <a:lnTo>
                      <a:pt x="33" y="58"/>
                    </a:lnTo>
                    <a:lnTo>
                      <a:pt x="35" y="60"/>
                    </a:lnTo>
                    <a:lnTo>
                      <a:pt x="36" y="61"/>
                    </a:lnTo>
                    <a:lnTo>
                      <a:pt x="36" y="62"/>
                    </a:lnTo>
                    <a:lnTo>
                      <a:pt x="35" y="62"/>
                    </a:lnTo>
                    <a:lnTo>
                      <a:pt x="35" y="63"/>
                    </a:lnTo>
                    <a:lnTo>
                      <a:pt x="34" y="64"/>
                    </a:lnTo>
                    <a:lnTo>
                      <a:pt x="33" y="65"/>
                    </a:lnTo>
                    <a:lnTo>
                      <a:pt x="31" y="66"/>
                    </a:lnTo>
                    <a:lnTo>
                      <a:pt x="29" y="68"/>
                    </a:lnTo>
                    <a:lnTo>
                      <a:pt x="25" y="69"/>
                    </a:lnTo>
                    <a:lnTo>
                      <a:pt x="22" y="72"/>
                    </a:lnTo>
                    <a:lnTo>
                      <a:pt x="18" y="73"/>
                    </a:lnTo>
                    <a:lnTo>
                      <a:pt x="14" y="73"/>
                    </a:lnTo>
                    <a:lnTo>
                      <a:pt x="12" y="74"/>
                    </a:lnTo>
                    <a:lnTo>
                      <a:pt x="10" y="74"/>
                    </a:lnTo>
                    <a:lnTo>
                      <a:pt x="9" y="74"/>
                    </a:lnTo>
                    <a:lnTo>
                      <a:pt x="8" y="73"/>
                    </a:lnTo>
                    <a:lnTo>
                      <a:pt x="8" y="72"/>
                    </a:lnTo>
                    <a:lnTo>
                      <a:pt x="6" y="69"/>
                    </a:lnTo>
                    <a:lnTo>
                      <a:pt x="4" y="66"/>
                    </a:lnTo>
                    <a:lnTo>
                      <a:pt x="3" y="62"/>
                    </a:lnTo>
                    <a:lnTo>
                      <a:pt x="2" y="61"/>
                    </a:lnTo>
                    <a:lnTo>
                      <a:pt x="2" y="61"/>
                    </a:lnTo>
                    <a:lnTo>
                      <a:pt x="1" y="61"/>
                    </a:lnTo>
                    <a:lnTo>
                      <a:pt x="0" y="61"/>
                    </a:lnTo>
                    <a:lnTo>
                      <a:pt x="0" y="63"/>
                    </a:lnTo>
                    <a:lnTo>
                      <a:pt x="0" y="65"/>
                    </a:lnTo>
                    <a:lnTo>
                      <a:pt x="0" y="66"/>
                    </a:lnTo>
                    <a:lnTo>
                      <a:pt x="0" y="69"/>
                    </a:lnTo>
                    <a:lnTo>
                      <a:pt x="2" y="73"/>
                    </a:lnTo>
                    <a:lnTo>
                      <a:pt x="2" y="77"/>
                    </a:lnTo>
                    <a:lnTo>
                      <a:pt x="3" y="81"/>
                    </a:lnTo>
                    <a:lnTo>
                      <a:pt x="3" y="85"/>
                    </a:lnTo>
                    <a:lnTo>
                      <a:pt x="4" y="85"/>
                    </a:lnTo>
                    <a:lnTo>
                      <a:pt x="4" y="85"/>
                    </a:lnTo>
                    <a:lnTo>
                      <a:pt x="4" y="86"/>
                    </a:lnTo>
                    <a:lnTo>
                      <a:pt x="5" y="86"/>
                    </a:lnTo>
                    <a:lnTo>
                      <a:pt x="7" y="87"/>
                    </a:lnTo>
                    <a:lnTo>
                      <a:pt x="9" y="87"/>
                    </a:lnTo>
                    <a:lnTo>
                      <a:pt x="13" y="87"/>
                    </a:lnTo>
                    <a:lnTo>
                      <a:pt x="16" y="86"/>
                    </a:lnTo>
                    <a:lnTo>
                      <a:pt x="19" y="85"/>
                    </a:lnTo>
                    <a:lnTo>
                      <a:pt x="25" y="81"/>
                    </a:lnTo>
                    <a:lnTo>
                      <a:pt x="30" y="78"/>
                    </a:lnTo>
                    <a:lnTo>
                      <a:pt x="34" y="76"/>
                    </a:lnTo>
                    <a:lnTo>
                      <a:pt x="37" y="73"/>
                    </a:lnTo>
                    <a:lnTo>
                      <a:pt x="42" y="70"/>
                    </a:lnTo>
                    <a:lnTo>
                      <a:pt x="43" y="69"/>
                    </a:lnTo>
                    <a:lnTo>
                      <a:pt x="44" y="69"/>
                    </a:lnTo>
                    <a:lnTo>
                      <a:pt x="45" y="68"/>
                    </a:lnTo>
                    <a:lnTo>
                      <a:pt x="46" y="68"/>
                    </a:lnTo>
                    <a:lnTo>
                      <a:pt x="47" y="68"/>
                    </a:lnTo>
                    <a:lnTo>
                      <a:pt x="48" y="69"/>
                    </a:lnTo>
                    <a:lnTo>
                      <a:pt x="49" y="69"/>
                    </a:lnTo>
                    <a:lnTo>
                      <a:pt x="51" y="71"/>
                    </a:lnTo>
                    <a:lnTo>
                      <a:pt x="52" y="72"/>
                    </a:lnTo>
                    <a:lnTo>
                      <a:pt x="53" y="73"/>
                    </a:lnTo>
                    <a:lnTo>
                      <a:pt x="53" y="73"/>
                    </a:lnTo>
                    <a:lnTo>
                      <a:pt x="53" y="73"/>
                    </a:lnTo>
                    <a:lnTo>
                      <a:pt x="51" y="74"/>
                    </a:lnTo>
                    <a:lnTo>
                      <a:pt x="49" y="74"/>
                    </a:lnTo>
                    <a:lnTo>
                      <a:pt x="47" y="74"/>
                    </a:lnTo>
                    <a:lnTo>
                      <a:pt x="45" y="74"/>
                    </a:lnTo>
                    <a:lnTo>
                      <a:pt x="44" y="75"/>
                    </a:lnTo>
                    <a:lnTo>
                      <a:pt x="43" y="75"/>
                    </a:lnTo>
                    <a:lnTo>
                      <a:pt x="43" y="75"/>
                    </a:lnTo>
                    <a:lnTo>
                      <a:pt x="43" y="76"/>
                    </a:lnTo>
                    <a:lnTo>
                      <a:pt x="44" y="77"/>
                    </a:lnTo>
                    <a:lnTo>
                      <a:pt x="47" y="77"/>
                    </a:lnTo>
                    <a:lnTo>
                      <a:pt x="50" y="80"/>
                    </a:lnTo>
                    <a:lnTo>
                      <a:pt x="55" y="82"/>
                    </a:lnTo>
                    <a:lnTo>
                      <a:pt x="58" y="85"/>
                    </a:lnTo>
                    <a:lnTo>
                      <a:pt x="61" y="86"/>
                    </a:lnTo>
                    <a:lnTo>
                      <a:pt x="61" y="86"/>
                    </a:lnTo>
                    <a:lnTo>
                      <a:pt x="63" y="85"/>
                    </a:lnTo>
                    <a:lnTo>
                      <a:pt x="64" y="85"/>
                    </a:lnTo>
                    <a:lnTo>
                      <a:pt x="65" y="83"/>
                    </a:lnTo>
                    <a:lnTo>
                      <a:pt x="65" y="81"/>
                    </a:lnTo>
                    <a:lnTo>
                      <a:pt x="65" y="79"/>
                    </a:lnTo>
                    <a:lnTo>
                      <a:pt x="65" y="77"/>
                    </a:lnTo>
                    <a:lnTo>
                      <a:pt x="65" y="74"/>
                    </a:lnTo>
                    <a:lnTo>
                      <a:pt x="64" y="72"/>
                    </a:lnTo>
                    <a:lnTo>
                      <a:pt x="62" y="70"/>
                    </a:lnTo>
                    <a:lnTo>
                      <a:pt x="61" y="69"/>
                    </a:lnTo>
                    <a:lnTo>
                      <a:pt x="61" y="69"/>
                    </a:lnTo>
                    <a:lnTo>
                      <a:pt x="59" y="68"/>
                    </a:lnTo>
                    <a:lnTo>
                      <a:pt x="57" y="67"/>
                    </a:lnTo>
                    <a:lnTo>
                      <a:pt x="56" y="65"/>
                    </a:lnTo>
                    <a:lnTo>
                      <a:pt x="54" y="62"/>
                    </a:lnTo>
                    <a:lnTo>
                      <a:pt x="54" y="62"/>
                    </a:lnTo>
                    <a:lnTo>
                      <a:pt x="53" y="61"/>
                    </a:lnTo>
                    <a:lnTo>
                      <a:pt x="54" y="61"/>
                    </a:lnTo>
                    <a:lnTo>
                      <a:pt x="54" y="61"/>
                    </a:lnTo>
                    <a:lnTo>
                      <a:pt x="55" y="61"/>
                    </a:lnTo>
                    <a:lnTo>
                      <a:pt x="57" y="61"/>
                    </a:lnTo>
                    <a:lnTo>
                      <a:pt x="61" y="62"/>
                    </a:lnTo>
                    <a:lnTo>
                      <a:pt x="65" y="63"/>
                    </a:lnTo>
                    <a:lnTo>
                      <a:pt x="69" y="65"/>
                    </a:lnTo>
                    <a:lnTo>
                      <a:pt x="73" y="66"/>
                    </a:lnTo>
                    <a:lnTo>
                      <a:pt x="75" y="67"/>
                    </a:lnTo>
                    <a:lnTo>
                      <a:pt x="77" y="69"/>
                    </a:lnTo>
                    <a:lnTo>
                      <a:pt x="80" y="70"/>
                    </a:lnTo>
                    <a:lnTo>
                      <a:pt x="82" y="73"/>
                    </a:lnTo>
                    <a:lnTo>
                      <a:pt x="85" y="75"/>
                    </a:lnTo>
                    <a:lnTo>
                      <a:pt x="87" y="76"/>
                    </a:lnTo>
                    <a:lnTo>
                      <a:pt x="89" y="77"/>
                    </a:lnTo>
                    <a:lnTo>
                      <a:pt x="90" y="77"/>
                    </a:lnTo>
                    <a:lnTo>
                      <a:pt x="93" y="77"/>
                    </a:lnTo>
                    <a:lnTo>
                      <a:pt x="95" y="76"/>
                    </a:lnTo>
                    <a:lnTo>
                      <a:pt x="95" y="76"/>
                    </a:lnTo>
                    <a:lnTo>
                      <a:pt x="95" y="75"/>
                    </a:lnTo>
                    <a:lnTo>
                      <a:pt x="95" y="73"/>
                    </a:lnTo>
                    <a:lnTo>
                      <a:pt x="95" y="72"/>
                    </a:lnTo>
                    <a:lnTo>
                      <a:pt x="94" y="70"/>
                    </a:lnTo>
                    <a:lnTo>
                      <a:pt x="94" y="69"/>
                    </a:lnTo>
                    <a:lnTo>
                      <a:pt x="93" y="68"/>
                    </a:lnTo>
                    <a:lnTo>
                      <a:pt x="94" y="66"/>
                    </a:lnTo>
                    <a:lnTo>
                      <a:pt x="94" y="65"/>
                    </a:lnTo>
                    <a:lnTo>
                      <a:pt x="95" y="65"/>
                    </a:lnTo>
                    <a:lnTo>
                      <a:pt x="96" y="64"/>
                    </a:lnTo>
                    <a:lnTo>
                      <a:pt x="97" y="64"/>
                    </a:lnTo>
                    <a:lnTo>
                      <a:pt x="101" y="65"/>
                    </a:lnTo>
                    <a:lnTo>
                      <a:pt x="105" y="65"/>
                    </a:lnTo>
                    <a:lnTo>
                      <a:pt x="109" y="65"/>
                    </a:lnTo>
                    <a:lnTo>
                      <a:pt x="112" y="65"/>
                    </a:lnTo>
                    <a:lnTo>
                      <a:pt x="114" y="66"/>
                    </a:lnTo>
                    <a:lnTo>
                      <a:pt x="117" y="67"/>
                    </a:lnTo>
                    <a:lnTo>
                      <a:pt x="123" y="69"/>
                    </a:lnTo>
                    <a:lnTo>
                      <a:pt x="128" y="71"/>
                    </a:lnTo>
                    <a:lnTo>
                      <a:pt x="130" y="72"/>
                    </a:lnTo>
                    <a:lnTo>
                      <a:pt x="132" y="72"/>
                    </a:lnTo>
                    <a:lnTo>
                      <a:pt x="135" y="72"/>
                    </a:lnTo>
                    <a:lnTo>
                      <a:pt x="137" y="72"/>
                    </a:lnTo>
                    <a:lnTo>
                      <a:pt x="140" y="70"/>
                    </a:lnTo>
                    <a:lnTo>
                      <a:pt x="141" y="69"/>
                    </a:lnTo>
                    <a:lnTo>
                      <a:pt x="143" y="67"/>
                    </a:lnTo>
                    <a:lnTo>
                      <a:pt x="144" y="65"/>
                    </a:lnTo>
                    <a:lnTo>
                      <a:pt x="144" y="64"/>
                    </a:lnTo>
                    <a:lnTo>
                      <a:pt x="145" y="61"/>
                    </a:lnTo>
                    <a:lnTo>
                      <a:pt x="144" y="60"/>
                    </a:lnTo>
                    <a:lnTo>
                      <a:pt x="144" y="59"/>
                    </a:lnTo>
                    <a:lnTo>
                      <a:pt x="143" y="58"/>
                    </a:lnTo>
                    <a:lnTo>
                      <a:pt x="141" y="57"/>
                    </a:lnTo>
                    <a:lnTo>
                      <a:pt x="137" y="55"/>
                    </a:lnTo>
                    <a:lnTo>
                      <a:pt x="132" y="51"/>
                    </a:lnTo>
                    <a:lnTo>
                      <a:pt x="126" y="48"/>
                    </a:lnTo>
                    <a:lnTo>
                      <a:pt x="123" y="46"/>
                    </a:lnTo>
                    <a:lnTo>
                      <a:pt x="122" y="46"/>
                    </a:lnTo>
                    <a:lnTo>
                      <a:pt x="121" y="45"/>
                    </a:lnTo>
                    <a:lnTo>
                      <a:pt x="121" y="45"/>
                    </a:lnTo>
                    <a:lnTo>
                      <a:pt x="120" y="44"/>
                    </a:lnTo>
                    <a:lnTo>
                      <a:pt x="119" y="43"/>
                    </a:lnTo>
                    <a:lnTo>
                      <a:pt x="119" y="42"/>
                    </a:lnTo>
                    <a:lnTo>
                      <a:pt x="118" y="41"/>
                    </a:lnTo>
                    <a:lnTo>
                      <a:pt x="119" y="41"/>
                    </a:lnTo>
                    <a:lnTo>
                      <a:pt x="119" y="39"/>
                    </a:lnTo>
                    <a:lnTo>
                      <a:pt x="118" y="37"/>
                    </a:lnTo>
                    <a:lnTo>
                      <a:pt x="118" y="37"/>
                    </a:lnTo>
                    <a:lnTo>
                      <a:pt x="118" y="36"/>
                    </a:lnTo>
                    <a:lnTo>
                      <a:pt x="118" y="35"/>
                    </a:lnTo>
                    <a:lnTo>
                      <a:pt x="119" y="33"/>
                    </a:lnTo>
                    <a:lnTo>
                      <a:pt x="119" y="32"/>
                    </a:lnTo>
                    <a:lnTo>
                      <a:pt x="120" y="32"/>
                    </a:lnTo>
                    <a:lnTo>
                      <a:pt x="121" y="32"/>
                    </a:lnTo>
                    <a:lnTo>
                      <a:pt x="122" y="32"/>
                    </a:lnTo>
                    <a:lnTo>
                      <a:pt x="125" y="32"/>
                    </a:lnTo>
                    <a:lnTo>
                      <a:pt x="127" y="32"/>
                    </a:lnTo>
                    <a:lnTo>
                      <a:pt x="130" y="34"/>
                    </a:lnTo>
                    <a:lnTo>
                      <a:pt x="135" y="35"/>
                    </a:lnTo>
                    <a:lnTo>
                      <a:pt x="140" y="37"/>
                    </a:lnTo>
                    <a:lnTo>
                      <a:pt x="143" y="38"/>
                    </a:lnTo>
                    <a:lnTo>
                      <a:pt x="145" y="39"/>
                    </a:lnTo>
                    <a:lnTo>
                      <a:pt x="147" y="40"/>
                    </a:lnTo>
                    <a:lnTo>
                      <a:pt x="148" y="40"/>
                    </a:lnTo>
                    <a:lnTo>
                      <a:pt x="149" y="39"/>
                    </a:lnTo>
                    <a:lnTo>
                      <a:pt x="151" y="38"/>
                    </a:lnTo>
                    <a:lnTo>
                      <a:pt x="153" y="38"/>
                    </a:lnTo>
                    <a:lnTo>
                      <a:pt x="153" y="38"/>
                    </a:lnTo>
                    <a:lnTo>
                      <a:pt x="154" y="37"/>
                    </a:lnTo>
                    <a:lnTo>
                      <a:pt x="154" y="37"/>
                    </a:lnTo>
                    <a:lnTo>
                      <a:pt x="155" y="37"/>
                    </a:lnTo>
                    <a:lnTo>
                      <a:pt x="156" y="33"/>
                    </a:lnTo>
                    <a:lnTo>
                      <a:pt x="156" y="29"/>
                    </a:lnTo>
                    <a:lnTo>
                      <a:pt x="156" y="27"/>
                    </a:lnTo>
                    <a:lnTo>
                      <a:pt x="155" y="24"/>
                    </a:lnTo>
                    <a:lnTo>
                      <a:pt x="154" y="24"/>
                    </a:lnTo>
                    <a:lnTo>
                      <a:pt x="153" y="23"/>
                    </a:lnTo>
                    <a:lnTo>
                      <a:pt x="153" y="22"/>
                    </a:lnTo>
                    <a:lnTo>
                      <a:pt x="151" y="22"/>
                    </a:lnTo>
                    <a:lnTo>
                      <a:pt x="150" y="23"/>
                    </a:lnTo>
                    <a:lnTo>
                      <a:pt x="150" y="23"/>
                    </a:lnTo>
                    <a:lnTo>
                      <a:pt x="150" y="24"/>
                    </a:lnTo>
                    <a:lnTo>
                      <a:pt x="149" y="24"/>
                    </a:lnTo>
                    <a:lnTo>
                      <a:pt x="147" y="25"/>
                    </a:lnTo>
                    <a:lnTo>
                      <a:pt x="143" y="28"/>
                    </a:lnTo>
                    <a:lnTo>
                      <a:pt x="142" y="28"/>
                    </a:lnTo>
                    <a:lnTo>
                      <a:pt x="141" y="28"/>
                    </a:lnTo>
                    <a:lnTo>
                      <a:pt x="138" y="28"/>
                    </a:lnTo>
                    <a:lnTo>
                      <a:pt x="137" y="29"/>
                    </a:lnTo>
                    <a:lnTo>
                      <a:pt x="132" y="28"/>
                    </a:lnTo>
                    <a:lnTo>
                      <a:pt x="127" y="28"/>
                    </a:lnTo>
                    <a:lnTo>
                      <a:pt x="118" y="27"/>
                    </a:lnTo>
                    <a:lnTo>
                      <a:pt x="114" y="26"/>
                    </a:lnTo>
                    <a:lnTo>
                      <a:pt x="113" y="25"/>
                    </a:lnTo>
                    <a:lnTo>
                      <a:pt x="113" y="25"/>
                    </a:lnTo>
                    <a:lnTo>
                      <a:pt x="113" y="24"/>
                    </a:lnTo>
                    <a:lnTo>
                      <a:pt x="112" y="24"/>
                    </a:lnTo>
                    <a:lnTo>
                      <a:pt x="112" y="21"/>
                    </a:lnTo>
                    <a:lnTo>
                      <a:pt x="110" y="20"/>
                    </a:lnTo>
                    <a:lnTo>
                      <a:pt x="109" y="18"/>
                    </a:lnTo>
                    <a:lnTo>
                      <a:pt x="108" y="16"/>
                    </a:lnTo>
                    <a:lnTo>
                      <a:pt x="106" y="15"/>
                    </a:lnTo>
                    <a:lnTo>
                      <a:pt x="105" y="14"/>
                    </a:lnTo>
                    <a:lnTo>
                      <a:pt x="105" y="14"/>
                    </a:lnTo>
                    <a:lnTo>
                      <a:pt x="105" y="12"/>
                    </a:lnTo>
                    <a:lnTo>
                      <a:pt x="105" y="12"/>
                    </a:lnTo>
                    <a:lnTo>
                      <a:pt x="105" y="11"/>
                    </a:lnTo>
                    <a:lnTo>
                      <a:pt x="105" y="8"/>
                    </a:lnTo>
                    <a:lnTo>
                      <a:pt x="105" y="8"/>
                    </a:lnTo>
                    <a:lnTo>
                      <a:pt x="105" y="8"/>
                    </a:lnTo>
                    <a:lnTo>
                      <a:pt x="106" y="6"/>
                    </a:lnTo>
                    <a:lnTo>
                      <a:pt x="106" y="5"/>
                    </a:lnTo>
                    <a:lnTo>
                      <a:pt x="106" y="4"/>
                    </a:lnTo>
                    <a:lnTo>
                      <a:pt x="106" y="3"/>
                    </a:lnTo>
                    <a:lnTo>
                      <a:pt x="105" y="2"/>
                    </a:lnTo>
                    <a:lnTo>
                      <a:pt x="105" y="1"/>
                    </a:lnTo>
                    <a:lnTo>
                      <a:pt x="105" y="0"/>
                    </a:lnTo>
                    <a:lnTo>
                      <a:pt x="104" y="0"/>
                    </a:lnTo>
                    <a:lnTo>
                      <a:pt x="102" y="0"/>
                    </a:lnTo>
                    <a:lnTo>
                      <a:pt x="102" y="1"/>
                    </a:lnTo>
                    <a:lnTo>
                      <a:pt x="101" y="2"/>
                    </a:lnTo>
                    <a:lnTo>
                      <a:pt x="101" y="3"/>
                    </a:lnTo>
                    <a:lnTo>
                      <a:pt x="100" y="4"/>
                    </a:lnTo>
                    <a:lnTo>
                      <a:pt x="97" y="8"/>
                    </a:lnTo>
                    <a:lnTo>
                      <a:pt x="93" y="13"/>
                    </a:lnTo>
                    <a:lnTo>
                      <a:pt x="89" y="18"/>
                    </a:lnTo>
                    <a:lnTo>
                      <a:pt x="86" y="22"/>
                    </a:lnTo>
                    <a:lnTo>
                      <a:pt x="84" y="24"/>
                    </a:lnTo>
                    <a:lnTo>
                      <a:pt x="83" y="24"/>
                    </a:lnTo>
                    <a:lnTo>
                      <a:pt x="81" y="25"/>
                    </a:lnTo>
                    <a:lnTo>
                      <a:pt x="80" y="25"/>
                    </a:lnTo>
                    <a:lnTo>
                      <a:pt x="79" y="25"/>
                    </a:lnTo>
                    <a:lnTo>
                      <a:pt x="78" y="25"/>
                    </a:lnTo>
                    <a:lnTo>
                      <a:pt x="78" y="24"/>
                    </a:lnTo>
                    <a:lnTo>
                      <a:pt x="78" y="24"/>
                    </a:lnTo>
                    <a:lnTo>
                      <a:pt x="80" y="19"/>
                    </a:lnTo>
                    <a:lnTo>
                      <a:pt x="81" y="14"/>
                    </a:lnTo>
                    <a:lnTo>
                      <a:pt x="82" y="13"/>
                    </a:lnTo>
                    <a:lnTo>
                      <a:pt x="82" y="11"/>
                    </a:lnTo>
                    <a:lnTo>
                      <a:pt x="81" y="9"/>
                    </a:lnTo>
                    <a:lnTo>
                      <a:pt x="80" y="7"/>
                    </a:lnTo>
                    <a:lnTo>
                      <a:pt x="80" y="7"/>
                    </a:lnTo>
                    <a:lnTo>
                      <a:pt x="79" y="6"/>
                    </a:lnTo>
                    <a:lnTo>
                      <a:pt x="78" y="7"/>
                    </a:lnTo>
                    <a:lnTo>
                      <a:pt x="78" y="7"/>
                    </a:lnTo>
                    <a:lnTo>
                      <a:pt x="77" y="9"/>
                    </a:lnTo>
                    <a:lnTo>
                      <a:pt x="76" y="12"/>
                    </a:lnTo>
                    <a:lnTo>
                      <a:pt x="74" y="16"/>
                    </a:lnTo>
                    <a:lnTo>
                      <a:pt x="73" y="18"/>
                    </a:lnTo>
                    <a:lnTo>
                      <a:pt x="71" y="20"/>
                    </a:lnTo>
                    <a:lnTo>
                      <a:pt x="69" y="21"/>
                    </a:lnTo>
                    <a:lnTo>
                      <a:pt x="68" y="22"/>
                    </a:lnTo>
                    <a:lnTo>
                      <a:pt x="67" y="23"/>
                    </a:lnTo>
                    <a:lnTo>
                      <a:pt x="65" y="24"/>
                    </a:lnTo>
                    <a:lnTo>
                      <a:pt x="65" y="25"/>
                    </a:lnTo>
                    <a:lnTo>
                      <a:pt x="64" y="26"/>
                    </a:lnTo>
                    <a:lnTo>
                      <a:pt x="64" y="27"/>
                    </a:lnTo>
                    <a:lnTo>
                      <a:pt x="64" y="27"/>
                    </a:lnTo>
                    <a:lnTo>
                      <a:pt x="64" y="28"/>
                    </a:lnTo>
                    <a:lnTo>
                      <a:pt x="65" y="28"/>
                    </a:lnTo>
                    <a:lnTo>
                      <a:pt x="67" y="28"/>
                    </a:lnTo>
                    <a:lnTo>
                      <a:pt x="71" y="29"/>
                    </a:lnTo>
                    <a:lnTo>
                      <a:pt x="76" y="30"/>
                    </a:lnTo>
                    <a:lnTo>
                      <a:pt x="81" y="31"/>
                    </a:lnTo>
                    <a:lnTo>
                      <a:pt x="85" y="3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5" name="ís1iďé"/>
              <p:cNvSpPr/>
              <p:nvPr userDrawn="1"/>
            </p:nvSpPr>
            <p:spPr bwMode="auto">
              <a:xfrm>
                <a:off x="2492376" y="3494088"/>
                <a:ext cx="1190625" cy="766763"/>
              </a:xfrm>
              <a:custGeom>
                <a:avLst/>
                <a:gdLst>
                  <a:gd name="T0" fmla="*/ 238 w 750"/>
                  <a:gd name="T1" fmla="*/ 410 h 483"/>
                  <a:gd name="T2" fmla="*/ 260 w 750"/>
                  <a:gd name="T3" fmla="*/ 439 h 483"/>
                  <a:gd name="T4" fmla="*/ 256 w 750"/>
                  <a:gd name="T5" fmla="*/ 482 h 483"/>
                  <a:gd name="T6" fmla="*/ 230 w 750"/>
                  <a:gd name="T7" fmla="*/ 454 h 483"/>
                  <a:gd name="T8" fmla="*/ 255 w 750"/>
                  <a:gd name="T9" fmla="*/ 473 h 483"/>
                  <a:gd name="T10" fmla="*/ 249 w 750"/>
                  <a:gd name="T11" fmla="*/ 443 h 483"/>
                  <a:gd name="T12" fmla="*/ 234 w 750"/>
                  <a:gd name="T13" fmla="*/ 401 h 483"/>
                  <a:gd name="T14" fmla="*/ 260 w 750"/>
                  <a:gd name="T15" fmla="*/ 397 h 483"/>
                  <a:gd name="T16" fmla="*/ 28 w 750"/>
                  <a:gd name="T17" fmla="*/ 433 h 483"/>
                  <a:gd name="T18" fmla="*/ 13 w 750"/>
                  <a:gd name="T19" fmla="*/ 428 h 483"/>
                  <a:gd name="T20" fmla="*/ 0 w 750"/>
                  <a:gd name="T21" fmla="*/ 419 h 483"/>
                  <a:gd name="T22" fmla="*/ 37 w 750"/>
                  <a:gd name="T23" fmla="*/ 447 h 483"/>
                  <a:gd name="T24" fmla="*/ 123 w 750"/>
                  <a:gd name="T25" fmla="*/ 381 h 483"/>
                  <a:gd name="T26" fmla="*/ 160 w 750"/>
                  <a:gd name="T27" fmla="*/ 436 h 483"/>
                  <a:gd name="T28" fmla="*/ 224 w 750"/>
                  <a:gd name="T29" fmla="*/ 423 h 483"/>
                  <a:gd name="T30" fmla="*/ 193 w 750"/>
                  <a:gd name="T31" fmla="*/ 391 h 483"/>
                  <a:gd name="T32" fmla="*/ 216 w 750"/>
                  <a:gd name="T33" fmla="*/ 409 h 483"/>
                  <a:gd name="T34" fmla="*/ 278 w 750"/>
                  <a:gd name="T35" fmla="*/ 482 h 483"/>
                  <a:gd name="T36" fmla="*/ 351 w 750"/>
                  <a:gd name="T37" fmla="*/ 426 h 483"/>
                  <a:gd name="T38" fmla="*/ 437 w 750"/>
                  <a:gd name="T39" fmla="*/ 430 h 483"/>
                  <a:gd name="T40" fmla="*/ 411 w 750"/>
                  <a:gd name="T41" fmla="*/ 359 h 483"/>
                  <a:gd name="T42" fmla="*/ 388 w 750"/>
                  <a:gd name="T43" fmla="*/ 381 h 483"/>
                  <a:gd name="T44" fmla="*/ 423 w 750"/>
                  <a:gd name="T45" fmla="*/ 447 h 483"/>
                  <a:gd name="T46" fmla="*/ 405 w 750"/>
                  <a:gd name="T47" fmla="*/ 417 h 483"/>
                  <a:gd name="T48" fmla="*/ 401 w 750"/>
                  <a:gd name="T49" fmla="*/ 366 h 483"/>
                  <a:gd name="T50" fmla="*/ 427 w 750"/>
                  <a:gd name="T51" fmla="*/ 408 h 483"/>
                  <a:gd name="T52" fmla="*/ 448 w 750"/>
                  <a:gd name="T53" fmla="*/ 334 h 483"/>
                  <a:gd name="T54" fmla="*/ 498 w 750"/>
                  <a:gd name="T55" fmla="*/ 301 h 483"/>
                  <a:gd name="T56" fmla="*/ 551 w 750"/>
                  <a:gd name="T57" fmla="*/ 375 h 483"/>
                  <a:gd name="T58" fmla="*/ 583 w 750"/>
                  <a:gd name="T59" fmla="*/ 330 h 483"/>
                  <a:gd name="T60" fmla="*/ 544 w 750"/>
                  <a:gd name="T61" fmla="*/ 279 h 483"/>
                  <a:gd name="T62" fmla="*/ 565 w 750"/>
                  <a:gd name="T63" fmla="*/ 265 h 483"/>
                  <a:gd name="T64" fmla="*/ 537 w 750"/>
                  <a:gd name="T65" fmla="*/ 269 h 483"/>
                  <a:gd name="T66" fmla="*/ 572 w 750"/>
                  <a:gd name="T67" fmla="*/ 333 h 483"/>
                  <a:gd name="T68" fmla="*/ 602 w 750"/>
                  <a:gd name="T69" fmla="*/ 327 h 483"/>
                  <a:gd name="T70" fmla="*/ 589 w 750"/>
                  <a:gd name="T71" fmla="*/ 271 h 483"/>
                  <a:gd name="T72" fmla="*/ 650 w 750"/>
                  <a:gd name="T73" fmla="*/ 233 h 483"/>
                  <a:gd name="T74" fmla="*/ 668 w 750"/>
                  <a:gd name="T75" fmla="*/ 220 h 483"/>
                  <a:gd name="T76" fmla="*/ 613 w 750"/>
                  <a:gd name="T77" fmla="*/ 169 h 483"/>
                  <a:gd name="T78" fmla="*/ 644 w 750"/>
                  <a:gd name="T79" fmla="*/ 157 h 483"/>
                  <a:gd name="T80" fmla="*/ 690 w 750"/>
                  <a:gd name="T81" fmla="*/ 213 h 483"/>
                  <a:gd name="T82" fmla="*/ 658 w 750"/>
                  <a:gd name="T83" fmla="*/ 175 h 483"/>
                  <a:gd name="T84" fmla="*/ 620 w 750"/>
                  <a:gd name="T85" fmla="*/ 169 h 483"/>
                  <a:gd name="T86" fmla="*/ 664 w 750"/>
                  <a:gd name="T87" fmla="*/ 208 h 483"/>
                  <a:gd name="T88" fmla="*/ 710 w 750"/>
                  <a:gd name="T89" fmla="*/ 149 h 483"/>
                  <a:gd name="T90" fmla="*/ 697 w 750"/>
                  <a:gd name="T91" fmla="*/ 143 h 483"/>
                  <a:gd name="T92" fmla="*/ 641 w 750"/>
                  <a:gd name="T93" fmla="*/ 104 h 483"/>
                  <a:gd name="T94" fmla="*/ 692 w 750"/>
                  <a:gd name="T95" fmla="*/ 96 h 483"/>
                  <a:gd name="T96" fmla="*/ 709 w 750"/>
                  <a:gd name="T97" fmla="*/ 135 h 483"/>
                  <a:gd name="T98" fmla="*/ 650 w 750"/>
                  <a:gd name="T99" fmla="*/ 108 h 483"/>
                  <a:gd name="T100" fmla="*/ 667 w 750"/>
                  <a:gd name="T101" fmla="*/ 97 h 483"/>
                  <a:gd name="T102" fmla="*/ 718 w 750"/>
                  <a:gd name="T103" fmla="*/ 126 h 483"/>
                  <a:gd name="T104" fmla="*/ 706 w 750"/>
                  <a:gd name="T105" fmla="*/ 61 h 483"/>
                  <a:gd name="T106" fmla="*/ 732 w 750"/>
                  <a:gd name="T107" fmla="*/ 81 h 483"/>
                  <a:gd name="T108" fmla="*/ 669 w 750"/>
                  <a:gd name="T109" fmla="*/ 73 h 483"/>
                  <a:gd name="T110" fmla="*/ 673 w 750"/>
                  <a:gd name="T111" fmla="*/ 53 h 483"/>
                  <a:gd name="T112" fmla="*/ 654 w 750"/>
                  <a:gd name="T113" fmla="*/ 62 h 483"/>
                  <a:gd name="T114" fmla="*/ 698 w 750"/>
                  <a:gd name="T115" fmla="*/ 91 h 483"/>
                  <a:gd name="T116" fmla="*/ 741 w 750"/>
                  <a:gd name="T117" fmla="*/ 77 h 483"/>
                  <a:gd name="T118" fmla="*/ 662 w 750"/>
                  <a:gd name="T119" fmla="*/ 9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50" h="483">
                    <a:moveTo>
                      <a:pt x="265" y="417"/>
                    </a:moveTo>
                    <a:lnTo>
                      <a:pt x="258" y="417"/>
                    </a:lnTo>
                    <a:lnTo>
                      <a:pt x="258" y="414"/>
                    </a:lnTo>
                    <a:lnTo>
                      <a:pt x="257" y="411"/>
                    </a:lnTo>
                    <a:lnTo>
                      <a:pt x="257" y="408"/>
                    </a:lnTo>
                    <a:lnTo>
                      <a:pt x="256" y="405"/>
                    </a:lnTo>
                    <a:lnTo>
                      <a:pt x="255" y="404"/>
                    </a:lnTo>
                    <a:lnTo>
                      <a:pt x="253" y="403"/>
                    </a:lnTo>
                    <a:lnTo>
                      <a:pt x="251" y="401"/>
                    </a:lnTo>
                    <a:lnTo>
                      <a:pt x="249" y="401"/>
                    </a:lnTo>
                    <a:lnTo>
                      <a:pt x="246" y="401"/>
                    </a:lnTo>
                    <a:lnTo>
                      <a:pt x="244" y="402"/>
                    </a:lnTo>
                    <a:lnTo>
                      <a:pt x="241" y="404"/>
                    </a:lnTo>
                    <a:lnTo>
                      <a:pt x="241" y="405"/>
                    </a:lnTo>
                    <a:lnTo>
                      <a:pt x="239" y="408"/>
                    </a:lnTo>
                    <a:lnTo>
                      <a:pt x="238" y="410"/>
                    </a:lnTo>
                    <a:lnTo>
                      <a:pt x="238" y="414"/>
                    </a:lnTo>
                    <a:lnTo>
                      <a:pt x="238" y="417"/>
                    </a:lnTo>
                    <a:lnTo>
                      <a:pt x="238" y="420"/>
                    </a:lnTo>
                    <a:lnTo>
                      <a:pt x="238" y="421"/>
                    </a:lnTo>
                    <a:lnTo>
                      <a:pt x="238" y="423"/>
                    </a:lnTo>
                    <a:lnTo>
                      <a:pt x="239" y="425"/>
                    </a:lnTo>
                    <a:lnTo>
                      <a:pt x="240" y="426"/>
                    </a:lnTo>
                    <a:lnTo>
                      <a:pt x="241" y="428"/>
                    </a:lnTo>
                    <a:lnTo>
                      <a:pt x="242" y="429"/>
                    </a:lnTo>
                    <a:lnTo>
                      <a:pt x="244" y="430"/>
                    </a:lnTo>
                    <a:lnTo>
                      <a:pt x="245" y="431"/>
                    </a:lnTo>
                    <a:lnTo>
                      <a:pt x="249" y="433"/>
                    </a:lnTo>
                    <a:lnTo>
                      <a:pt x="251" y="434"/>
                    </a:lnTo>
                    <a:lnTo>
                      <a:pt x="253" y="434"/>
                    </a:lnTo>
                    <a:lnTo>
                      <a:pt x="257" y="437"/>
                    </a:lnTo>
                    <a:lnTo>
                      <a:pt x="260" y="439"/>
                    </a:lnTo>
                    <a:lnTo>
                      <a:pt x="262" y="442"/>
                    </a:lnTo>
                    <a:lnTo>
                      <a:pt x="264" y="444"/>
                    </a:lnTo>
                    <a:lnTo>
                      <a:pt x="265" y="447"/>
                    </a:lnTo>
                    <a:lnTo>
                      <a:pt x="266" y="450"/>
                    </a:lnTo>
                    <a:lnTo>
                      <a:pt x="267" y="454"/>
                    </a:lnTo>
                    <a:lnTo>
                      <a:pt x="267" y="458"/>
                    </a:lnTo>
                    <a:lnTo>
                      <a:pt x="266" y="463"/>
                    </a:lnTo>
                    <a:lnTo>
                      <a:pt x="265" y="469"/>
                    </a:lnTo>
                    <a:lnTo>
                      <a:pt x="265" y="471"/>
                    </a:lnTo>
                    <a:lnTo>
                      <a:pt x="264" y="473"/>
                    </a:lnTo>
                    <a:lnTo>
                      <a:pt x="263" y="475"/>
                    </a:lnTo>
                    <a:lnTo>
                      <a:pt x="261" y="477"/>
                    </a:lnTo>
                    <a:lnTo>
                      <a:pt x="261" y="478"/>
                    </a:lnTo>
                    <a:lnTo>
                      <a:pt x="259" y="479"/>
                    </a:lnTo>
                    <a:lnTo>
                      <a:pt x="257" y="481"/>
                    </a:lnTo>
                    <a:lnTo>
                      <a:pt x="256" y="482"/>
                    </a:lnTo>
                    <a:lnTo>
                      <a:pt x="254" y="482"/>
                    </a:lnTo>
                    <a:lnTo>
                      <a:pt x="253" y="483"/>
                    </a:lnTo>
                    <a:lnTo>
                      <a:pt x="250" y="483"/>
                    </a:lnTo>
                    <a:lnTo>
                      <a:pt x="248" y="483"/>
                    </a:lnTo>
                    <a:lnTo>
                      <a:pt x="245" y="483"/>
                    </a:lnTo>
                    <a:lnTo>
                      <a:pt x="242" y="482"/>
                    </a:lnTo>
                    <a:lnTo>
                      <a:pt x="240" y="482"/>
                    </a:lnTo>
                    <a:lnTo>
                      <a:pt x="237" y="481"/>
                    </a:lnTo>
                    <a:lnTo>
                      <a:pt x="236" y="478"/>
                    </a:lnTo>
                    <a:lnTo>
                      <a:pt x="234" y="476"/>
                    </a:lnTo>
                    <a:lnTo>
                      <a:pt x="232" y="474"/>
                    </a:lnTo>
                    <a:lnTo>
                      <a:pt x="231" y="470"/>
                    </a:lnTo>
                    <a:lnTo>
                      <a:pt x="231" y="468"/>
                    </a:lnTo>
                    <a:lnTo>
                      <a:pt x="230" y="464"/>
                    </a:lnTo>
                    <a:lnTo>
                      <a:pt x="230" y="459"/>
                    </a:lnTo>
                    <a:lnTo>
                      <a:pt x="230" y="454"/>
                    </a:lnTo>
                    <a:lnTo>
                      <a:pt x="236" y="454"/>
                    </a:lnTo>
                    <a:lnTo>
                      <a:pt x="236" y="459"/>
                    </a:lnTo>
                    <a:lnTo>
                      <a:pt x="236" y="464"/>
                    </a:lnTo>
                    <a:lnTo>
                      <a:pt x="237" y="467"/>
                    </a:lnTo>
                    <a:lnTo>
                      <a:pt x="239" y="470"/>
                    </a:lnTo>
                    <a:lnTo>
                      <a:pt x="240" y="471"/>
                    </a:lnTo>
                    <a:lnTo>
                      <a:pt x="241" y="473"/>
                    </a:lnTo>
                    <a:lnTo>
                      <a:pt x="241" y="474"/>
                    </a:lnTo>
                    <a:lnTo>
                      <a:pt x="243" y="474"/>
                    </a:lnTo>
                    <a:lnTo>
                      <a:pt x="244" y="474"/>
                    </a:lnTo>
                    <a:lnTo>
                      <a:pt x="245" y="475"/>
                    </a:lnTo>
                    <a:lnTo>
                      <a:pt x="247" y="475"/>
                    </a:lnTo>
                    <a:lnTo>
                      <a:pt x="249" y="475"/>
                    </a:lnTo>
                    <a:lnTo>
                      <a:pt x="251" y="475"/>
                    </a:lnTo>
                    <a:lnTo>
                      <a:pt x="253" y="474"/>
                    </a:lnTo>
                    <a:lnTo>
                      <a:pt x="255" y="473"/>
                    </a:lnTo>
                    <a:lnTo>
                      <a:pt x="257" y="471"/>
                    </a:lnTo>
                    <a:lnTo>
                      <a:pt x="258" y="469"/>
                    </a:lnTo>
                    <a:lnTo>
                      <a:pt x="259" y="466"/>
                    </a:lnTo>
                    <a:lnTo>
                      <a:pt x="260" y="463"/>
                    </a:lnTo>
                    <a:lnTo>
                      <a:pt x="260" y="460"/>
                    </a:lnTo>
                    <a:lnTo>
                      <a:pt x="260" y="457"/>
                    </a:lnTo>
                    <a:lnTo>
                      <a:pt x="259" y="454"/>
                    </a:lnTo>
                    <a:lnTo>
                      <a:pt x="258" y="453"/>
                    </a:lnTo>
                    <a:lnTo>
                      <a:pt x="257" y="450"/>
                    </a:lnTo>
                    <a:lnTo>
                      <a:pt x="257" y="449"/>
                    </a:lnTo>
                    <a:lnTo>
                      <a:pt x="255" y="447"/>
                    </a:lnTo>
                    <a:lnTo>
                      <a:pt x="253" y="446"/>
                    </a:lnTo>
                    <a:lnTo>
                      <a:pt x="251" y="445"/>
                    </a:lnTo>
                    <a:lnTo>
                      <a:pt x="251" y="445"/>
                    </a:lnTo>
                    <a:lnTo>
                      <a:pt x="250" y="444"/>
                    </a:lnTo>
                    <a:lnTo>
                      <a:pt x="249" y="443"/>
                    </a:lnTo>
                    <a:lnTo>
                      <a:pt x="246" y="442"/>
                    </a:lnTo>
                    <a:lnTo>
                      <a:pt x="241" y="439"/>
                    </a:lnTo>
                    <a:lnTo>
                      <a:pt x="238" y="437"/>
                    </a:lnTo>
                    <a:lnTo>
                      <a:pt x="236" y="436"/>
                    </a:lnTo>
                    <a:lnTo>
                      <a:pt x="234" y="434"/>
                    </a:lnTo>
                    <a:lnTo>
                      <a:pt x="233" y="432"/>
                    </a:lnTo>
                    <a:lnTo>
                      <a:pt x="232" y="430"/>
                    </a:lnTo>
                    <a:lnTo>
                      <a:pt x="232" y="427"/>
                    </a:lnTo>
                    <a:lnTo>
                      <a:pt x="231" y="424"/>
                    </a:lnTo>
                    <a:lnTo>
                      <a:pt x="231" y="421"/>
                    </a:lnTo>
                    <a:lnTo>
                      <a:pt x="231" y="417"/>
                    </a:lnTo>
                    <a:lnTo>
                      <a:pt x="231" y="412"/>
                    </a:lnTo>
                    <a:lnTo>
                      <a:pt x="232" y="407"/>
                    </a:lnTo>
                    <a:lnTo>
                      <a:pt x="232" y="405"/>
                    </a:lnTo>
                    <a:lnTo>
                      <a:pt x="233" y="403"/>
                    </a:lnTo>
                    <a:lnTo>
                      <a:pt x="234" y="401"/>
                    </a:lnTo>
                    <a:lnTo>
                      <a:pt x="235" y="399"/>
                    </a:lnTo>
                    <a:lnTo>
                      <a:pt x="236" y="397"/>
                    </a:lnTo>
                    <a:lnTo>
                      <a:pt x="237" y="397"/>
                    </a:lnTo>
                    <a:lnTo>
                      <a:pt x="239" y="395"/>
                    </a:lnTo>
                    <a:lnTo>
                      <a:pt x="241" y="394"/>
                    </a:lnTo>
                    <a:lnTo>
                      <a:pt x="242" y="393"/>
                    </a:lnTo>
                    <a:lnTo>
                      <a:pt x="244" y="393"/>
                    </a:lnTo>
                    <a:lnTo>
                      <a:pt x="245" y="393"/>
                    </a:lnTo>
                    <a:lnTo>
                      <a:pt x="248" y="393"/>
                    </a:lnTo>
                    <a:lnTo>
                      <a:pt x="249" y="393"/>
                    </a:lnTo>
                    <a:lnTo>
                      <a:pt x="252" y="393"/>
                    </a:lnTo>
                    <a:lnTo>
                      <a:pt x="253" y="393"/>
                    </a:lnTo>
                    <a:lnTo>
                      <a:pt x="256" y="394"/>
                    </a:lnTo>
                    <a:lnTo>
                      <a:pt x="257" y="395"/>
                    </a:lnTo>
                    <a:lnTo>
                      <a:pt x="258" y="396"/>
                    </a:lnTo>
                    <a:lnTo>
                      <a:pt x="260" y="397"/>
                    </a:lnTo>
                    <a:lnTo>
                      <a:pt x="261" y="399"/>
                    </a:lnTo>
                    <a:lnTo>
                      <a:pt x="262" y="401"/>
                    </a:lnTo>
                    <a:lnTo>
                      <a:pt x="263" y="403"/>
                    </a:lnTo>
                    <a:lnTo>
                      <a:pt x="264" y="405"/>
                    </a:lnTo>
                    <a:lnTo>
                      <a:pt x="264" y="407"/>
                    </a:lnTo>
                    <a:lnTo>
                      <a:pt x="265" y="412"/>
                    </a:lnTo>
                    <a:lnTo>
                      <a:pt x="265" y="417"/>
                    </a:lnTo>
                    <a:lnTo>
                      <a:pt x="265" y="417"/>
                    </a:lnTo>
                    <a:close/>
                    <a:moveTo>
                      <a:pt x="16" y="438"/>
                    </a:moveTo>
                    <a:lnTo>
                      <a:pt x="18" y="438"/>
                    </a:lnTo>
                    <a:lnTo>
                      <a:pt x="20" y="438"/>
                    </a:lnTo>
                    <a:lnTo>
                      <a:pt x="21" y="437"/>
                    </a:lnTo>
                    <a:lnTo>
                      <a:pt x="23" y="436"/>
                    </a:lnTo>
                    <a:lnTo>
                      <a:pt x="24" y="435"/>
                    </a:lnTo>
                    <a:lnTo>
                      <a:pt x="27" y="434"/>
                    </a:lnTo>
                    <a:lnTo>
                      <a:pt x="28" y="433"/>
                    </a:lnTo>
                    <a:lnTo>
                      <a:pt x="29" y="431"/>
                    </a:lnTo>
                    <a:lnTo>
                      <a:pt x="30" y="430"/>
                    </a:lnTo>
                    <a:lnTo>
                      <a:pt x="32" y="428"/>
                    </a:lnTo>
                    <a:lnTo>
                      <a:pt x="32" y="425"/>
                    </a:lnTo>
                    <a:lnTo>
                      <a:pt x="34" y="423"/>
                    </a:lnTo>
                    <a:lnTo>
                      <a:pt x="58" y="358"/>
                    </a:lnTo>
                    <a:lnTo>
                      <a:pt x="51" y="355"/>
                    </a:lnTo>
                    <a:lnTo>
                      <a:pt x="27" y="420"/>
                    </a:lnTo>
                    <a:lnTo>
                      <a:pt x="25" y="423"/>
                    </a:lnTo>
                    <a:lnTo>
                      <a:pt x="24" y="425"/>
                    </a:lnTo>
                    <a:lnTo>
                      <a:pt x="23" y="426"/>
                    </a:lnTo>
                    <a:lnTo>
                      <a:pt x="20" y="428"/>
                    </a:lnTo>
                    <a:lnTo>
                      <a:pt x="19" y="429"/>
                    </a:lnTo>
                    <a:lnTo>
                      <a:pt x="17" y="429"/>
                    </a:lnTo>
                    <a:lnTo>
                      <a:pt x="15" y="429"/>
                    </a:lnTo>
                    <a:lnTo>
                      <a:pt x="13" y="428"/>
                    </a:lnTo>
                    <a:lnTo>
                      <a:pt x="12" y="427"/>
                    </a:lnTo>
                    <a:lnTo>
                      <a:pt x="10" y="425"/>
                    </a:lnTo>
                    <a:lnTo>
                      <a:pt x="9" y="424"/>
                    </a:lnTo>
                    <a:lnTo>
                      <a:pt x="8" y="421"/>
                    </a:lnTo>
                    <a:lnTo>
                      <a:pt x="8" y="419"/>
                    </a:lnTo>
                    <a:lnTo>
                      <a:pt x="8" y="417"/>
                    </a:lnTo>
                    <a:lnTo>
                      <a:pt x="8" y="414"/>
                    </a:lnTo>
                    <a:lnTo>
                      <a:pt x="8" y="411"/>
                    </a:lnTo>
                    <a:lnTo>
                      <a:pt x="33" y="346"/>
                    </a:lnTo>
                    <a:lnTo>
                      <a:pt x="26" y="342"/>
                    </a:lnTo>
                    <a:lnTo>
                      <a:pt x="2" y="407"/>
                    </a:lnTo>
                    <a:lnTo>
                      <a:pt x="1" y="410"/>
                    </a:lnTo>
                    <a:lnTo>
                      <a:pt x="0" y="412"/>
                    </a:lnTo>
                    <a:lnTo>
                      <a:pt x="0" y="414"/>
                    </a:lnTo>
                    <a:lnTo>
                      <a:pt x="0" y="417"/>
                    </a:lnTo>
                    <a:lnTo>
                      <a:pt x="0" y="419"/>
                    </a:lnTo>
                    <a:lnTo>
                      <a:pt x="0" y="421"/>
                    </a:lnTo>
                    <a:lnTo>
                      <a:pt x="0" y="423"/>
                    </a:lnTo>
                    <a:lnTo>
                      <a:pt x="1" y="425"/>
                    </a:lnTo>
                    <a:lnTo>
                      <a:pt x="3" y="428"/>
                    </a:lnTo>
                    <a:lnTo>
                      <a:pt x="4" y="430"/>
                    </a:lnTo>
                    <a:lnTo>
                      <a:pt x="5" y="432"/>
                    </a:lnTo>
                    <a:lnTo>
                      <a:pt x="7" y="434"/>
                    </a:lnTo>
                    <a:lnTo>
                      <a:pt x="8" y="435"/>
                    </a:lnTo>
                    <a:lnTo>
                      <a:pt x="11" y="436"/>
                    </a:lnTo>
                    <a:lnTo>
                      <a:pt x="14" y="438"/>
                    </a:lnTo>
                    <a:lnTo>
                      <a:pt x="16" y="438"/>
                    </a:lnTo>
                    <a:lnTo>
                      <a:pt x="16" y="438"/>
                    </a:lnTo>
                    <a:close/>
                    <a:moveTo>
                      <a:pt x="68" y="458"/>
                    </a:moveTo>
                    <a:lnTo>
                      <a:pt x="68" y="373"/>
                    </a:lnTo>
                    <a:lnTo>
                      <a:pt x="44" y="450"/>
                    </a:lnTo>
                    <a:lnTo>
                      <a:pt x="37" y="447"/>
                    </a:lnTo>
                    <a:lnTo>
                      <a:pt x="64" y="361"/>
                    </a:lnTo>
                    <a:lnTo>
                      <a:pt x="75" y="365"/>
                    </a:lnTo>
                    <a:lnTo>
                      <a:pt x="74" y="435"/>
                    </a:lnTo>
                    <a:lnTo>
                      <a:pt x="91" y="370"/>
                    </a:lnTo>
                    <a:lnTo>
                      <a:pt x="98" y="373"/>
                    </a:lnTo>
                    <a:lnTo>
                      <a:pt x="75" y="460"/>
                    </a:lnTo>
                    <a:lnTo>
                      <a:pt x="68" y="458"/>
                    </a:lnTo>
                    <a:lnTo>
                      <a:pt x="68" y="458"/>
                    </a:lnTo>
                    <a:close/>
                    <a:moveTo>
                      <a:pt x="92" y="466"/>
                    </a:moveTo>
                    <a:lnTo>
                      <a:pt x="111" y="377"/>
                    </a:lnTo>
                    <a:lnTo>
                      <a:pt x="104" y="375"/>
                    </a:lnTo>
                    <a:lnTo>
                      <a:pt x="84" y="463"/>
                    </a:lnTo>
                    <a:lnTo>
                      <a:pt x="92" y="466"/>
                    </a:lnTo>
                    <a:lnTo>
                      <a:pt x="92" y="466"/>
                    </a:lnTo>
                    <a:close/>
                    <a:moveTo>
                      <a:pt x="124" y="454"/>
                    </a:moveTo>
                    <a:lnTo>
                      <a:pt x="123" y="381"/>
                    </a:lnTo>
                    <a:lnTo>
                      <a:pt x="116" y="378"/>
                    </a:lnTo>
                    <a:lnTo>
                      <a:pt x="117" y="471"/>
                    </a:lnTo>
                    <a:lnTo>
                      <a:pt x="124" y="474"/>
                    </a:lnTo>
                    <a:lnTo>
                      <a:pt x="152" y="386"/>
                    </a:lnTo>
                    <a:lnTo>
                      <a:pt x="144" y="385"/>
                    </a:lnTo>
                    <a:lnTo>
                      <a:pt x="124" y="454"/>
                    </a:lnTo>
                    <a:lnTo>
                      <a:pt x="124" y="454"/>
                    </a:lnTo>
                    <a:close/>
                    <a:moveTo>
                      <a:pt x="146" y="477"/>
                    </a:moveTo>
                    <a:lnTo>
                      <a:pt x="157" y="387"/>
                    </a:lnTo>
                    <a:lnTo>
                      <a:pt x="187" y="392"/>
                    </a:lnTo>
                    <a:lnTo>
                      <a:pt x="186" y="401"/>
                    </a:lnTo>
                    <a:lnTo>
                      <a:pt x="164" y="397"/>
                    </a:lnTo>
                    <a:lnTo>
                      <a:pt x="160" y="426"/>
                    </a:lnTo>
                    <a:lnTo>
                      <a:pt x="177" y="429"/>
                    </a:lnTo>
                    <a:lnTo>
                      <a:pt x="176" y="438"/>
                    </a:lnTo>
                    <a:lnTo>
                      <a:pt x="160" y="436"/>
                    </a:lnTo>
                    <a:lnTo>
                      <a:pt x="155" y="469"/>
                    </a:lnTo>
                    <a:lnTo>
                      <a:pt x="179" y="472"/>
                    </a:lnTo>
                    <a:lnTo>
                      <a:pt x="177" y="481"/>
                    </a:lnTo>
                    <a:lnTo>
                      <a:pt x="146" y="477"/>
                    </a:lnTo>
                    <a:lnTo>
                      <a:pt x="146" y="477"/>
                    </a:lnTo>
                    <a:close/>
                    <a:moveTo>
                      <a:pt x="224" y="483"/>
                    </a:moveTo>
                    <a:lnTo>
                      <a:pt x="214" y="438"/>
                    </a:lnTo>
                    <a:lnTo>
                      <a:pt x="216" y="438"/>
                    </a:lnTo>
                    <a:lnTo>
                      <a:pt x="216" y="437"/>
                    </a:lnTo>
                    <a:lnTo>
                      <a:pt x="217" y="436"/>
                    </a:lnTo>
                    <a:lnTo>
                      <a:pt x="219" y="434"/>
                    </a:lnTo>
                    <a:lnTo>
                      <a:pt x="220" y="432"/>
                    </a:lnTo>
                    <a:lnTo>
                      <a:pt x="222" y="430"/>
                    </a:lnTo>
                    <a:lnTo>
                      <a:pt x="223" y="426"/>
                    </a:lnTo>
                    <a:lnTo>
                      <a:pt x="224" y="423"/>
                    </a:lnTo>
                    <a:lnTo>
                      <a:pt x="224" y="423"/>
                    </a:lnTo>
                    <a:lnTo>
                      <a:pt x="224" y="422"/>
                    </a:lnTo>
                    <a:lnTo>
                      <a:pt x="225" y="420"/>
                    </a:lnTo>
                    <a:lnTo>
                      <a:pt x="225" y="414"/>
                    </a:lnTo>
                    <a:lnTo>
                      <a:pt x="225" y="410"/>
                    </a:lnTo>
                    <a:lnTo>
                      <a:pt x="224" y="407"/>
                    </a:lnTo>
                    <a:lnTo>
                      <a:pt x="223" y="403"/>
                    </a:lnTo>
                    <a:lnTo>
                      <a:pt x="221" y="400"/>
                    </a:lnTo>
                    <a:lnTo>
                      <a:pt x="220" y="398"/>
                    </a:lnTo>
                    <a:lnTo>
                      <a:pt x="220" y="397"/>
                    </a:lnTo>
                    <a:lnTo>
                      <a:pt x="218" y="395"/>
                    </a:lnTo>
                    <a:lnTo>
                      <a:pt x="216" y="394"/>
                    </a:lnTo>
                    <a:lnTo>
                      <a:pt x="215" y="393"/>
                    </a:lnTo>
                    <a:lnTo>
                      <a:pt x="213" y="393"/>
                    </a:lnTo>
                    <a:lnTo>
                      <a:pt x="211" y="392"/>
                    </a:lnTo>
                    <a:lnTo>
                      <a:pt x="209" y="392"/>
                    </a:lnTo>
                    <a:lnTo>
                      <a:pt x="193" y="391"/>
                    </a:lnTo>
                    <a:lnTo>
                      <a:pt x="189" y="482"/>
                    </a:lnTo>
                    <a:lnTo>
                      <a:pt x="197" y="482"/>
                    </a:lnTo>
                    <a:lnTo>
                      <a:pt x="199" y="439"/>
                    </a:lnTo>
                    <a:lnTo>
                      <a:pt x="206" y="440"/>
                    </a:lnTo>
                    <a:lnTo>
                      <a:pt x="216" y="483"/>
                    </a:lnTo>
                    <a:lnTo>
                      <a:pt x="224" y="483"/>
                    </a:lnTo>
                    <a:lnTo>
                      <a:pt x="224" y="483"/>
                    </a:lnTo>
                    <a:close/>
                    <a:moveTo>
                      <a:pt x="199" y="430"/>
                    </a:moveTo>
                    <a:lnTo>
                      <a:pt x="200" y="401"/>
                    </a:lnTo>
                    <a:lnTo>
                      <a:pt x="208" y="401"/>
                    </a:lnTo>
                    <a:lnTo>
                      <a:pt x="209" y="401"/>
                    </a:lnTo>
                    <a:lnTo>
                      <a:pt x="212" y="402"/>
                    </a:lnTo>
                    <a:lnTo>
                      <a:pt x="213" y="403"/>
                    </a:lnTo>
                    <a:lnTo>
                      <a:pt x="214" y="405"/>
                    </a:lnTo>
                    <a:lnTo>
                      <a:pt x="216" y="407"/>
                    </a:lnTo>
                    <a:lnTo>
                      <a:pt x="216" y="409"/>
                    </a:lnTo>
                    <a:lnTo>
                      <a:pt x="216" y="412"/>
                    </a:lnTo>
                    <a:lnTo>
                      <a:pt x="216" y="415"/>
                    </a:lnTo>
                    <a:lnTo>
                      <a:pt x="216" y="418"/>
                    </a:lnTo>
                    <a:lnTo>
                      <a:pt x="216" y="421"/>
                    </a:lnTo>
                    <a:lnTo>
                      <a:pt x="214" y="425"/>
                    </a:lnTo>
                    <a:lnTo>
                      <a:pt x="213" y="427"/>
                    </a:lnTo>
                    <a:lnTo>
                      <a:pt x="212" y="429"/>
                    </a:lnTo>
                    <a:lnTo>
                      <a:pt x="210" y="430"/>
                    </a:lnTo>
                    <a:lnTo>
                      <a:pt x="208" y="430"/>
                    </a:lnTo>
                    <a:lnTo>
                      <a:pt x="206" y="430"/>
                    </a:lnTo>
                    <a:lnTo>
                      <a:pt x="199" y="430"/>
                    </a:lnTo>
                    <a:lnTo>
                      <a:pt x="199" y="430"/>
                    </a:lnTo>
                    <a:close/>
                    <a:moveTo>
                      <a:pt x="285" y="481"/>
                    </a:moveTo>
                    <a:lnTo>
                      <a:pt x="278" y="390"/>
                    </a:lnTo>
                    <a:lnTo>
                      <a:pt x="270" y="391"/>
                    </a:lnTo>
                    <a:lnTo>
                      <a:pt x="278" y="482"/>
                    </a:lnTo>
                    <a:lnTo>
                      <a:pt x="285" y="481"/>
                    </a:lnTo>
                    <a:lnTo>
                      <a:pt x="285" y="481"/>
                    </a:lnTo>
                    <a:close/>
                    <a:moveTo>
                      <a:pt x="282" y="398"/>
                    </a:moveTo>
                    <a:lnTo>
                      <a:pt x="282" y="389"/>
                    </a:lnTo>
                    <a:lnTo>
                      <a:pt x="318" y="385"/>
                    </a:lnTo>
                    <a:lnTo>
                      <a:pt x="319" y="393"/>
                    </a:lnTo>
                    <a:lnTo>
                      <a:pt x="305" y="395"/>
                    </a:lnTo>
                    <a:lnTo>
                      <a:pt x="314" y="477"/>
                    </a:lnTo>
                    <a:lnTo>
                      <a:pt x="307" y="478"/>
                    </a:lnTo>
                    <a:lnTo>
                      <a:pt x="297" y="397"/>
                    </a:lnTo>
                    <a:lnTo>
                      <a:pt x="282" y="398"/>
                    </a:lnTo>
                    <a:lnTo>
                      <a:pt x="282" y="398"/>
                    </a:lnTo>
                    <a:close/>
                    <a:moveTo>
                      <a:pt x="344" y="428"/>
                    </a:moveTo>
                    <a:lnTo>
                      <a:pt x="353" y="470"/>
                    </a:lnTo>
                    <a:lnTo>
                      <a:pt x="361" y="468"/>
                    </a:lnTo>
                    <a:lnTo>
                      <a:pt x="351" y="426"/>
                    </a:lnTo>
                    <a:lnTo>
                      <a:pt x="357" y="374"/>
                    </a:lnTo>
                    <a:lnTo>
                      <a:pt x="350" y="377"/>
                    </a:lnTo>
                    <a:lnTo>
                      <a:pt x="345" y="416"/>
                    </a:lnTo>
                    <a:lnTo>
                      <a:pt x="329" y="381"/>
                    </a:lnTo>
                    <a:lnTo>
                      <a:pt x="322" y="384"/>
                    </a:lnTo>
                    <a:lnTo>
                      <a:pt x="344" y="428"/>
                    </a:lnTo>
                    <a:lnTo>
                      <a:pt x="344" y="428"/>
                    </a:lnTo>
                    <a:close/>
                    <a:moveTo>
                      <a:pt x="427" y="446"/>
                    </a:moveTo>
                    <a:lnTo>
                      <a:pt x="429" y="445"/>
                    </a:lnTo>
                    <a:lnTo>
                      <a:pt x="431" y="443"/>
                    </a:lnTo>
                    <a:lnTo>
                      <a:pt x="433" y="442"/>
                    </a:lnTo>
                    <a:lnTo>
                      <a:pt x="434" y="440"/>
                    </a:lnTo>
                    <a:lnTo>
                      <a:pt x="436" y="438"/>
                    </a:lnTo>
                    <a:lnTo>
                      <a:pt x="437" y="436"/>
                    </a:lnTo>
                    <a:lnTo>
                      <a:pt x="437" y="433"/>
                    </a:lnTo>
                    <a:lnTo>
                      <a:pt x="437" y="430"/>
                    </a:lnTo>
                    <a:lnTo>
                      <a:pt x="438" y="427"/>
                    </a:lnTo>
                    <a:lnTo>
                      <a:pt x="437" y="423"/>
                    </a:lnTo>
                    <a:lnTo>
                      <a:pt x="437" y="419"/>
                    </a:lnTo>
                    <a:lnTo>
                      <a:pt x="436" y="414"/>
                    </a:lnTo>
                    <a:lnTo>
                      <a:pt x="433" y="403"/>
                    </a:lnTo>
                    <a:lnTo>
                      <a:pt x="431" y="393"/>
                    </a:lnTo>
                    <a:lnTo>
                      <a:pt x="429" y="388"/>
                    </a:lnTo>
                    <a:lnTo>
                      <a:pt x="427" y="383"/>
                    </a:lnTo>
                    <a:lnTo>
                      <a:pt x="425" y="379"/>
                    </a:lnTo>
                    <a:lnTo>
                      <a:pt x="423" y="374"/>
                    </a:lnTo>
                    <a:lnTo>
                      <a:pt x="421" y="370"/>
                    </a:lnTo>
                    <a:lnTo>
                      <a:pt x="419" y="367"/>
                    </a:lnTo>
                    <a:lnTo>
                      <a:pt x="417" y="364"/>
                    </a:lnTo>
                    <a:lnTo>
                      <a:pt x="415" y="362"/>
                    </a:lnTo>
                    <a:lnTo>
                      <a:pt x="413" y="360"/>
                    </a:lnTo>
                    <a:lnTo>
                      <a:pt x="411" y="359"/>
                    </a:lnTo>
                    <a:lnTo>
                      <a:pt x="409" y="358"/>
                    </a:lnTo>
                    <a:lnTo>
                      <a:pt x="407" y="357"/>
                    </a:lnTo>
                    <a:lnTo>
                      <a:pt x="405" y="357"/>
                    </a:lnTo>
                    <a:lnTo>
                      <a:pt x="403" y="357"/>
                    </a:lnTo>
                    <a:lnTo>
                      <a:pt x="401" y="357"/>
                    </a:lnTo>
                    <a:lnTo>
                      <a:pt x="398" y="358"/>
                    </a:lnTo>
                    <a:lnTo>
                      <a:pt x="396" y="360"/>
                    </a:lnTo>
                    <a:lnTo>
                      <a:pt x="394" y="361"/>
                    </a:lnTo>
                    <a:lnTo>
                      <a:pt x="393" y="362"/>
                    </a:lnTo>
                    <a:lnTo>
                      <a:pt x="391" y="364"/>
                    </a:lnTo>
                    <a:lnTo>
                      <a:pt x="390" y="366"/>
                    </a:lnTo>
                    <a:lnTo>
                      <a:pt x="389" y="369"/>
                    </a:lnTo>
                    <a:lnTo>
                      <a:pt x="388" y="371"/>
                    </a:lnTo>
                    <a:lnTo>
                      <a:pt x="388" y="374"/>
                    </a:lnTo>
                    <a:lnTo>
                      <a:pt x="388" y="377"/>
                    </a:lnTo>
                    <a:lnTo>
                      <a:pt x="388" y="381"/>
                    </a:lnTo>
                    <a:lnTo>
                      <a:pt x="389" y="385"/>
                    </a:lnTo>
                    <a:lnTo>
                      <a:pt x="389" y="389"/>
                    </a:lnTo>
                    <a:lnTo>
                      <a:pt x="392" y="399"/>
                    </a:lnTo>
                    <a:lnTo>
                      <a:pt x="395" y="409"/>
                    </a:lnTo>
                    <a:lnTo>
                      <a:pt x="398" y="419"/>
                    </a:lnTo>
                    <a:lnTo>
                      <a:pt x="402" y="429"/>
                    </a:lnTo>
                    <a:lnTo>
                      <a:pt x="405" y="433"/>
                    </a:lnTo>
                    <a:lnTo>
                      <a:pt x="407" y="437"/>
                    </a:lnTo>
                    <a:lnTo>
                      <a:pt x="409" y="440"/>
                    </a:lnTo>
                    <a:lnTo>
                      <a:pt x="410" y="442"/>
                    </a:lnTo>
                    <a:lnTo>
                      <a:pt x="413" y="444"/>
                    </a:lnTo>
                    <a:lnTo>
                      <a:pt x="414" y="446"/>
                    </a:lnTo>
                    <a:lnTo>
                      <a:pt x="416" y="446"/>
                    </a:lnTo>
                    <a:lnTo>
                      <a:pt x="418" y="447"/>
                    </a:lnTo>
                    <a:lnTo>
                      <a:pt x="421" y="447"/>
                    </a:lnTo>
                    <a:lnTo>
                      <a:pt x="423" y="447"/>
                    </a:lnTo>
                    <a:lnTo>
                      <a:pt x="425" y="446"/>
                    </a:lnTo>
                    <a:lnTo>
                      <a:pt x="427" y="446"/>
                    </a:lnTo>
                    <a:lnTo>
                      <a:pt x="427" y="446"/>
                    </a:lnTo>
                    <a:close/>
                    <a:moveTo>
                      <a:pt x="425" y="438"/>
                    </a:moveTo>
                    <a:lnTo>
                      <a:pt x="422" y="438"/>
                    </a:lnTo>
                    <a:lnTo>
                      <a:pt x="421" y="438"/>
                    </a:lnTo>
                    <a:lnTo>
                      <a:pt x="419" y="438"/>
                    </a:lnTo>
                    <a:lnTo>
                      <a:pt x="417" y="438"/>
                    </a:lnTo>
                    <a:lnTo>
                      <a:pt x="417" y="437"/>
                    </a:lnTo>
                    <a:lnTo>
                      <a:pt x="416" y="436"/>
                    </a:lnTo>
                    <a:lnTo>
                      <a:pt x="414" y="434"/>
                    </a:lnTo>
                    <a:lnTo>
                      <a:pt x="413" y="432"/>
                    </a:lnTo>
                    <a:lnTo>
                      <a:pt x="411" y="430"/>
                    </a:lnTo>
                    <a:lnTo>
                      <a:pt x="410" y="427"/>
                    </a:lnTo>
                    <a:lnTo>
                      <a:pt x="408" y="423"/>
                    </a:lnTo>
                    <a:lnTo>
                      <a:pt x="405" y="417"/>
                    </a:lnTo>
                    <a:lnTo>
                      <a:pt x="404" y="411"/>
                    </a:lnTo>
                    <a:lnTo>
                      <a:pt x="401" y="405"/>
                    </a:lnTo>
                    <a:lnTo>
                      <a:pt x="400" y="401"/>
                    </a:lnTo>
                    <a:lnTo>
                      <a:pt x="398" y="395"/>
                    </a:lnTo>
                    <a:lnTo>
                      <a:pt x="397" y="389"/>
                    </a:lnTo>
                    <a:lnTo>
                      <a:pt x="396" y="386"/>
                    </a:lnTo>
                    <a:lnTo>
                      <a:pt x="396" y="382"/>
                    </a:lnTo>
                    <a:lnTo>
                      <a:pt x="395" y="380"/>
                    </a:lnTo>
                    <a:lnTo>
                      <a:pt x="395" y="377"/>
                    </a:lnTo>
                    <a:lnTo>
                      <a:pt x="396" y="375"/>
                    </a:lnTo>
                    <a:lnTo>
                      <a:pt x="396" y="373"/>
                    </a:lnTo>
                    <a:lnTo>
                      <a:pt x="396" y="372"/>
                    </a:lnTo>
                    <a:lnTo>
                      <a:pt x="397" y="370"/>
                    </a:lnTo>
                    <a:lnTo>
                      <a:pt x="397" y="369"/>
                    </a:lnTo>
                    <a:lnTo>
                      <a:pt x="399" y="368"/>
                    </a:lnTo>
                    <a:lnTo>
                      <a:pt x="401" y="366"/>
                    </a:lnTo>
                    <a:lnTo>
                      <a:pt x="403" y="365"/>
                    </a:lnTo>
                    <a:lnTo>
                      <a:pt x="405" y="365"/>
                    </a:lnTo>
                    <a:lnTo>
                      <a:pt x="407" y="366"/>
                    </a:lnTo>
                    <a:lnTo>
                      <a:pt x="408" y="367"/>
                    </a:lnTo>
                    <a:lnTo>
                      <a:pt x="409" y="368"/>
                    </a:lnTo>
                    <a:lnTo>
                      <a:pt x="410" y="369"/>
                    </a:lnTo>
                    <a:lnTo>
                      <a:pt x="412" y="370"/>
                    </a:lnTo>
                    <a:lnTo>
                      <a:pt x="413" y="372"/>
                    </a:lnTo>
                    <a:lnTo>
                      <a:pt x="414" y="374"/>
                    </a:lnTo>
                    <a:lnTo>
                      <a:pt x="416" y="377"/>
                    </a:lnTo>
                    <a:lnTo>
                      <a:pt x="417" y="381"/>
                    </a:lnTo>
                    <a:lnTo>
                      <a:pt x="420" y="385"/>
                    </a:lnTo>
                    <a:lnTo>
                      <a:pt x="421" y="391"/>
                    </a:lnTo>
                    <a:lnTo>
                      <a:pt x="423" y="396"/>
                    </a:lnTo>
                    <a:lnTo>
                      <a:pt x="425" y="401"/>
                    </a:lnTo>
                    <a:lnTo>
                      <a:pt x="427" y="408"/>
                    </a:lnTo>
                    <a:lnTo>
                      <a:pt x="429" y="414"/>
                    </a:lnTo>
                    <a:lnTo>
                      <a:pt x="429" y="418"/>
                    </a:lnTo>
                    <a:lnTo>
                      <a:pt x="430" y="421"/>
                    </a:lnTo>
                    <a:lnTo>
                      <a:pt x="430" y="425"/>
                    </a:lnTo>
                    <a:lnTo>
                      <a:pt x="430" y="427"/>
                    </a:lnTo>
                    <a:lnTo>
                      <a:pt x="430" y="429"/>
                    </a:lnTo>
                    <a:lnTo>
                      <a:pt x="430" y="431"/>
                    </a:lnTo>
                    <a:lnTo>
                      <a:pt x="429" y="433"/>
                    </a:lnTo>
                    <a:lnTo>
                      <a:pt x="429" y="434"/>
                    </a:lnTo>
                    <a:lnTo>
                      <a:pt x="429" y="435"/>
                    </a:lnTo>
                    <a:lnTo>
                      <a:pt x="427" y="437"/>
                    </a:lnTo>
                    <a:lnTo>
                      <a:pt x="425" y="438"/>
                    </a:lnTo>
                    <a:lnTo>
                      <a:pt x="425" y="438"/>
                    </a:lnTo>
                    <a:close/>
                    <a:moveTo>
                      <a:pt x="454" y="434"/>
                    </a:moveTo>
                    <a:lnTo>
                      <a:pt x="421" y="349"/>
                    </a:lnTo>
                    <a:lnTo>
                      <a:pt x="448" y="334"/>
                    </a:lnTo>
                    <a:lnTo>
                      <a:pt x="452" y="343"/>
                    </a:lnTo>
                    <a:lnTo>
                      <a:pt x="431" y="353"/>
                    </a:lnTo>
                    <a:lnTo>
                      <a:pt x="441" y="377"/>
                    </a:lnTo>
                    <a:lnTo>
                      <a:pt x="459" y="367"/>
                    </a:lnTo>
                    <a:lnTo>
                      <a:pt x="462" y="375"/>
                    </a:lnTo>
                    <a:lnTo>
                      <a:pt x="444" y="385"/>
                    </a:lnTo>
                    <a:lnTo>
                      <a:pt x="461" y="430"/>
                    </a:lnTo>
                    <a:lnTo>
                      <a:pt x="454" y="434"/>
                    </a:lnTo>
                    <a:lnTo>
                      <a:pt x="454" y="434"/>
                    </a:lnTo>
                    <a:close/>
                    <a:moveTo>
                      <a:pt x="471" y="330"/>
                    </a:moveTo>
                    <a:lnTo>
                      <a:pt x="484" y="321"/>
                    </a:lnTo>
                    <a:lnTo>
                      <a:pt x="526" y="392"/>
                    </a:lnTo>
                    <a:lnTo>
                      <a:pt x="533" y="388"/>
                    </a:lnTo>
                    <a:lnTo>
                      <a:pt x="490" y="317"/>
                    </a:lnTo>
                    <a:lnTo>
                      <a:pt x="503" y="308"/>
                    </a:lnTo>
                    <a:lnTo>
                      <a:pt x="498" y="301"/>
                    </a:lnTo>
                    <a:lnTo>
                      <a:pt x="466" y="323"/>
                    </a:lnTo>
                    <a:lnTo>
                      <a:pt x="471" y="330"/>
                    </a:lnTo>
                    <a:lnTo>
                      <a:pt x="471" y="330"/>
                    </a:lnTo>
                    <a:close/>
                    <a:moveTo>
                      <a:pt x="551" y="375"/>
                    </a:moveTo>
                    <a:lnTo>
                      <a:pt x="503" y="297"/>
                    </a:lnTo>
                    <a:lnTo>
                      <a:pt x="527" y="277"/>
                    </a:lnTo>
                    <a:lnTo>
                      <a:pt x="532" y="284"/>
                    </a:lnTo>
                    <a:lnTo>
                      <a:pt x="514" y="299"/>
                    </a:lnTo>
                    <a:lnTo>
                      <a:pt x="529" y="324"/>
                    </a:lnTo>
                    <a:lnTo>
                      <a:pt x="542" y="312"/>
                    </a:lnTo>
                    <a:lnTo>
                      <a:pt x="547" y="319"/>
                    </a:lnTo>
                    <a:lnTo>
                      <a:pt x="533" y="331"/>
                    </a:lnTo>
                    <a:lnTo>
                      <a:pt x="553" y="363"/>
                    </a:lnTo>
                    <a:lnTo>
                      <a:pt x="572" y="346"/>
                    </a:lnTo>
                    <a:lnTo>
                      <a:pt x="576" y="353"/>
                    </a:lnTo>
                    <a:lnTo>
                      <a:pt x="551" y="375"/>
                    </a:lnTo>
                    <a:lnTo>
                      <a:pt x="551" y="375"/>
                    </a:lnTo>
                    <a:close/>
                    <a:moveTo>
                      <a:pt x="588" y="306"/>
                    </a:moveTo>
                    <a:lnTo>
                      <a:pt x="591" y="311"/>
                    </a:lnTo>
                    <a:lnTo>
                      <a:pt x="593" y="315"/>
                    </a:lnTo>
                    <a:lnTo>
                      <a:pt x="595" y="319"/>
                    </a:lnTo>
                    <a:lnTo>
                      <a:pt x="595" y="321"/>
                    </a:lnTo>
                    <a:lnTo>
                      <a:pt x="595" y="324"/>
                    </a:lnTo>
                    <a:lnTo>
                      <a:pt x="595" y="326"/>
                    </a:lnTo>
                    <a:lnTo>
                      <a:pt x="594" y="328"/>
                    </a:lnTo>
                    <a:lnTo>
                      <a:pt x="593" y="329"/>
                    </a:lnTo>
                    <a:lnTo>
                      <a:pt x="590" y="330"/>
                    </a:lnTo>
                    <a:lnTo>
                      <a:pt x="589" y="332"/>
                    </a:lnTo>
                    <a:lnTo>
                      <a:pt x="588" y="332"/>
                    </a:lnTo>
                    <a:lnTo>
                      <a:pt x="586" y="332"/>
                    </a:lnTo>
                    <a:lnTo>
                      <a:pt x="585" y="331"/>
                    </a:lnTo>
                    <a:lnTo>
                      <a:pt x="583" y="330"/>
                    </a:lnTo>
                    <a:lnTo>
                      <a:pt x="581" y="330"/>
                    </a:lnTo>
                    <a:lnTo>
                      <a:pt x="580" y="329"/>
                    </a:lnTo>
                    <a:lnTo>
                      <a:pt x="577" y="327"/>
                    </a:lnTo>
                    <a:lnTo>
                      <a:pt x="575" y="325"/>
                    </a:lnTo>
                    <a:lnTo>
                      <a:pt x="573" y="322"/>
                    </a:lnTo>
                    <a:lnTo>
                      <a:pt x="569" y="317"/>
                    </a:lnTo>
                    <a:lnTo>
                      <a:pt x="565" y="313"/>
                    </a:lnTo>
                    <a:lnTo>
                      <a:pt x="561" y="309"/>
                    </a:lnTo>
                    <a:lnTo>
                      <a:pt x="557" y="304"/>
                    </a:lnTo>
                    <a:lnTo>
                      <a:pt x="553" y="298"/>
                    </a:lnTo>
                    <a:lnTo>
                      <a:pt x="550" y="293"/>
                    </a:lnTo>
                    <a:lnTo>
                      <a:pt x="548" y="289"/>
                    </a:lnTo>
                    <a:lnTo>
                      <a:pt x="546" y="286"/>
                    </a:lnTo>
                    <a:lnTo>
                      <a:pt x="545" y="283"/>
                    </a:lnTo>
                    <a:lnTo>
                      <a:pt x="545" y="281"/>
                    </a:lnTo>
                    <a:lnTo>
                      <a:pt x="544" y="279"/>
                    </a:lnTo>
                    <a:lnTo>
                      <a:pt x="544" y="277"/>
                    </a:lnTo>
                    <a:lnTo>
                      <a:pt x="544" y="275"/>
                    </a:lnTo>
                    <a:lnTo>
                      <a:pt x="544" y="274"/>
                    </a:lnTo>
                    <a:lnTo>
                      <a:pt x="544" y="273"/>
                    </a:lnTo>
                    <a:lnTo>
                      <a:pt x="545" y="270"/>
                    </a:lnTo>
                    <a:lnTo>
                      <a:pt x="546" y="269"/>
                    </a:lnTo>
                    <a:lnTo>
                      <a:pt x="548" y="268"/>
                    </a:lnTo>
                    <a:lnTo>
                      <a:pt x="549" y="266"/>
                    </a:lnTo>
                    <a:lnTo>
                      <a:pt x="551" y="265"/>
                    </a:lnTo>
                    <a:lnTo>
                      <a:pt x="553" y="266"/>
                    </a:lnTo>
                    <a:lnTo>
                      <a:pt x="555" y="267"/>
                    </a:lnTo>
                    <a:lnTo>
                      <a:pt x="557" y="269"/>
                    </a:lnTo>
                    <a:lnTo>
                      <a:pt x="561" y="271"/>
                    </a:lnTo>
                    <a:lnTo>
                      <a:pt x="564" y="275"/>
                    </a:lnTo>
                    <a:lnTo>
                      <a:pt x="569" y="269"/>
                    </a:lnTo>
                    <a:lnTo>
                      <a:pt x="565" y="265"/>
                    </a:lnTo>
                    <a:lnTo>
                      <a:pt x="562" y="261"/>
                    </a:lnTo>
                    <a:lnTo>
                      <a:pt x="560" y="260"/>
                    </a:lnTo>
                    <a:lnTo>
                      <a:pt x="558" y="259"/>
                    </a:lnTo>
                    <a:lnTo>
                      <a:pt x="557" y="258"/>
                    </a:lnTo>
                    <a:lnTo>
                      <a:pt x="555" y="257"/>
                    </a:lnTo>
                    <a:lnTo>
                      <a:pt x="553" y="257"/>
                    </a:lnTo>
                    <a:lnTo>
                      <a:pt x="551" y="257"/>
                    </a:lnTo>
                    <a:lnTo>
                      <a:pt x="549" y="257"/>
                    </a:lnTo>
                    <a:lnTo>
                      <a:pt x="548" y="258"/>
                    </a:lnTo>
                    <a:lnTo>
                      <a:pt x="546" y="258"/>
                    </a:lnTo>
                    <a:lnTo>
                      <a:pt x="545" y="260"/>
                    </a:lnTo>
                    <a:lnTo>
                      <a:pt x="543" y="261"/>
                    </a:lnTo>
                    <a:lnTo>
                      <a:pt x="541" y="262"/>
                    </a:lnTo>
                    <a:lnTo>
                      <a:pt x="540" y="264"/>
                    </a:lnTo>
                    <a:lnTo>
                      <a:pt x="538" y="266"/>
                    </a:lnTo>
                    <a:lnTo>
                      <a:pt x="537" y="269"/>
                    </a:lnTo>
                    <a:lnTo>
                      <a:pt x="537" y="271"/>
                    </a:lnTo>
                    <a:lnTo>
                      <a:pt x="537" y="273"/>
                    </a:lnTo>
                    <a:lnTo>
                      <a:pt x="536" y="276"/>
                    </a:lnTo>
                    <a:lnTo>
                      <a:pt x="536" y="278"/>
                    </a:lnTo>
                    <a:lnTo>
                      <a:pt x="537" y="281"/>
                    </a:lnTo>
                    <a:lnTo>
                      <a:pt x="537" y="284"/>
                    </a:lnTo>
                    <a:lnTo>
                      <a:pt x="539" y="288"/>
                    </a:lnTo>
                    <a:lnTo>
                      <a:pt x="541" y="292"/>
                    </a:lnTo>
                    <a:lnTo>
                      <a:pt x="544" y="297"/>
                    </a:lnTo>
                    <a:lnTo>
                      <a:pt x="546" y="301"/>
                    </a:lnTo>
                    <a:lnTo>
                      <a:pt x="549" y="305"/>
                    </a:lnTo>
                    <a:lnTo>
                      <a:pt x="552" y="310"/>
                    </a:lnTo>
                    <a:lnTo>
                      <a:pt x="555" y="314"/>
                    </a:lnTo>
                    <a:lnTo>
                      <a:pt x="562" y="322"/>
                    </a:lnTo>
                    <a:lnTo>
                      <a:pt x="569" y="329"/>
                    </a:lnTo>
                    <a:lnTo>
                      <a:pt x="572" y="333"/>
                    </a:lnTo>
                    <a:lnTo>
                      <a:pt x="575" y="336"/>
                    </a:lnTo>
                    <a:lnTo>
                      <a:pt x="578" y="338"/>
                    </a:lnTo>
                    <a:lnTo>
                      <a:pt x="581" y="339"/>
                    </a:lnTo>
                    <a:lnTo>
                      <a:pt x="583" y="340"/>
                    </a:lnTo>
                    <a:lnTo>
                      <a:pt x="585" y="341"/>
                    </a:lnTo>
                    <a:lnTo>
                      <a:pt x="587" y="341"/>
                    </a:lnTo>
                    <a:lnTo>
                      <a:pt x="589" y="340"/>
                    </a:lnTo>
                    <a:lnTo>
                      <a:pt x="592" y="340"/>
                    </a:lnTo>
                    <a:lnTo>
                      <a:pt x="593" y="338"/>
                    </a:lnTo>
                    <a:lnTo>
                      <a:pt x="596" y="337"/>
                    </a:lnTo>
                    <a:lnTo>
                      <a:pt x="597" y="336"/>
                    </a:lnTo>
                    <a:lnTo>
                      <a:pt x="599" y="334"/>
                    </a:lnTo>
                    <a:lnTo>
                      <a:pt x="600" y="333"/>
                    </a:lnTo>
                    <a:lnTo>
                      <a:pt x="601" y="330"/>
                    </a:lnTo>
                    <a:lnTo>
                      <a:pt x="601" y="329"/>
                    </a:lnTo>
                    <a:lnTo>
                      <a:pt x="602" y="327"/>
                    </a:lnTo>
                    <a:lnTo>
                      <a:pt x="603" y="325"/>
                    </a:lnTo>
                    <a:lnTo>
                      <a:pt x="603" y="322"/>
                    </a:lnTo>
                    <a:lnTo>
                      <a:pt x="603" y="321"/>
                    </a:lnTo>
                    <a:lnTo>
                      <a:pt x="602" y="318"/>
                    </a:lnTo>
                    <a:lnTo>
                      <a:pt x="601" y="316"/>
                    </a:lnTo>
                    <a:lnTo>
                      <a:pt x="601" y="313"/>
                    </a:lnTo>
                    <a:lnTo>
                      <a:pt x="600" y="311"/>
                    </a:lnTo>
                    <a:lnTo>
                      <a:pt x="597" y="306"/>
                    </a:lnTo>
                    <a:lnTo>
                      <a:pt x="593" y="301"/>
                    </a:lnTo>
                    <a:lnTo>
                      <a:pt x="588" y="306"/>
                    </a:lnTo>
                    <a:lnTo>
                      <a:pt x="588" y="306"/>
                    </a:lnTo>
                    <a:close/>
                    <a:moveTo>
                      <a:pt x="642" y="284"/>
                    </a:moveTo>
                    <a:lnTo>
                      <a:pt x="579" y="218"/>
                    </a:lnTo>
                    <a:lnTo>
                      <a:pt x="573" y="225"/>
                    </a:lnTo>
                    <a:lnTo>
                      <a:pt x="603" y="253"/>
                    </a:lnTo>
                    <a:lnTo>
                      <a:pt x="589" y="271"/>
                    </a:lnTo>
                    <a:lnTo>
                      <a:pt x="560" y="241"/>
                    </a:lnTo>
                    <a:lnTo>
                      <a:pt x="555" y="248"/>
                    </a:lnTo>
                    <a:lnTo>
                      <a:pt x="617" y="313"/>
                    </a:lnTo>
                    <a:lnTo>
                      <a:pt x="622" y="307"/>
                    </a:lnTo>
                    <a:lnTo>
                      <a:pt x="594" y="277"/>
                    </a:lnTo>
                    <a:lnTo>
                      <a:pt x="609" y="260"/>
                    </a:lnTo>
                    <a:lnTo>
                      <a:pt x="637" y="290"/>
                    </a:lnTo>
                    <a:lnTo>
                      <a:pt x="642" y="284"/>
                    </a:lnTo>
                    <a:lnTo>
                      <a:pt x="642" y="284"/>
                    </a:lnTo>
                    <a:close/>
                    <a:moveTo>
                      <a:pt x="668" y="249"/>
                    </a:moveTo>
                    <a:lnTo>
                      <a:pt x="596" y="215"/>
                    </a:lnTo>
                    <a:lnTo>
                      <a:pt x="654" y="268"/>
                    </a:lnTo>
                    <a:lnTo>
                      <a:pt x="650" y="274"/>
                    </a:lnTo>
                    <a:lnTo>
                      <a:pt x="582" y="213"/>
                    </a:lnTo>
                    <a:lnTo>
                      <a:pt x="589" y="202"/>
                    </a:lnTo>
                    <a:lnTo>
                      <a:pt x="650" y="233"/>
                    </a:lnTo>
                    <a:lnTo>
                      <a:pt x="600" y="188"/>
                    </a:lnTo>
                    <a:lnTo>
                      <a:pt x="604" y="181"/>
                    </a:lnTo>
                    <a:lnTo>
                      <a:pt x="673" y="241"/>
                    </a:lnTo>
                    <a:lnTo>
                      <a:pt x="668" y="249"/>
                    </a:lnTo>
                    <a:lnTo>
                      <a:pt x="668" y="249"/>
                    </a:lnTo>
                    <a:close/>
                    <a:moveTo>
                      <a:pt x="690" y="213"/>
                    </a:moveTo>
                    <a:lnTo>
                      <a:pt x="689" y="215"/>
                    </a:lnTo>
                    <a:lnTo>
                      <a:pt x="687" y="217"/>
                    </a:lnTo>
                    <a:lnTo>
                      <a:pt x="686" y="219"/>
                    </a:lnTo>
                    <a:lnTo>
                      <a:pt x="683" y="220"/>
                    </a:lnTo>
                    <a:lnTo>
                      <a:pt x="682" y="221"/>
                    </a:lnTo>
                    <a:lnTo>
                      <a:pt x="679" y="221"/>
                    </a:lnTo>
                    <a:lnTo>
                      <a:pt x="678" y="222"/>
                    </a:lnTo>
                    <a:lnTo>
                      <a:pt x="675" y="222"/>
                    </a:lnTo>
                    <a:lnTo>
                      <a:pt x="672" y="221"/>
                    </a:lnTo>
                    <a:lnTo>
                      <a:pt x="668" y="220"/>
                    </a:lnTo>
                    <a:lnTo>
                      <a:pt x="665" y="218"/>
                    </a:lnTo>
                    <a:lnTo>
                      <a:pt x="660" y="216"/>
                    </a:lnTo>
                    <a:lnTo>
                      <a:pt x="650" y="210"/>
                    </a:lnTo>
                    <a:lnTo>
                      <a:pt x="642" y="205"/>
                    </a:lnTo>
                    <a:lnTo>
                      <a:pt x="638" y="202"/>
                    </a:lnTo>
                    <a:lnTo>
                      <a:pt x="634" y="199"/>
                    </a:lnTo>
                    <a:lnTo>
                      <a:pt x="630" y="195"/>
                    </a:lnTo>
                    <a:lnTo>
                      <a:pt x="626" y="192"/>
                    </a:lnTo>
                    <a:lnTo>
                      <a:pt x="622" y="189"/>
                    </a:lnTo>
                    <a:lnTo>
                      <a:pt x="619" y="185"/>
                    </a:lnTo>
                    <a:lnTo>
                      <a:pt x="617" y="182"/>
                    </a:lnTo>
                    <a:lnTo>
                      <a:pt x="615" y="179"/>
                    </a:lnTo>
                    <a:lnTo>
                      <a:pt x="614" y="177"/>
                    </a:lnTo>
                    <a:lnTo>
                      <a:pt x="613" y="174"/>
                    </a:lnTo>
                    <a:lnTo>
                      <a:pt x="613" y="172"/>
                    </a:lnTo>
                    <a:lnTo>
                      <a:pt x="613" y="169"/>
                    </a:lnTo>
                    <a:lnTo>
                      <a:pt x="613" y="167"/>
                    </a:lnTo>
                    <a:lnTo>
                      <a:pt x="613" y="165"/>
                    </a:lnTo>
                    <a:lnTo>
                      <a:pt x="614" y="162"/>
                    </a:lnTo>
                    <a:lnTo>
                      <a:pt x="615" y="160"/>
                    </a:lnTo>
                    <a:lnTo>
                      <a:pt x="616" y="157"/>
                    </a:lnTo>
                    <a:lnTo>
                      <a:pt x="618" y="156"/>
                    </a:lnTo>
                    <a:lnTo>
                      <a:pt x="620" y="153"/>
                    </a:lnTo>
                    <a:lnTo>
                      <a:pt x="622" y="153"/>
                    </a:lnTo>
                    <a:lnTo>
                      <a:pt x="623" y="151"/>
                    </a:lnTo>
                    <a:lnTo>
                      <a:pt x="626" y="151"/>
                    </a:lnTo>
                    <a:lnTo>
                      <a:pt x="627" y="151"/>
                    </a:lnTo>
                    <a:lnTo>
                      <a:pt x="630" y="151"/>
                    </a:lnTo>
                    <a:lnTo>
                      <a:pt x="633" y="151"/>
                    </a:lnTo>
                    <a:lnTo>
                      <a:pt x="637" y="153"/>
                    </a:lnTo>
                    <a:lnTo>
                      <a:pt x="640" y="154"/>
                    </a:lnTo>
                    <a:lnTo>
                      <a:pt x="644" y="157"/>
                    </a:lnTo>
                    <a:lnTo>
                      <a:pt x="654" y="161"/>
                    </a:lnTo>
                    <a:lnTo>
                      <a:pt x="662" y="167"/>
                    </a:lnTo>
                    <a:lnTo>
                      <a:pt x="670" y="173"/>
                    </a:lnTo>
                    <a:lnTo>
                      <a:pt x="678" y="181"/>
                    </a:lnTo>
                    <a:lnTo>
                      <a:pt x="682" y="184"/>
                    </a:lnTo>
                    <a:lnTo>
                      <a:pt x="686" y="188"/>
                    </a:lnTo>
                    <a:lnTo>
                      <a:pt x="688" y="190"/>
                    </a:lnTo>
                    <a:lnTo>
                      <a:pt x="690" y="193"/>
                    </a:lnTo>
                    <a:lnTo>
                      <a:pt x="691" y="196"/>
                    </a:lnTo>
                    <a:lnTo>
                      <a:pt x="692" y="198"/>
                    </a:lnTo>
                    <a:lnTo>
                      <a:pt x="692" y="201"/>
                    </a:lnTo>
                    <a:lnTo>
                      <a:pt x="692" y="203"/>
                    </a:lnTo>
                    <a:lnTo>
                      <a:pt x="692" y="205"/>
                    </a:lnTo>
                    <a:lnTo>
                      <a:pt x="692" y="208"/>
                    </a:lnTo>
                    <a:lnTo>
                      <a:pt x="691" y="210"/>
                    </a:lnTo>
                    <a:lnTo>
                      <a:pt x="690" y="213"/>
                    </a:lnTo>
                    <a:lnTo>
                      <a:pt x="690" y="213"/>
                    </a:lnTo>
                    <a:close/>
                    <a:moveTo>
                      <a:pt x="684" y="209"/>
                    </a:moveTo>
                    <a:lnTo>
                      <a:pt x="685" y="206"/>
                    </a:lnTo>
                    <a:lnTo>
                      <a:pt x="685" y="204"/>
                    </a:lnTo>
                    <a:lnTo>
                      <a:pt x="685" y="202"/>
                    </a:lnTo>
                    <a:lnTo>
                      <a:pt x="685" y="201"/>
                    </a:lnTo>
                    <a:lnTo>
                      <a:pt x="684" y="199"/>
                    </a:lnTo>
                    <a:lnTo>
                      <a:pt x="683" y="197"/>
                    </a:lnTo>
                    <a:lnTo>
                      <a:pt x="682" y="196"/>
                    </a:lnTo>
                    <a:lnTo>
                      <a:pt x="681" y="193"/>
                    </a:lnTo>
                    <a:lnTo>
                      <a:pt x="679" y="192"/>
                    </a:lnTo>
                    <a:lnTo>
                      <a:pt x="678" y="189"/>
                    </a:lnTo>
                    <a:lnTo>
                      <a:pt x="674" y="186"/>
                    </a:lnTo>
                    <a:lnTo>
                      <a:pt x="668" y="182"/>
                    </a:lnTo>
                    <a:lnTo>
                      <a:pt x="662" y="178"/>
                    </a:lnTo>
                    <a:lnTo>
                      <a:pt x="658" y="175"/>
                    </a:lnTo>
                    <a:lnTo>
                      <a:pt x="654" y="171"/>
                    </a:lnTo>
                    <a:lnTo>
                      <a:pt x="648" y="168"/>
                    </a:lnTo>
                    <a:lnTo>
                      <a:pt x="642" y="164"/>
                    </a:lnTo>
                    <a:lnTo>
                      <a:pt x="638" y="162"/>
                    </a:lnTo>
                    <a:lnTo>
                      <a:pt x="636" y="161"/>
                    </a:lnTo>
                    <a:lnTo>
                      <a:pt x="634" y="160"/>
                    </a:lnTo>
                    <a:lnTo>
                      <a:pt x="632" y="160"/>
                    </a:lnTo>
                    <a:lnTo>
                      <a:pt x="630" y="159"/>
                    </a:lnTo>
                    <a:lnTo>
                      <a:pt x="628" y="159"/>
                    </a:lnTo>
                    <a:lnTo>
                      <a:pt x="627" y="160"/>
                    </a:lnTo>
                    <a:lnTo>
                      <a:pt x="626" y="160"/>
                    </a:lnTo>
                    <a:lnTo>
                      <a:pt x="625" y="161"/>
                    </a:lnTo>
                    <a:lnTo>
                      <a:pt x="623" y="162"/>
                    </a:lnTo>
                    <a:lnTo>
                      <a:pt x="622" y="164"/>
                    </a:lnTo>
                    <a:lnTo>
                      <a:pt x="620" y="166"/>
                    </a:lnTo>
                    <a:lnTo>
                      <a:pt x="620" y="169"/>
                    </a:lnTo>
                    <a:lnTo>
                      <a:pt x="620" y="170"/>
                    </a:lnTo>
                    <a:lnTo>
                      <a:pt x="620" y="172"/>
                    </a:lnTo>
                    <a:lnTo>
                      <a:pt x="621" y="173"/>
                    </a:lnTo>
                    <a:lnTo>
                      <a:pt x="622" y="175"/>
                    </a:lnTo>
                    <a:lnTo>
                      <a:pt x="622" y="177"/>
                    </a:lnTo>
                    <a:lnTo>
                      <a:pt x="624" y="178"/>
                    </a:lnTo>
                    <a:lnTo>
                      <a:pt x="626" y="181"/>
                    </a:lnTo>
                    <a:lnTo>
                      <a:pt x="627" y="183"/>
                    </a:lnTo>
                    <a:lnTo>
                      <a:pt x="631" y="186"/>
                    </a:lnTo>
                    <a:lnTo>
                      <a:pt x="636" y="189"/>
                    </a:lnTo>
                    <a:lnTo>
                      <a:pt x="642" y="194"/>
                    </a:lnTo>
                    <a:lnTo>
                      <a:pt x="646" y="197"/>
                    </a:lnTo>
                    <a:lnTo>
                      <a:pt x="650" y="201"/>
                    </a:lnTo>
                    <a:lnTo>
                      <a:pt x="655" y="204"/>
                    </a:lnTo>
                    <a:lnTo>
                      <a:pt x="660" y="206"/>
                    </a:lnTo>
                    <a:lnTo>
                      <a:pt x="664" y="208"/>
                    </a:lnTo>
                    <a:lnTo>
                      <a:pt x="666" y="209"/>
                    </a:lnTo>
                    <a:lnTo>
                      <a:pt x="670" y="211"/>
                    </a:lnTo>
                    <a:lnTo>
                      <a:pt x="673" y="213"/>
                    </a:lnTo>
                    <a:lnTo>
                      <a:pt x="675" y="213"/>
                    </a:lnTo>
                    <a:lnTo>
                      <a:pt x="677" y="213"/>
                    </a:lnTo>
                    <a:lnTo>
                      <a:pt x="678" y="213"/>
                    </a:lnTo>
                    <a:lnTo>
                      <a:pt x="679" y="213"/>
                    </a:lnTo>
                    <a:lnTo>
                      <a:pt x="681" y="212"/>
                    </a:lnTo>
                    <a:lnTo>
                      <a:pt x="682" y="210"/>
                    </a:lnTo>
                    <a:lnTo>
                      <a:pt x="684" y="209"/>
                    </a:lnTo>
                    <a:lnTo>
                      <a:pt x="684" y="209"/>
                    </a:lnTo>
                    <a:close/>
                    <a:moveTo>
                      <a:pt x="630" y="130"/>
                    </a:moveTo>
                    <a:lnTo>
                      <a:pt x="626" y="137"/>
                    </a:lnTo>
                    <a:lnTo>
                      <a:pt x="705" y="183"/>
                    </a:lnTo>
                    <a:lnTo>
                      <a:pt x="718" y="153"/>
                    </a:lnTo>
                    <a:lnTo>
                      <a:pt x="710" y="149"/>
                    </a:lnTo>
                    <a:lnTo>
                      <a:pt x="701" y="171"/>
                    </a:lnTo>
                    <a:lnTo>
                      <a:pt x="630" y="130"/>
                    </a:lnTo>
                    <a:lnTo>
                      <a:pt x="630" y="130"/>
                    </a:lnTo>
                    <a:close/>
                    <a:moveTo>
                      <a:pt x="726" y="133"/>
                    </a:moveTo>
                    <a:lnTo>
                      <a:pt x="725" y="135"/>
                    </a:lnTo>
                    <a:lnTo>
                      <a:pt x="723" y="137"/>
                    </a:lnTo>
                    <a:lnTo>
                      <a:pt x="722" y="139"/>
                    </a:lnTo>
                    <a:lnTo>
                      <a:pt x="720" y="141"/>
                    </a:lnTo>
                    <a:lnTo>
                      <a:pt x="718" y="141"/>
                    </a:lnTo>
                    <a:lnTo>
                      <a:pt x="715" y="142"/>
                    </a:lnTo>
                    <a:lnTo>
                      <a:pt x="713" y="143"/>
                    </a:lnTo>
                    <a:lnTo>
                      <a:pt x="710" y="144"/>
                    </a:lnTo>
                    <a:lnTo>
                      <a:pt x="707" y="144"/>
                    </a:lnTo>
                    <a:lnTo>
                      <a:pt x="704" y="144"/>
                    </a:lnTo>
                    <a:lnTo>
                      <a:pt x="701" y="143"/>
                    </a:lnTo>
                    <a:lnTo>
                      <a:pt x="697" y="143"/>
                    </a:lnTo>
                    <a:lnTo>
                      <a:pt x="692" y="141"/>
                    </a:lnTo>
                    <a:lnTo>
                      <a:pt x="688" y="141"/>
                    </a:lnTo>
                    <a:lnTo>
                      <a:pt x="684" y="139"/>
                    </a:lnTo>
                    <a:lnTo>
                      <a:pt x="679" y="137"/>
                    </a:lnTo>
                    <a:lnTo>
                      <a:pt x="670" y="133"/>
                    </a:lnTo>
                    <a:lnTo>
                      <a:pt x="661" y="129"/>
                    </a:lnTo>
                    <a:lnTo>
                      <a:pt x="656" y="126"/>
                    </a:lnTo>
                    <a:lnTo>
                      <a:pt x="652" y="124"/>
                    </a:lnTo>
                    <a:lnTo>
                      <a:pt x="649" y="121"/>
                    </a:lnTo>
                    <a:lnTo>
                      <a:pt x="647" y="119"/>
                    </a:lnTo>
                    <a:lnTo>
                      <a:pt x="646" y="117"/>
                    </a:lnTo>
                    <a:lnTo>
                      <a:pt x="644" y="114"/>
                    </a:lnTo>
                    <a:lnTo>
                      <a:pt x="642" y="112"/>
                    </a:lnTo>
                    <a:lnTo>
                      <a:pt x="642" y="109"/>
                    </a:lnTo>
                    <a:lnTo>
                      <a:pt x="641" y="106"/>
                    </a:lnTo>
                    <a:lnTo>
                      <a:pt x="641" y="104"/>
                    </a:lnTo>
                    <a:lnTo>
                      <a:pt x="641" y="101"/>
                    </a:lnTo>
                    <a:lnTo>
                      <a:pt x="642" y="98"/>
                    </a:lnTo>
                    <a:lnTo>
                      <a:pt x="642" y="96"/>
                    </a:lnTo>
                    <a:lnTo>
                      <a:pt x="644" y="93"/>
                    </a:lnTo>
                    <a:lnTo>
                      <a:pt x="646" y="92"/>
                    </a:lnTo>
                    <a:lnTo>
                      <a:pt x="647" y="90"/>
                    </a:lnTo>
                    <a:lnTo>
                      <a:pt x="650" y="89"/>
                    </a:lnTo>
                    <a:lnTo>
                      <a:pt x="651" y="88"/>
                    </a:lnTo>
                    <a:lnTo>
                      <a:pt x="654" y="88"/>
                    </a:lnTo>
                    <a:lnTo>
                      <a:pt x="657" y="87"/>
                    </a:lnTo>
                    <a:lnTo>
                      <a:pt x="659" y="87"/>
                    </a:lnTo>
                    <a:lnTo>
                      <a:pt x="663" y="87"/>
                    </a:lnTo>
                    <a:lnTo>
                      <a:pt x="667" y="88"/>
                    </a:lnTo>
                    <a:lnTo>
                      <a:pt x="672" y="89"/>
                    </a:lnTo>
                    <a:lnTo>
                      <a:pt x="682" y="92"/>
                    </a:lnTo>
                    <a:lnTo>
                      <a:pt x="692" y="96"/>
                    </a:lnTo>
                    <a:lnTo>
                      <a:pt x="701" y="100"/>
                    </a:lnTo>
                    <a:lnTo>
                      <a:pt x="709" y="104"/>
                    </a:lnTo>
                    <a:lnTo>
                      <a:pt x="712" y="105"/>
                    </a:lnTo>
                    <a:lnTo>
                      <a:pt x="715" y="108"/>
                    </a:lnTo>
                    <a:lnTo>
                      <a:pt x="718" y="110"/>
                    </a:lnTo>
                    <a:lnTo>
                      <a:pt x="720" y="112"/>
                    </a:lnTo>
                    <a:lnTo>
                      <a:pt x="722" y="114"/>
                    </a:lnTo>
                    <a:lnTo>
                      <a:pt x="723" y="117"/>
                    </a:lnTo>
                    <a:lnTo>
                      <a:pt x="724" y="119"/>
                    </a:lnTo>
                    <a:lnTo>
                      <a:pt x="726" y="122"/>
                    </a:lnTo>
                    <a:lnTo>
                      <a:pt x="726" y="125"/>
                    </a:lnTo>
                    <a:lnTo>
                      <a:pt x="726" y="127"/>
                    </a:lnTo>
                    <a:lnTo>
                      <a:pt x="726" y="130"/>
                    </a:lnTo>
                    <a:lnTo>
                      <a:pt x="726" y="133"/>
                    </a:lnTo>
                    <a:lnTo>
                      <a:pt x="726" y="133"/>
                    </a:lnTo>
                    <a:close/>
                    <a:moveTo>
                      <a:pt x="709" y="135"/>
                    </a:moveTo>
                    <a:lnTo>
                      <a:pt x="707" y="135"/>
                    </a:lnTo>
                    <a:lnTo>
                      <a:pt x="705" y="135"/>
                    </a:lnTo>
                    <a:lnTo>
                      <a:pt x="702" y="135"/>
                    </a:lnTo>
                    <a:lnTo>
                      <a:pt x="700" y="134"/>
                    </a:lnTo>
                    <a:lnTo>
                      <a:pt x="696" y="134"/>
                    </a:lnTo>
                    <a:lnTo>
                      <a:pt x="691" y="133"/>
                    </a:lnTo>
                    <a:lnTo>
                      <a:pt x="686" y="131"/>
                    </a:lnTo>
                    <a:lnTo>
                      <a:pt x="682" y="129"/>
                    </a:lnTo>
                    <a:lnTo>
                      <a:pt x="677" y="127"/>
                    </a:lnTo>
                    <a:lnTo>
                      <a:pt x="670" y="125"/>
                    </a:lnTo>
                    <a:lnTo>
                      <a:pt x="664" y="121"/>
                    </a:lnTo>
                    <a:lnTo>
                      <a:pt x="660" y="119"/>
                    </a:lnTo>
                    <a:lnTo>
                      <a:pt x="655" y="116"/>
                    </a:lnTo>
                    <a:lnTo>
                      <a:pt x="653" y="113"/>
                    </a:lnTo>
                    <a:lnTo>
                      <a:pt x="650" y="110"/>
                    </a:lnTo>
                    <a:lnTo>
                      <a:pt x="650" y="108"/>
                    </a:lnTo>
                    <a:lnTo>
                      <a:pt x="649" y="106"/>
                    </a:lnTo>
                    <a:lnTo>
                      <a:pt x="649" y="105"/>
                    </a:lnTo>
                    <a:lnTo>
                      <a:pt x="649" y="104"/>
                    </a:lnTo>
                    <a:lnTo>
                      <a:pt x="649" y="102"/>
                    </a:lnTo>
                    <a:lnTo>
                      <a:pt x="650" y="101"/>
                    </a:lnTo>
                    <a:lnTo>
                      <a:pt x="650" y="101"/>
                    </a:lnTo>
                    <a:lnTo>
                      <a:pt x="650" y="99"/>
                    </a:lnTo>
                    <a:lnTo>
                      <a:pt x="651" y="98"/>
                    </a:lnTo>
                    <a:lnTo>
                      <a:pt x="653" y="97"/>
                    </a:lnTo>
                    <a:lnTo>
                      <a:pt x="654" y="97"/>
                    </a:lnTo>
                    <a:lnTo>
                      <a:pt x="656" y="96"/>
                    </a:lnTo>
                    <a:lnTo>
                      <a:pt x="658" y="96"/>
                    </a:lnTo>
                    <a:lnTo>
                      <a:pt x="660" y="95"/>
                    </a:lnTo>
                    <a:lnTo>
                      <a:pt x="662" y="95"/>
                    </a:lnTo>
                    <a:lnTo>
                      <a:pt x="664" y="96"/>
                    </a:lnTo>
                    <a:lnTo>
                      <a:pt x="667" y="97"/>
                    </a:lnTo>
                    <a:lnTo>
                      <a:pt x="671" y="97"/>
                    </a:lnTo>
                    <a:lnTo>
                      <a:pt x="678" y="100"/>
                    </a:lnTo>
                    <a:lnTo>
                      <a:pt x="684" y="102"/>
                    </a:lnTo>
                    <a:lnTo>
                      <a:pt x="690" y="104"/>
                    </a:lnTo>
                    <a:lnTo>
                      <a:pt x="694" y="106"/>
                    </a:lnTo>
                    <a:lnTo>
                      <a:pt x="699" y="108"/>
                    </a:lnTo>
                    <a:lnTo>
                      <a:pt x="703" y="110"/>
                    </a:lnTo>
                    <a:lnTo>
                      <a:pt x="706" y="112"/>
                    </a:lnTo>
                    <a:lnTo>
                      <a:pt x="711" y="115"/>
                    </a:lnTo>
                    <a:lnTo>
                      <a:pt x="714" y="117"/>
                    </a:lnTo>
                    <a:lnTo>
                      <a:pt x="715" y="119"/>
                    </a:lnTo>
                    <a:lnTo>
                      <a:pt x="716" y="121"/>
                    </a:lnTo>
                    <a:lnTo>
                      <a:pt x="718" y="121"/>
                    </a:lnTo>
                    <a:lnTo>
                      <a:pt x="718" y="123"/>
                    </a:lnTo>
                    <a:lnTo>
                      <a:pt x="718" y="125"/>
                    </a:lnTo>
                    <a:lnTo>
                      <a:pt x="718" y="126"/>
                    </a:lnTo>
                    <a:lnTo>
                      <a:pt x="719" y="127"/>
                    </a:lnTo>
                    <a:lnTo>
                      <a:pt x="718" y="129"/>
                    </a:lnTo>
                    <a:lnTo>
                      <a:pt x="718" y="129"/>
                    </a:lnTo>
                    <a:lnTo>
                      <a:pt x="718" y="131"/>
                    </a:lnTo>
                    <a:lnTo>
                      <a:pt x="717" y="132"/>
                    </a:lnTo>
                    <a:lnTo>
                      <a:pt x="716" y="133"/>
                    </a:lnTo>
                    <a:lnTo>
                      <a:pt x="714" y="133"/>
                    </a:lnTo>
                    <a:lnTo>
                      <a:pt x="713" y="134"/>
                    </a:lnTo>
                    <a:lnTo>
                      <a:pt x="710" y="135"/>
                    </a:lnTo>
                    <a:lnTo>
                      <a:pt x="709" y="135"/>
                    </a:lnTo>
                    <a:lnTo>
                      <a:pt x="709" y="135"/>
                    </a:lnTo>
                    <a:close/>
                    <a:moveTo>
                      <a:pt x="745" y="59"/>
                    </a:moveTo>
                    <a:lnTo>
                      <a:pt x="701" y="49"/>
                    </a:lnTo>
                    <a:lnTo>
                      <a:pt x="698" y="69"/>
                    </a:lnTo>
                    <a:lnTo>
                      <a:pt x="705" y="71"/>
                    </a:lnTo>
                    <a:lnTo>
                      <a:pt x="706" y="61"/>
                    </a:lnTo>
                    <a:lnTo>
                      <a:pt x="710" y="61"/>
                    </a:lnTo>
                    <a:lnTo>
                      <a:pt x="716" y="62"/>
                    </a:lnTo>
                    <a:lnTo>
                      <a:pt x="721" y="63"/>
                    </a:lnTo>
                    <a:lnTo>
                      <a:pt x="724" y="64"/>
                    </a:lnTo>
                    <a:lnTo>
                      <a:pt x="727" y="65"/>
                    </a:lnTo>
                    <a:lnTo>
                      <a:pt x="730" y="67"/>
                    </a:lnTo>
                    <a:lnTo>
                      <a:pt x="731" y="68"/>
                    </a:lnTo>
                    <a:lnTo>
                      <a:pt x="732" y="69"/>
                    </a:lnTo>
                    <a:lnTo>
                      <a:pt x="733" y="69"/>
                    </a:lnTo>
                    <a:lnTo>
                      <a:pt x="733" y="71"/>
                    </a:lnTo>
                    <a:lnTo>
                      <a:pt x="734" y="72"/>
                    </a:lnTo>
                    <a:lnTo>
                      <a:pt x="734" y="73"/>
                    </a:lnTo>
                    <a:lnTo>
                      <a:pt x="734" y="75"/>
                    </a:lnTo>
                    <a:lnTo>
                      <a:pt x="734" y="77"/>
                    </a:lnTo>
                    <a:lnTo>
                      <a:pt x="733" y="79"/>
                    </a:lnTo>
                    <a:lnTo>
                      <a:pt x="732" y="81"/>
                    </a:lnTo>
                    <a:lnTo>
                      <a:pt x="731" y="82"/>
                    </a:lnTo>
                    <a:lnTo>
                      <a:pt x="730" y="82"/>
                    </a:lnTo>
                    <a:lnTo>
                      <a:pt x="729" y="83"/>
                    </a:lnTo>
                    <a:lnTo>
                      <a:pt x="727" y="84"/>
                    </a:lnTo>
                    <a:lnTo>
                      <a:pt x="724" y="84"/>
                    </a:lnTo>
                    <a:lnTo>
                      <a:pt x="722" y="85"/>
                    </a:lnTo>
                    <a:lnTo>
                      <a:pt x="718" y="85"/>
                    </a:lnTo>
                    <a:lnTo>
                      <a:pt x="714" y="85"/>
                    </a:lnTo>
                    <a:lnTo>
                      <a:pt x="707" y="84"/>
                    </a:lnTo>
                    <a:lnTo>
                      <a:pt x="700" y="83"/>
                    </a:lnTo>
                    <a:lnTo>
                      <a:pt x="692" y="81"/>
                    </a:lnTo>
                    <a:lnTo>
                      <a:pt x="685" y="80"/>
                    </a:lnTo>
                    <a:lnTo>
                      <a:pt x="679" y="77"/>
                    </a:lnTo>
                    <a:lnTo>
                      <a:pt x="674" y="75"/>
                    </a:lnTo>
                    <a:lnTo>
                      <a:pt x="671" y="74"/>
                    </a:lnTo>
                    <a:lnTo>
                      <a:pt x="669" y="73"/>
                    </a:lnTo>
                    <a:lnTo>
                      <a:pt x="667" y="72"/>
                    </a:lnTo>
                    <a:lnTo>
                      <a:pt x="666" y="71"/>
                    </a:lnTo>
                    <a:lnTo>
                      <a:pt x="665" y="69"/>
                    </a:lnTo>
                    <a:lnTo>
                      <a:pt x="664" y="68"/>
                    </a:lnTo>
                    <a:lnTo>
                      <a:pt x="663" y="67"/>
                    </a:lnTo>
                    <a:lnTo>
                      <a:pt x="662" y="65"/>
                    </a:lnTo>
                    <a:lnTo>
                      <a:pt x="662" y="64"/>
                    </a:lnTo>
                    <a:lnTo>
                      <a:pt x="662" y="62"/>
                    </a:lnTo>
                    <a:lnTo>
                      <a:pt x="662" y="61"/>
                    </a:lnTo>
                    <a:lnTo>
                      <a:pt x="662" y="59"/>
                    </a:lnTo>
                    <a:lnTo>
                      <a:pt x="663" y="57"/>
                    </a:lnTo>
                    <a:lnTo>
                      <a:pt x="665" y="56"/>
                    </a:lnTo>
                    <a:lnTo>
                      <a:pt x="666" y="55"/>
                    </a:lnTo>
                    <a:lnTo>
                      <a:pt x="668" y="54"/>
                    </a:lnTo>
                    <a:lnTo>
                      <a:pt x="670" y="53"/>
                    </a:lnTo>
                    <a:lnTo>
                      <a:pt x="673" y="53"/>
                    </a:lnTo>
                    <a:lnTo>
                      <a:pt x="676" y="54"/>
                    </a:lnTo>
                    <a:lnTo>
                      <a:pt x="679" y="54"/>
                    </a:lnTo>
                    <a:lnTo>
                      <a:pt x="681" y="46"/>
                    </a:lnTo>
                    <a:lnTo>
                      <a:pt x="677" y="45"/>
                    </a:lnTo>
                    <a:lnTo>
                      <a:pt x="673" y="45"/>
                    </a:lnTo>
                    <a:lnTo>
                      <a:pt x="669" y="45"/>
                    </a:lnTo>
                    <a:lnTo>
                      <a:pt x="665" y="46"/>
                    </a:lnTo>
                    <a:lnTo>
                      <a:pt x="662" y="47"/>
                    </a:lnTo>
                    <a:lnTo>
                      <a:pt x="661" y="48"/>
                    </a:lnTo>
                    <a:lnTo>
                      <a:pt x="659" y="49"/>
                    </a:lnTo>
                    <a:lnTo>
                      <a:pt x="657" y="51"/>
                    </a:lnTo>
                    <a:lnTo>
                      <a:pt x="655" y="53"/>
                    </a:lnTo>
                    <a:lnTo>
                      <a:pt x="654" y="56"/>
                    </a:lnTo>
                    <a:lnTo>
                      <a:pt x="654" y="57"/>
                    </a:lnTo>
                    <a:lnTo>
                      <a:pt x="654" y="60"/>
                    </a:lnTo>
                    <a:lnTo>
                      <a:pt x="654" y="62"/>
                    </a:lnTo>
                    <a:lnTo>
                      <a:pt x="654" y="65"/>
                    </a:lnTo>
                    <a:lnTo>
                      <a:pt x="654" y="67"/>
                    </a:lnTo>
                    <a:lnTo>
                      <a:pt x="655" y="69"/>
                    </a:lnTo>
                    <a:lnTo>
                      <a:pt x="656" y="72"/>
                    </a:lnTo>
                    <a:lnTo>
                      <a:pt x="657" y="74"/>
                    </a:lnTo>
                    <a:lnTo>
                      <a:pt x="659" y="76"/>
                    </a:lnTo>
                    <a:lnTo>
                      <a:pt x="661" y="77"/>
                    </a:lnTo>
                    <a:lnTo>
                      <a:pt x="663" y="80"/>
                    </a:lnTo>
                    <a:lnTo>
                      <a:pt x="666" y="81"/>
                    </a:lnTo>
                    <a:lnTo>
                      <a:pt x="670" y="83"/>
                    </a:lnTo>
                    <a:lnTo>
                      <a:pt x="674" y="85"/>
                    </a:lnTo>
                    <a:lnTo>
                      <a:pt x="678" y="86"/>
                    </a:lnTo>
                    <a:lnTo>
                      <a:pt x="683" y="88"/>
                    </a:lnTo>
                    <a:lnTo>
                      <a:pt x="689" y="89"/>
                    </a:lnTo>
                    <a:lnTo>
                      <a:pt x="694" y="90"/>
                    </a:lnTo>
                    <a:lnTo>
                      <a:pt x="698" y="91"/>
                    </a:lnTo>
                    <a:lnTo>
                      <a:pt x="703" y="92"/>
                    </a:lnTo>
                    <a:lnTo>
                      <a:pt x="709" y="93"/>
                    </a:lnTo>
                    <a:lnTo>
                      <a:pt x="713" y="93"/>
                    </a:lnTo>
                    <a:lnTo>
                      <a:pt x="718" y="93"/>
                    </a:lnTo>
                    <a:lnTo>
                      <a:pt x="722" y="93"/>
                    </a:lnTo>
                    <a:lnTo>
                      <a:pt x="726" y="93"/>
                    </a:lnTo>
                    <a:lnTo>
                      <a:pt x="729" y="92"/>
                    </a:lnTo>
                    <a:lnTo>
                      <a:pt x="731" y="91"/>
                    </a:lnTo>
                    <a:lnTo>
                      <a:pt x="733" y="90"/>
                    </a:lnTo>
                    <a:lnTo>
                      <a:pt x="735" y="89"/>
                    </a:lnTo>
                    <a:lnTo>
                      <a:pt x="737" y="88"/>
                    </a:lnTo>
                    <a:lnTo>
                      <a:pt x="738" y="86"/>
                    </a:lnTo>
                    <a:lnTo>
                      <a:pt x="739" y="84"/>
                    </a:lnTo>
                    <a:lnTo>
                      <a:pt x="740" y="82"/>
                    </a:lnTo>
                    <a:lnTo>
                      <a:pt x="741" y="79"/>
                    </a:lnTo>
                    <a:lnTo>
                      <a:pt x="741" y="77"/>
                    </a:lnTo>
                    <a:lnTo>
                      <a:pt x="741" y="75"/>
                    </a:lnTo>
                    <a:lnTo>
                      <a:pt x="741" y="73"/>
                    </a:lnTo>
                    <a:lnTo>
                      <a:pt x="741" y="71"/>
                    </a:lnTo>
                    <a:lnTo>
                      <a:pt x="740" y="69"/>
                    </a:lnTo>
                    <a:lnTo>
                      <a:pt x="739" y="68"/>
                    </a:lnTo>
                    <a:lnTo>
                      <a:pt x="738" y="66"/>
                    </a:lnTo>
                    <a:lnTo>
                      <a:pt x="738" y="65"/>
                    </a:lnTo>
                    <a:lnTo>
                      <a:pt x="743" y="66"/>
                    </a:lnTo>
                    <a:lnTo>
                      <a:pt x="745" y="59"/>
                    </a:lnTo>
                    <a:lnTo>
                      <a:pt x="745" y="59"/>
                    </a:lnTo>
                    <a:close/>
                    <a:moveTo>
                      <a:pt x="707" y="32"/>
                    </a:moveTo>
                    <a:lnTo>
                      <a:pt x="748" y="39"/>
                    </a:lnTo>
                    <a:lnTo>
                      <a:pt x="750" y="30"/>
                    </a:lnTo>
                    <a:lnTo>
                      <a:pt x="708" y="23"/>
                    </a:lnTo>
                    <a:lnTo>
                      <a:pt x="663" y="0"/>
                    </a:lnTo>
                    <a:lnTo>
                      <a:pt x="662" y="9"/>
                    </a:lnTo>
                    <a:lnTo>
                      <a:pt x="698" y="26"/>
                    </a:lnTo>
                    <a:lnTo>
                      <a:pt x="658" y="33"/>
                    </a:lnTo>
                    <a:lnTo>
                      <a:pt x="657" y="42"/>
                    </a:lnTo>
                    <a:lnTo>
                      <a:pt x="707" y="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6" name="íṥḻîḋè"/>
              <p:cNvSpPr/>
              <p:nvPr userDrawn="1"/>
            </p:nvSpPr>
            <p:spPr bwMode="auto">
              <a:xfrm>
                <a:off x="2030413" y="3495676"/>
                <a:ext cx="242888" cy="368300"/>
              </a:xfrm>
              <a:custGeom>
                <a:avLst/>
                <a:gdLst>
                  <a:gd name="T0" fmla="*/ 85 w 153"/>
                  <a:gd name="T1" fmla="*/ 34 h 232"/>
                  <a:gd name="T2" fmla="*/ 90 w 153"/>
                  <a:gd name="T3" fmla="*/ 26 h 232"/>
                  <a:gd name="T4" fmla="*/ 90 w 153"/>
                  <a:gd name="T5" fmla="*/ 13 h 232"/>
                  <a:gd name="T6" fmla="*/ 86 w 153"/>
                  <a:gd name="T7" fmla="*/ 5 h 232"/>
                  <a:gd name="T8" fmla="*/ 78 w 153"/>
                  <a:gd name="T9" fmla="*/ 0 h 232"/>
                  <a:gd name="T10" fmla="*/ 58 w 153"/>
                  <a:gd name="T11" fmla="*/ 4 h 232"/>
                  <a:gd name="T12" fmla="*/ 38 w 153"/>
                  <a:gd name="T13" fmla="*/ 22 h 232"/>
                  <a:gd name="T14" fmla="*/ 21 w 153"/>
                  <a:gd name="T15" fmla="*/ 38 h 232"/>
                  <a:gd name="T16" fmla="*/ 10 w 153"/>
                  <a:gd name="T17" fmla="*/ 36 h 232"/>
                  <a:gd name="T18" fmla="*/ 7 w 153"/>
                  <a:gd name="T19" fmla="*/ 27 h 232"/>
                  <a:gd name="T20" fmla="*/ 14 w 153"/>
                  <a:gd name="T21" fmla="*/ 18 h 232"/>
                  <a:gd name="T22" fmla="*/ 15 w 153"/>
                  <a:gd name="T23" fmla="*/ 9 h 232"/>
                  <a:gd name="T24" fmla="*/ 3 w 153"/>
                  <a:gd name="T25" fmla="*/ 16 h 232"/>
                  <a:gd name="T26" fmla="*/ 1 w 153"/>
                  <a:gd name="T27" fmla="*/ 31 h 232"/>
                  <a:gd name="T28" fmla="*/ 4 w 153"/>
                  <a:gd name="T29" fmla="*/ 40 h 232"/>
                  <a:gd name="T30" fmla="*/ 14 w 153"/>
                  <a:gd name="T31" fmla="*/ 46 h 232"/>
                  <a:gd name="T32" fmla="*/ 28 w 153"/>
                  <a:gd name="T33" fmla="*/ 45 h 232"/>
                  <a:gd name="T34" fmla="*/ 39 w 153"/>
                  <a:gd name="T35" fmla="*/ 33 h 232"/>
                  <a:gd name="T36" fmla="*/ 62 w 153"/>
                  <a:gd name="T37" fmla="*/ 9 h 232"/>
                  <a:gd name="T38" fmla="*/ 74 w 153"/>
                  <a:gd name="T39" fmla="*/ 7 h 232"/>
                  <a:gd name="T40" fmla="*/ 82 w 153"/>
                  <a:gd name="T41" fmla="*/ 13 h 232"/>
                  <a:gd name="T42" fmla="*/ 83 w 153"/>
                  <a:gd name="T43" fmla="*/ 23 h 232"/>
                  <a:gd name="T44" fmla="*/ 77 w 153"/>
                  <a:gd name="T45" fmla="*/ 29 h 232"/>
                  <a:gd name="T46" fmla="*/ 73 w 153"/>
                  <a:gd name="T47" fmla="*/ 39 h 232"/>
                  <a:gd name="T48" fmla="*/ 9 w 153"/>
                  <a:gd name="T49" fmla="*/ 69 h 232"/>
                  <a:gd name="T50" fmla="*/ 17 w 153"/>
                  <a:gd name="T51" fmla="*/ 60 h 232"/>
                  <a:gd name="T52" fmla="*/ 36 w 153"/>
                  <a:gd name="T53" fmla="*/ 52 h 232"/>
                  <a:gd name="T54" fmla="*/ 71 w 153"/>
                  <a:gd name="T55" fmla="*/ 44 h 232"/>
                  <a:gd name="T56" fmla="*/ 91 w 153"/>
                  <a:gd name="T57" fmla="*/ 47 h 232"/>
                  <a:gd name="T58" fmla="*/ 98 w 153"/>
                  <a:gd name="T59" fmla="*/ 56 h 232"/>
                  <a:gd name="T60" fmla="*/ 98 w 153"/>
                  <a:gd name="T61" fmla="*/ 67 h 232"/>
                  <a:gd name="T62" fmla="*/ 90 w 153"/>
                  <a:gd name="T63" fmla="*/ 76 h 232"/>
                  <a:gd name="T64" fmla="*/ 68 w 153"/>
                  <a:gd name="T65" fmla="*/ 85 h 232"/>
                  <a:gd name="T66" fmla="*/ 42 w 153"/>
                  <a:gd name="T67" fmla="*/ 90 h 232"/>
                  <a:gd name="T68" fmla="*/ 20 w 153"/>
                  <a:gd name="T69" fmla="*/ 91 h 232"/>
                  <a:gd name="T70" fmla="*/ 11 w 153"/>
                  <a:gd name="T71" fmla="*/ 84 h 232"/>
                  <a:gd name="T72" fmla="*/ 16 w 153"/>
                  <a:gd name="T73" fmla="*/ 76 h 232"/>
                  <a:gd name="T74" fmla="*/ 21 w 153"/>
                  <a:gd name="T75" fmla="*/ 82 h 232"/>
                  <a:gd name="T76" fmla="*/ 31 w 153"/>
                  <a:gd name="T77" fmla="*/ 84 h 232"/>
                  <a:gd name="T78" fmla="*/ 62 w 153"/>
                  <a:gd name="T79" fmla="*/ 77 h 232"/>
                  <a:gd name="T80" fmla="*/ 84 w 153"/>
                  <a:gd name="T81" fmla="*/ 70 h 232"/>
                  <a:gd name="T82" fmla="*/ 90 w 153"/>
                  <a:gd name="T83" fmla="*/ 64 h 232"/>
                  <a:gd name="T84" fmla="*/ 89 w 153"/>
                  <a:gd name="T85" fmla="*/ 56 h 232"/>
                  <a:gd name="T86" fmla="*/ 82 w 153"/>
                  <a:gd name="T87" fmla="*/ 52 h 232"/>
                  <a:gd name="T88" fmla="*/ 64 w 153"/>
                  <a:gd name="T89" fmla="*/ 53 h 232"/>
                  <a:gd name="T90" fmla="*/ 32 w 153"/>
                  <a:gd name="T91" fmla="*/ 61 h 232"/>
                  <a:gd name="T92" fmla="*/ 19 w 153"/>
                  <a:gd name="T93" fmla="*/ 68 h 232"/>
                  <a:gd name="T94" fmla="*/ 15 w 153"/>
                  <a:gd name="T95" fmla="*/ 75 h 232"/>
                  <a:gd name="T96" fmla="*/ 26 w 153"/>
                  <a:gd name="T97" fmla="*/ 135 h 232"/>
                  <a:gd name="T98" fmla="*/ 34 w 153"/>
                  <a:gd name="T99" fmla="*/ 140 h 232"/>
                  <a:gd name="T100" fmla="*/ 43 w 153"/>
                  <a:gd name="T101" fmla="*/ 141 h 232"/>
                  <a:gd name="T102" fmla="*/ 44 w 153"/>
                  <a:gd name="T103" fmla="*/ 132 h 232"/>
                  <a:gd name="T104" fmla="*/ 34 w 153"/>
                  <a:gd name="T105" fmla="*/ 130 h 232"/>
                  <a:gd name="T106" fmla="*/ 30 w 153"/>
                  <a:gd name="T107" fmla="*/ 121 h 232"/>
                  <a:gd name="T108" fmla="*/ 36 w 153"/>
                  <a:gd name="T109" fmla="*/ 112 h 232"/>
                  <a:gd name="T110" fmla="*/ 34 w 153"/>
                  <a:gd name="T111" fmla="*/ 103 h 232"/>
                  <a:gd name="T112" fmla="*/ 26 w 153"/>
                  <a:gd name="T113" fmla="*/ 109 h 232"/>
                  <a:gd name="T114" fmla="*/ 22 w 153"/>
                  <a:gd name="T115" fmla="*/ 119 h 232"/>
                  <a:gd name="T116" fmla="*/ 110 w 153"/>
                  <a:gd name="T117" fmla="*/ 122 h 232"/>
                  <a:gd name="T118" fmla="*/ 42 w 153"/>
                  <a:gd name="T119" fmla="*/ 172 h 232"/>
                  <a:gd name="T120" fmla="*/ 73 w 153"/>
                  <a:gd name="T121" fmla="*/ 232 h 232"/>
                  <a:gd name="T122" fmla="*/ 137 w 153"/>
                  <a:gd name="T123" fmla="*/ 163 h 232"/>
                  <a:gd name="T124" fmla="*/ 108 w 153"/>
                  <a:gd name="T125" fmla="*/ 204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3" h="232">
                    <a:moveTo>
                      <a:pt x="73" y="39"/>
                    </a:moveTo>
                    <a:lnTo>
                      <a:pt x="75" y="38"/>
                    </a:lnTo>
                    <a:lnTo>
                      <a:pt x="78" y="37"/>
                    </a:lnTo>
                    <a:lnTo>
                      <a:pt x="82" y="36"/>
                    </a:lnTo>
                    <a:lnTo>
                      <a:pt x="85" y="34"/>
                    </a:lnTo>
                    <a:lnTo>
                      <a:pt x="86" y="33"/>
                    </a:lnTo>
                    <a:lnTo>
                      <a:pt x="87" y="31"/>
                    </a:lnTo>
                    <a:lnTo>
                      <a:pt x="89" y="29"/>
                    </a:lnTo>
                    <a:lnTo>
                      <a:pt x="90" y="28"/>
                    </a:lnTo>
                    <a:lnTo>
                      <a:pt x="90" y="26"/>
                    </a:lnTo>
                    <a:lnTo>
                      <a:pt x="91" y="24"/>
                    </a:lnTo>
                    <a:lnTo>
                      <a:pt x="91" y="21"/>
                    </a:lnTo>
                    <a:lnTo>
                      <a:pt x="91" y="18"/>
                    </a:lnTo>
                    <a:lnTo>
                      <a:pt x="90" y="16"/>
                    </a:lnTo>
                    <a:lnTo>
                      <a:pt x="90" y="13"/>
                    </a:lnTo>
                    <a:lnTo>
                      <a:pt x="90" y="12"/>
                    </a:lnTo>
                    <a:lnTo>
                      <a:pt x="89" y="9"/>
                    </a:lnTo>
                    <a:lnTo>
                      <a:pt x="87" y="8"/>
                    </a:lnTo>
                    <a:lnTo>
                      <a:pt x="86" y="6"/>
                    </a:lnTo>
                    <a:lnTo>
                      <a:pt x="86" y="5"/>
                    </a:lnTo>
                    <a:lnTo>
                      <a:pt x="84" y="4"/>
                    </a:lnTo>
                    <a:lnTo>
                      <a:pt x="82" y="3"/>
                    </a:lnTo>
                    <a:lnTo>
                      <a:pt x="81" y="2"/>
                    </a:lnTo>
                    <a:lnTo>
                      <a:pt x="80" y="1"/>
                    </a:lnTo>
                    <a:lnTo>
                      <a:pt x="78" y="0"/>
                    </a:lnTo>
                    <a:lnTo>
                      <a:pt x="74" y="0"/>
                    </a:lnTo>
                    <a:lnTo>
                      <a:pt x="69" y="0"/>
                    </a:lnTo>
                    <a:lnTo>
                      <a:pt x="66" y="0"/>
                    </a:lnTo>
                    <a:lnTo>
                      <a:pt x="62" y="1"/>
                    </a:lnTo>
                    <a:lnTo>
                      <a:pt x="58" y="4"/>
                    </a:lnTo>
                    <a:lnTo>
                      <a:pt x="54" y="5"/>
                    </a:lnTo>
                    <a:lnTo>
                      <a:pt x="51" y="8"/>
                    </a:lnTo>
                    <a:lnTo>
                      <a:pt x="49" y="10"/>
                    </a:lnTo>
                    <a:lnTo>
                      <a:pt x="43" y="16"/>
                    </a:lnTo>
                    <a:lnTo>
                      <a:pt x="38" y="22"/>
                    </a:lnTo>
                    <a:lnTo>
                      <a:pt x="32" y="28"/>
                    </a:lnTo>
                    <a:lnTo>
                      <a:pt x="26" y="35"/>
                    </a:lnTo>
                    <a:lnTo>
                      <a:pt x="25" y="36"/>
                    </a:lnTo>
                    <a:lnTo>
                      <a:pt x="23" y="36"/>
                    </a:lnTo>
                    <a:lnTo>
                      <a:pt x="21" y="38"/>
                    </a:lnTo>
                    <a:lnTo>
                      <a:pt x="18" y="38"/>
                    </a:lnTo>
                    <a:lnTo>
                      <a:pt x="16" y="38"/>
                    </a:lnTo>
                    <a:lnTo>
                      <a:pt x="14" y="38"/>
                    </a:lnTo>
                    <a:lnTo>
                      <a:pt x="12" y="37"/>
                    </a:lnTo>
                    <a:lnTo>
                      <a:pt x="10" y="36"/>
                    </a:lnTo>
                    <a:lnTo>
                      <a:pt x="10" y="36"/>
                    </a:lnTo>
                    <a:lnTo>
                      <a:pt x="9" y="34"/>
                    </a:lnTo>
                    <a:lnTo>
                      <a:pt x="8" y="32"/>
                    </a:lnTo>
                    <a:lnTo>
                      <a:pt x="7" y="30"/>
                    </a:lnTo>
                    <a:lnTo>
                      <a:pt x="7" y="27"/>
                    </a:lnTo>
                    <a:lnTo>
                      <a:pt x="8" y="24"/>
                    </a:lnTo>
                    <a:lnTo>
                      <a:pt x="9" y="22"/>
                    </a:lnTo>
                    <a:lnTo>
                      <a:pt x="10" y="20"/>
                    </a:lnTo>
                    <a:lnTo>
                      <a:pt x="12" y="19"/>
                    </a:lnTo>
                    <a:lnTo>
                      <a:pt x="14" y="18"/>
                    </a:lnTo>
                    <a:lnTo>
                      <a:pt x="18" y="17"/>
                    </a:lnTo>
                    <a:lnTo>
                      <a:pt x="22" y="16"/>
                    </a:lnTo>
                    <a:lnTo>
                      <a:pt x="21" y="8"/>
                    </a:lnTo>
                    <a:lnTo>
                      <a:pt x="18" y="8"/>
                    </a:lnTo>
                    <a:lnTo>
                      <a:pt x="15" y="9"/>
                    </a:lnTo>
                    <a:lnTo>
                      <a:pt x="12" y="10"/>
                    </a:lnTo>
                    <a:lnTo>
                      <a:pt x="8" y="12"/>
                    </a:lnTo>
                    <a:lnTo>
                      <a:pt x="6" y="13"/>
                    </a:lnTo>
                    <a:lnTo>
                      <a:pt x="5" y="15"/>
                    </a:lnTo>
                    <a:lnTo>
                      <a:pt x="3" y="16"/>
                    </a:lnTo>
                    <a:lnTo>
                      <a:pt x="2" y="19"/>
                    </a:lnTo>
                    <a:lnTo>
                      <a:pt x="1" y="21"/>
                    </a:lnTo>
                    <a:lnTo>
                      <a:pt x="1" y="24"/>
                    </a:lnTo>
                    <a:lnTo>
                      <a:pt x="0" y="28"/>
                    </a:lnTo>
                    <a:lnTo>
                      <a:pt x="1" y="31"/>
                    </a:lnTo>
                    <a:lnTo>
                      <a:pt x="1" y="33"/>
                    </a:lnTo>
                    <a:lnTo>
                      <a:pt x="1" y="35"/>
                    </a:lnTo>
                    <a:lnTo>
                      <a:pt x="2" y="37"/>
                    </a:lnTo>
                    <a:lnTo>
                      <a:pt x="3" y="39"/>
                    </a:lnTo>
                    <a:lnTo>
                      <a:pt x="4" y="40"/>
                    </a:lnTo>
                    <a:lnTo>
                      <a:pt x="6" y="42"/>
                    </a:lnTo>
                    <a:lnTo>
                      <a:pt x="6" y="43"/>
                    </a:lnTo>
                    <a:lnTo>
                      <a:pt x="8" y="44"/>
                    </a:lnTo>
                    <a:lnTo>
                      <a:pt x="11" y="46"/>
                    </a:lnTo>
                    <a:lnTo>
                      <a:pt x="14" y="46"/>
                    </a:lnTo>
                    <a:lnTo>
                      <a:pt x="17" y="47"/>
                    </a:lnTo>
                    <a:lnTo>
                      <a:pt x="19" y="47"/>
                    </a:lnTo>
                    <a:lnTo>
                      <a:pt x="22" y="46"/>
                    </a:lnTo>
                    <a:lnTo>
                      <a:pt x="26" y="46"/>
                    </a:lnTo>
                    <a:lnTo>
                      <a:pt x="28" y="45"/>
                    </a:lnTo>
                    <a:lnTo>
                      <a:pt x="30" y="44"/>
                    </a:lnTo>
                    <a:lnTo>
                      <a:pt x="32" y="42"/>
                    </a:lnTo>
                    <a:lnTo>
                      <a:pt x="34" y="40"/>
                    </a:lnTo>
                    <a:lnTo>
                      <a:pt x="36" y="36"/>
                    </a:lnTo>
                    <a:lnTo>
                      <a:pt x="39" y="33"/>
                    </a:lnTo>
                    <a:lnTo>
                      <a:pt x="45" y="25"/>
                    </a:lnTo>
                    <a:lnTo>
                      <a:pt x="52" y="18"/>
                    </a:lnTo>
                    <a:lnTo>
                      <a:pt x="55" y="14"/>
                    </a:lnTo>
                    <a:lnTo>
                      <a:pt x="59" y="12"/>
                    </a:lnTo>
                    <a:lnTo>
                      <a:pt x="62" y="9"/>
                    </a:lnTo>
                    <a:lnTo>
                      <a:pt x="66" y="8"/>
                    </a:lnTo>
                    <a:lnTo>
                      <a:pt x="68" y="7"/>
                    </a:lnTo>
                    <a:lnTo>
                      <a:pt x="70" y="7"/>
                    </a:lnTo>
                    <a:lnTo>
                      <a:pt x="71" y="7"/>
                    </a:lnTo>
                    <a:lnTo>
                      <a:pt x="74" y="7"/>
                    </a:lnTo>
                    <a:lnTo>
                      <a:pt x="75" y="8"/>
                    </a:lnTo>
                    <a:lnTo>
                      <a:pt x="77" y="9"/>
                    </a:lnTo>
                    <a:lnTo>
                      <a:pt x="78" y="10"/>
                    </a:lnTo>
                    <a:lnTo>
                      <a:pt x="80" y="12"/>
                    </a:lnTo>
                    <a:lnTo>
                      <a:pt x="82" y="13"/>
                    </a:lnTo>
                    <a:lnTo>
                      <a:pt x="82" y="15"/>
                    </a:lnTo>
                    <a:lnTo>
                      <a:pt x="83" y="17"/>
                    </a:lnTo>
                    <a:lnTo>
                      <a:pt x="84" y="20"/>
                    </a:lnTo>
                    <a:lnTo>
                      <a:pt x="84" y="21"/>
                    </a:lnTo>
                    <a:lnTo>
                      <a:pt x="83" y="23"/>
                    </a:lnTo>
                    <a:lnTo>
                      <a:pt x="83" y="24"/>
                    </a:lnTo>
                    <a:lnTo>
                      <a:pt x="82" y="25"/>
                    </a:lnTo>
                    <a:lnTo>
                      <a:pt x="81" y="27"/>
                    </a:lnTo>
                    <a:lnTo>
                      <a:pt x="79" y="28"/>
                    </a:lnTo>
                    <a:lnTo>
                      <a:pt x="77" y="29"/>
                    </a:lnTo>
                    <a:lnTo>
                      <a:pt x="75" y="29"/>
                    </a:lnTo>
                    <a:lnTo>
                      <a:pt x="73" y="29"/>
                    </a:lnTo>
                    <a:lnTo>
                      <a:pt x="71" y="30"/>
                    </a:lnTo>
                    <a:lnTo>
                      <a:pt x="73" y="39"/>
                    </a:lnTo>
                    <a:lnTo>
                      <a:pt x="73" y="39"/>
                    </a:lnTo>
                    <a:close/>
                    <a:moveTo>
                      <a:pt x="9" y="78"/>
                    </a:moveTo>
                    <a:lnTo>
                      <a:pt x="8" y="76"/>
                    </a:lnTo>
                    <a:lnTo>
                      <a:pt x="8" y="73"/>
                    </a:lnTo>
                    <a:lnTo>
                      <a:pt x="9" y="72"/>
                    </a:lnTo>
                    <a:lnTo>
                      <a:pt x="9" y="69"/>
                    </a:lnTo>
                    <a:lnTo>
                      <a:pt x="10" y="68"/>
                    </a:lnTo>
                    <a:lnTo>
                      <a:pt x="11" y="66"/>
                    </a:lnTo>
                    <a:lnTo>
                      <a:pt x="13" y="64"/>
                    </a:lnTo>
                    <a:lnTo>
                      <a:pt x="14" y="63"/>
                    </a:lnTo>
                    <a:lnTo>
                      <a:pt x="17" y="60"/>
                    </a:lnTo>
                    <a:lnTo>
                      <a:pt x="20" y="58"/>
                    </a:lnTo>
                    <a:lnTo>
                      <a:pt x="23" y="56"/>
                    </a:lnTo>
                    <a:lnTo>
                      <a:pt x="27" y="55"/>
                    </a:lnTo>
                    <a:lnTo>
                      <a:pt x="31" y="53"/>
                    </a:lnTo>
                    <a:lnTo>
                      <a:pt x="36" y="52"/>
                    </a:lnTo>
                    <a:lnTo>
                      <a:pt x="40" y="50"/>
                    </a:lnTo>
                    <a:lnTo>
                      <a:pt x="45" y="48"/>
                    </a:lnTo>
                    <a:lnTo>
                      <a:pt x="54" y="47"/>
                    </a:lnTo>
                    <a:lnTo>
                      <a:pt x="63" y="45"/>
                    </a:lnTo>
                    <a:lnTo>
                      <a:pt x="71" y="44"/>
                    </a:lnTo>
                    <a:lnTo>
                      <a:pt x="78" y="44"/>
                    </a:lnTo>
                    <a:lnTo>
                      <a:pt x="82" y="44"/>
                    </a:lnTo>
                    <a:lnTo>
                      <a:pt x="86" y="44"/>
                    </a:lnTo>
                    <a:lnTo>
                      <a:pt x="89" y="46"/>
                    </a:lnTo>
                    <a:lnTo>
                      <a:pt x="91" y="47"/>
                    </a:lnTo>
                    <a:lnTo>
                      <a:pt x="94" y="49"/>
                    </a:lnTo>
                    <a:lnTo>
                      <a:pt x="95" y="52"/>
                    </a:lnTo>
                    <a:lnTo>
                      <a:pt x="97" y="52"/>
                    </a:lnTo>
                    <a:lnTo>
                      <a:pt x="97" y="54"/>
                    </a:lnTo>
                    <a:lnTo>
                      <a:pt x="98" y="56"/>
                    </a:lnTo>
                    <a:lnTo>
                      <a:pt x="98" y="57"/>
                    </a:lnTo>
                    <a:lnTo>
                      <a:pt x="98" y="60"/>
                    </a:lnTo>
                    <a:lnTo>
                      <a:pt x="98" y="63"/>
                    </a:lnTo>
                    <a:lnTo>
                      <a:pt x="98" y="64"/>
                    </a:lnTo>
                    <a:lnTo>
                      <a:pt x="98" y="67"/>
                    </a:lnTo>
                    <a:lnTo>
                      <a:pt x="97" y="68"/>
                    </a:lnTo>
                    <a:lnTo>
                      <a:pt x="95" y="70"/>
                    </a:lnTo>
                    <a:lnTo>
                      <a:pt x="94" y="72"/>
                    </a:lnTo>
                    <a:lnTo>
                      <a:pt x="92" y="74"/>
                    </a:lnTo>
                    <a:lnTo>
                      <a:pt x="90" y="76"/>
                    </a:lnTo>
                    <a:lnTo>
                      <a:pt x="86" y="77"/>
                    </a:lnTo>
                    <a:lnTo>
                      <a:pt x="82" y="80"/>
                    </a:lnTo>
                    <a:lnTo>
                      <a:pt x="78" y="81"/>
                    </a:lnTo>
                    <a:lnTo>
                      <a:pt x="73" y="84"/>
                    </a:lnTo>
                    <a:lnTo>
                      <a:pt x="68" y="85"/>
                    </a:lnTo>
                    <a:lnTo>
                      <a:pt x="63" y="87"/>
                    </a:lnTo>
                    <a:lnTo>
                      <a:pt x="58" y="88"/>
                    </a:lnTo>
                    <a:lnTo>
                      <a:pt x="53" y="88"/>
                    </a:lnTo>
                    <a:lnTo>
                      <a:pt x="48" y="90"/>
                    </a:lnTo>
                    <a:lnTo>
                      <a:pt x="42" y="90"/>
                    </a:lnTo>
                    <a:lnTo>
                      <a:pt x="37" y="91"/>
                    </a:lnTo>
                    <a:lnTo>
                      <a:pt x="32" y="92"/>
                    </a:lnTo>
                    <a:lnTo>
                      <a:pt x="26" y="92"/>
                    </a:lnTo>
                    <a:lnTo>
                      <a:pt x="22" y="92"/>
                    </a:lnTo>
                    <a:lnTo>
                      <a:pt x="20" y="91"/>
                    </a:lnTo>
                    <a:lnTo>
                      <a:pt x="18" y="90"/>
                    </a:lnTo>
                    <a:lnTo>
                      <a:pt x="15" y="89"/>
                    </a:lnTo>
                    <a:lnTo>
                      <a:pt x="14" y="88"/>
                    </a:lnTo>
                    <a:lnTo>
                      <a:pt x="12" y="87"/>
                    </a:lnTo>
                    <a:lnTo>
                      <a:pt x="11" y="84"/>
                    </a:lnTo>
                    <a:lnTo>
                      <a:pt x="10" y="83"/>
                    </a:lnTo>
                    <a:lnTo>
                      <a:pt x="10" y="81"/>
                    </a:lnTo>
                    <a:lnTo>
                      <a:pt x="9" y="78"/>
                    </a:lnTo>
                    <a:lnTo>
                      <a:pt x="9" y="78"/>
                    </a:lnTo>
                    <a:close/>
                    <a:moveTo>
                      <a:pt x="16" y="76"/>
                    </a:moveTo>
                    <a:lnTo>
                      <a:pt x="16" y="78"/>
                    </a:lnTo>
                    <a:lnTo>
                      <a:pt x="18" y="80"/>
                    </a:lnTo>
                    <a:lnTo>
                      <a:pt x="18" y="80"/>
                    </a:lnTo>
                    <a:lnTo>
                      <a:pt x="19" y="81"/>
                    </a:lnTo>
                    <a:lnTo>
                      <a:pt x="21" y="82"/>
                    </a:lnTo>
                    <a:lnTo>
                      <a:pt x="22" y="83"/>
                    </a:lnTo>
                    <a:lnTo>
                      <a:pt x="24" y="83"/>
                    </a:lnTo>
                    <a:lnTo>
                      <a:pt x="26" y="84"/>
                    </a:lnTo>
                    <a:lnTo>
                      <a:pt x="28" y="84"/>
                    </a:lnTo>
                    <a:lnTo>
                      <a:pt x="31" y="84"/>
                    </a:lnTo>
                    <a:lnTo>
                      <a:pt x="36" y="83"/>
                    </a:lnTo>
                    <a:lnTo>
                      <a:pt x="43" y="82"/>
                    </a:lnTo>
                    <a:lnTo>
                      <a:pt x="50" y="80"/>
                    </a:lnTo>
                    <a:lnTo>
                      <a:pt x="56" y="80"/>
                    </a:lnTo>
                    <a:lnTo>
                      <a:pt x="62" y="77"/>
                    </a:lnTo>
                    <a:lnTo>
                      <a:pt x="69" y="76"/>
                    </a:lnTo>
                    <a:lnTo>
                      <a:pt x="74" y="74"/>
                    </a:lnTo>
                    <a:lnTo>
                      <a:pt x="79" y="72"/>
                    </a:lnTo>
                    <a:lnTo>
                      <a:pt x="82" y="71"/>
                    </a:lnTo>
                    <a:lnTo>
                      <a:pt x="84" y="70"/>
                    </a:lnTo>
                    <a:lnTo>
                      <a:pt x="86" y="68"/>
                    </a:lnTo>
                    <a:lnTo>
                      <a:pt x="87" y="68"/>
                    </a:lnTo>
                    <a:lnTo>
                      <a:pt x="88" y="66"/>
                    </a:lnTo>
                    <a:lnTo>
                      <a:pt x="90" y="64"/>
                    </a:lnTo>
                    <a:lnTo>
                      <a:pt x="90" y="64"/>
                    </a:lnTo>
                    <a:lnTo>
                      <a:pt x="90" y="63"/>
                    </a:lnTo>
                    <a:lnTo>
                      <a:pt x="91" y="60"/>
                    </a:lnTo>
                    <a:lnTo>
                      <a:pt x="91" y="59"/>
                    </a:lnTo>
                    <a:lnTo>
                      <a:pt x="90" y="57"/>
                    </a:lnTo>
                    <a:lnTo>
                      <a:pt x="89" y="56"/>
                    </a:lnTo>
                    <a:lnTo>
                      <a:pt x="88" y="56"/>
                    </a:lnTo>
                    <a:lnTo>
                      <a:pt x="87" y="55"/>
                    </a:lnTo>
                    <a:lnTo>
                      <a:pt x="86" y="54"/>
                    </a:lnTo>
                    <a:lnTo>
                      <a:pt x="84" y="53"/>
                    </a:lnTo>
                    <a:lnTo>
                      <a:pt x="82" y="52"/>
                    </a:lnTo>
                    <a:lnTo>
                      <a:pt x="80" y="52"/>
                    </a:lnTo>
                    <a:lnTo>
                      <a:pt x="78" y="52"/>
                    </a:lnTo>
                    <a:lnTo>
                      <a:pt x="75" y="52"/>
                    </a:lnTo>
                    <a:lnTo>
                      <a:pt x="70" y="52"/>
                    </a:lnTo>
                    <a:lnTo>
                      <a:pt x="64" y="53"/>
                    </a:lnTo>
                    <a:lnTo>
                      <a:pt x="58" y="55"/>
                    </a:lnTo>
                    <a:lnTo>
                      <a:pt x="50" y="56"/>
                    </a:lnTo>
                    <a:lnTo>
                      <a:pt x="44" y="58"/>
                    </a:lnTo>
                    <a:lnTo>
                      <a:pt x="38" y="60"/>
                    </a:lnTo>
                    <a:lnTo>
                      <a:pt x="32" y="61"/>
                    </a:lnTo>
                    <a:lnTo>
                      <a:pt x="27" y="64"/>
                    </a:lnTo>
                    <a:lnTo>
                      <a:pt x="25" y="64"/>
                    </a:lnTo>
                    <a:lnTo>
                      <a:pt x="22" y="66"/>
                    </a:lnTo>
                    <a:lnTo>
                      <a:pt x="21" y="67"/>
                    </a:lnTo>
                    <a:lnTo>
                      <a:pt x="19" y="68"/>
                    </a:lnTo>
                    <a:lnTo>
                      <a:pt x="18" y="70"/>
                    </a:lnTo>
                    <a:lnTo>
                      <a:pt x="17" y="71"/>
                    </a:lnTo>
                    <a:lnTo>
                      <a:pt x="17" y="72"/>
                    </a:lnTo>
                    <a:lnTo>
                      <a:pt x="16" y="74"/>
                    </a:lnTo>
                    <a:lnTo>
                      <a:pt x="15" y="75"/>
                    </a:lnTo>
                    <a:lnTo>
                      <a:pt x="16" y="76"/>
                    </a:lnTo>
                    <a:lnTo>
                      <a:pt x="16" y="76"/>
                    </a:lnTo>
                    <a:close/>
                    <a:moveTo>
                      <a:pt x="23" y="128"/>
                    </a:moveTo>
                    <a:lnTo>
                      <a:pt x="25" y="132"/>
                    </a:lnTo>
                    <a:lnTo>
                      <a:pt x="26" y="135"/>
                    </a:lnTo>
                    <a:lnTo>
                      <a:pt x="27" y="136"/>
                    </a:lnTo>
                    <a:lnTo>
                      <a:pt x="29" y="137"/>
                    </a:lnTo>
                    <a:lnTo>
                      <a:pt x="30" y="139"/>
                    </a:lnTo>
                    <a:lnTo>
                      <a:pt x="32" y="140"/>
                    </a:lnTo>
                    <a:lnTo>
                      <a:pt x="34" y="140"/>
                    </a:lnTo>
                    <a:lnTo>
                      <a:pt x="35" y="140"/>
                    </a:lnTo>
                    <a:lnTo>
                      <a:pt x="37" y="141"/>
                    </a:lnTo>
                    <a:lnTo>
                      <a:pt x="39" y="141"/>
                    </a:lnTo>
                    <a:lnTo>
                      <a:pt x="41" y="141"/>
                    </a:lnTo>
                    <a:lnTo>
                      <a:pt x="43" y="141"/>
                    </a:lnTo>
                    <a:lnTo>
                      <a:pt x="45" y="140"/>
                    </a:lnTo>
                    <a:lnTo>
                      <a:pt x="47" y="140"/>
                    </a:lnTo>
                    <a:lnTo>
                      <a:pt x="115" y="116"/>
                    </a:lnTo>
                    <a:lnTo>
                      <a:pt x="112" y="108"/>
                    </a:lnTo>
                    <a:lnTo>
                      <a:pt x="44" y="132"/>
                    </a:lnTo>
                    <a:lnTo>
                      <a:pt x="42" y="132"/>
                    </a:lnTo>
                    <a:lnTo>
                      <a:pt x="39" y="132"/>
                    </a:lnTo>
                    <a:lnTo>
                      <a:pt x="38" y="132"/>
                    </a:lnTo>
                    <a:lnTo>
                      <a:pt x="36" y="132"/>
                    </a:lnTo>
                    <a:lnTo>
                      <a:pt x="34" y="130"/>
                    </a:lnTo>
                    <a:lnTo>
                      <a:pt x="32" y="129"/>
                    </a:lnTo>
                    <a:lnTo>
                      <a:pt x="31" y="128"/>
                    </a:lnTo>
                    <a:lnTo>
                      <a:pt x="30" y="125"/>
                    </a:lnTo>
                    <a:lnTo>
                      <a:pt x="30" y="124"/>
                    </a:lnTo>
                    <a:lnTo>
                      <a:pt x="30" y="121"/>
                    </a:lnTo>
                    <a:lnTo>
                      <a:pt x="30" y="119"/>
                    </a:lnTo>
                    <a:lnTo>
                      <a:pt x="31" y="116"/>
                    </a:lnTo>
                    <a:lnTo>
                      <a:pt x="32" y="115"/>
                    </a:lnTo>
                    <a:lnTo>
                      <a:pt x="34" y="112"/>
                    </a:lnTo>
                    <a:lnTo>
                      <a:pt x="36" y="112"/>
                    </a:lnTo>
                    <a:lnTo>
                      <a:pt x="38" y="110"/>
                    </a:lnTo>
                    <a:lnTo>
                      <a:pt x="105" y="88"/>
                    </a:lnTo>
                    <a:lnTo>
                      <a:pt x="103" y="80"/>
                    </a:lnTo>
                    <a:lnTo>
                      <a:pt x="36" y="102"/>
                    </a:lnTo>
                    <a:lnTo>
                      <a:pt x="34" y="103"/>
                    </a:lnTo>
                    <a:lnTo>
                      <a:pt x="32" y="104"/>
                    </a:lnTo>
                    <a:lnTo>
                      <a:pt x="30" y="105"/>
                    </a:lnTo>
                    <a:lnTo>
                      <a:pt x="29" y="107"/>
                    </a:lnTo>
                    <a:lnTo>
                      <a:pt x="27" y="108"/>
                    </a:lnTo>
                    <a:lnTo>
                      <a:pt x="26" y="109"/>
                    </a:lnTo>
                    <a:lnTo>
                      <a:pt x="25" y="112"/>
                    </a:lnTo>
                    <a:lnTo>
                      <a:pt x="24" y="113"/>
                    </a:lnTo>
                    <a:lnTo>
                      <a:pt x="23" y="115"/>
                    </a:lnTo>
                    <a:lnTo>
                      <a:pt x="22" y="117"/>
                    </a:lnTo>
                    <a:lnTo>
                      <a:pt x="22" y="119"/>
                    </a:lnTo>
                    <a:lnTo>
                      <a:pt x="22" y="120"/>
                    </a:lnTo>
                    <a:lnTo>
                      <a:pt x="22" y="124"/>
                    </a:lnTo>
                    <a:lnTo>
                      <a:pt x="23" y="128"/>
                    </a:lnTo>
                    <a:lnTo>
                      <a:pt x="23" y="128"/>
                    </a:lnTo>
                    <a:close/>
                    <a:moveTo>
                      <a:pt x="110" y="122"/>
                    </a:moveTo>
                    <a:lnTo>
                      <a:pt x="116" y="119"/>
                    </a:lnTo>
                    <a:lnTo>
                      <a:pt x="130" y="151"/>
                    </a:lnTo>
                    <a:lnTo>
                      <a:pt x="123" y="153"/>
                    </a:lnTo>
                    <a:lnTo>
                      <a:pt x="118" y="141"/>
                    </a:lnTo>
                    <a:lnTo>
                      <a:pt x="42" y="172"/>
                    </a:lnTo>
                    <a:lnTo>
                      <a:pt x="38" y="164"/>
                    </a:lnTo>
                    <a:lnTo>
                      <a:pt x="114" y="133"/>
                    </a:lnTo>
                    <a:lnTo>
                      <a:pt x="110" y="122"/>
                    </a:lnTo>
                    <a:lnTo>
                      <a:pt x="110" y="122"/>
                    </a:lnTo>
                    <a:close/>
                    <a:moveTo>
                      <a:pt x="73" y="232"/>
                    </a:moveTo>
                    <a:lnTo>
                      <a:pt x="153" y="190"/>
                    </a:lnTo>
                    <a:lnTo>
                      <a:pt x="149" y="183"/>
                    </a:lnTo>
                    <a:lnTo>
                      <a:pt x="115" y="200"/>
                    </a:lnTo>
                    <a:lnTo>
                      <a:pt x="103" y="177"/>
                    </a:lnTo>
                    <a:lnTo>
                      <a:pt x="137" y="163"/>
                    </a:lnTo>
                    <a:lnTo>
                      <a:pt x="133" y="155"/>
                    </a:lnTo>
                    <a:lnTo>
                      <a:pt x="50" y="192"/>
                    </a:lnTo>
                    <a:lnTo>
                      <a:pt x="54" y="200"/>
                    </a:lnTo>
                    <a:lnTo>
                      <a:pt x="95" y="180"/>
                    </a:lnTo>
                    <a:lnTo>
                      <a:pt x="108" y="204"/>
                    </a:lnTo>
                    <a:lnTo>
                      <a:pt x="69" y="225"/>
                    </a:lnTo>
                    <a:lnTo>
                      <a:pt x="73" y="232"/>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7" name="iṩ1íḋé"/>
              <p:cNvSpPr/>
              <p:nvPr userDrawn="1"/>
            </p:nvSpPr>
            <p:spPr bwMode="auto">
              <a:xfrm>
                <a:off x="2192338" y="3840163"/>
                <a:ext cx="303213" cy="306388"/>
              </a:xfrm>
              <a:custGeom>
                <a:avLst/>
                <a:gdLst>
                  <a:gd name="T0" fmla="*/ 20 w 191"/>
                  <a:gd name="T1" fmla="*/ 59 h 193"/>
                  <a:gd name="T2" fmla="*/ 13 w 191"/>
                  <a:gd name="T3" fmla="*/ 60 h 193"/>
                  <a:gd name="T4" fmla="*/ 9 w 191"/>
                  <a:gd name="T5" fmla="*/ 56 h 193"/>
                  <a:gd name="T6" fmla="*/ 8 w 191"/>
                  <a:gd name="T7" fmla="*/ 50 h 193"/>
                  <a:gd name="T8" fmla="*/ 10 w 191"/>
                  <a:gd name="T9" fmla="*/ 45 h 193"/>
                  <a:gd name="T10" fmla="*/ 14 w 191"/>
                  <a:gd name="T11" fmla="*/ 39 h 193"/>
                  <a:gd name="T12" fmla="*/ 24 w 191"/>
                  <a:gd name="T13" fmla="*/ 30 h 193"/>
                  <a:gd name="T14" fmla="*/ 38 w 191"/>
                  <a:gd name="T15" fmla="*/ 19 h 193"/>
                  <a:gd name="T16" fmla="*/ 52 w 191"/>
                  <a:gd name="T17" fmla="*/ 12 h 193"/>
                  <a:gd name="T18" fmla="*/ 60 w 191"/>
                  <a:gd name="T19" fmla="*/ 10 h 193"/>
                  <a:gd name="T20" fmla="*/ 65 w 191"/>
                  <a:gd name="T21" fmla="*/ 10 h 193"/>
                  <a:gd name="T22" fmla="*/ 69 w 191"/>
                  <a:gd name="T23" fmla="*/ 12 h 193"/>
                  <a:gd name="T24" fmla="*/ 71 w 191"/>
                  <a:gd name="T25" fmla="*/ 18 h 193"/>
                  <a:gd name="T26" fmla="*/ 69 w 191"/>
                  <a:gd name="T27" fmla="*/ 24 h 193"/>
                  <a:gd name="T28" fmla="*/ 61 w 191"/>
                  <a:gd name="T29" fmla="*/ 32 h 193"/>
                  <a:gd name="T30" fmla="*/ 69 w 191"/>
                  <a:gd name="T31" fmla="*/ 36 h 193"/>
                  <a:gd name="T32" fmla="*/ 75 w 191"/>
                  <a:gd name="T33" fmla="*/ 31 h 193"/>
                  <a:gd name="T34" fmla="*/ 77 w 191"/>
                  <a:gd name="T35" fmla="*/ 25 h 193"/>
                  <a:gd name="T36" fmla="*/ 79 w 191"/>
                  <a:gd name="T37" fmla="*/ 19 h 193"/>
                  <a:gd name="T38" fmla="*/ 78 w 191"/>
                  <a:gd name="T39" fmla="*/ 13 h 193"/>
                  <a:gd name="T40" fmla="*/ 75 w 191"/>
                  <a:gd name="T41" fmla="*/ 7 h 193"/>
                  <a:gd name="T42" fmla="*/ 71 w 191"/>
                  <a:gd name="T43" fmla="*/ 3 h 193"/>
                  <a:gd name="T44" fmla="*/ 64 w 191"/>
                  <a:gd name="T45" fmla="*/ 0 h 193"/>
                  <a:gd name="T46" fmla="*/ 55 w 191"/>
                  <a:gd name="T47" fmla="*/ 2 h 193"/>
                  <a:gd name="T48" fmla="*/ 42 w 191"/>
                  <a:gd name="T49" fmla="*/ 7 h 193"/>
                  <a:gd name="T50" fmla="*/ 29 w 191"/>
                  <a:gd name="T51" fmla="*/ 16 h 193"/>
                  <a:gd name="T52" fmla="*/ 17 w 191"/>
                  <a:gd name="T53" fmla="*/ 25 h 193"/>
                  <a:gd name="T54" fmla="*/ 8 w 191"/>
                  <a:gd name="T55" fmla="*/ 35 h 193"/>
                  <a:gd name="T56" fmla="*/ 2 w 191"/>
                  <a:gd name="T57" fmla="*/ 43 h 193"/>
                  <a:gd name="T58" fmla="*/ 0 w 191"/>
                  <a:gd name="T59" fmla="*/ 51 h 193"/>
                  <a:gd name="T60" fmla="*/ 2 w 191"/>
                  <a:gd name="T61" fmla="*/ 58 h 193"/>
                  <a:gd name="T62" fmla="*/ 5 w 191"/>
                  <a:gd name="T63" fmla="*/ 64 h 193"/>
                  <a:gd name="T64" fmla="*/ 9 w 191"/>
                  <a:gd name="T65" fmla="*/ 67 h 193"/>
                  <a:gd name="T66" fmla="*/ 14 w 191"/>
                  <a:gd name="T67" fmla="*/ 69 h 193"/>
                  <a:gd name="T68" fmla="*/ 20 w 191"/>
                  <a:gd name="T69" fmla="*/ 68 h 193"/>
                  <a:gd name="T70" fmla="*/ 28 w 191"/>
                  <a:gd name="T71" fmla="*/ 65 h 193"/>
                  <a:gd name="T72" fmla="*/ 29 w 191"/>
                  <a:gd name="T73" fmla="*/ 55 h 193"/>
                  <a:gd name="T74" fmla="*/ 43 w 191"/>
                  <a:gd name="T75" fmla="*/ 107 h 193"/>
                  <a:gd name="T76" fmla="*/ 27 w 191"/>
                  <a:gd name="T77" fmla="*/ 89 h 193"/>
                  <a:gd name="T78" fmla="*/ 97 w 191"/>
                  <a:gd name="T79" fmla="*/ 33 h 193"/>
                  <a:gd name="T80" fmla="*/ 110 w 191"/>
                  <a:gd name="T81" fmla="*/ 47 h 193"/>
                  <a:gd name="T82" fmla="*/ 48 w 191"/>
                  <a:gd name="T83" fmla="*/ 112 h 193"/>
                  <a:gd name="T84" fmla="*/ 124 w 191"/>
                  <a:gd name="T85" fmla="*/ 60 h 193"/>
                  <a:gd name="T86" fmla="*/ 64 w 191"/>
                  <a:gd name="T87" fmla="*/ 127 h 193"/>
                  <a:gd name="T88" fmla="*/ 169 w 191"/>
                  <a:gd name="T89" fmla="*/ 95 h 193"/>
                  <a:gd name="T90" fmla="*/ 149 w 191"/>
                  <a:gd name="T91" fmla="*/ 82 h 193"/>
                  <a:gd name="T92" fmla="*/ 82 w 191"/>
                  <a:gd name="T93" fmla="*/ 143 h 193"/>
                  <a:gd name="T94" fmla="*/ 99 w 191"/>
                  <a:gd name="T95" fmla="*/ 156 h 193"/>
                  <a:gd name="T96" fmla="*/ 145 w 191"/>
                  <a:gd name="T97" fmla="*/ 188 h 193"/>
                  <a:gd name="T98" fmla="*/ 182 w 191"/>
                  <a:gd name="T99" fmla="*/ 105 h 193"/>
                  <a:gd name="T100" fmla="*/ 147 w 191"/>
                  <a:gd name="T101" fmla="*/ 148 h 193"/>
                  <a:gd name="T102" fmla="*/ 153 w 191"/>
                  <a:gd name="T103" fmla="*/ 14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1" h="193">
                    <a:moveTo>
                      <a:pt x="29" y="55"/>
                    </a:moveTo>
                    <a:lnTo>
                      <a:pt x="24" y="57"/>
                    </a:lnTo>
                    <a:lnTo>
                      <a:pt x="20" y="59"/>
                    </a:lnTo>
                    <a:lnTo>
                      <a:pt x="17" y="60"/>
                    </a:lnTo>
                    <a:lnTo>
                      <a:pt x="15" y="60"/>
                    </a:lnTo>
                    <a:lnTo>
                      <a:pt x="13" y="60"/>
                    </a:lnTo>
                    <a:lnTo>
                      <a:pt x="12" y="59"/>
                    </a:lnTo>
                    <a:lnTo>
                      <a:pt x="10" y="58"/>
                    </a:lnTo>
                    <a:lnTo>
                      <a:pt x="9" y="56"/>
                    </a:lnTo>
                    <a:lnTo>
                      <a:pt x="8" y="54"/>
                    </a:lnTo>
                    <a:lnTo>
                      <a:pt x="8" y="51"/>
                    </a:lnTo>
                    <a:lnTo>
                      <a:pt x="8" y="50"/>
                    </a:lnTo>
                    <a:lnTo>
                      <a:pt x="8" y="48"/>
                    </a:lnTo>
                    <a:lnTo>
                      <a:pt x="9" y="47"/>
                    </a:lnTo>
                    <a:lnTo>
                      <a:pt x="10" y="45"/>
                    </a:lnTo>
                    <a:lnTo>
                      <a:pt x="11" y="43"/>
                    </a:lnTo>
                    <a:lnTo>
                      <a:pt x="12" y="42"/>
                    </a:lnTo>
                    <a:lnTo>
                      <a:pt x="14" y="39"/>
                    </a:lnTo>
                    <a:lnTo>
                      <a:pt x="16" y="37"/>
                    </a:lnTo>
                    <a:lnTo>
                      <a:pt x="20" y="33"/>
                    </a:lnTo>
                    <a:lnTo>
                      <a:pt x="24" y="30"/>
                    </a:lnTo>
                    <a:lnTo>
                      <a:pt x="28" y="27"/>
                    </a:lnTo>
                    <a:lnTo>
                      <a:pt x="33" y="23"/>
                    </a:lnTo>
                    <a:lnTo>
                      <a:pt x="38" y="19"/>
                    </a:lnTo>
                    <a:lnTo>
                      <a:pt x="43" y="17"/>
                    </a:lnTo>
                    <a:lnTo>
                      <a:pt x="48" y="15"/>
                    </a:lnTo>
                    <a:lnTo>
                      <a:pt x="52" y="12"/>
                    </a:lnTo>
                    <a:lnTo>
                      <a:pt x="56" y="11"/>
                    </a:lnTo>
                    <a:lnTo>
                      <a:pt x="58" y="10"/>
                    </a:lnTo>
                    <a:lnTo>
                      <a:pt x="60" y="10"/>
                    </a:lnTo>
                    <a:lnTo>
                      <a:pt x="61" y="9"/>
                    </a:lnTo>
                    <a:lnTo>
                      <a:pt x="64" y="9"/>
                    </a:lnTo>
                    <a:lnTo>
                      <a:pt x="65" y="10"/>
                    </a:lnTo>
                    <a:lnTo>
                      <a:pt x="66" y="10"/>
                    </a:lnTo>
                    <a:lnTo>
                      <a:pt x="67" y="11"/>
                    </a:lnTo>
                    <a:lnTo>
                      <a:pt x="69" y="12"/>
                    </a:lnTo>
                    <a:lnTo>
                      <a:pt x="70" y="14"/>
                    </a:lnTo>
                    <a:lnTo>
                      <a:pt x="71" y="16"/>
                    </a:lnTo>
                    <a:lnTo>
                      <a:pt x="71" y="18"/>
                    </a:lnTo>
                    <a:lnTo>
                      <a:pt x="71" y="19"/>
                    </a:lnTo>
                    <a:lnTo>
                      <a:pt x="71" y="22"/>
                    </a:lnTo>
                    <a:lnTo>
                      <a:pt x="69" y="24"/>
                    </a:lnTo>
                    <a:lnTo>
                      <a:pt x="68" y="27"/>
                    </a:lnTo>
                    <a:lnTo>
                      <a:pt x="65" y="29"/>
                    </a:lnTo>
                    <a:lnTo>
                      <a:pt x="61" y="32"/>
                    </a:lnTo>
                    <a:lnTo>
                      <a:pt x="65" y="39"/>
                    </a:lnTo>
                    <a:lnTo>
                      <a:pt x="67" y="38"/>
                    </a:lnTo>
                    <a:lnTo>
                      <a:pt x="69" y="36"/>
                    </a:lnTo>
                    <a:lnTo>
                      <a:pt x="71" y="35"/>
                    </a:lnTo>
                    <a:lnTo>
                      <a:pt x="73" y="33"/>
                    </a:lnTo>
                    <a:lnTo>
                      <a:pt x="75" y="31"/>
                    </a:lnTo>
                    <a:lnTo>
                      <a:pt x="76" y="29"/>
                    </a:lnTo>
                    <a:lnTo>
                      <a:pt x="77" y="27"/>
                    </a:lnTo>
                    <a:lnTo>
                      <a:pt x="77" y="25"/>
                    </a:lnTo>
                    <a:lnTo>
                      <a:pt x="78" y="23"/>
                    </a:lnTo>
                    <a:lnTo>
                      <a:pt x="79" y="21"/>
                    </a:lnTo>
                    <a:lnTo>
                      <a:pt x="79" y="19"/>
                    </a:lnTo>
                    <a:lnTo>
                      <a:pt x="79" y="17"/>
                    </a:lnTo>
                    <a:lnTo>
                      <a:pt x="78" y="15"/>
                    </a:lnTo>
                    <a:lnTo>
                      <a:pt x="78" y="13"/>
                    </a:lnTo>
                    <a:lnTo>
                      <a:pt x="77" y="11"/>
                    </a:lnTo>
                    <a:lnTo>
                      <a:pt x="77" y="9"/>
                    </a:lnTo>
                    <a:lnTo>
                      <a:pt x="75" y="7"/>
                    </a:lnTo>
                    <a:lnTo>
                      <a:pt x="74" y="5"/>
                    </a:lnTo>
                    <a:lnTo>
                      <a:pt x="73" y="3"/>
                    </a:lnTo>
                    <a:lnTo>
                      <a:pt x="71" y="3"/>
                    </a:lnTo>
                    <a:lnTo>
                      <a:pt x="69" y="1"/>
                    </a:lnTo>
                    <a:lnTo>
                      <a:pt x="66" y="1"/>
                    </a:lnTo>
                    <a:lnTo>
                      <a:pt x="64" y="0"/>
                    </a:lnTo>
                    <a:lnTo>
                      <a:pt x="61" y="0"/>
                    </a:lnTo>
                    <a:lnTo>
                      <a:pt x="58" y="1"/>
                    </a:lnTo>
                    <a:lnTo>
                      <a:pt x="55" y="2"/>
                    </a:lnTo>
                    <a:lnTo>
                      <a:pt x="51" y="3"/>
                    </a:lnTo>
                    <a:lnTo>
                      <a:pt x="47" y="5"/>
                    </a:lnTo>
                    <a:lnTo>
                      <a:pt x="42" y="7"/>
                    </a:lnTo>
                    <a:lnTo>
                      <a:pt x="38" y="10"/>
                    </a:lnTo>
                    <a:lnTo>
                      <a:pt x="34" y="13"/>
                    </a:lnTo>
                    <a:lnTo>
                      <a:pt x="29" y="16"/>
                    </a:lnTo>
                    <a:lnTo>
                      <a:pt x="24" y="19"/>
                    </a:lnTo>
                    <a:lnTo>
                      <a:pt x="20" y="22"/>
                    </a:lnTo>
                    <a:lnTo>
                      <a:pt x="17" y="25"/>
                    </a:lnTo>
                    <a:lnTo>
                      <a:pt x="13" y="29"/>
                    </a:lnTo>
                    <a:lnTo>
                      <a:pt x="10" y="32"/>
                    </a:lnTo>
                    <a:lnTo>
                      <a:pt x="8" y="35"/>
                    </a:lnTo>
                    <a:lnTo>
                      <a:pt x="5" y="38"/>
                    </a:lnTo>
                    <a:lnTo>
                      <a:pt x="4" y="41"/>
                    </a:lnTo>
                    <a:lnTo>
                      <a:pt x="2" y="43"/>
                    </a:lnTo>
                    <a:lnTo>
                      <a:pt x="1" y="46"/>
                    </a:lnTo>
                    <a:lnTo>
                      <a:pt x="0" y="48"/>
                    </a:lnTo>
                    <a:lnTo>
                      <a:pt x="0" y="51"/>
                    </a:lnTo>
                    <a:lnTo>
                      <a:pt x="0" y="53"/>
                    </a:lnTo>
                    <a:lnTo>
                      <a:pt x="0" y="55"/>
                    </a:lnTo>
                    <a:lnTo>
                      <a:pt x="2" y="58"/>
                    </a:lnTo>
                    <a:lnTo>
                      <a:pt x="3" y="60"/>
                    </a:lnTo>
                    <a:lnTo>
                      <a:pt x="4" y="63"/>
                    </a:lnTo>
                    <a:lnTo>
                      <a:pt x="5" y="64"/>
                    </a:lnTo>
                    <a:lnTo>
                      <a:pt x="6" y="66"/>
                    </a:lnTo>
                    <a:lnTo>
                      <a:pt x="8" y="67"/>
                    </a:lnTo>
                    <a:lnTo>
                      <a:pt x="9" y="67"/>
                    </a:lnTo>
                    <a:lnTo>
                      <a:pt x="11" y="68"/>
                    </a:lnTo>
                    <a:lnTo>
                      <a:pt x="12" y="69"/>
                    </a:lnTo>
                    <a:lnTo>
                      <a:pt x="14" y="69"/>
                    </a:lnTo>
                    <a:lnTo>
                      <a:pt x="16" y="69"/>
                    </a:lnTo>
                    <a:lnTo>
                      <a:pt x="19" y="69"/>
                    </a:lnTo>
                    <a:lnTo>
                      <a:pt x="20" y="68"/>
                    </a:lnTo>
                    <a:lnTo>
                      <a:pt x="23" y="67"/>
                    </a:lnTo>
                    <a:lnTo>
                      <a:pt x="25" y="67"/>
                    </a:lnTo>
                    <a:lnTo>
                      <a:pt x="28" y="65"/>
                    </a:lnTo>
                    <a:lnTo>
                      <a:pt x="30" y="63"/>
                    </a:lnTo>
                    <a:lnTo>
                      <a:pt x="33" y="62"/>
                    </a:lnTo>
                    <a:lnTo>
                      <a:pt x="29" y="55"/>
                    </a:lnTo>
                    <a:lnTo>
                      <a:pt x="29" y="55"/>
                    </a:lnTo>
                    <a:close/>
                    <a:moveTo>
                      <a:pt x="48" y="112"/>
                    </a:moveTo>
                    <a:lnTo>
                      <a:pt x="43" y="107"/>
                    </a:lnTo>
                    <a:lnTo>
                      <a:pt x="78" y="76"/>
                    </a:lnTo>
                    <a:lnTo>
                      <a:pt x="64" y="59"/>
                    </a:lnTo>
                    <a:lnTo>
                      <a:pt x="27" y="89"/>
                    </a:lnTo>
                    <a:lnTo>
                      <a:pt x="21" y="83"/>
                    </a:lnTo>
                    <a:lnTo>
                      <a:pt x="91" y="27"/>
                    </a:lnTo>
                    <a:lnTo>
                      <a:pt x="97" y="33"/>
                    </a:lnTo>
                    <a:lnTo>
                      <a:pt x="70" y="54"/>
                    </a:lnTo>
                    <a:lnTo>
                      <a:pt x="84" y="71"/>
                    </a:lnTo>
                    <a:lnTo>
                      <a:pt x="110" y="47"/>
                    </a:lnTo>
                    <a:lnTo>
                      <a:pt x="116" y="53"/>
                    </a:lnTo>
                    <a:lnTo>
                      <a:pt x="48" y="112"/>
                    </a:lnTo>
                    <a:lnTo>
                      <a:pt x="48" y="112"/>
                    </a:lnTo>
                    <a:close/>
                    <a:moveTo>
                      <a:pt x="64" y="127"/>
                    </a:moveTo>
                    <a:lnTo>
                      <a:pt x="58" y="121"/>
                    </a:lnTo>
                    <a:lnTo>
                      <a:pt x="124" y="60"/>
                    </a:lnTo>
                    <a:lnTo>
                      <a:pt x="130" y="66"/>
                    </a:lnTo>
                    <a:lnTo>
                      <a:pt x="64" y="127"/>
                    </a:lnTo>
                    <a:lnTo>
                      <a:pt x="64" y="127"/>
                    </a:lnTo>
                    <a:close/>
                    <a:moveTo>
                      <a:pt x="99" y="156"/>
                    </a:moveTo>
                    <a:lnTo>
                      <a:pt x="105" y="161"/>
                    </a:lnTo>
                    <a:lnTo>
                      <a:pt x="169" y="95"/>
                    </a:lnTo>
                    <a:lnTo>
                      <a:pt x="163" y="91"/>
                    </a:lnTo>
                    <a:lnTo>
                      <a:pt x="122" y="131"/>
                    </a:lnTo>
                    <a:lnTo>
                      <a:pt x="149" y="82"/>
                    </a:lnTo>
                    <a:lnTo>
                      <a:pt x="139" y="74"/>
                    </a:lnTo>
                    <a:lnTo>
                      <a:pt x="75" y="136"/>
                    </a:lnTo>
                    <a:lnTo>
                      <a:pt x="82" y="143"/>
                    </a:lnTo>
                    <a:lnTo>
                      <a:pt x="137" y="86"/>
                    </a:lnTo>
                    <a:lnTo>
                      <a:pt x="99" y="156"/>
                    </a:lnTo>
                    <a:lnTo>
                      <a:pt x="99" y="156"/>
                    </a:lnTo>
                    <a:close/>
                    <a:moveTo>
                      <a:pt x="147" y="148"/>
                    </a:moveTo>
                    <a:lnTo>
                      <a:pt x="160" y="159"/>
                    </a:lnTo>
                    <a:lnTo>
                      <a:pt x="145" y="188"/>
                    </a:lnTo>
                    <a:lnTo>
                      <a:pt x="153" y="193"/>
                    </a:lnTo>
                    <a:lnTo>
                      <a:pt x="191" y="111"/>
                    </a:lnTo>
                    <a:lnTo>
                      <a:pt x="182" y="105"/>
                    </a:lnTo>
                    <a:lnTo>
                      <a:pt x="115" y="168"/>
                    </a:lnTo>
                    <a:lnTo>
                      <a:pt x="121" y="173"/>
                    </a:lnTo>
                    <a:lnTo>
                      <a:pt x="147" y="148"/>
                    </a:lnTo>
                    <a:lnTo>
                      <a:pt x="147" y="148"/>
                    </a:lnTo>
                    <a:close/>
                    <a:moveTo>
                      <a:pt x="163" y="151"/>
                    </a:moveTo>
                    <a:lnTo>
                      <a:pt x="153" y="143"/>
                    </a:lnTo>
                    <a:lnTo>
                      <a:pt x="178" y="119"/>
                    </a:lnTo>
                    <a:lnTo>
                      <a:pt x="163" y="15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8" name="ïś1ïḋe"/>
              <p:cNvSpPr/>
              <p:nvPr userDrawn="1"/>
            </p:nvSpPr>
            <p:spPr bwMode="auto">
              <a:xfrm>
                <a:off x="2944813" y="3957638"/>
                <a:ext cx="39688" cy="73025"/>
              </a:xfrm>
              <a:custGeom>
                <a:avLst/>
                <a:gdLst>
                  <a:gd name="T0" fmla="*/ 13 w 25"/>
                  <a:gd name="T1" fmla="*/ 0 h 46"/>
                  <a:gd name="T2" fmla="*/ 20 w 25"/>
                  <a:gd name="T3" fmla="*/ 29 h 46"/>
                  <a:gd name="T4" fmla="*/ 24 w 25"/>
                  <a:gd name="T5" fmla="*/ 28 h 46"/>
                  <a:gd name="T6" fmla="*/ 25 w 25"/>
                  <a:gd name="T7" fmla="*/ 32 h 46"/>
                  <a:gd name="T8" fmla="*/ 21 w 25"/>
                  <a:gd name="T9" fmla="*/ 33 h 46"/>
                  <a:gd name="T10" fmla="*/ 24 w 25"/>
                  <a:gd name="T11" fmla="*/ 45 h 46"/>
                  <a:gd name="T12" fmla="*/ 20 w 25"/>
                  <a:gd name="T13" fmla="*/ 46 h 46"/>
                  <a:gd name="T14" fmla="*/ 17 w 25"/>
                  <a:gd name="T15" fmla="*/ 33 h 46"/>
                  <a:gd name="T16" fmla="*/ 2 w 25"/>
                  <a:gd name="T17" fmla="*/ 37 h 46"/>
                  <a:gd name="T18" fmla="*/ 0 w 25"/>
                  <a:gd name="T19" fmla="*/ 33 h 46"/>
                  <a:gd name="T20" fmla="*/ 11 w 25"/>
                  <a:gd name="T21" fmla="*/ 0 h 46"/>
                  <a:gd name="T22" fmla="*/ 13 w 25"/>
                  <a:gd name="T23" fmla="*/ 0 h 46"/>
                  <a:gd name="T24" fmla="*/ 13 w 25"/>
                  <a:gd name="T25" fmla="*/ 0 h 46"/>
                  <a:gd name="T26" fmla="*/ 16 w 25"/>
                  <a:gd name="T27" fmla="*/ 29 h 46"/>
                  <a:gd name="T28" fmla="*/ 11 w 25"/>
                  <a:gd name="T29" fmla="*/ 7 h 46"/>
                  <a:gd name="T30" fmla="*/ 3 w 25"/>
                  <a:gd name="T31" fmla="*/ 33 h 46"/>
                  <a:gd name="T32" fmla="*/ 16 w 25"/>
                  <a:gd name="T33" fmla="*/ 2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46">
                    <a:moveTo>
                      <a:pt x="13" y="0"/>
                    </a:moveTo>
                    <a:lnTo>
                      <a:pt x="20" y="29"/>
                    </a:lnTo>
                    <a:lnTo>
                      <a:pt x="24" y="28"/>
                    </a:lnTo>
                    <a:lnTo>
                      <a:pt x="25" y="32"/>
                    </a:lnTo>
                    <a:lnTo>
                      <a:pt x="21" y="33"/>
                    </a:lnTo>
                    <a:lnTo>
                      <a:pt x="24" y="45"/>
                    </a:lnTo>
                    <a:lnTo>
                      <a:pt x="20" y="46"/>
                    </a:lnTo>
                    <a:lnTo>
                      <a:pt x="17" y="33"/>
                    </a:lnTo>
                    <a:lnTo>
                      <a:pt x="2" y="37"/>
                    </a:lnTo>
                    <a:lnTo>
                      <a:pt x="0" y="33"/>
                    </a:lnTo>
                    <a:lnTo>
                      <a:pt x="11" y="0"/>
                    </a:lnTo>
                    <a:lnTo>
                      <a:pt x="13" y="0"/>
                    </a:lnTo>
                    <a:lnTo>
                      <a:pt x="13" y="0"/>
                    </a:lnTo>
                    <a:close/>
                    <a:moveTo>
                      <a:pt x="16" y="29"/>
                    </a:moveTo>
                    <a:lnTo>
                      <a:pt x="11" y="7"/>
                    </a:lnTo>
                    <a:lnTo>
                      <a:pt x="3" y="33"/>
                    </a:lnTo>
                    <a:lnTo>
                      <a:pt x="16" y="29"/>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79" name="ís1íďe"/>
              <p:cNvSpPr/>
              <p:nvPr userDrawn="1"/>
            </p:nvSpPr>
            <p:spPr bwMode="auto">
              <a:xfrm>
                <a:off x="2720976" y="3960813"/>
                <a:ext cx="38100" cy="71438"/>
              </a:xfrm>
              <a:custGeom>
                <a:avLst/>
                <a:gdLst>
                  <a:gd name="T0" fmla="*/ 16 w 24"/>
                  <a:gd name="T1" fmla="*/ 10 h 45"/>
                  <a:gd name="T2" fmla="*/ 16 w 24"/>
                  <a:gd name="T3" fmla="*/ 8 h 45"/>
                  <a:gd name="T4" fmla="*/ 16 w 24"/>
                  <a:gd name="T5" fmla="*/ 7 h 45"/>
                  <a:gd name="T6" fmla="*/ 16 w 24"/>
                  <a:gd name="T7" fmla="*/ 6 h 45"/>
                  <a:gd name="T8" fmla="*/ 15 w 24"/>
                  <a:gd name="T9" fmla="*/ 5 h 45"/>
                  <a:gd name="T10" fmla="*/ 12 w 24"/>
                  <a:gd name="T11" fmla="*/ 5 h 45"/>
                  <a:gd name="T12" fmla="*/ 9 w 24"/>
                  <a:gd name="T13" fmla="*/ 5 h 45"/>
                  <a:gd name="T14" fmla="*/ 10 w 24"/>
                  <a:gd name="T15" fmla="*/ 3 h 45"/>
                  <a:gd name="T16" fmla="*/ 13 w 24"/>
                  <a:gd name="T17" fmla="*/ 3 h 45"/>
                  <a:gd name="T18" fmla="*/ 17 w 24"/>
                  <a:gd name="T19" fmla="*/ 3 h 45"/>
                  <a:gd name="T20" fmla="*/ 20 w 24"/>
                  <a:gd name="T21" fmla="*/ 2 h 45"/>
                  <a:gd name="T22" fmla="*/ 24 w 24"/>
                  <a:gd name="T23" fmla="*/ 0 h 45"/>
                  <a:gd name="T24" fmla="*/ 14 w 24"/>
                  <a:gd name="T25" fmla="*/ 39 h 45"/>
                  <a:gd name="T26" fmla="*/ 14 w 24"/>
                  <a:gd name="T27" fmla="*/ 39 h 45"/>
                  <a:gd name="T28" fmla="*/ 14 w 24"/>
                  <a:gd name="T29" fmla="*/ 40 h 45"/>
                  <a:gd name="T30" fmla="*/ 14 w 24"/>
                  <a:gd name="T31" fmla="*/ 41 h 45"/>
                  <a:gd name="T32" fmla="*/ 14 w 24"/>
                  <a:gd name="T33" fmla="*/ 42 h 45"/>
                  <a:gd name="T34" fmla="*/ 16 w 24"/>
                  <a:gd name="T35" fmla="*/ 43 h 45"/>
                  <a:gd name="T36" fmla="*/ 18 w 24"/>
                  <a:gd name="T37" fmla="*/ 43 h 45"/>
                  <a:gd name="T38" fmla="*/ 18 w 24"/>
                  <a:gd name="T39" fmla="*/ 45 h 45"/>
                  <a:gd name="T40" fmla="*/ 0 w 24"/>
                  <a:gd name="T41" fmla="*/ 40 h 45"/>
                  <a:gd name="T42" fmla="*/ 1 w 24"/>
                  <a:gd name="T43" fmla="*/ 39 h 45"/>
                  <a:gd name="T44" fmla="*/ 4 w 24"/>
                  <a:gd name="T45" fmla="*/ 39 h 45"/>
                  <a:gd name="T46" fmla="*/ 6 w 24"/>
                  <a:gd name="T47" fmla="*/ 39 h 45"/>
                  <a:gd name="T48" fmla="*/ 7 w 24"/>
                  <a:gd name="T49" fmla="*/ 39 h 45"/>
                  <a:gd name="T50" fmla="*/ 8 w 24"/>
                  <a:gd name="T51" fmla="*/ 39 h 45"/>
                  <a:gd name="T52" fmla="*/ 8 w 24"/>
                  <a:gd name="T53" fmla="*/ 39 h 45"/>
                  <a:gd name="T54" fmla="*/ 8 w 24"/>
                  <a:gd name="T55" fmla="*/ 39 h 45"/>
                  <a:gd name="T56" fmla="*/ 16 w 24"/>
                  <a:gd name="T57" fmla="*/ 1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45">
                    <a:moveTo>
                      <a:pt x="16" y="10"/>
                    </a:moveTo>
                    <a:lnTo>
                      <a:pt x="16" y="8"/>
                    </a:lnTo>
                    <a:lnTo>
                      <a:pt x="16" y="7"/>
                    </a:lnTo>
                    <a:lnTo>
                      <a:pt x="16" y="6"/>
                    </a:lnTo>
                    <a:lnTo>
                      <a:pt x="15" y="5"/>
                    </a:lnTo>
                    <a:lnTo>
                      <a:pt x="12" y="5"/>
                    </a:lnTo>
                    <a:lnTo>
                      <a:pt x="9" y="5"/>
                    </a:lnTo>
                    <a:lnTo>
                      <a:pt x="10" y="3"/>
                    </a:lnTo>
                    <a:lnTo>
                      <a:pt x="13" y="3"/>
                    </a:lnTo>
                    <a:lnTo>
                      <a:pt x="17" y="3"/>
                    </a:lnTo>
                    <a:lnTo>
                      <a:pt x="20" y="2"/>
                    </a:lnTo>
                    <a:lnTo>
                      <a:pt x="24" y="0"/>
                    </a:lnTo>
                    <a:lnTo>
                      <a:pt x="14" y="39"/>
                    </a:lnTo>
                    <a:lnTo>
                      <a:pt x="14" y="39"/>
                    </a:lnTo>
                    <a:lnTo>
                      <a:pt x="14" y="40"/>
                    </a:lnTo>
                    <a:lnTo>
                      <a:pt x="14" y="41"/>
                    </a:lnTo>
                    <a:lnTo>
                      <a:pt x="14" y="42"/>
                    </a:lnTo>
                    <a:lnTo>
                      <a:pt x="16" y="43"/>
                    </a:lnTo>
                    <a:lnTo>
                      <a:pt x="18" y="43"/>
                    </a:lnTo>
                    <a:lnTo>
                      <a:pt x="18" y="45"/>
                    </a:lnTo>
                    <a:lnTo>
                      <a:pt x="0" y="40"/>
                    </a:lnTo>
                    <a:lnTo>
                      <a:pt x="1" y="39"/>
                    </a:lnTo>
                    <a:lnTo>
                      <a:pt x="4" y="39"/>
                    </a:lnTo>
                    <a:lnTo>
                      <a:pt x="6" y="39"/>
                    </a:lnTo>
                    <a:lnTo>
                      <a:pt x="7" y="39"/>
                    </a:lnTo>
                    <a:lnTo>
                      <a:pt x="8" y="39"/>
                    </a:lnTo>
                    <a:lnTo>
                      <a:pt x="8" y="39"/>
                    </a:lnTo>
                    <a:lnTo>
                      <a:pt x="8" y="39"/>
                    </a:lnTo>
                    <a:lnTo>
                      <a:pt x="16" y="10"/>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0" name="i$ľide"/>
              <p:cNvSpPr/>
              <p:nvPr userDrawn="1"/>
            </p:nvSpPr>
            <p:spPr bwMode="auto">
              <a:xfrm>
                <a:off x="2797176" y="3963988"/>
                <a:ext cx="36513" cy="71438"/>
              </a:xfrm>
              <a:custGeom>
                <a:avLst/>
                <a:gdLst>
                  <a:gd name="T0" fmla="*/ 1 w 23"/>
                  <a:gd name="T1" fmla="*/ 45 h 45"/>
                  <a:gd name="T2" fmla="*/ 6 w 23"/>
                  <a:gd name="T3" fmla="*/ 42 h 45"/>
                  <a:gd name="T4" fmla="*/ 10 w 23"/>
                  <a:gd name="T5" fmla="*/ 39 h 45"/>
                  <a:gd name="T6" fmla="*/ 14 w 23"/>
                  <a:gd name="T7" fmla="*/ 33 h 45"/>
                  <a:gd name="T8" fmla="*/ 16 w 23"/>
                  <a:gd name="T9" fmla="*/ 25 h 45"/>
                  <a:gd name="T10" fmla="*/ 12 w 23"/>
                  <a:gd name="T11" fmla="*/ 28 h 45"/>
                  <a:gd name="T12" fmla="*/ 11 w 23"/>
                  <a:gd name="T13" fmla="*/ 29 h 45"/>
                  <a:gd name="T14" fmla="*/ 8 w 23"/>
                  <a:gd name="T15" fmla="*/ 29 h 45"/>
                  <a:gd name="T16" fmla="*/ 5 w 23"/>
                  <a:gd name="T17" fmla="*/ 27 h 45"/>
                  <a:gd name="T18" fmla="*/ 3 w 23"/>
                  <a:gd name="T19" fmla="*/ 24 h 45"/>
                  <a:gd name="T20" fmla="*/ 1 w 23"/>
                  <a:gd name="T21" fmla="*/ 20 h 45"/>
                  <a:gd name="T22" fmla="*/ 0 w 23"/>
                  <a:gd name="T23" fmla="*/ 14 h 45"/>
                  <a:gd name="T24" fmla="*/ 1 w 23"/>
                  <a:gd name="T25" fmla="*/ 9 h 45"/>
                  <a:gd name="T26" fmla="*/ 4 w 23"/>
                  <a:gd name="T27" fmla="*/ 5 h 45"/>
                  <a:gd name="T28" fmla="*/ 5 w 23"/>
                  <a:gd name="T29" fmla="*/ 2 h 45"/>
                  <a:gd name="T30" fmla="*/ 8 w 23"/>
                  <a:gd name="T31" fmla="*/ 1 h 45"/>
                  <a:gd name="T32" fmla="*/ 12 w 23"/>
                  <a:gd name="T33" fmla="*/ 0 h 45"/>
                  <a:gd name="T34" fmla="*/ 14 w 23"/>
                  <a:gd name="T35" fmla="*/ 0 h 45"/>
                  <a:gd name="T36" fmla="*/ 16 w 23"/>
                  <a:gd name="T37" fmla="*/ 1 h 45"/>
                  <a:gd name="T38" fmla="*/ 20 w 23"/>
                  <a:gd name="T39" fmla="*/ 6 h 45"/>
                  <a:gd name="T40" fmla="*/ 23 w 23"/>
                  <a:gd name="T41" fmla="*/ 13 h 45"/>
                  <a:gd name="T42" fmla="*/ 23 w 23"/>
                  <a:gd name="T43" fmla="*/ 21 h 45"/>
                  <a:gd name="T44" fmla="*/ 22 w 23"/>
                  <a:gd name="T45" fmla="*/ 29 h 45"/>
                  <a:gd name="T46" fmla="*/ 20 w 23"/>
                  <a:gd name="T47" fmla="*/ 33 h 45"/>
                  <a:gd name="T48" fmla="*/ 18 w 23"/>
                  <a:gd name="T49" fmla="*/ 37 h 45"/>
                  <a:gd name="T50" fmla="*/ 15 w 23"/>
                  <a:gd name="T51" fmla="*/ 40 h 45"/>
                  <a:gd name="T52" fmla="*/ 11 w 23"/>
                  <a:gd name="T53" fmla="*/ 42 h 45"/>
                  <a:gd name="T54" fmla="*/ 7 w 23"/>
                  <a:gd name="T55" fmla="*/ 45 h 45"/>
                  <a:gd name="T56" fmla="*/ 1 w 23"/>
                  <a:gd name="T57" fmla="*/ 45 h 45"/>
                  <a:gd name="T58" fmla="*/ 16 w 23"/>
                  <a:gd name="T59" fmla="*/ 7 h 45"/>
                  <a:gd name="T60" fmla="*/ 13 w 23"/>
                  <a:gd name="T61" fmla="*/ 4 h 45"/>
                  <a:gd name="T62" fmla="*/ 12 w 23"/>
                  <a:gd name="T63" fmla="*/ 3 h 45"/>
                  <a:gd name="T64" fmla="*/ 9 w 23"/>
                  <a:gd name="T65" fmla="*/ 3 h 45"/>
                  <a:gd name="T66" fmla="*/ 8 w 23"/>
                  <a:gd name="T67" fmla="*/ 4 h 45"/>
                  <a:gd name="T68" fmla="*/ 6 w 23"/>
                  <a:gd name="T69" fmla="*/ 5 h 45"/>
                  <a:gd name="T70" fmla="*/ 5 w 23"/>
                  <a:gd name="T71" fmla="*/ 9 h 45"/>
                  <a:gd name="T72" fmla="*/ 5 w 23"/>
                  <a:gd name="T73" fmla="*/ 13 h 45"/>
                  <a:gd name="T74" fmla="*/ 5 w 23"/>
                  <a:gd name="T75" fmla="*/ 21 h 45"/>
                  <a:gd name="T76" fmla="*/ 7 w 23"/>
                  <a:gd name="T77" fmla="*/ 25 h 45"/>
                  <a:gd name="T78" fmla="*/ 8 w 23"/>
                  <a:gd name="T79" fmla="*/ 25 h 45"/>
                  <a:gd name="T80" fmla="*/ 11 w 23"/>
                  <a:gd name="T81" fmla="*/ 25 h 45"/>
                  <a:gd name="T82" fmla="*/ 15 w 23"/>
                  <a:gd name="T83" fmla="*/ 24 h 45"/>
                  <a:gd name="T84" fmla="*/ 16 w 23"/>
                  <a:gd name="T85" fmla="*/ 23 h 45"/>
                  <a:gd name="T86" fmla="*/ 17 w 23"/>
                  <a:gd name="T87" fmla="*/ 21 h 45"/>
                  <a:gd name="T88" fmla="*/ 18 w 23"/>
                  <a:gd name="T89" fmla="*/ 16 h 45"/>
                  <a:gd name="T90" fmla="*/ 17 w 23"/>
                  <a:gd name="T91" fmla="*/ 11 h 45"/>
                  <a:gd name="T92" fmla="*/ 16 w 23"/>
                  <a:gd name="T93" fmla="*/ 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 h="45">
                    <a:moveTo>
                      <a:pt x="1" y="45"/>
                    </a:moveTo>
                    <a:lnTo>
                      <a:pt x="1" y="45"/>
                    </a:lnTo>
                    <a:lnTo>
                      <a:pt x="4" y="44"/>
                    </a:lnTo>
                    <a:lnTo>
                      <a:pt x="6" y="42"/>
                    </a:lnTo>
                    <a:lnTo>
                      <a:pt x="8" y="41"/>
                    </a:lnTo>
                    <a:lnTo>
                      <a:pt x="10" y="39"/>
                    </a:lnTo>
                    <a:lnTo>
                      <a:pt x="12" y="36"/>
                    </a:lnTo>
                    <a:lnTo>
                      <a:pt x="14" y="33"/>
                    </a:lnTo>
                    <a:lnTo>
                      <a:pt x="16" y="29"/>
                    </a:lnTo>
                    <a:lnTo>
                      <a:pt x="16" y="25"/>
                    </a:lnTo>
                    <a:lnTo>
                      <a:pt x="14" y="26"/>
                    </a:lnTo>
                    <a:lnTo>
                      <a:pt x="12" y="28"/>
                    </a:lnTo>
                    <a:lnTo>
                      <a:pt x="12" y="28"/>
                    </a:lnTo>
                    <a:lnTo>
                      <a:pt x="11" y="29"/>
                    </a:lnTo>
                    <a:lnTo>
                      <a:pt x="9" y="29"/>
                    </a:lnTo>
                    <a:lnTo>
                      <a:pt x="8" y="29"/>
                    </a:lnTo>
                    <a:lnTo>
                      <a:pt x="7" y="28"/>
                    </a:lnTo>
                    <a:lnTo>
                      <a:pt x="5" y="27"/>
                    </a:lnTo>
                    <a:lnTo>
                      <a:pt x="4" y="26"/>
                    </a:lnTo>
                    <a:lnTo>
                      <a:pt x="3" y="24"/>
                    </a:lnTo>
                    <a:lnTo>
                      <a:pt x="2" y="22"/>
                    </a:lnTo>
                    <a:lnTo>
                      <a:pt x="1" y="20"/>
                    </a:lnTo>
                    <a:lnTo>
                      <a:pt x="0" y="17"/>
                    </a:lnTo>
                    <a:lnTo>
                      <a:pt x="0" y="14"/>
                    </a:lnTo>
                    <a:lnTo>
                      <a:pt x="1" y="12"/>
                    </a:lnTo>
                    <a:lnTo>
                      <a:pt x="1" y="9"/>
                    </a:lnTo>
                    <a:lnTo>
                      <a:pt x="2" y="7"/>
                    </a:lnTo>
                    <a:lnTo>
                      <a:pt x="4" y="5"/>
                    </a:lnTo>
                    <a:lnTo>
                      <a:pt x="4" y="3"/>
                    </a:lnTo>
                    <a:lnTo>
                      <a:pt x="5" y="2"/>
                    </a:lnTo>
                    <a:lnTo>
                      <a:pt x="7" y="1"/>
                    </a:lnTo>
                    <a:lnTo>
                      <a:pt x="8" y="1"/>
                    </a:lnTo>
                    <a:lnTo>
                      <a:pt x="10" y="0"/>
                    </a:lnTo>
                    <a:lnTo>
                      <a:pt x="12" y="0"/>
                    </a:lnTo>
                    <a:lnTo>
                      <a:pt x="13" y="0"/>
                    </a:lnTo>
                    <a:lnTo>
                      <a:pt x="14" y="0"/>
                    </a:lnTo>
                    <a:lnTo>
                      <a:pt x="16" y="1"/>
                    </a:lnTo>
                    <a:lnTo>
                      <a:pt x="16" y="1"/>
                    </a:lnTo>
                    <a:lnTo>
                      <a:pt x="19" y="4"/>
                    </a:lnTo>
                    <a:lnTo>
                      <a:pt x="20" y="6"/>
                    </a:lnTo>
                    <a:lnTo>
                      <a:pt x="22" y="9"/>
                    </a:lnTo>
                    <a:lnTo>
                      <a:pt x="23" y="13"/>
                    </a:lnTo>
                    <a:lnTo>
                      <a:pt x="23" y="17"/>
                    </a:lnTo>
                    <a:lnTo>
                      <a:pt x="23" y="21"/>
                    </a:lnTo>
                    <a:lnTo>
                      <a:pt x="23" y="25"/>
                    </a:lnTo>
                    <a:lnTo>
                      <a:pt x="22" y="29"/>
                    </a:lnTo>
                    <a:lnTo>
                      <a:pt x="21" y="31"/>
                    </a:lnTo>
                    <a:lnTo>
                      <a:pt x="20" y="33"/>
                    </a:lnTo>
                    <a:lnTo>
                      <a:pt x="19" y="35"/>
                    </a:lnTo>
                    <a:lnTo>
                      <a:pt x="18" y="37"/>
                    </a:lnTo>
                    <a:lnTo>
                      <a:pt x="16" y="38"/>
                    </a:lnTo>
                    <a:lnTo>
                      <a:pt x="15" y="40"/>
                    </a:lnTo>
                    <a:lnTo>
                      <a:pt x="12" y="41"/>
                    </a:lnTo>
                    <a:lnTo>
                      <a:pt x="11" y="42"/>
                    </a:lnTo>
                    <a:lnTo>
                      <a:pt x="8" y="44"/>
                    </a:lnTo>
                    <a:lnTo>
                      <a:pt x="7" y="45"/>
                    </a:lnTo>
                    <a:lnTo>
                      <a:pt x="4" y="45"/>
                    </a:lnTo>
                    <a:lnTo>
                      <a:pt x="1" y="45"/>
                    </a:lnTo>
                    <a:lnTo>
                      <a:pt x="1" y="45"/>
                    </a:lnTo>
                    <a:close/>
                    <a:moveTo>
                      <a:pt x="16" y="7"/>
                    </a:moveTo>
                    <a:lnTo>
                      <a:pt x="15" y="5"/>
                    </a:lnTo>
                    <a:lnTo>
                      <a:pt x="13" y="4"/>
                    </a:lnTo>
                    <a:lnTo>
                      <a:pt x="12" y="3"/>
                    </a:lnTo>
                    <a:lnTo>
                      <a:pt x="12" y="3"/>
                    </a:lnTo>
                    <a:lnTo>
                      <a:pt x="11" y="3"/>
                    </a:lnTo>
                    <a:lnTo>
                      <a:pt x="9" y="3"/>
                    </a:lnTo>
                    <a:lnTo>
                      <a:pt x="8" y="3"/>
                    </a:lnTo>
                    <a:lnTo>
                      <a:pt x="8" y="4"/>
                    </a:lnTo>
                    <a:lnTo>
                      <a:pt x="7" y="5"/>
                    </a:lnTo>
                    <a:lnTo>
                      <a:pt x="6" y="5"/>
                    </a:lnTo>
                    <a:lnTo>
                      <a:pt x="5" y="7"/>
                    </a:lnTo>
                    <a:lnTo>
                      <a:pt x="5" y="9"/>
                    </a:lnTo>
                    <a:lnTo>
                      <a:pt x="5" y="10"/>
                    </a:lnTo>
                    <a:lnTo>
                      <a:pt x="5" y="13"/>
                    </a:lnTo>
                    <a:lnTo>
                      <a:pt x="5" y="17"/>
                    </a:lnTo>
                    <a:lnTo>
                      <a:pt x="5" y="21"/>
                    </a:lnTo>
                    <a:lnTo>
                      <a:pt x="6" y="23"/>
                    </a:lnTo>
                    <a:lnTo>
                      <a:pt x="7" y="25"/>
                    </a:lnTo>
                    <a:lnTo>
                      <a:pt x="8" y="25"/>
                    </a:lnTo>
                    <a:lnTo>
                      <a:pt x="8" y="25"/>
                    </a:lnTo>
                    <a:lnTo>
                      <a:pt x="10" y="25"/>
                    </a:lnTo>
                    <a:lnTo>
                      <a:pt x="11" y="25"/>
                    </a:lnTo>
                    <a:lnTo>
                      <a:pt x="13" y="25"/>
                    </a:lnTo>
                    <a:lnTo>
                      <a:pt x="15" y="24"/>
                    </a:lnTo>
                    <a:lnTo>
                      <a:pt x="16" y="23"/>
                    </a:lnTo>
                    <a:lnTo>
                      <a:pt x="16" y="23"/>
                    </a:lnTo>
                    <a:lnTo>
                      <a:pt x="16" y="22"/>
                    </a:lnTo>
                    <a:lnTo>
                      <a:pt x="17" y="21"/>
                    </a:lnTo>
                    <a:lnTo>
                      <a:pt x="17" y="19"/>
                    </a:lnTo>
                    <a:lnTo>
                      <a:pt x="18" y="16"/>
                    </a:lnTo>
                    <a:lnTo>
                      <a:pt x="17" y="13"/>
                    </a:lnTo>
                    <a:lnTo>
                      <a:pt x="17" y="11"/>
                    </a:lnTo>
                    <a:lnTo>
                      <a:pt x="16" y="9"/>
                    </a:lnTo>
                    <a:lnTo>
                      <a:pt x="16" y="7"/>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81" name="í$lïḓé"/>
              <p:cNvSpPr/>
              <p:nvPr userDrawn="1"/>
            </p:nvSpPr>
            <p:spPr bwMode="auto">
              <a:xfrm>
                <a:off x="2874963" y="3962401"/>
                <a:ext cx="34925" cy="74613"/>
              </a:xfrm>
              <a:custGeom>
                <a:avLst/>
                <a:gdLst>
                  <a:gd name="T0" fmla="*/ 0 w 22"/>
                  <a:gd name="T1" fmla="*/ 10 h 47"/>
                  <a:gd name="T2" fmla="*/ 1 w 22"/>
                  <a:gd name="T3" fmla="*/ 6 h 47"/>
                  <a:gd name="T4" fmla="*/ 4 w 22"/>
                  <a:gd name="T5" fmla="*/ 2 h 47"/>
                  <a:gd name="T6" fmla="*/ 8 w 22"/>
                  <a:gd name="T7" fmla="*/ 1 h 47"/>
                  <a:gd name="T8" fmla="*/ 12 w 22"/>
                  <a:gd name="T9" fmla="*/ 1 h 47"/>
                  <a:gd name="T10" fmla="*/ 16 w 22"/>
                  <a:gd name="T11" fmla="*/ 2 h 47"/>
                  <a:gd name="T12" fmla="*/ 18 w 22"/>
                  <a:gd name="T13" fmla="*/ 6 h 47"/>
                  <a:gd name="T14" fmla="*/ 20 w 22"/>
                  <a:gd name="T15" fmla="*/ 10 h 47"/>
                  <a:gd name="T16" fmla="*/ 19 w 22"/>
                  <a:gd name="T17" fmla="*/ 14 h 47"/>
                  <a:gd name="T18" fmla="*/ 16 w 22"/>
                  <a:gd name="T19" fmla="*/ 18 h 47"/>
                  <a:gd name="T20" fmla="*/ 15 w 22"/>
                  <a:gd name="T21" fmla="*/ 22 h 47"/>
                  <a:gd name="T22" fmla="*/ 17 w 22"/>
                  <a:gd name="T23" fmla="*/ 24 h 47"/>
                  <a:gd name="T24" fmla="*/ 20 w 22"/>
                  <a:gd name="T25" fmla="*/ 26 h 47"/>
                  <a:gd name="T26" fmla="*/ 21 w 22"/>
                  <a:gd name="T27" fmla="*/ 29 h 47"/>
                  <a:gd name="T28" fmla="*/ 22 w 22"/>
                  <a:gd name="T29" fmla="*/ 33 h 47"/>
                  <a:gd name="T30" fmla="*/ 21 w 22"/>
                  <a:gd name="T31" fmla="*/ 38 h 47"/>
                  <a:gd name="T32" fmla="*/ 18 w 22"/>
                  <a:gd name="T33" fmla="*/ 42 h 47"/>
                  <a:gd name="T34" fmla="*/ 14 w 22"/>
                  <a:gd name="T35" fmla="*/ 46 h 47"/>
                  <a:gd name="T36" fmla="*/ 10 w 22"/>
                  <a:gd name="T37" fmla="*/ 47 h 47"/>
                  <a:gd name="T38" fmla="*/ 6 w 22"/>
                  <a:gd name="T39" fmla="*/ 47 h 47"/>
                  <a:gd name="T40" fmla="*/ 4 w 22"/>
                  <a:gd name="T41" fmla="*/ 46 h 47"/>
                  <a:gd name="T42" fmla="*/ 1 w 22"/>
                  <a:gd name="T43" fmla="*/ 45 h 47"/>
                  <a:gd name="T44" fmla="*/ 0 w 22"/>
                  <a:gd name="T45" fmla="*/ 42 h 47"/>
                  <a:gd name="T46" fmla="*/ 1 w 22"/>
                  <a:gd name="T47" fmla="*/ 40 h 47"/>
                  <a:gd name="T48" fmla="*/ 4 w 22"/>
                  <a:gd name="T49" fmla="*/ 39 h 47"/>
                  <a:gd name="T50" fmla="*/ 5 w 22"/>
                  <a:gd name="T51" fmla="*/ 40 h 47"/>
                  <a:gd name="T52" fmla="*/ 7 w 22"/>
                  <a:gd name="T53" fmla="*/ 42 h 47"/>
                  <a:gd name="T54" fmla="*/ 9 w 22"/>
                  <a:gd name="T55" fmla="*/ 43 h 47"/>
                  <a:gd name="T56" fmla="*/ 12 w 22"/>
                  <a:gd name="T57" fmla="*/ 42 h 47"/>
                  <a:gd name="T58" fmla="*/ 14 w 22"/>
                  <a:gd name="T59" fmla="*/ 41 h 47"/>
                  <a:gd name="T60" fmla="*/ 16 w 22"/>
                  <a:gd name="T61" fmla="*/ 38 h 47"/>
                  <a:gd name="T62" fmla="*/ 17 w 22"/>
                  <a:gd name="T63" fmla="*/ 36 h 47"/>
                  <a:gd name="T64" fmla="*/ 17 w 22"/>
                  <a:gd name="T65" fmla="*/ 34 h 47"/>
                  <a:gd name="T66" fmla="*/ 17 w 22"/>
                  <a:gd name="T67" fmla="*/ 30 h 47"/>
                  <a:gd name="T68" fmla="*/ 16 w 22"/>
                  <a:gd name="T69" fmla="*/ 28 h 47"/>
                  <a:gd name="T70" fmla="*/ 13 w 22"/>
                  <a:gd name="T71" fmla="*/ 26 h 47"/>
                  <a:gd name="T72" fmla="*/ 9 w 22"/>
                  <a:gd name="T73" fmla="*/ 24 h 47"/>
                  <a:gd name="T74" fmla="*/ 6 w 22"/>
                  <a:gd name="T75" fmla="*/ 22 h 47"/>
                  <a:gd name="T76" fmla="*/ 9 w 22"/>
                  <a:gd name="T77" fmla="*/ 22 h 47"/>
                  <a:gd name="T78" fmla="*/ 12 w 22"/>
                  <a:gd name="T79" fmla="*/ 19 h 47"/>
                  <a:gd name="T80" fmla="*/ 14 w 22"/>
                  <a:gd name="T81" fmla="*/ 16 h 47"/>
                  <a:gd name="T82" fmla="*/ 14 w 22"/>
                  <a:gd name="T83" fmla="*/ 13 h 47"/>
                  <a:gd name="T84" fmla="*/ 14 w 22"/>
                  <a:gd name="T85" fmla="*/ 9 h 47"/>
                  <a:gd name="T86" fmla="*/ 12 w 22"/>
                  <a:gd name="T87" fmla="*/ 6 h 47"/>
                  <a:gd name="T88" fmla="*/ 11 w 22"/>
                  <a:gd name="T89" fmla="*/ 6 h 47"/>
                  <a:gd name="T90" fmla="*/ 8 w 22"/>
                  <a:gd name="T91" fmla="*/ 5 h 47"/>
                  <a:gd name="T92" fmla="*/ 6 w 22"/>
                  <a:gd name="T93" fmla="*/ 6 h 47"/>
                  <a:gd name="T94" fmla="*/ 4 w 22"/>
                  <a:gd name="T95" fmla="*/ 6 h 47"/>
                  <a:gd name="T96" fmla="*/ 3 w 22"/>
                  <a:gd name="T97" fmla="*/ 8 h 47"/>
                  <a:gd name="T98" fmla="*/ 2 w 22"/>
                  <a:gd name="T99"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 h="47">
                    <a:moveTo>
                      <a:pt x="0" y="11"/>
                    </a:moveTo>
                    <a:lnTo>
                      <a:pt x="0" y="10"/>
                    </a:lnTo>
                    <a:lnTo>
                      <a:pt x="1" y="8"/>
                    </a:lnTo>
                    <a:lnTo>
                      <a:pt x="1" y="6"/>
                    </a:lnTo>
                    <a:lnTo>
                      <a:pt x="3" y="5"/>
                    </a:lnTo>
                    <a:lnTo>
                      <a:pt x="4" y="2"/>
                    </a:lnTo>
                    <a:lnTo>
                      <a:pt x="6" y="2"/>
                    </a:lnTo>
                    <a:lnTo>
                      <a:pt x="8" y="1"/>
                    </a:lnTo>
                    <a:lnTo>
                      <a:pt x="10" y="0"/>
                    </a:lnTo>
                    <a:lnTo>
                      <a:pt x="12" y="1"/>
                    </a:lnTo>
                    <a:lnTo>
                      <a:pt x="14" y="2"/>
                    </a:lnTo>
                    <a:lnTo>
                      <a:pt x="16" y="2"/>
                    </a:lnTo>
                    <a:lnTo>
                      <a:pt x="17" y="4"/>
                    </a:lnTo>
                    <a:lnTo>
                      <a:pt x="18" y="6"/>
                    </a:lnTo>
                    <a:lnTo>
                      <a:pt x="19" y="8"/>
                    </a:lnTo>
                    <a:lnTo>
                      <a:pt x="20" y="10"/>
                    </a:lnTo>
                    <a:lnTo>
                      <a:pt x="20" y="12"/>
                    </a:lnTo>
                    <a:lnTo>
                      <a:pt x="19" y="14"/>
                    </a:lnTo>
                    <a:lnTo>
                      <a:pt x="17" y="17"/>
                    </a:lnTo>
                    <a:lnTo>
                      <a:pt x="16" y="18"/>
                    </a:lnTo>
                    <a:lnTo>
                      <a:pt x="13" y="21"/>
                    </a:lnTo>
                    <a:lnTo>
                      <a:pt x="15" y="22"/>
                    </a:lnTo>
                    <a:lnTo>
                      <a:pt x="16" y="22"/>
                    </a:lnTo>
                    <a:lnTo>
                      <a:pt x="17" y="24"/>
                    </a:lnTo>
                    <a:lnTo>
                      <a:pt x="19" y="25"/>
                    </a:lnTo>
                    <a:lnTo>
                      <a:pt x="20" y="26"/>
                    </a:lnTo>
                    <a:lnTo>
                      <a:pt x="20" y="27"/>
                    </a:lnTo>
                    <a:lnTo>
                      <a:pt x="21" y="29"/>
                    </a:lnTo>
                    <a:lnTo>
                      <a:pt x="21" y="30"/>
                    </a:lnTo>
                    <a:lnTo>
                      <a:pt x="22" y="33"/>
                    </a:lnTo>
                    <a:lnTo>
                      <a:pt x="22" y="35"/>
                    </a:lnTo>
                    <a:lnTo>
                      <a:pt x="21" y="38"/>
                    </a:lnTo>
                    <a:lnTo>
                      <a:pt x="20" y="40"/>
                    </a:lnTo>
                    <a:lnTo>
                      <a:pt x="18" y="42"/>
                    </a:lnTo>
                    <a:lnTo>
                      <a:pt x="16" y="44"/>
                    </a:lnTo>
                    <a:lnTo>
                      <a:pt x="14" y="46"/>
                    </a:lnTo>
                    <a:lnTo>
                      <a:pt x="12" y="46"/>
                    </a:lnTo>
                    <a:lnTo>
                      <a:pt x="10" y="47"/>
                    </a:lnTo>
                    <a:lnTo>
                      <a:pt x="7" y="47"/>
                    </a:lnTo>
                    <a:lnTo>
                      <a:pt x="6" y="47"/>
                    </a:lnTo>
                    <a:lnTo>
                      <a:pt x="4" y="46"/>
                    </a:lnTo>
                    <a:lnTo>
                      <a:pt x="4" y="46"/>
                    </a:lnTo>
                    <a:lnTo>
                      <a:pt x="2" y="46"/>
                    </a:lnTo>
                    <a:lnTo>
                      <a:pt x="1" y="45"/>
                    </a:lnTo>
                    <a:lnTo>
                      <a:pt x="0" y="44"/>
                    </a:lnTo>
                    <a:lnTo>
                      <a:pt x="0" y="42"/>
                    </a:lnTo>
                    <a:lnTo>
                      <a:pt x="0" y="41"/>
                    </a:lnTo>
                    <a:lnTo>
                      <a:pt x="1" y="40"/>
                    </a:lnTo>
                    <a:lnTo>
                      <a:pt x="3" y="39"/>
                    </a:lnTo>
                    <a:lnTo>
                      <a:pt x="4" y="39"/>
                    </a:lnTo>
                    <a:lnTo>
                      <a:pt x="4" y="39"/>
                    </a:lnTo>
                    <a:lnTo>
                      <a:pt x="5" y="40"/>
                    </a:lnTo>
                    <a:lnTo>
                      <a:pt x="6" y="41"/>
                    </a:lnTo>
                    <a:lnTo>
                      <a:pt x="7" y="42"/>
                    </a:lnTo>
                    <a:lnTo>
                      <a:pt x="8" y="43"/>
                    </a:lnTo>
                    <a:lnTo>
                      <a:pt x="9" y="43"/>
                    </a:lnTo>
                    <a:lnTo>
                      <a:pt x="11" y="43"/>
                    </a:lnTo>
                    <a:lnTo>
                      <a:pt x="12" y="42"/>
                    </a:lnTo>
                    <a:lnTo>
                      <a:pt x="13" y="42"/>
                    </a:lnTo>
                    <a:lnTo>
                      <a:pt x="14" y="41"/>
                    </a:lnTo>
                    <a:lnTo>
                      <a:pt x="16" y="40"/>
                    </a:lnTo>
                    <a:lnTo>
                      <a:pt x="16" y="38"/>
                    </a:lnTo>
                    <a:lnTo>
                      <a:pt x="17" y="38"/>
                    </a:lnTo>
                    <a:lnTo>
                      <a:pt x="17" y="36"/>
                    </a:lnTo>
                    <a:lnTo>
                      <a:pt x="17" y="34"/>
                    </a:lnTo>
                    <a:lnTo>
                      <a:pt x="17" y="34"/>
                    </a:lnTo>
                    <a:lnTo>
                      <a:pt x="17" y="32"/>
                    </a:lnTo>
                    <a:lnTo>
                      <a:pt x="17" y="30"/>
                    </a:lnTo>
                    <a:lnTo>
                      <a:pt x="16" y="29"/>
                    </a:lnTo>
                    <a:lnTo>
                      <a:pt x="16" y="28"/>
                    </a:lnTo>
                    <a:lnTo>
                      <a:pt x="15" y="26"/>
                    </a:lnTo>
                    <a:lnTo>
                      <a:pt x="13" y="26"/>
                    </a:lnTo>
                    <a:lnTo>
                      <a:pt x="12" y="24"/>
                    </a:lnTo>
                    <a:lnTo>
                      <a:pt x="9" y="24"/>
                    </a:lnTo>
                    <a:lnTo>
                      <a:pt x="6" y="24"/>
                    </a:lnTo>
                    <a:lnTo>
                      <a:pt x="6" y="22"/>
                    </a:lnTo>
                    <a:lnTo>
                      <a:pt x="8" y="22"/>
                    </a:lnTo>
                    <a:lnTo>
                      <a:pt x="9" y="22"/>
                    </a:lnTo>
                    <a:lnTo>
                      <a:pt x="10" y="21"/>
                    </a:lnTo>
                    <a:lnTo>
                      <a:pt x="12" y="19"/>
                    </a:lnTo>
                    <a:lnTo>
                      <a:pt x="13" y="18"/>
                    </a:lnTo>
                    <a:lnTo>
                      <a:pt x="14" y="16"/>
                    </a:lnTo>
                    <a:lnTo>
                      <a:pt x="14" y="14"/>
                    </a:lnTo>
                    <a:lnTo>
                      <a:pt x="14" y="13"/>
                    </a:lnTo>
                    <a:lnTo>
                      <a:pt x="14" y="10"/>
                    </a:lnTo>
                    <a:lnTo>
                      <a:pt x="14" y="9"/>
                    </a:lnTo>
                    <a:lnTo>
                      <a:pt x="13" y="8"/>
                    </a:lnTo>
                    <a:lnTo>
                      <a:pt x="12" y="6"/>
                    </a:lnTo>
                    <a:lnTo>
                      <a:pt x="12" y="6"/>
                    </a:lnTo>
                    <a:lnTo>
                      <a:pt x="11" y="6"/>
                    </a:lnTo>
                    <a:lnTo>
                      <a:pt x="10" y="5"/>
                    </a:lnTo>
                    <a:lnTo>
                      <a:pt x="8" y="5"/>
                    </a:lnTo>
                    <a:lnTo>
                      <a:pt x="7" y="5"/>
                    </a:lnTo>
                    <a:lnTo>
                      <a:pt x="6" y="6"/>
                    </a:lnTo>
                    <a:lnTo>
                      <a:pt x="4" y="6"/>
                    </a:lnTo>
                    <a:lnTo>
                      <a:pt x="4" y="6"/>
                    </a:lnTo>
                    <a:lnTo>
                      <a:pt x="4" y="7"/>
                    </a:lnTo>
                    <a:lnTo>
                      <a:pt x="3" y="8"/>
                    </a:lnTo>
                    <a:lnTo>
                      <a:pt x="3" y="10"/>
                    </a:lnTo>
                    <a:lnTo>
                      <a:pt x="2" y="11"/>
                    </a:lnTo>
                    <a:lnTo>
                      <a:pt x="0" y="11"/>
                    </a:lnTo>
                    <a:close/>
                  </a:path>
                </a:pathLst>
              </a:custGeom>
              <a:solidFill>
                <a:srgbClr val="13398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nvGrpSpPr>
            <p:cNvPr id="11" name="íṧļïďê"/>
            <p:cNvGrpSpPr/>
            <p:nvPr userDrawn="1"/>
          </p:nvGrpSpPr>
          <p:grpSpPr>
            <a:xfrm>
              <a:off x="4119563" y="2551113"/>
              <a:ext cx="6130925" cy="1306513"/>
              <a:chOff x="4119563" y="2551113"/>
              <a:chExt cx="6130925" cy="1306513"/>
            </a:xfrm>
          </p:grpSpPr>
          <p:sp>
            <p:nvSpPr>
              <p:cNvPr id="48" name="ïṩḷïḋê"/>
              <p:cNvSpPr/>
              <p:nvPr userDrawn="1"/>
            </p:nvSpPr>
            <p:spPr bwMode="auto">
              <a:xfrm>
                <a:off x="9555163" y="2644776"/>
                <a:ext cx="695325" cy="1212850"/>
              </a:xfrm>
              <a:custGeom>
                <a:avLst/>
                <a:gdLst>
                  <a:gd name="T0" fmla="*/ 199 w 438"/>
                  <a:gd name="T1" fmla="*/ 337 h 764"/>
                  <a:gd name="T2" fmla="*/ 183 w 438"/>
                  <a:gd name="T3" fmla="*/ 308 h 764"/>
                  <a:gd name="T4" fmla="*/ 126 w 438"/>
                  <a:gd name="T5" fmla="*/ 371 h 764"/>
                  <a:gd name="T6" fmla="*/ 78 w 438"/>
                  <a:gd name="T7" fmla="*/ 348 h 764"/>
                  <a:gd name="T8" fmla="*/ 55 w 438"/>
                  <a:gd name="T9" fmla="*/ 290 h 764"/>
                  <a:gd name="T10" fmla="*/ 103 w 438"/>
                  <a:gd name="T11" fmla="*/ 283 h 764"/>
                  <a:gd name="T12" fmla="*/ 78 w 438"/>
                  <a:gd name="T13" fmla="*/ 216 h 764"/>
                  <a:gd name="T14" fmla="*/ 83 w 438"/>
                  <a:gd name="T15" fmla="*/ 183 h 764"/>
                  <a:gd name="T16" fmla="*/ 159 w 438"/>
                  <a:gd name="T17" fmla="*/ 189 h 764"/>
                  <a:gd name="T18" fmla="*/ 233 w 438"/>
                  <a:gd name="T19" fmla="*/ 120 h 764"/>
                  <a:gd name="T20" fmla="*/ 250 w 438"/>
                  <a:gd name="T21" fmla="*/ 27 h 764"/>
                  <a:gd name="T22" fmla="*/ 319 w 438"/>
                  <a:gd name="T23" fmla="*/ 21 h 764"/>
                  <a:gd name="T24" fmla="*/ 276 w 438"/>
                  <a:gd name="T25" fmla="*/ 123 h 764"/>
                  <a:gd name="T26" fmla="*/ 255 w 438"/>
                  <a:gd name="T27" fmla="*/ 180 h 764"/>
                  <a:gd name="T28" fmla="*/ 315 w 438"/>
                  <a:gd name="T29" fmla="*/ 172 h 764"/>
                  <a:gd name="T30" fmla="*/ 409 w 438"/>
                  <a:gd name="T31" fmla="*/ 132 h 764"/>
                  <a:gd name="T32" fmla="*/ 435 w 438"/>
                  <a:gd name="T33" fmla="*/ 194 h 764"/>
                  <a:gd name="T34" fmla="*/ 396 w 438"/>
                  <a:gd name="T35" fmla="*/ 231 h 764"/>
                  <a:gd name="T36" fmla="*/ 364 w 438"/>
                  <a:gd name="T37" fmla="*/ 260 h 764"/>
                  <a:gd name="T38" fmla="*/ 321 w 438"/>
                  <a:gd name="T39" fmla="*/ 307 h 764"/>
                  <a:gd name="T40" fmla="*/ 356 w 438"/>
                  <a:gd name="T41" fmla="*/ 387 h 764"/>
                  <a:gd name="T42" fmla="*/ 292 w 438"/>
                  <a:gd name="T43" fmla="*/ 434 h 764"/>
                  <a:gd name="T44" fmla="*/ 251 w 438"/>
                  <a:gd name="T45" fmla="*/ 469 h 764"/>
                  <a:gd name="T46" fmla="*/ 225 w 438"/>
                  <a:gd name="T47" fmla="*/ 504 h 764"/>
                  <a:gd name="T48" fmla="*/ 306 w 438"/>
                  <a:gd name="T49" fmla="*/ 484 h 764"/>
                  <a:gd name="T50" fmla="*/ 326 w 438"/>
                  <a:gd name="T51" fmla="*/ 532 h 764"/>
                  <a:gd name="T52" fmla="*/ 282 w 438"/>
                  <a:gd name="T53" fmla="*/ 553 h 764"/>
                  <a:gd name="T54" fmla="*/ 243 w 438"/>
                  <a:gd name="T55" fmla="*/ 541 h 764"/>
                  <a:gd name="T56" fmla="*/ 251 w 438"/>
                  <a:gd name="T57" fmla="*/ 613 h 764"/>
                  <a:gd name="T58" fmla="*/ 263 w 438"/>
                  <a:gd name="T59" fmla="*/ 691 h 764"/>
                  <a:gd name="T60" fmla="*/ 245 w 438"/>
                  <a:gd name="T61" fmla="*/ 760 h 764"/>
                  <a:gd name="T62" fmla="*/ 196 w 438"/>
                  <a:gd name="T63" fmla="*/ 749 h 764"/>
                  <a:gd name="T64" fmla="*/ 142 w 438"/>
                  <a:gd name="T65" fmla="*/ 719 h 764"/>
                  <a:gd name="T66" fmla="*/ 207 w 438"/>
                  <a:gd name="T67" fmla="*/ 700 h 764"/>
                  <a:gd name="T68" fmla="*/ 217 w 438"/>
                  <a:gd name="T69" fmla="*/ 634 h 764"/>
                  <a:gd name="T70" fmla="*/ 163 w 438"/>
                  <a:gd name="T71" fmla="*/ 584 h 764"/>
                  <a:gd name="T72" fmla="*/ 71 w 438"/>
                  <a:gd name="T73" fmla="*/ 634 h 764"/>
                  <a:gd name="T74" fmla="*/ 3 w 438"/>
                  <a:gd name="T75" fmla="*/ 622 h 764"/>
                  <a:gd name="T76" fmla="*/ 68 w 438"/>
                  <a:gd name="T77" fmla="*/ 588 h 764"/>
                  <a:gd name="T78" fmla="*/ 151 w 438"/>
                  <a:gd name="T79" fmla="*/ 536 h 764"/>
                  <a:gd name="T80" fmla="*/ 195 w 438"/>
                  <a:gd name="T81" fmla="*/ 496 h 764"/>
                  <a:gd name="T82" fmla="*/ 262 w 438"/>
                  <a:gd name="T83" fmla="*/ 432 h 764"/>
                  <a:gd name="T84" fmla="*/ 238 w 438"/>
                  <a:gd name="T85" fmla="*/ 413 h 764"/>
                  <a:gd name="T86" fmla="*/ 176 w 438"/>
                  <a:gd name="T87" fmla="*/ 445 h 764"/>
                  <a:gd name="T88" fmla="*/ 113 w 438"/>
                  <a:gd name="T89" fmla="*/ 449 h 764"/>
                  <a:gd name="T90" fmla="*/ 213 w 438"/>
                  <a:gd name="T91" fmla="*/ 395 h 764"/>
                  <a:gd name="T92" fmla="*/ 277 w 438"/>
                  <a:gd name="T93" fmla="*/ 361 h 764"/>
                  <a:gd name="T94" fmla="*/ 300 w 438"/>
                  <a:gd name="T95" fmla="*/ 303 h 764"/>
                  <a:gd name="T96" fmla="*/ 335 w 438"/>
                  <a:gd name="T97" fmla="*/ 263 h 764"/>
                  <a:gd name="T98" fmla="*/ 368 w 438"/>
                  <a:gd name="T99" fmla="*/ 191 h 764"/>
                  <a:gd name="T100" fmla="*/ 309 w 438"/>
                  <a:gd name="T101" fmla="*/ 206 h 764"/>
                  <a:gd name="T102" fmla="*/ 313 w 438"/>
                  <a:gd name="T103" fmla="*/ 245 h 764"/>
                  <a:gd name="T104" fmla="*/ 284 w 438"/>
                  <a:gd name="T105" fmla="*/ 301 h 764"/>
                  <a:gd name="T106" fmla="*/ 243 w 438"/>
                  <a:gd name="T107" fmla="*/ 356 h 764"/>
                  <a:gd name="T108" fmla="*/ 134 w 438"/>
                  <a:gd name="T109" fmla="*/ 220 h 764"/>
                  <a:gd name="T110" fmla="*/ 131 w 438"/>
                  <a:gd name="T111" fmla="*/ 279 h 764"/>
                  <a:gd name="T112" fmla="*/ 153 w 438"/>
                  <a:gd name="T113" fmla="*/ 279 h 764"/>
                  <a:gd name="T114" fmla="*/ 167 w 438"/>
                  <a:gd name="T115" fmla="*/ 224 h 764"/>
                  <a:gd name="T116" fmla="*/ 179 w 438"/>
                  <a:gd name="T117" fmla="*/ 250 h 764"/>
                  <a:gd name="T118" fmla="*/ 226 w 438"/>
                  <a:gd name="T119" fmla="*/ 228 h 764"/>
                  <a:gd name="T120" fmla="*/ 248 w 438"/>
                  <a:gd name="T121" fmla="*/ 279 h 764"/>
                  <a:gd name="T122" fmla="*/ 274 w 438"/>
                  <a:gd name="T123" fmla="*/ 254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764">
                    <a:moveTo>
                      <a:pt x="244" y="325"/>
                    </a:moveTo>
                    <a:lnTo>
                      <a:pt x="239" y="324"/>
                    </a:lnTo>
                    <a:lnTo>
                      <a:pt x="235" y="324"/>
                    </a:lnTo>
                    <a:lnTo>
                      <a:pt x="231" y="323"/>
                    </a:lnTo>
                    <a:lnTo>
                      <a:pt x="227" y="321"/>
                    </a:lnTo>
                    <a:lnTo>
                      <a:pt x="223" y="320"/>
                    </a:lnTo>
                    <a:lnTo>
                      <a:pt x="219" y="320"/>
                    </a:lnTo>
                    <a:lnTo>
                      <a:pt x="216" y="320"/>
                    </a:lnTo>
                    <a:lnTo>
                      <a:pt x="214" y="320"/>
                    </a:lnTo>
                    <a:lnTo>
                      <a:pt x="211" y="320"/>
                    </a:lnTo>
                    <a:lnTo>
                      <a:pt x="209" y="320"/>
                    </a:lnTo>
                    <a:lnTo>
                      <a:pt x="209" y="323"/>
                    </a:lnTo>
                    <a:lnTo>
                      <a:pt x="208" y="325"/>
                    </a:lnTo>
                    <a:lnTo>
                      <a:pt x="207" y="328"/>
                    </a:lnTo>
                    <a:lnTo>
                      <a:pt x="206" y="330"/>
                    </a:lnTo>
                    <a:lnTo>
                      <a:pt x="204" y="332"/>
                    </a:lnTo>
                    <a:lnTo>
                      <a:pt x="203" y="334"/>
                    </a:lnTo>
                    <a:lnTo>
                      <a:pt x="201" y="336"/>
                    </a:lnTo>
                    <a:lnTo>
                      <a:pt x="199" y="337"/>
                    </a:lnTo>
                    <a:lnTo>
                      <a:pt x="195" y="341"/>
                    </a:lnTo>
                    <a:lnTo>
                      <a:pt x="189" y="343"/>
                    </a:lnTo>
                    <a:lnTo>
                      <a:pt x="184" y="345"/>
                    </a:lnTo>
                    <a:lnTo>
                      <a:pt x="179" y="347"/>
                    </a:lnTo>
                    <a:lnTo>
                      <a:pt x="178" y="344"/>
                    </a:lnTo>
                    <a:lnTo>
                      <a:pt x="177" y="341"/>
                    </a:lnTo>
                    <a:lnTo>
                      <a:pt x="176" y="340"/>
                    </a:lnTo>
                    <a:lnTo>
                      <a:pt x="175" y="339"/>
                    </a:lnTo>
                    <a:lnTo>
                      <a:pt x="175" y="337"/>
                    </a:lnTo>
                    <a:lnTo>
                      <a:pt x="175" y="335"/>
                    </a:lnTo>
                    <a:lnTo>
                      <a:pt x="177" y="332"/>
                    </a:lnTo>
                    <a:lnTo>
                      <a:pt x="179" y="330"/>
                    </a:lnTo>
                    <a:lnTo>
                      <a:pt x="181" y="327"/>
                    </a:lnTo>
                    <a:lnTo>
                      <a:pt x="183" y="323"/>
                    </a:lnTo>
                    <a:lnTo>
                      <a:pt x="184" y="320"/>
                    </a:lnTo>
                    <a:lnTo>
                      <a:pt x="185" y="316"/>
                    </a:lnTo>
                    <a:lnTo>
                      <a:pt x="186" y="312"/>
                    </a:lnTo>
                    <a:lnTo>
                      <a:pt x="186" y="309"/>
                    </a:lnTo>
                    <a:lnTo>
                      <a:pt x="183" y="308"/>
                    </a:lnTo>
                    <a:lnTo>
                      <a:pt x="179" y="307"/>
                    </a:lnTo>
                    <a:lnTo>
                      <a:pt x="175" y="307"/>
                    </a:lnTo>
                    <a:lnTo>
                      <a:pt x="170" y="306"/>
                    </a:lnTo>
                    <a:lnTo>
                      <a:pt x="169" y="308"/>
                    </a:lnTo>
                    <a:lnTo>
                      <a:pt x="168" y="311"/>
                    </a:lnTo>
                    <a:lnTo>
                      <a:pt x="167" y="312"/>
                    </a:lnTo>
                    <a:lnTo>
                      <a:pt x="167" y="314"/>
                    </a:lnTo>
                    <a:lnTo>
                      <a:pt x="163" y="317"/>
                    </a:lnTo>
                    <a:lnTo>
                      <a:pt x="161" y="320"/>
                    </a:lnTo>
                    <a:lnTo>
                      <a:pt x="155" y="326"/>
                    </a:lnTo>
                    <a:lnTo>
                      <a:pt x="149" y="332"/>
                    </a:lnTo>
                    <a:lnTo>
                      <a:pt x="147" y="335"/>
                    </a:lnTo>
                    <a:lnTo>
                      <a:pt x="144" y="339"/>
                    </a:lnTo>
                    <a:lnTo>
                      <a:pt x="142" y="343"/>
                    </a:lnTo>
                    <a:lnTo>
                      <a:pt x="140" y="347"/>
                    </a:lnTo>
                    <a:lnTo>
                      <a:pt x="135" y="355"/>
                    </a:lnTo>
                    <a:lnTo>
                      <a:pt x="131" y="363"/>
                    </a:lnTo>
                    <a:lnTo>
                      <a:pt x="128" y="367"/>
                    </a:lnTo>
                    <a:lnTo>
                      <a:pt x="126" y="371"/>
                    </a:lnTo>
                    <a:lnTo>
                      <a:pt x="122" y="374"/>
                    </a:lnTo>
                    <a:lnTo>
                      <a:pt x="119" y="376"/>
                    </a:lnTo>
                    <a:lnTo>
                      <a:pt x="116" y="378"/>
                    </a:lnTo>
                    <a:lnTo>
                      <a:pt x="115" y="379"/>
                    </a:lnTo>
                    <a:lnTo>
                      <a:pt x="112" y="380"/>
                    </a:lnTo>
                    <a:lnTo>
                      <a:pt x="110" y="380"/>
                    </a:lnTo>
                    <a:lnTo>
                      <a:pt x="107" y="380"/>
                    </a:lnTo>
                    <a:lnTo>
                      <a:pt x="105" y="381"/>
                    </a:lnTo>
                    <a:lnTo>
                      <a:pt x="102" y="381"/>
                    </a:lnTo>
                    <a:lnTo>
                      <a:pt x="99" y="380"/>
                    </a:lnTo>
                    <a:lnTo>
                      <a:pt x="97" y="376"/>
                    </a:lnTo>
                    <a:lnTo>
                      <a:pt x="95" y="373"/>
                    </a:lnTo>
                    <a:lnTo>
                      <a:pt x="93" y="369"/>
                    </a:lnTo>
                    <a:lnTo>
                      <a:pt x="91" y="365"/>
                    </a:lnTo>
                    <a:lnTo>
                      <a:pt x="87" y="364"/>
                    </a:lnTo>
                    <a:lnTo>
                      <a:pt x="84" y="363"/>
                    </a:lnTo>
                    <a:lnTo>
                      <a:pt x="82" y="358"/>
                    </a:lnTo>
                    <a:lnTo>
                      <a:pt x="79" y="354"/>
                    </a:lnTo>
                    <a:lnTo>
                      <a:pt x="78" y="348"/>
                    </a:lnTo>
                    <a:lnTo>
                      <a:pt x="76" y="344"/>
                    </a:lnTo>
                    <a:lnTo>
                      <a:pt x="75" y="339"/>
                    </a:lnTo>
                    <a:lnTo>
                      <a:pt x="73" y="334"/>
                    </a:lnTo>
                    <a:lnTo>
                      <a:pt x="72" y="332"/>
                    </a:lnTo>
                    <a:lnTo>
                      <a:pt x="71" y="329"/>
                    </a:lnTo>
                    <a:lnTo>
                      <a:pt x="70" y="328"/>
                    </a:lnTo>
                    <a:lnTo>
                      <a:pt x="68" y="325"/>
                    </a:lnTo>
                    <a:lnTo>
                      <a:pt x="64" y="321"/>
                    </a:lnTo>
                    <a:lnTo>
                      <a:pt x="60" y="317"/>
                    </a:lnTo>
                    <a:lnTo>
                      <a:pt x="55" y="314"/>
                    </a:lnTo>
                    <a:lnTo>
                      <a:pt x="51" y="310"/>
                    </a:lnTo>
                    <a:lnTo>
                      <a:pt x="51" y="305"/>
                    </a:lnTo>
                    <a:lnTo>
                      <a:pt x="51" y="300"/>
                    </a:lnTo>
                    <a:lnTo>
                      <a:pt x="51" y="298"/>
                    </a:lnTo>
                    <a:lnTo>
                      <a:pt x="51" y="296"/>
                    </a:lnTo>
                    <a:lnTo>
                      <a:pt x="52" y="295"/>
                    </a:lnTo>
                    <a:lnTo>
                      <a:pt x="53" y="292"/>
                    </a:lnTo>
                    <a:lnTo>
                      <a:pt x="54" y="291"/>
                    </a:lnTo>
                    <a:lnTo>
                      <a:pt x="55" y="290"/>
                    </a:lnTo>
                    <a:lnTo>
                      <a:pt x="57" y="288"/>
                    </a:lnTo>
                    <a:lnTo>
                      <a:pt x="59" y="287"/>
                    </a:lnTo>
                    <a:lnTo>
                      <a:pt x="61" y="287"/>
                    </a:lnTo>
                    <a:lnTo>
                      <a:pt x="63" y="286"/>
                    </a:lnTo>
                    <a:lnTo>
                      <a:pt x="66" y="286"/>
                    </a:lnTo>
                    <a:lnTo>
                      <a:pt x="69" y="286"/>
                    </a:lnTo>
                    <a:lnTo>
                      <a:pt x="71" y="288"/>
                    </a:lnTo>
                    <a:lnTo>
                      <a:pt x="73" y="291"/>
                    </a:lnTo>
                    <a:lnTo>
                      <a:pt x="76" y="292"/>
                    </a:lnTo>
                    <a:lnTo>
                      <a:pt x="79" y="294"/>
                    </a:lnTo>
                    <a:lnTo>
                      <a:pt x="83" y="295"/>
                    </a:lnTo>
                    <a:lnTo>
                      <a:pt x="87" y="296"/>
                    </a:lnTo>
                    <a:lnTo>
                      <a:pt x="91" y="296"/>
                    </a:lnTo>
                    <a:lnTo>
                      <a:pt x="95" y="297"/>
                    </a:lnTo>
                    <a:lnTo>
                      <a:pt x="97" y="295"/>
                    </a:lnTo>
                    <a:lnTo>
                      <a:pt x="99" y="292"/>
                    </a:lnTo>
                    <a:lnTo>
                      <a:pt x="101" y="290"/>
                    </a:lnTo>
                    <a:lnTo>
                      <a:pt x="102" y="287"/>
                    </a:lnTo>
                    <a:lnTo>
                      <a:pt x="103" y="283"/>
                    </a:lnTo>
                    <a:lnTo>
                      <a:pt x="103" y="279"/>
                    </a:lnTo>
                    <a:lnTo>
                      <a:pt x="103" y="276"/>
                    </a:lnTo>
                    <a:lnTo>
                      <a:pt x="103" y="272"/>
                    </a:lnTo>
                    <a:lnTo>
                      <a:pt x="103" y="268"/>
                    </a:lnTo>
                    <a:lnTo>
                      <a:pt x="102" y="265"/>
                    </a:lnTo>
                    <a:lnTo>
                      <a:pt x="101" y="261"/>
                    </a:lnTo>
                    <a:lnTo>
                      <a:pt x="100" y="257"/>
                    </a:lnTo>
                    <a:lnTo>
                      <a:pt x="98" y="254"/>
                    </a:lnTo>
                    <a:lnTo>
                      <a:pt x="96" y="250"/>
                    </a:lnTo>
                    <a:lnTo>
                      <a:pt x="95" y="247"/>
                    </a:lnTo>
                    <a:lnTo>
                      <a:pt x="92" y="243"/>
                    </a:lnTo>
                    <a:lnTo>
                      <a:pt x="91" y="240"/>
                    </a:lnTo>
                    <a:lnTo>
                      <a:pt x="88" y="237"/>
                    </a:lnTo>
                    <a:lnTo>
                      <a:pt x="88" y="233"/>
                    </a:lnTo>
                    <a:lnTo>
                      <a:pt x="87" y="229"/>
                    </a:lnTo>
                    <a:lnTo>
                      <a:pt x="87" y="224"/>
                    </a:lnTo>
                    <a:lnTo>
                      <a:pt x="87" y="220"/>
                    </a:lnTo>
                    <a:lnTo>
                      <a:pt x="82" y="219"/>
                    </a:lnTo>
                    <a:lnTo>
                      <a:pt x="78" y="216"/>
                    </a:lnTo>
                    <a:lnTo>
                      <a:pt x="75" y="215"/>
                    </a:lnTo>
                    <a:lnTo>
                      <a:pt x="74" y="211"/>
                    </a:lnTo>
                    <a:lnTo>
                      <a:pt x="71" y="207"/>
                    </a:lnTo>
                    <a:lnTo>
                      <a:pt x="68" y="203"/>
                    </a:lnTo>
                    <a:lnTo>
                      <a:pt x="65" y="199"/>
                    </a:lnTo>
                    <a:lnTo>
                      <a:pt x="63" y="195"/>
                    </a:lnTo>
                    <a:lnTo>
                      <a:pt x="61" y="191"/>
                    </a:lnTo>
                    <a:lnTo>
                      <a:pt x="61" y="188"/>
                    </a:lnTo>
                    <a:lnTo>
                      <a:pt x="62" y="185"/>
                    </a:lnTo>
                    <a:lnTo>
                      <a:pt x="63" y="183"/>
                    </a:lnTo>
                    <a:lnTo>
                      <a:pt x="67" y="182"/>
                    </a:lnTo>
                    <a:lnTo>
                      <a:pt x="69" y="180"/>
                    </a:lnTo>
                    <a:lnTo>
                      <a:pt x="70" y="179"/>
                    </a:lnTo>
                    <a:lnTo>
                      <a:pt x="72" y="179"/>
                    </a:lnTo>
                    <a:lnTo>
                      <a:pt x="74" y="179"/>
                    </a:lnTo>
                    <a:lnTo>
                      <a:pt x="76" y="178"/>
                    </a:lnTo>
                    <a:lnTo>
                      <a:pt x="79" y="179"/>
                    </a:lnTo>
                    <a:lnTo>
                      <a:pt x="81" y="181"/>
                    </a:lnTo>
                    <a:lnTo>
                      <a:pt x="83" y="183"/>
                    </a:lnTo>
                    <a:lnTo>
                      <a:pt x="86" y="184"/>
                    </a:lnTo>
                    <a:lnTo>
                      <a:pt x="89" y="187"/>
                    </a:lnTo>
                    <a:lnTo>
                      <a:pt x="93" y="192"/>
                    </a:lnTo>
                    <a:lnTo>
                      <a:pt x="96" y="196"/>
                    </a:lnTo>
                    <a:lnTo>
                      <a:pt x="100" y="200"/>
                    </a:lnTo>
                    <a:lnTo>
                      <a:pt x="103" y="202"/>
                    </a:lnTo>
                    <a:lnTo>
                      <a:pt x="105" y="203"/>
                    </a:lnTo>
                    <a:lnTo>
                      <a:pt x="107" y="205"/>
                    </a:lnTo>
                    <a:lnTo>
                      <a:pt x="111" y="206"/>
                    </a:lnTo>
                    <a:lnTo>
                      <a:pt x="112" y="207"/>
                    </a:lnTo>
                    <a:lnTo>
                      <a:pt x="115" y="207"/>
                    </a:lnTo>
                    <a:lnTo>
                      <a:pt x="117" y="206"/>
                    </a:lnTo>
                    <a:lnTo>
                      <a:pt x="119" y="206"/>
                    </a:lnTo>
                    <a:lnTo>
                      <a:pt x="126" y="203"/>
                    </a:lnTo>
                    <a:lnTo>
                      <a:pt x="131" y="201"/>
                    </a:lnTo>
                    <a:lnTo>
                      <a:pt x="143" y="195"/>
                    </a:lnTo>
                    <a:lnTo>
                      <a:pt x="150" y="191"/>
                    </a:lnTo>
                    <a:lnTo>
                      <a:pt x="155" y="190"/>
                    </a:lnTo>
                    <a:lnTo>
                      <a:pt x="159" y="189"/>
                    </a:lnTo>
                    <a:lnTo>
                      <a:pt x="163" y="189"/>
                    </a:lnTo>
                    <a:lnTo>
                      <a:pt x="167" y="188"/>
                    </a:lnTo>
                    <a:lnTo>
                      <a:pt x="172" y="185"/>
                    </a:lnTo>
                    <a:lnTo>
                      <a:pt x="176" y="181"/>
                    </a:lnTo>
                    <a:lnTo>
                      <a:pt x="185" y="178"/>
                    </a:lnTo>
                    <a:lnTo>
                      <a:pt x="192" y="175"/>
                    </a:lnTo>
                    <a:lnTo>
                      <a:pt x="196" y="174"/>
                    </a:lnTo>
                    <a:lnTo>
                      <a:pt x="199" y="172"/>
                    </a:lnTo>
                    <a:lnTo>
                      <a:pt x="203" y="170"/>
                    </a:lnTo>
                    <a:lnTo>
                      <a:pt x="207" y="167"/>
                    </a:lnTo>
                    <a:lnTo>
                      <a:pt x="209" y="165"/>
                    </a:lnTo>
                    <a:lnTo>
                      <a:pt x="211" y="163"/>
                    </a:lnTo>
                    <a:lnTo>
                      <a:pt x="212" y="160"/>
                    </a:lnTo>
                    <a:lnTo>
                      <a:pt x="214" y="157"/>
                    </a:lnTo>
                    <a:lnTo>
                      <a:pt x="216" y="151"/>
                    </a:lnTo>
                    <a:lnTo>
                      <a:pt x="219" y="144"/>
                    </a:lnTo>
                    <a:lnTo>
                      <a:pt x="223" y="136"/>
                    </a:lnTo>
                    <a:lnTo>
                      <a:pt x="228" y="128"/>
                    </a:lnTo>
                    <a:lnTo>
                      <a:pt x="233" y="120"/>
                    </a:lnTo>
                    <a:lnTo>
                      <a:pt x="239" y="111"/>
                    </a:lnTo>
                    <a:lnTo>
                      <a:pt x="244" y="103"/>
                    </a:lnTo>
                    <a:lnTo>
                      <a:pt x="250" y="95"/>
                    </a:lnTo>
                    <a:lnTo>
                      <a:pt x="255" y="87"/>
                    </a:lnTo>
                    <a:lnTo>
                      <a:pt x="260" y="79"/>
                    </a:lnTo>
                    <a:lnTo>
                      <a:pt x="261" y="77"/>
                    </a:lnTo>
                    <a:lnTo>
                      <a:pt x="262" y="75"/>
                    </a:lnTo>
                    <a:lnTo>
                      <a:pt x="263" y="72"/>
                    </a:lnTo>
                    <a:lnTo>
                      <a:pt x="262" y="69"/>
                    </a:lnTo>
                    <a:lnTo>
                      <a:pt x="262" y="67"/>
                    </a:lnTo>
                    <a:lnTo>
                      <a:pt x="261" y="63"/>
                    </a:lnTo>
                    <a:lnTo>
                      <a:pt x="260" y="60"/>
                    </a:lnTo>
                    <a:lnTo>
                      <a:pt x="259" y="58"/>
                    </a:lnTo>
                    <a:lnTo>
                      <a:pt x="257" y="52"/>
                    </a:lnTo>
                    <a:lnTo>
                      <a:pt x="255" y="47"/>
                    </a:lnTo>
                    <a:lnTo>
                      <a:pt x="252" y="44"/>
                    </a:lnTo>
                    <a:lnTo>
                      <a:pt x="251" y="41"/>
                    </a:lnTo>
                    <a:lnTo>
                      <a:pt x="251" y="37"/>
                    </a:lnTo>
                    <a:lnTo>
                      <a:pt x="250" y="27"/>
                    </a:lnTo>
                    <a:lnTo>
                      <a:pt x="249" y="16"/>
                    </a:lnTo>
                    <a:lnTo>
                      <a:pt x="248" y="9"/>
                    </a:lnTo>
                    <a:lnTo>
                      <a:pt x="250" y="9"/>
                    </a:lnTo>
                    <a:lnTo>
                      <a:pt x="251" y="8"/>
                    </a:lnTo>
                    <a:lnTo>
                      <a:pt x="252" y="7"/>
                    </a:lnTo>
                    <a:lnTo>
                      <a:pt x="254" y="6"/>
                    </a:lnTo>
                    <a:lnTo>
                      <a:pt x="255" y="3"/>
                    </a:lnTo>
                    <a:lnTo>
                      <a:pt x="257" y="1"/>
                    </a:lnTo>
                    <a:lnTo>
                      <a:pt x="265" y="0"/>
                    </a:lnTo>
                    <a:lnTo>
                      <a:pt x="272" y="1"/>
                    </a:lnTo>
                    <a:lnTo>
                      <a:pt x="280" y="2"/>
                    </a:lnTo>
                    <a:lnTo>
                      <a:pt x="286" y="3"/>
                    </a:lnTo>
                    <a:lnTo>
                      <a:pt x="292" y="4"/>
                    </a:lnTo>
                    <a:lnTo>
                      <a:pt x="297" y="6"/>
                    </a:lnTo>
                    <a:lnTo>
                      <a:pt x="302" y="8"/>
                    </a:lnTo>
                    <a:lnTo>
                      <a:pt x="307" y="11"/>
                    </a:lnTo>
                    <a:lnTo>
                      <a:pt x="311" y="14"/>
                    </a:lnTo>
                    <a:lnTo>
                      <a:pt x="315" y="17"/>
                    </a:lnTo>
                    <a:lnTo>
                      <a:pt x="319" y="21"/>
                    </a:lnTo>
                    <a:lnTo>
                      <a:pt x="323" y="25"/>
                    </a:lnTo>
                    <a:lnTo>
                      <a:pt x="331" y="34"/>
                    </a:lnTo>
                    <a:lnTo>
                      <a:pt x="339" y="43"/>
                    </a:lnTo>
                    <a:lnTo>
                      <a:pt x="338" y="50"/>
                    </a:lnTo>
                    <a:lnTo>
                      <a:pt x="336" y="55"/>
                    </a:lnTo>
                    <a:lnTo>
                      <a:pt x="334" y="60"/>
                    </a:lnTo>
                    <a:lnTo>
                      <a:pt x="332" y="65"/>
                    </a:lnTo>
                    <a:lnTo>
                      <a:pt x="328" y="69"/>
                    </a:lnTo>
                    <a:lnTo>
                      <a:pt x="324" y="73"/>
                    </a:lnTo>
                    <a:lnTo>
                      <a:pt x="321" y="77"/>
                    </a:lnTo>
                    <a:lnTo>
                      <a:pt x="317" y="81"/>
                    </a:lnTo>
                    <a:lnTo>
                      <a:pt x="309" y="87"/>
                    </a:lnTo>
                    <a:lnTo>
                      <a:pt x="301" y="95"/>
                    </a:lnTo>
                    <a:lnTo>
                      <a:pt x="297" y="98"/>
                    </a:lnTo>
                    <a:lnTo>
                      <a:pt x="293" y="102"/>
                    </a:lnTo>
                    <a:lnTo>
                      <a:pt x="289" y="105"/>
                    </a:lnTo>
                    <a:lnTo>
                      <a:pt x="286" y="109"/>
                    </a:lnTo>
                    <a:lnTo>
                      <a:pt x="280" y="116"/>
                    </a:lnTo>
                    <a:lnTo>
                      <a:pt x="276" y="123"/>
                    </a:lnTo>
                    <a:lnTo>
                      <a:pt x="273" y="127"/>
                    </a:lnTo>
                    <a:lnTo>
                      <a:pt x="271" y="130"/>
                    </a:lnTo>
                    <a:lnTo>
                      <a:pt x="267" y="133"/>
                    </a:lnTo>
                    <a:lnTo>
                      <a:pt x="265" y="136"/>
                    </a:lnTo>
                    <a:lnTo>
                      <a:pt x="255" y="143"/>
                    </a:lnTo>
                    <a:lnTo>
                      <a:pt x="246" y="151"/>
                    </a:lnTo>
                    <a:lnTo>
                      <a:pt x="243" y="153"/>
                    </a:lnTo>
                    <a:lnTo>
                      <a:pt x="242" y="155"/>
                    </a:lnTo>
                    <a:lnTo>
                      <a:pt x="239" y="158"/>
                    </a:lnTo>
                    <a:lnTo>
                      <a:pt x="238" y="160"/>
                    </a:lnTo>
                    <a:lnTo>
                      <a:pt x="237" y="163"/>
                    </a:lnTo>
                    <a:lnTo>
                      <a:pt x="235" y="166"/>
                    </a:lnTo>
                    <a:lnTo>
                      <a:pt x="235" y="169"/>
                    </a:lnTo>
                    <a:lnTo>
                      <a:pt x="235" y="172"/>
                    </a:lnTo>
                    <a:lnTo>
                      <a:pt x="237" y="175"/>
                    </a:lnTo>
                    <a:lnTo>
                      <a:pt x="239" y="177"/>
                    </a:lnTo>
                    <a:lnTo>
                      <a:pt x="244" y="178"/>
                    </a:lnTo>
                    <a:lnTo>
                      <a:pt x="250" y="179"/>
                    </a:lnTo>
                    <a:lnTo>
                      <a:pt x="255" y="180"/>
                    </a:lnTo>
                    <a:lnTo>
                      <a:pt x="260" y="181"/>
                    </a:lnTo>
                    <a:lnTo>
                      <a:pt x="263" y="183"/>
                    </a:lnTo>
                    <a:lnTo>
                      <a:pt x="265" y="185"/>
                    </a:lnTo>
                    <a:lnTo>
                      <a:pt x="267" y="186"/>
                    </a:lnTo>
                    <a:lnTo>
                      <a:pt x="268" y="187"/>
                    </a:lnTo>
                    <a:lnTo>
                      <a:pt x="270" y="187"/>
                    </a:lnTo>
                    <a:lnTo>
                      <a:pt x="272" y="188"/>
                    </a:lnTo>
                    <a:lnTo>
                      <a:pt x="274" y="189"/>
                    </a:lnTo>
                    <a:lnTo>
                      <a:pt x="277" y="189"/>
                    </a:lnTo>
                    <a:lnTo>
                      <a:pt x="280" y="189"/>
                    </a:lnTo>
                    <a:lnTo>
                      <a:pt x="282" y="189"/>
                    </a:lnTo>
                    <a:lnTo>
                      <a:pt x="285" y="188"/>
                    </a:lnTo>
                    <a:lnTo>
                      <a:pt x="288" y="187"/>
                    </a:lnTo>
                    <a:lnTo>
                      <a:pt x="291" y="187"/>
                    </a:lnTo>
                    <a:lnTo>
                      <a:pt x="293" y="185"/>
                    </a:lnTo>
                    <a:lnTo>
                      <a:pt x="299" y="183"/>
                    </a:lnTo>
                    <a:lnTo>
                      <a:pt x="304" y="179"/>
                    </a:lnTo>
                    <a:lnTo>
                      <a:pt x="309" y="176"/>
                    </a:lnTo>
                    <a:lnTo>
                      <a:pt x="315" y="172"/>
                    </a:lnTo>
                    <a:lnTo>
                      <a:pt x="325" y="165"/>
                    </a:lnTo>
                    <a:lnTo>
                      <a:pt x="335" y="157"/>
                    </a:lnTo>
                    <a:lnTo>
                      <a:pt x="339" y="154"/>
                    </a:lnTo>
                    <a:lnTo>
                      <a:pt x="344" y="151"/>
                    </a:lnTo>
                    <a:lnTo>
                      <a:pt x="347" y="148"/>
                    </a:lnTo>
                    <a:lnTo>
                      <a:pt x="351" y="146"/>
                    </a:lnTo>
                    <a:lnTo>
                      <a:pt x="355" y="145"/>
                    </a:lnTo>
                    <a:lnTo>
                      <a:pt x="359" y="144"/>
                    </a:lnTo>
                    <a:lnTo>
                      <a:pt x="364" y="143"/>
                    </a:lnTo>
                    <a:lnTo>
                      <a:pt x="367" y="142"/>
                    </a:lnTo>
                    <a:lnTo>
                      <a:pt x="378" y="136"/>
                    </a:lnTo>
                    <a:lnTo>
                      <a:pt x="388" y="131"/>
                    </a:lnTo>
                    <a:lnTo>
                      <a:pt x="391" y="130"/>
                    </a:lnTo>
                    <a:lnTo>
                      <a:pt x="394" y="129"/>
                    </a:lnTo>
                    <a:lnTo>
                      <a:pt x="396" y="128"/>
                    </a:lnTo>
                    <a:lnTo>
                      <a:pt x="400" y="128"/>
                    </a:lnTo>
                    <a:lnTo>
                      <a:pt x="403" y="129"/>
                    </a:lnTo>
                    <a:lnTo>
                      <a:pt x="406" y="131"/>
                    </a:lnTo>
                    <a:lnTo>
                      <a:pt x="409" y="132"/>
                    </a:lnTo>
                    <a:lnTo>
                      <a:pt x="413" y="135"/>
                    </a:lnTo>
                    <a:lnTo>
                      <a:pt x="416" y="137"/>
                    </a:lnTo>
                    <a:lnTo>
                      <a:pt x="418" y="140"/>
                    </a:lnTo>
                    <a:lnTo>
                      <a:pt x="420" y="143"/>
                    </a:lnTo>
                    <a:lnTo>
                      <a:pt x="424" y="146"/>
                    </a:lnTo>
                    <a:lnTo>
                      <a:pt x="426" y="150"/>
                    </a:lnTo>
                    <a:lnTo>
                      <a:pt x="428" y="154"/>
                    </a:lnTo>
                    <a:lnTo>
                      <a:pt x="431" y="158"/>
                    </a:lnTo>
                    <a:lnTo>
                      <a:pt x="433" y="162"/>
                    </a:lnTo>
                    <a:lnTo>
                      <a:pt x="435" y="167"/>
                    </a:lnTo>
                    <a:lnTo>
                      <a:pt x="436" y="171"/>
                    </a:lnTo>
                    <a:lnTo>
                      <a:pt x="437" y="176"/>
                    </a:lnTo>
                    <a:lnTo>
                      <a:pt x="438" y="180"/>
                    </a:lnTo>
                    <a:lnTo>
                      <a:pt x="437" y="183"/>
                    </a:lnTo>
                    <a:lnTo>
                      <a:pt x="437" y="185"/>
                    </a:lnTo>
                    <a:lnTo>
                      <a:pt x="437" y="187"/>
                    </a:lnTo>
                    <a:lnTo>
                      <a:pt x="436" y="189"/>
                    </a:lnTo>
                    <a:lnTo>
                      <a:pt x="436" y="191"/>
                    </a:lnTo>
                    <a:lnTo>
                      <a:pt x="435" y="194"/>
                    </a:lnTo>
                    <a:lnTo>
                      <a:pt x="434" y="196"/>
                    </a:lnTo>
                    <a:lnTo>
                      <a:pt x="432" y="198"/>
                    </a:lnTo>
                    <a:lnTo>
                      <a:pt x="430" y="200"/>
                    </a:lnTo>
                    <a:lnTo>
                      <a:pt x="428" y="202"/>
                    </a:lnTo>
                    <a:lnTo>
                      <a:pt x="425" y="203"/>
                    </a:lnTo>
                    <a:lnTo>
                      <a:pt x="422" y="205"/>
                    </a:lnTo>
                    <a:lnTo>
                      <a:pt x="419" y="207"/>
                    </a:lnTo>
                    <a:lnTo>
                      <a:pt x="416" y="208"/>
                    </a:lnTo>
                    <a:lnTo>
                      <a:pt x="413" y="210"/>
                    </a:lnTo>
                    <a:lnTo>
                      <a:pt x="411" y="211"/>
                    </a:lnTo>
                    <a:lnTo>
                      <a:pt x="409" y="214"/>
                    </a:lnTo>
                    <a:lnTo>
                      <a:pt x="408" y="216"/>
                    </a:lnTo>
                    <a:lnTo>
                      <a:pt x="406" y="219"/>
                    </a:lnTo>
                    <a:lnTo>
                      <a:pt x="404" y="221"/>
                    </a:lnTo>
                    <a:lnTo>
                      <a:pt x="403" y="223"/>
                    </a:lnTo>
                    <a:lnTo>
                      <a:pt x="401" y="226"/>
                    </a:lnTo>
                    <a:lnTo>
                      <a:pt x="400" y="228"/>
                    </a:lnTo>
                    <a:lnTo>
                      <a:pt x="397" y="230"/>
                    </a:lnTo>
                    <a:lnTo>
                      <a:pt x="396" y="231"/>
                    </a:lnTo>
                    <a:lnTo>
                      <a:pt x="394" y="231"/>
                    </a:lnTo>
                    <a:lnTo>
                      <a:pt x="392" y="231"/>
                    </a:lnTo>
                    <a:lnTo>
                      <a:pt x="390" y="231"/>
                    </a:lnTo>
                    <a:lnTo>
                      <a:pt x="388" y="232"/>
                    </a:lnTo>
                    <a:lnTo>
                      <a:pt x="387" y="233"/>
                    </a:lnTo>
                    <a:lnTo>
                      <a:pt x="385" y="234"/>
                    </a:lnTo>
                    <a:lnTo>
                      <a:pt x="384" y="235"/>
                    </a:lnTo>
                    <a:lnTo>
                      <a:pt x="384" y="237"/>
                    </a:lnTo>
                    <a:lnTo>
                      <a:pt x="384" y="239"/>
                    </a:lnTo>
                    <a:lnTo>
                      <a:pt x="381" y="242"/>
                    </a:lnTo>
                    <a:lnTo>
                      <a:pt x="379" y="243"/>
                    </a:lnTo>
                    <a:lnTo>
                      <a:pt x="376" y="246"/>
                    </a:lnTo>
                    <a:lnTo>
                      <a:pt x="374" y="247"/>
                    </a:lnTo>
                    <a:lnTo>
                      <a:pt x="372" y="249"/>
                    </a:lnTo>
                    <a:lnTo>
                      <a:pt x="368" y="251"/>
                    </a:lnTo>
                    <a:lnTo>
                      <a:pt x="367" y="253"/>
                    </a:lnTo>
                    <a:lnTo>
                      <a:pt x="364" y="255"/>
                    </a:lnTo>
                    <a:lnTo>
                      <a:pt x="364" y="258"/>
                    </a:lnTo>
                    <a:lnTo>
                      <a:pt x="364" y="260"/>
                    </a:lnTo>
                    <a:lnTo>
                      <a:pt x="362" y="263"/>
                    </a:lnTo>
                    <a:lnTo>
                      <a:pt x="359" y="267"/>
                    </a:lnTo>
                    <a:lnTo>
                      <a:pt x="356" y="269"/>
                    </a:lnTo>
                    <a:lnTo>
                      <a:pt x="352" y="271"/>
                    </a:lnTo>
                    <a:lnTo>
                      <a:pt x="345" y="276"/>
                    </a:lnTo>
                    <a:lnTo>
                      <a:pt x="339" y="281"/>
                    </a:lnTo>
                    <a:lnTo>
                      <a:pt x="338" y="282"/>
                    </a:lnTo>
                    <a:lnTo>
                      <a:pt x="337" y="283"/>
                    </a:lnTo>
                    <a:lnTo>
                      <a:pt x="336" y="285"/>
                    </a:lnTo>
                    <a:lnTo>
                      <a:pt x="336" y="287"/>
                    </a:lnTo>
                    <a:lnTo>
                      <a:pt x="336" y="291"/>
                    </a:lnTo>
                    <a:lnTo>
                      <a:pt x="335" y="294"/>
                    </a:lnTo>
                    <a:lnTo>
                      <a:pt x="333" y="295"/>
                    </a:lnTo>
                    <a:lnTo>
                      <a:pt x="332" y="296"/>
                    </a:lnTo>
                    <a:lnTo>
                      <a:pt x="331" y="298"/>
                    </a:lnTo>
                    <a:lnTo>
                      <a:pt x="329" y="299"/>
                    </a:lnTo>
                    <a:lnTo>
                      <a:pt x="326" y="300"/>
                    </a:lnTo>
                    <a:lnTo>
                      <a:pt x="324" y="303"/>
                    </a:lnTo>
                    <a:lnTo>
                      <a:pt x="321" y="307"/>
                    </a:lnTo>
                    <a:lnTo>
                      <a:pt x="319" y="314"/>
                    </a:lnTo>
                    <a:lnTo>
                      <a:pt x="316" y="322"/>
                    </a:lnTo>
                    <a:lnTo>
                      <a:pt x="314" y="326"/>
                    </a:lnTo>
                    <a:lnTo>
                      <a:pt x="323" y="331"/>
                    </a:lnTo>
                    <a:lnTo>
                      <a:pt x="332" y="336"/>
                    </a:lnTo>
                    <a:lnTo>
                      <a:pt x="336" y="337"/>
                    </a:lnTo>
                    <a:lnTo>
                      <a:pt x="340" y="340"/>
                    </a:lnTo>
                    <a:lnTo>
                      <a:pt x="343" y="343"/>
                    </a:lnTo>
                    <a:lnTo>
                      <a:pt x="347" y="346"/>
                    </a:lnTo>
                    <a:lnTo>
                      <a:pt x="350" y="349"/>
                    </a:lnTo>
                    <a:lnTo>
                      <a:pt x="352" y="352"/>
                    </a:lnTo>
                    <a:lnTo>
                      <a:pt x="355" y="356"/>
                    </a:lnTo>
                    <a:lnTo>
                      <a:pt x="356" y="361"/>
                    </a:lnTo>
                    <a:lnTo>
                      <a:pt x="358" y="365"/>
                    </a:lnTo>
                    <a:lnTo>
                      <a:pt x="360" y="371"/>
                    </a:lnTo>
                    <a:lnTo>
                      <a:pt x="360" y="376"/>
                    </a:lnTo>
                    <a:lnTo>
                      <a:pt x="360" y="383"/>
                    </a:lnTo>
                    <a:lnTo>
                      <a:pt x="358" y="384"/>
                    </a:lnTo>
                    <a:lnTo>
                      <a:pt x="356" y="387"/>
                    </a:lnTo>
                    <a:lnTo>
                      <a:pt x="354" y="389"/>
                    </a:lnTo>
                    <a:lnTo>
                      <a:pt x="352" y="391"/>
                    </a:lnTo>
                    <a:lnTo>
                      <a:pt x="350" y="396"/>
                    </a:lnTo>
                    <a:lnTo>
                      <a:pt x="346" y="400"/>
                    </a:lnTo>
                    <a:lnTo>
                      <a:pt x="342" y="401"/>
                    </a:lnTo>
                    <a:lnTo>
                      <a:pt x="337" y="402"/>
                    </a:lnTo>
                    <a:lnTo>
                      <a:pt x="334" y="407"/>
                    </a:lnTo>
                    <a:lnTo>
                      <a:pt x="330" y="412"/>
                    </a:lnTo>
                    <a:lnTo>
                      <a:pt x="328" y="412"/>
                    </a:lnTo>
                    <a:lnTo>
                      <a:pt x="326" y="413"/>
                    </a:lnTo>
                    <a:lnTo>
                      <a:pt x="324" y="414"/>
                    </a:lnTo>
                    <a:lnTo>
                      <a:pt x="322" y="415"/>
                    </a:lnTo>
                    <a:lnTo>
                      <a:pt x="317" y="416"/>
                    </a:lnTo>
                    <a:lnTo>
                      <a:pt x="313" y="418"/>
                    </a:lnTo>
                    <a:lnTo>
                      <a:pt x="309" y="423"/>
                    </a:lnTo>
                    <a:lnTo>
                      <a:pt x="306" y="428"/>
                    </a:lnTo>
                    <a:lnTo>
                      <a:pt x="300" y="430"/>
                    </a:lnTo>
                    <a:lnTo>
                      <a:pt x="296" y="433"/>
                    </a:lnTo>
                    <a:lnTo>
                      <a:pt x="292" y="434"/>
                    </a:lnTo>
                    <a:lnTo>
                      <a:pt x="291" y="436"/>
                    </a:lnTo>
                    <a:lnTo>
                      <a:pt x="288" y="437"/>
                    </a:lnTo>
                    <a:lnTo>
                      <a:pt x="286" y="439"/>
                    </a:lnTo>
                    <a:lnTo>
                      <a:pt x="283" y="442"/>
                    </a:lnTo>
                    <a:lnTo>
                      <a:pt x="280" y="446"/>
                    </a:lnTo>
                    <a:lnTo>
                      <a:pt x="279" y="448"/>
                    </a:lnTo>
                    <a:lnTo>
                      <a:pt x="277" y="450"/>
                    </a:lnTo>
                    <a:lnTo>
                      <a:pt x="276" y="452"/>
                    </a:lnTo>
                    <a:lnTo>
                      <a:pt x="274" y="452"/>
                    </a:lnTo>
                    <a:lnTo>
                      <a:pt x="272" y="453"/>
                    </a:lnTo>
                    <a:lnTo>
                      <a:pt x="268" y="453"/>
                    </a:lnTo>
                    <a:lnTo>
                      <a:pt x="266" y="456"/>
                    </a:lnTo>
                    <a:lnTo>
                      <a:pt x="263" y="460"/>
                    </a:lnTo>
                    <a:lnTo>
                      <a:pt x="262" y="462"/>
                    </a:lnTo>
                    <a:lnTo>
                      <a:pt x="261" y="464"/>
                    </a:lnTo>
                    <a:lnTo>
                      <a:pt x="259" y="465"/>
                    </a:lnTo>
                    <a:lnTo>
                      <a:pt x="258" y="467"/>
                    </a:lnTo>
                    <a:lnTo>
                      <a:pt x="254" y="468"/>
                    </a:lnTo>
                    <a:lnTo>
                      <a:pt x="251" y="469"/>
                    </a:lnTo>
                    <a:lnTo>
                      <a:pt x="250" y="470"/>
                    </a:lnTo>
                    <a:lnTo>
                      <a:pt x="248" y="472"/>
                    </a:lnTo>
                    <a:lnTo>
                      <a:pt x="247" y="475"/>
                    </a:lnTo>
                    <a:lnTo>
                      <a:pt x="244" y="476"/>
                    </a:lnTo>
                    <a:lnTo>
                      <a:pt x="243" y="478"/>
                    </a:lnTo>
                    <a:lnTo>
                      <a:pt x="240" y="480"/>
                    </a:lnTo>
                    <a:lnTo>
                      <a:pt x="235" y="482"/>
                    </a:lnTo>
                    <a:lnTo>
                      <a:pt x="231" y="484"/>
                    </a:lnTo>
                    <a:lnTo>
                      <a:pt x="229" y="486"/>
                    </a:lnTo>
                    <a:lnTo>
                      <a:pt x="227" y="488"/>
                    </a:lnTo>
                    <a:lnTo>
                      <a:pt x="225" y="489"/>
                    </a:lnTo>
                    <a:lnTo>
                      <a:pt x="223" y="492"/>
                    </a:lnTo>
                    <a:lnTo>
                      <a:pt x="222" y="494"/>
                    </a:lnTo>
                    <a:lnTo>
                      <a:pt x="221" y="496"/>
                    </a:lnTo>
                    <a:lnTo>
                      <a:pt x="221" y="500"/>
                    </a:lnTo>
                    <a:lnTo>
                      <a:pt x="221" y="504"/>
                    </a:lnTo>
                    <a:lnTo>
                      <a:pt x="222" y="504"/>
                    </a:lnTo>
                    <a:lnTo>
                      <a:pt x="224" y="504"/>
                    </a:lnTo>
                    <a:lnTo>
                      <a:pt x="225" y="504"/>
                    </a:lnTo>
                    <a:lnTo>
                      <a:pt x="227" y="504"/>
                    </a:lnTo>
                    <a:lnTo>
                      <a:pt x="229" y="504"/>
                    </a:lnTo>
                    <a:lnTo>
                      <a:pt x="232" y="504"/>
                    </a:lnTo>
                    <a:lnTo>
                      <a:pt x="239" y="502"/>
                    </a:lnTo>
                    <a:lnTo>
                      <a:pt x="246" y="500"/>
                    </a:lnTo>
                    <a:lnTo>
                      <a:pt x="259" y="494"/>
                    </a:lnTo>
                    <a:lnTo>
                      <a:pt x="267" y="490"/>
                    </a:lnTo>
                    <a:lnTo>
                      <a:pt x="272" y="489"/>
                    </a:lnTo>
                    <a:lnTo>
                      <a:pt x="276" y="488"/>
                    </a:lnTo>
                    <a:lnTo>
                      <a:pt x="280" y="488"/>
                    </a:lnTo>
                    <a:lnTo>
                      <a:pt x="284" y="488"/>
                    </a:lnTo>
                    <a:lnTo>
                      <a:pt x="287" y="487"/>
                    </a:lnTo>
                    <a:lnTo>
                      <a:pt x="290" y="485"/>
                    </a:lnTo>
                    <a:lnTo>
                      <a:pt x="292" y="485"/>
                    </a:lnTo>
                    <a:lnTo>
                      <a:pt x="296" y="484"/>
                    </a:lnTo>
                    <a:lnTo>
                      <a:pt x="298" y="484"/>
                    </a:lnTo>
                    <a:lnTo>
                      <a:pt x="301" y="484"/>
                    </a:lnTo>
                    <a:lnTo>
                      <a:pt x="304" y="484"/>
                    </a:lnTo>
                    <a:lnTo>
                      <a:pt x="306" y="484"/>
                    </a:lnTo>
                    <a:lnTo>
                      <a:pt x="308" y="485"/>
                    </a:lnTo>
                    <a:lnTo>
                      <a:pt x="311" y="485"/>
                    </a:lnTo>
                    <a:lnTo>
                      <a:pt x="313" y="486"/>
                    </a:lnTo>
                    <a:lnTo>
                      <a:pt x="315" y="487"/>
                    </a:lnTo>
                    <a:lnTo>
                      <a:pt x="320" y="489"/>
                    </a:lnTo>
                    <a:lnTo>
                      <a:pt x="323" y="492"/>
                    </a:lnTo>
                    <a:lnTo>
                      <a:pt x="327" y="495"/>
                    </a:lnTo>
                    <a:lnTo>
                      <a:pt x="330" y="499"/>
                    </a:lnTo>
                    <a:lnTo>
                      <a:pt x="332" y="502"/>
                    </a:lnTo>
                    <a:lnTo>
                      <a:pt x="335" y="506"/>
                    </a:lnTo>
                    <a:lnTo>
                      <a:pt x="337" y="511"/>
                    </a:lnTo>
                    <a:lnTo>
                      <a:pt x="339" y="515"/>
                    </a:lnTo>
                    <a:lnTo>
                      <a:pt x="340" y="520"/>
                    </a:lnTo>
                    <a:lnTo>
                      <a:pt x="342" y="524"/>
                    </a:lnTo>
                    <a:lnTo>
                      <a:pt x="338" y="528"/>
                    </a:lnTo>
                    <a:lnTo>
                      <a:pt x="335" y="532"/>
                    </a:lnTo>
                    <a:lnTo>
                      <a:pt x="332" y="532"/>
                    </a:lnTo>
                    <a:lnTo>
                      <a:pt x="328" y="532"/>
                    </a:lnTo>
                    <a:lnTo>
                      <a:pt x="326" y="532"/>
                    </a:lnTo>
                    <a:lnTo>
                      <a:pt x="323" y="532"/>
                    </a:lnTo>
                    <a:lnTo>
                      <a:pt x="319" y="533"/>
                    </a:lnTo>
                    <a:lnTo>
                      <a:pt x="315" y="536"/>
                    </a:lnTo>
                    <a:lnTo>
                      <a:pt x="311" y="539"/>
                    </a:lnTo>
                    <a:lnTo>
                      <a:pt x="307" y="541"/>
                    </a:lnTo>
                    <a:lnTo>
                      <a:pt x="304" y="541"/>
                    </a:lnTo>
                    <a:lnTo>
                      <a:pt x="302" y="541"/>
                    </a:lnTo>
                    <a:lnTo>
                      <a:pt x="300" y="542"/>
                    </a:lnTo>
                    <a:lnTo>
                      <a:pt x="297" y="542"/>
                    </a:lnTo>
                    <a:lnTo>
                      <a:pt x="296" y="542"/>
                    </a:lnTo>
                    <a:lnTo>
                      <a:pt x="293" y="542"/>
                    </a:lnTo>
                    <a:lnTo>
                      <a:pt x="292" y="542"/>
                    </a:lnTo>
                    <a:lnTo>
                      <a:pt x="290" y="543"/>
                    </a:lnTo>
                    <a:lnTo>
                      <a:pt x="290" y="544"/>
                    </a:lnTo>
                    <a:lnTo>
                      <a:pt x="290" y="545"/>
                    </a:lnTo>
                    <a:lnTo>
                      <a:pt x="289" y="546"/>
                    </a:lnTo>
                    <a:lnTo>
                      <a:pt x="288" y="548"/>
                    </a:lnTo>
                    <a:lnTo>
                      <a:pt x="285" y="550"/>
                    </a:lnTo>
                    <a:lnTo>
                      <a:pt x="282" y="553"/>
                    </a:lnTo>
                    <a:lnTo>
                      <a:pt x="278" y="556"/>
                    </a:lnTo>
                    <a:lnTo>
                      <a:pt x="274" y="558"/>
                    </a:lnTo>
                    <a:lnTo>
                      <a:pt x="271" y="559"/>
                    </a:lnTo>
                    <a:lnTo>
                      <a:pt x="267" y="560"/>
                    </a:lnTo>
                    <a:lnTo>
                      <a:pt x="267" y="559"/>
                    </a:lnTo>
                    <a:lnTo>
                      <a:pt x="267" y="558"/>
                    </a:lnTo>
                    <a:lnTo>
                      <a:pt x="264" y="556"/>
                    </a:lnTo>
                    <a:lnTo>
                      <a:pt x="261" y="552"/>
                    </a:lnTo>
                    <a:lnTo>
                      <a:pt x="260" y="551"/>
                    </a:lnTo>
                    <a:lnTo>
                      <a:pt x="260" y="549"/>
                    </a:lnTo>
                    <a:lnTo>
                      <a:pt x="260" y="548"/>
                    </a:lnTo>
                    <a:lnTo>
                      <a:pt x="261" y="546"/>
                    </a:lnTo>
                    <a:lnTo>
                      <a:pt x="261" y="545"/>
                    </a:lnTo>
                    <a:lnTo>
                      <a:pt x="261" y="544"/>
                    </a:lnTo>
                    <a:lnTo>
                      <a:pt x="261" y="542"/>
                    </a:lnTo>
                    <a:lnTo>
                      <a:pt x="260" y="541"/>
                    </a:lnTo>
                    <a:lnTo>
                      <a:pt x="255" y="541"/>
                    </a:lnTo>
                    <a:lnTo>
                      <a:pt x="248" y="541"/>
                    </a:lnTo>
                    <a:lnTo>
                      <a:pt x="243" y="541"/>
                    </a:lnTo>
                    <a:lnTo>
                      <a:pt x="237" y="541"/>
                    </a:lnTo>
                    <a:lnTo>
                      <a:pt x="235" y="543"/>
                    </a:lnTo>
                    <a:lnTo>
                      <a:pt x="235" y="546"/>
                    </a:lnTo>
                    <a:lnTo>
                      <a:pt x="235" y="548"/>
                    </a:lnTo>
                    <a:lnTo>
                      <a:pt x="235" y="551"/>
                    </a:lnTo>
                    <a:lnTo>
                      <a:pt x="235" y="553"/>
                    </a:lnTo>
                    <a:lnTo>
                      <a:pt x="235" y="556"/>
                    </a:lnTo>
                    <a:lnTo>
                      <a:pt x="236" y="561"/>
                    </a:lnTo>
                    <a:lnTo>
                      <a:pt x="239" y="567"/>
                    </a:lnTo>
                    <a:lnTo>
                      <a:pt x="243" y="576"/>
                    </a:lnTo>
                    <a:lnTo>
                      <a:pt x="247" y="586"/>
                    </a:lnTo>
                    <a:lnTo>
                      <a:pt x="247" y="589"/>
                    </a:lnTo>
                    <a:lnTo>
                      <a:pt x="248" y="593"/>
                    </a:lnTo>
                    <a:lnTo>
                      <a:pt x="248" y="596"/>
                    </a:lnTo>
                    <a:lnTo>
                      <a:pt x="248" y="600"/>
                    </a:lnTo>
                    <a:lnTo>
                      <a:pt x="248" y="603"/>
                    </a:lnTo>
                    <a:lnTo>
                      <a:pt x="249" y="606"/>
                    </a:lnTo>
                    <a:lnTo>
                      <a:pt x="250" y="609"/>
                    </a:lnTo>
                    <a:lnTo>
                      <a:pt x="251" y="613"/>
                    </a:lnTo>
                    <a:lnTo>
                      <a:pt x="253" y="616"/>
                    </a:lnTo>
                    <a:lnTo>
                      <a:pt x="255" y="618"/>
                    </a:lnTo>
                    <a:lnTo>
                      <a:pt x="256" y="620"/>
                    </a:lnTo>
                    <a:lnTo>
                      <a:pt x="257" y="622"/>
                    </a:lnTo>
                    <a:lnTo>
                      <a:pt x="257" y="624"/>
                    </a:lnTo>
                    <a:lnTo>
                      <a:pt x="257" y="625"/>
                    </a:lnTo>
                    <a:lnTo>
                      <a:pt x="257" y="628"/>
                    </a:lnTo>
                    <a:lnTo>
                      <a:pt x="257" y="629"/>
                    </a:lnTo>
                    <a:lnTo>
                      <a:pt x="257" y="632"/>
                    </a:lnTo>
                    <a:lnTo>
                      <a:pt x="258" y="634"/>
                    </a:lnTo>
                    <a:lnTo>
                      <a:pt x="261" y="639"/>
                    </a:lnTo>
                    <a:lnTo>
                      <a:pt x="263" y="643"/>
                    </a:lnTo>
                    <a:lnTo>
                      <a:pt x="265" y="645"/>
                    </a:lnTo>
                    <a:lnTo>
                      <a:pt x="265" y="648"/>
                    </a:lnTo>
                    <a:lnTo>
                      <a:pt x="266" y="652"/>
                    </a:lnTo>
                    <a:lnTo>
                      <a:pt x="266" y="657"/>
                    </a:lnTo>
                    <a:lnTo>
                      <a:pt x="266" y="668"/>
                    </a:lnTo>
                    <a:lnTo>
                      <a:pt x="265" y="679"/>
                    </a:lnTo>
                    <a:lnTo>
                      <a:pt x="263" y="691"/>
                    </a:lnTo>
                    <a:lnTo>
                      <a:pt x="263" y="700"/>
                    </a:lnTo>
                    <a:lnTo>
                      <a:pt x="261" y="708"/>
                    </a:lnTo>
                    <a:lnTo>
                      <a:pt x="260" y="713"/>
                    </a:lnTo>
                    <a:lnTo>
                      <a:pt x="259" y="716"/>
                    </a:lnTo>
                    <a:lnTo>
                      <a:pt x="259" y="720"/>
                    </a:lnTo>
                    <a:lnTo>
                      <a:pt x="259" y="723"/>
                    </a:lnTo>
                    <a:lnTo>
                      <a:pt x="259" y="727"/>
                    </a:lnTo>
                    <a:lnTo>
                      <a:pt x="258" y="732"/>
                    </a:lnTo>
                    <a:lnTo>
                      <a:pt x="258" y="739"/>
                    </a:lnTo>
                    <a:lnTo>
                      <a:pt x="258" y="741"/>
                    </a:lnTo>
                    <a:lnTo>
                      <a:pt x="257" y="744"/>
                    </a:lnTo>
                    <a:lnTo>
                      <a:pt x="257" y="747"/>
                    </a:lnTo>
                    <a:lnTo>
                      <a:pt x="256" y="749"/>
                    </a:lnTo>
                    <a:lnTo>
                      <a:pt x="255" y="752"/>
                    </a:lnTo>
                    <a:lnTo>
                      <a:pt x="254" y="754"/>
                    </a:lnTo>
                    <a:lnTo>
                      <a:pt x="251" y="756"/>
                    </a:lnTo>
                    <a:lnTo>
                      <a:pt x="249" y="758"/>
                    </a:lnTo>
                    <a:lnTo>
                      <a:pt x="247" y="760"/>
                    </a:lnTo>
                    <a:lnTo>
                      <a:pt x="245" y="760"/>
                    </a:lnTo>
                    <a:lnTo>
                      <a:pt x="243" y="762"/>
                    </a:lnTo>
                    <a:lnTo>
                      <a:pt x="239" y="763"/>
                    </a:lnTo>
                    <a:lnTo>
                      <a:pt x="236" y="764"/>
                    </a:lnTo>
                    <a:lnTo>
                      <a:pt x="233" y="764"/>
                    </a:lnTo>
                    <a:lnTo>
                      <a:pt x="230" y="764"/>
                    </a:lnTo>
                    <a:lnTo>
                      <a:pt x="226" y="764"/>
                    </a:lnTo>
                    <a:lnTo>
                      <a:pt x="223" y="763"/>
                    </a:lnTo>
                    <a:lnTo>
                      <a:pt x="219" y="763"/>
                    </a:lnTo>
                    <a:lnTo>
                      <a:pt x="216" y="762"/>
                    </a:lnTo>
                    <a:lnTo>
                      <a:pt x="213" y="761"/>
                    </a:lnTo>
                    <a:lnTo>
                      <a:pt x="210" y="760"/>
                    </a:lnTo>
                    <a:lnTo>
                      <a:pt x="207" y="760"/>
                    </a:lnTo>
                    <a:lnTo>
                      <a:pt x="205" y="758"/>
                    </a:lnTo>
                    <a:lnTo>
                      <a:pt x="203" y="757"/>
                    </a:lnTo>
                    <a:lnTo>
                      <a:pt x="201" y="756"/>
                    </a:lnTo>
                    <a:lnTo>
                      <a:pt x="200" y="754"/>
                    </a:lnTo>
                    <a:lnTo>
                      <a:pt x="199" y="752"/>
                    </a:lnTo>
                    <a:lnTo>
                      <a:pt x="197" y="751"/>
                    </a:lnTo>
                    <a:lnTo>
                      <a:pt x="196" y="749"/>
                    </a:lnTo>
                    <a:lnTo>
                      <a:pt x="195" y="748"/>
                    </a:lnTo>
                    <a:lnTo>
                      <a:pt x="193" y="746"/>
                    </a:lnTo>
                    <a:lnTo>
                      <a:pt x="191" y="745"/>
                    </a:lnTo>
                    <a:lnTo>
                      <a:pt x="187" y="744"/>
                    </a:lnTo>
                    <a:lnTo>
                      <a:pt x="182" y="742"/>
                    </a:lnTo>
                    <a:lnTo>
                      <a:pt x="177" y="740"/>
                    </a:lnTo>
                    <a:lnTo>
                      <a:pt x="172" y="740"/>
                    </a:lnTo>
                    <a:lnTo>
                      <a:pt x="168" y="738"/>
                    </a:lnTo>
                    <a:lnTo>
                      <a:pt x="163" y="736"/>
                    </a:lnTo>
                    <a:lnTo>
                      <a:pt x="162" y="736"/>
                    </a:lnTo>
                    <a:lnTo>
                      <a:pt x="159" y="734"/>
                    </a:lnTo>
                    <a:lnTo>
                      <a:pt x="158" y="733"/>
                    </a:lnTo>
                    <a:lnTo>
                      <a:pt x="156" y="732"/>
                    </a:lnTo>
                    <a:lnTo>
                      <a:pt x="151" y="728"/>
                    </a:lnTo>
                    <a:lnTo>
                      <a:pt x="146" y="724"/>
                    </a:lnTo>
                    <a:lnTo>
                      <a:pt x="144" y="723"/>
                    </a:lnTo>
                    <a:lnTo>
                      <a:pt x="143" y="721"/>
                    </a:lnTo>
                    <a:lnTo>
                      <a:pt x="143" y="720"/>
                    </a:lnTo>
                    <a:lnTo>
                      <a:pt x="142" y="719"/>
                    </a:lnTo>
                    <a:lnTo>
                      <a:pt x="142" y="717"/>
                    </a:lnTo>
                    <a:lnTo>
                      <a:pt x="142" y="716"/>
                    </a:lnTo>
                    <a:lnTo>
                      <a:pt x="143" y="716"/>
                    </a:lnTo>
                    <a:lnTo>
                      <a:pt x="144" y="714"/>
                    </a:lnTo>
                    <a:lnTo>
                      <a:pt x="145" y="713"/>
                    </a:lnTo>
                    <a:lnTo>
                      <a:pt x="147" y="712"/>
                    </a:lnTo>
                    <a:lnTo>
                      <a:pt x="149" y="712"/>
                    </a:lnTo>
                    <a:lnTo>
                      <a:pt x="151" y="711"/>
                    </a:lnTo>
                    <a:lnTo>
                      <a:pt x="159" y="709"/>
                    </a:lnTo>
                    <a:lnTo>
                      <a:pt x="166" y="708"/>
                    </a:lnTo>
                    <a:lnTo>
                      <a:pt x="179" y="706"/>
                    </a:lnTo>
                    <a:lnTo>
                      <a:pt x="188" y="705"/>
                    </a:lnTo>
                    <a:lnTo>
                      <a:pt x="191" y="705"/>
                    </a:lnTo>
                    <a:lnTo>
                      <a:pt x="195" y="705"/>
                    </a:lnTo>
                    <a:lnTo>
                      <a:pt x="199" y="705"/>
                    </a:lnTo>
                    <a:lnTo>
                      <a:pt x="202" y="705"/>
                    </a:lnTo>
                    <a:lnTo>
                      <a:pt x="203" y="704"/>
                    </a:lnTo>
                    <a:lnTo>
                      <a:pt x="206" y="702"/>
                    </a:lnTo>
                    <a:lnTo>
                      <a:pt x="207" y="700"/>
                    </a:lnTo>
                    <a:lnTo>
                      <a:pt x="210" y="697"/>
                    </a:lnTo>
                    <a:lnTo>
                      <a:pt x="212" y="695"/>
                    </a:lnTo>
                    <a:lnTo>
                      <a:pt x="214" y="693"/>
                    </a:lnTo>
                    <a:lnTo>
                      <a:pt x="215" y="692"/>
                    </a:lnTo>
                    <a:lnTo>
                      <a:pt x="217" y="692"/>
                    </a:lnTo>
                    <a:lnTo>
                      <a:pt x="217" y="688"/>
                    </a:lnTo>
                    <a:lnTo>
                      <a:pt x="217" y="684"/>
                    </a:lnTo>
                    <a:lnTo>
                      <a:pt x="218" y="679"/>
                    </a:lnTo>
                    <a:lnTo>
                      <a:pt x="219" y="675"/>
                    </a:lnTo>
                    <a:lnTo>
                      <a:pt x="221" y="665"/>
                    </a:lnTo>
                    <a:lnTo>
                      <a:pt x="223" y="657"/>
                    </a:lnTo>
                    <a:lnTo>
                      <a:pt x="223" y="655"/>
                    </a:lnTo>
                    <a:lnTo>
                      <a:pt x="224" y="653"/>
                    </a:lnTo>
                    <a:lnTo>
                      <a:pt x="224" y="652"/>
                    </a:lnTo>
                    <a:lnTo>
                      <a:pt x="224" y="649"/>
                    </a:lnTo>
                    <a:lnTo>
                      <a:pt x="223" y="647"/>
                    </a:lnTo>
                    <a:lnTo>
                      <a:pt x="222" y="644"/>
                    </a:lnTo>
                    <a:lnTo>
                      <a:pt x="219" y="638"/>
                    </a:lnTo>
                    <a:lnTo>
                      <a:pt x="217" y="634"/>
                    </a:lnTo>
                    <a:lnTo>
                      <a:pt x="217" y="628"/>
                    </a:lnTo>
                    <a:lnTo>
                      <a:pt x="217" y="622"/>
                    </a:lnTo>
                    <a:lnTo>
                      <a:pt x="217" y="616"/>
                    </a:lnTo>
                    <a:lnTo>
                      <a:pt x="217" y="611"/>
                    </a:lnTo>
                    <a:lnTo>
                      <a:pt x="214" y="602"/>
                    </a:lnTo>
                    <a:lnTo>
                      <a:pt x="211" y="592"/>
                    </a:lnTo>
                    <a:lnTo>
                      <a:pt x="211" y="587"/>
                    </a:lnTo>
                    <a:lnTo>
                      <a:pt x="209" y="582"/>
                    </a:lnTo>
                    <a:lnTo>
                      <a:pt x="208" y="578"/>
                    </a:lnTo>
                    <a:lnTo>
                      <a:pt x="207" y="574"/>
                    </a:lnTo>
                    <a:lnTo>
                      <a:pt x="201" y="573"/>
                    </a:lnTo>
                    <a:lnTo>
                      <a:pt x="196" y="573"/>
                    </a:lnTo>
                    <a:lnTo>
                      <a:pt x="191" y="574"/>
                    </a:lnTo>
                    <a:lnTo>
                      <a:pt x="186" y="575"/>
                    </a:lnTo>
                    <a:lnTo>
                      <a:pt x="181" y="576"/>
                    </a:lnTo>
                    <a:lnTo>
                      <a:pt x="178" y="576"/>
                    </a:lnTo>
                    <a:lnTo>
                      <a:pt x="174" y="578"/>
                    </a:lnTo>
                    <a:lnTo>
                      <a:pt x="170" y="580"/>
                    </a:lnTo>
                    <a:lnTo>
                      <a:pt x="163" y="584"/>
                    </a:lnTo>
                    <a:lnTo>
                      <a:pt x="155" y="589"/>
                    </a:lnTo>
                    <a:lnTo>
                      <a:pt x="149" y="594"/>
                    </a:lnTo>
                    <a:lnTo>
                      <a:pt x="143" y="599"/>
                    </a:lnTo>
                    <a:lnTo>
                      <a:pt x="140" y="600"/>
                    </a:lnTo>
                    <a:lnTo>
                      <a:pt x="138" y="600"/>
                    </a:lnTo>
                    <a:lnTo>
                      <a:pt x="135" y="601"/>
                    </a:lnTo>
                    <a:lnTo>
                      <a:pt x="133" y="602"/>
                    </a:lnTo>
                    <a:lnTo>
                      <a:pt x="131" y="602"/>
                    </a:lnTo>
                    <a:lnTo>
                      <a:pt x="128" y="603"/>
                    </a:lnTo>
                    <a:lnTo>
                      <a:pt x="126" y="604"/>
                    </a:lnTo>
                    <a:lnTo>
                      <a:pt x="123" y="605"/>
                    </a:lnTo>
                    <a:lnTo>
                      <a:pt x="119" y="609"/>
                    </a:lnTo>
                    <a:lnTo>
                      <a:pt x="115" y="612"/>
                    </a:lnTo>
                    <a:lnTo>
                      <a:pt x="108" y="616"/>
                    </a:lnTo>
                    <a:lnTo>
                      <a:pt x="102" y="620"/>
                    </a:lnTo>
                    <a:lnTo>
                      <a:pt x="95" y="624"/>
                    </a:lnTo>
                    <a:lnTo>
                      <a:pt x="87" y="628"/>
                    </a:lnTo>
                    <a:lnTo>
                      <a:pt x="79" y="631"/>
                    </a:lnTo>
                    <a:lnTo>
                      <a:pt x="71" y="634"/>
                    </a:lnTo>
                    <a:lnTo>
                      <a:pt x="62" y="637"/>
                    </a:lnTo>
                    <a:lnTo>
                      <a:pt x="54" y="640"/>
                    </a:lnTo>
                    <a:lnTo>
                      <a:pt x="45" y="641"/>
                    </a:lnTo>
                    <a:lnTo>
                      <a:pt x="36" y="642"/>
                    </a:lnTo>
                    <a:lnTo>
                      <a:pt x="32" y="643"/>
                    </a:lnTo>
                    <a:lnTo>
                      <a:pt x="28" y="643"/>
                    </a:lnTo>
                    <a:lnTo>
                      <a:pt x="24" y="643"/>
                    </a:lnTo>
                    <a:lnTo>
                      <a:pt x="20" y="643"/>
                    </a:lnTo>
                    <a:lnTo>
                      <a:pt x="16" y="642"/>
                    </a:lnTo>
                    <a:lnTo>
                      <a:pt x="13" y="641"/>
                    </a:lnTo>
                    <a:lnTo>
                      <a:pt x="9" y="641"/>
                    </a:lnTo>
                    <a:lnTo>
                      <a:pt x="5" y="640"/>
                    </a:lnTo>
                    <a:lnTo>
                      <a:pt x="3" y="636"/>
                    </a:lnTo>
                    <a:lnTo>
                      <a:pt x="3" y="633"/>
                    </a:lnTo>
                    <a:lnTo>
                      <a:pt x="2" y="632"/>
                    </a:lnTo>
                    <a:lnTo>
                      <a:pt x="1" y="629"/>
                    </a:lnTo>
                    <a:lnTo>
                      <a:pt x="1" y="628"/>
                    </a:lnTo>
                    <a:lnTo>
                      <a:pt x="0" y="625"/>
                    </a:lnTo>
                    <a:lnTo>
                      <a:pt x="3" y="622"/>
                    </a:lnTo>
                    <a:lnTo>
                      <a:pt x="5" y="618"/>
                    </a:lnTo>
                    <a:lnTo>
                      <a:pt x="7" y="615"/>
                    </a:lnTo>
                    <a:lnTo>
                      <a:pt x="10" y="611"/>
                    </a:lnTo>
                    <a:lnTo>
                      <a:pt x="15" y="610"/>
                    </a:lnTo>
                    <a:lnTo>
                      <a:pt x="21" y="608"/>
                    </a:lnTo>
                    <a:lnTo>
                      <a:pt x="27" y="606"/>
                    </a:lnTo>
                    <a:lnTo>
                      <a:pt x="32" y="603"/>
                    </a:lnTo>
                    <a:lnTo>
                      <a:pt x="37" y="600"/>
                    </a:lnTo>
                    <a:lnTo>
                      <a:pt x="42" y="597"/>
                    </a:lnTo>
                    <a:lnTo>
                      <a:pt x="47" y="595"/>
                    </a:lnTo>
                    <a:lnTo>
                      <a:pt x="51" y="592"/>
                    </a:lnTo>
                    <a:lnTo>
                      <a:pt x="53" y="591"/>
                    </a:lnTo>
                    <a:lnTo>
                      <a:pt x="55" y="590"/>
                    </a:lnTo>
                    <a:lnTo>
                      <a:pt x="57" y="589"/>
                    </a:lnTo>
                    <a:lnTo>
                      <a:pt x="59" y="589"/>
                    </a:lnTo>
                    <a:lnTo>
                      <a:pt x="62" y="589"/>
                    </a:lnTo>
                    <a:lnTo>
                      <a:pt x="64" y="589"/>
                    </a:lnTo>
                    <a:lnTo>
                      <a:pt x="67" y="588"/>
                    </a:lnTo>
                    <a:lnTo>
                      <a:pt x="68" y="588"/>
                    </a:lnTo>
                    <a:lnTo>
                      <a:pt x="73" y="584"/>
                    </a:lnTo>
                    <a:lnTo>
                      <a:pt x="78" y="579"/>
                    </a:lnTo>
                    <a:lnTo>
                      <a:pt x="83" y="575"/>
                    </a:lnTo>
                    <a:lnTo>
                      <a:pt x="87" y="572"/>
                    </a:lnTo>
                    <a:lnTo>
                      <a:pt x="93" y="568"/>
                    </a:lnTo>
                    <a:lnTo>
                      <a:pt x="99" y="566"/>
                    </a:lnTo>
                    <a:lnTo>
                      <a:pt x="105" y="564"/>
                    </a:lnTo>
                    <a:lnTo>
                      <a:pt x="111" y="561"/>
                    </a:lnTo>
                    <a:lnTo>
                      <a:pt x="117" y="560"/>
                    </a:lnTo>
                    <a:lnTo>
                      <a:pt x="123" y="557"/>
                    </a:lnTo>
                    <a:lnTo>
                      <a:pt x="129" y="555"/>
                    </a:lnTo>
                    <a:lnTo>
                      <a:pt x="135" y="552"/>
                    </a:lnTo>
                    <a:lnTo>
                      <a:pt x="136" y="550"/>
                    </a:lnTo>
                    <a:lnTo>
                      <a:pt x="138" y="548"/>
                    </a:lnTo>
                    <a:lnTo>
                      <a:pt x="139" y="547"/>
                    </a:lnTo>
                    <a:lnTo>
                      <a:pt x="141" y="545"/>
                    </a:lnTo>
                    <a:lnTo>
                      <a:pt x="143" y="541"/>
                    </a:lnTo>
                    <a:lnTo>
                      <a:pt x="147" y="539"/>
                    </a:lnTo>
                    <a:lnTo>
                      <a:pt x="151" y="536"/>
                    </a:lnTo>
                    <a:lnTo>
                      <a:pt x="156" y="534"/>
                    </a:lnTo>
                    <a:lnTo>
                      <a:pt x="163" y="532"/>
                    </a:lnTo>
                    <a:lnTo>
                      <a:pt x="170" y="529"/>
                    </a:lnTo>
                    <a:lnTo>
                      <a:pt x="176" y="526"/>
                    </a:lnTo>
                    <a:lnTo>
                      <a:pt x="183" y="524"/>
                    </a:lnTo>
                    <a:lnTo>
                      <a:pt x="185" y="523"/>
                    </a:lnTo>
                    <a:lnTo>
                      <a:pt x="187" y="521"/>
                    </a:lnTo>
                    <a:lnTo>
                      <a:pt x="189" y="520"/>
                    </a:lnTo>
                    <a:lnTo>
                      <a:pt x="191" y="518"/>
                    </a:lnTo>
                    <a:lnTo>
                      <a:pt x="191" y="516"/>
                    </a:lnTo>
                    <a:lnTo>
                      <a:pt x="191" y="514"/>
                    </a:lnTo>
                    <a:lnTo>
                      <a:pt x="191" y="512"/>
                    </a:lnTo>
                    <a:lnTo>
                      <a:pt x="191" y="509"/>
                    </a:lnTo>
                    <a:lnTo>
                      <a:pt x="192" y="507"/>
                    </a:lnTo>
                    <a:lnTo>
                      <a:pt x="192" y="504"/>
                    </a:lnTo>
                    <a:lnTo>
                      <a:pt x="192" y="502"/>
                    </a:lnTo>
                    <a:lnTo>
                      <a:pt x="193" y="500"/>
                    </a:lnTo>
                    <a:lnTo>
                      <a:pt x="194" y="498"/>
                    </a:lnTo>
                    <a:lnTo>
                      <a:pt x="195" y="496"/>
                    </a:lnTo>
                    <a:lnTo>
                      <a:pt x="196" y="496"/>
                    </a:lnTo>
                    <a:lnTo>
                      <a:pt x="197" y="494"/>
                    </a:lnTo>
                    <a:lnTo>
                      <a:pt x="199" y="492"/>
                    </a:lnTo>
                    <a:lnTo>
                      <a:pt x="203" y="490"/>
                    </a:lnTo>
                    <a:lnTo>
                      <a:pt x="206" y="488"/>
                    </a:lnTo>
                    <a:lnTo>
                      <a:pt x="208" y="487"/>
                    </a:lnTo>
                    <a:lnTo>
                      <a:pt x="211" y="484"/>
                    </a:lnTo>
                    <a:lnTo>
                      <a:pt x="213" y="483"/>
                    </a:lnTo>
                    <a:lnTo>
                      <a:pt x="218" y="476"/>
                    </a:lnTo>
                    <a:lnTo>
                      <a:pt x="222" y="469"/>
                    </a:lnTo>
                    <a:lnTo>
                      <a:pt x="226" y="464"/>
                    </a:lnTo>
                    <a:lnTo>
                      <a:pt x="231" y="457"/>
                    </a:lnTo>
                    <a:lnTo>
                      <a:pt x="234" y="454"/>
                    </a:lnTo>
                    <a:lnTo>
                      <a:pt x="236" y="452"/>
                    </a:lnTo>
                    <a:lnTo>
                      <a:pt x="239" y="449"/>
                    </a:lnTo>
                    <a:lnTo>
                      <a:pt x="243" y="447"/>
                    </a:lnTo>
                    <a:lnTo>
                      <a:pt x="249" y="442"/>
                    </a:lnTo>
                    <a:lnTo>
                      <a:pt x="255" y="437"/>
                    </a:lnTo>
                    <a:lnTo>
                      <a:pt x="262" y="432"/>
                    </a:lnTo>
                    <a:lnTo>
                      <a:pt x="267" y="426"/>
                    </a:lnTo>
                    <a:lnTo>
                      <a:pt x="270" y="424"/>
                    </a:lnTo>
                    <a:lnTo>
                      <a:pt x="272" y="420"/>
                    </a:lnTo>
                    <a:lnTo>
                      <a:pt x="275" y="417"/>
                    </a:lnTo>
                    <a:lnTo>
                      <a:pt x="276" y="413"/>
                    </a:lnTo>
                    <a:lnTo>
                      <a:pt x="276" y="408"/>
                    </a:lnTo>
                    <a:lnTo>
                      <a:pt x="276" y="404"/>
                    </a:lnTo>
                    <a:lnTo>
                      <a:pt x="272" y="403"/>
                    </a:lnTo>
                    <a:lnTo>
                      <a:pt x="267" y="402"/>
                    </a:lnTo>
                    <a:lnTo>
                      <a:pt x="263" y="402"/>
                    </a:lnTo>
                    <a:lnTo>
                      <a:pt x="256" y="402"/>
                    </a:lnTo>
                    <a:lnTo>
                      <a:pt x="256" y="402"/>
                    </a:lnTo>
                    <a:lnTo>
                      <a:pt x="255" y="402"/>
                    </a:lnTo>
                    <a:lnTo>
                      <a:pt x="253" y="405"/>
                    </a:lnTo>
                    <a:lnTo>
                      <a:pt x="250" y="408"/>
                    </a:lnTo>
                    <a:lnTo>
                      <a:pt x="247" y="411"/>
                    </a:lnTo>
                    <a:lnTo>
                      <a:pt x="244" y="413"/>
                    </a:lnTo>
                    <a:lnTo>
                      <a:pt x="241" y="413"/>
                    </a:lnTo>
                    <a:lnTo>
                      <a:pt x="238" y="413"/>
                    </a:lnTo>
                    <a:lnTo>
                      <a:pt x="235" y="413"/>
                    </a:lnTo>
                    <a:lnTo>
                      <a:pt x="231" y="413"/>
                    </a:lnTo>
                    <a:lnTo>
                      <a:pt x="225" y="416"/>
                    </a:lnTo>
                    <a:lnTo>
                      <a:pt x="218" y="420"/>
                    </a:lnTo>
                    <a:lnTo>
                      <a:pt x="211" y="424"/>
                    </a:lnTo>
                    <a:lnTo>
                      <a:pt x="205" y="428"/>
                    </a:lnTo>
                    <a:lnTo>
                      <a:pt x="203" y="428"/>
                    </a:lnTo>
                    <a:lnTo>
                      <a:pt x="200" y="428"/>
                    </a:lnTo>
                    <a:lnTo>
                      <a:pt x="198" y="429"/>
                    </a:lnTo>
                    <a:lnTo>
                      <a:pt x="196" y="429"/>
                    </a:lnTo>
                    <a:lnTo>
                      <a:pt x="194" y="429"/>
                    </a:lnTo>
                    <a:lnTo>
                      <a:pt x="192" y="430"/>
                    </a:lnTo>
                    <a:lnTo>
                      <a:pt x="190" y="430"/>
                    </a:lnTo>
                    <a:lnTo>
                      <a:pt x="188" y="432"/>
                    </a:lnTo>
                    <a:lnTo>
                      <a:pt x="186" y="434"/>
                    </a:lnTo>
                    <a:lnTo>
                      <a:pt x="183" y="437"/>
                    </a:lnTo>
                    <a:lnTo>
                      <a:pt x="181" y="440"/>
                    </a:lnTo>
                    <a:lnTo>
                      <a:pt x="179" y="443"/>
                    </a:lnTo>
                    <a:lnTo>
                      <a:pt x="176" y="445"/>
                    </a:lnTo>
                    <a:lnTo>
                      <a:pt x="174" y="448"/>
                    </a:lnTo>
                    <a:lnTo>
                      <a:pt x="171" y="451"/>
                    </a:lnTo>
                    <a:lnTo>
                      <a:pt x="167" y="452"/>
                    </a:lnTo>
                    <a:lnTo>
                      <a:pt x="163" y="452"/>
                    </a:lnTo>
                    <a:lnTo>
                      <a:pt x="157" y="452"/>
                    </a:lnTo>
                    <a:lnTo>
                      <a:pt x="151" y="452"/>
                    </a:lnTo>
                    <a:lnTo>
                      <a:pt x="147" y="452"/>
                    </a:lnTo>
                    <a:lnTo>
                      <a:pt x="142" y="454"/>
                    </a:lnTo>
                    <a:lnTo>
                      <a:pt x="136" y="456"/>
                    </a:lnTo>
                    <a:lnTo>
                      <a:pt x="133" y="456"/>
                    </a:lnTo>
                    <a:lnTo>
                      <a:pt x="131" y="456"/>
                    </a:lnTo>
                    <a:lnTo>
                      <a:pt x="127" y="456"/>
                    </a:lnTo>
                    <a:lnTo>
                      <a:pt x="125" y="456"/>
                    </a:lnTo>
                    <a:lnTo>
                      <a:pt x="122" y="456"/>
                    </a:lnTo>
                    <a:lnTo>
                      <a:pt x="120" y="456"/>
                    </a:lnTo>
                    <a:lnTo>
                      <a:pt x="118" y="455"/>
                    </a:lnTo>
                    <a:lnTo>
                      <a:pt x="115" y="453"/>
                    </a:lnTo>
                    <a:lnTo>
                      <a:pt x="114" y="452"/>
                    </a:lnTo>
                    <a:lnTo>
                      <a:pt x="113" y="449"/>
                    </a:lnTo>
                    <a:lnTo>
                      <a:pt x="112" y="447"/>
                    </a:lnTo>
                    <a:lnTo>
                      <a:pt x="111" y="443"/>
                    </a:lnTo>
                    <a:lnTo>
                      <a:pt x="122" y="439"/>
                    </a:lnTo>
                    <a:lnTo>
                      <a:pt x="132" y="435"/>
                    </a:lnTo>
                    <a:lnTo>
                      <a:pt x="142" y="430"/>
                    </a:lnTo>
                    <a:lnTo>
                      <a:pt x="151" y="425"/>
                    </a:lnTo>
                    <a:lnTo>
                      <a:pt x="161" y="420"/>
                    </a:lnTo>
                    <a:lnTo>
                      <a:pt x="171" y="415"/>
                    </a:lnTo>
                    <a:lnTo>
                      <a:pt x="179" y="409"/>
                    </a:lnTo>
                    <a:lnTo>
                      <a:pt x="188" y="404"/>
                    </a:lnTo>
                    <a:lnTo>
                      <a:pt x="191" y="403"/>
                    </a:lnTo>
                    <a:lnTo>
                      <a:pt x="192" y="402"/>
                    </a:lnTo>
                    <a:lnTo>
                      <a:pt x="195" y="402"/>
                    </a:lnTo>
                    <a:lnTo>
                      <a:pt x="198" y="401"/>
                    </a:lnTo>
                    <a:lnTo>
                      <a:pt x="200" y="401"/>
                    </a:lnTo>
                    <a:lnTo>
                      <a:pt x="202" y="400"/>
                    </a:lnTo>
                    <a:lnTo>
                      <a:pt x="204" y="400"/>
                    </a:lnTo>
                    <a:lnTo>
                      <a:pt x="207" y="399"/>
                    </a:lnTo>
                    <a:lnTo>
                      <a:pt x="213" y="395"/>
                    </a:lnTo>
                    <a:lnTo>
                      <a:pt x="219" y="389"/>
                    </a:lnTo>
                    <a:lnTo>
                      <a:pt x="222" y="387"/>
                    </a:lnTo>
                    <a:lnTo>
                      <a:pt x="226" y="384"/>
                    </a:lnTo>
                    <a:lnTo>
                      <a:pt x="229" y="383"/>
                    </a:lnTo>
                    <a:lnTo>
                      <a:pt x="232" y="380"/>
                    </a:lnTo>
                    <a:lnTo>
                      <a:pt x="235" y="380"/>
                    </a:lnTo>
                    <a:lnTo>
                      <a:pt x="239" y="380"/>
                    </a:lnTo>
                    <a:lnTo>
                      <a:pt x="241" y="379"/>
                    </a:lnTo>
                    <a:lnTo>
                      <a:pt x="244" y="378"/>
                    </a:lnTo>
                    <a:lnTo>
                      <a:pt x="250" y="376"/>
                    </a:lnTo>
                    <a:lnTo>
                      <a:pt x="255" y="372"/>
                    </a:lnTo>
                    <a:lnTo>
                      <a:pt x="259" y="368"/>
                    </a:lnTo>
                    <a:lnTo>
                      <a:pt x="265" y="364"/>
                    </a:lnTo>
                    <a:lnTo>
                      <a:pt x="267" y="364"/>
                    </a:lnTo>
                    <a:lnTo>
                      <a:pt x="268" y="363"/>
                    </a:lnTo>
                    <a:lnTo>
                      <a:pt x="271" y="363"/>
                    </a:lnTo>
                    <a:lnTo>
                      <a:pt x="273" y="363"/>
                    </a:lnTo>
                    <a:lnTo>
                      <a:pt x="276" y="362"/>
                    </a:lnTo>
                    <a:lnTo>
                      <a:pt x="277" y="361"/>
                    </a:lnTo>
                    <a:lnTo>
                      <a:pt x="280" y="361"/>
                    </a:lnTo>
                    <a:lnTo>
                      <a:pt x="280" y="360"/>
                    </a:lnTo>
                    <a:lnTo>
                      <a:pt x="283" y="357"/>
                    </a:lnTo>
                    <a:lnTo>
                      <a:pt x="284" y="353"/>
                    </a:lnTo>
                    <a:lnTo>
                      <a:pt x="285" y="349"/>
                    </a:lnTo>
                    <a:lnTo>
                      <a:pt x="287" y="344"/>
                    </a:lnTo>
                    <a:lnTo>
                      <a:pt x="288" y="336"/>
                    </a:lnTo>
                    <a:lnTo>
                      <a:pt x="290" y="328"/>
                    </a:lnTo>
                    <a:lnTo>
                      <a:pt x="290" y="327"/>
                    </a:lnTo>
                    <a:lnTo>
                      <a:pt x="290" y="325"/>
                    </a:lnTo>
                    <a:lnTo>
                      <a:pt x="292" y="324"/>
                    </a:lnTo>
                    <a:lnTo>
                      <a:pt x="292" y="323"/>
                    </a:lnTo>
                    <a:lnTo>
                      <a:pt x="293" y="321"/>
                    </a:lnTo>
                    <a:lnTo>
                      <a:pt x="294" y="320"/>
                    </a:lnTo>
                    <a:lnTo>
                      <a:pt x="295" y="317"/>
                    </a:lnTo>
                    <a:lnTo>
                      <a:pt x="296" y="313"/>
                    </a:lnTo>
                    <a:lnTo>
                      <a:pt x="297" y="310"/>
                    </a:lnTo>
                    <a:lnTo>
                      <a:pt x="298" y="308"/>
                    </a:lnTo>
                    <a:lnTo>
                      <a:pt x="300" y="303"/>
                    </a:lnTo>
                    <a:lnTo>
                      <a:pt x="302" y="301"/>
                    </a:lnTo>
                    <a:lnTo>
                      <a:pt x="305" y="298"/>
                    </a:lnTo>
                    <a:lnTo>
                      <a:pt x="308" y="295"/>
                    </a:lnTo>
                    <a:lnTo>
                      <a:pt x="312" y="292"/>
                    </a:lnTo>
                    <a:lnTo>
                      <a:pt x="316" y="290"/>
                    </a:lnTo>
                    <a:lnTo>
                      <a:pt x="317" y="287"/>
                    </a:lnTo>
                    <a:lnTo>
                      <a:pt x="318" y="286"/>
                    </a:lnTo>
                    <a:lnTo>
                      <a:pt x="319" y="283"/>
                    </a:lnTo>
                    <a:lnTo>
                      <a:pt x="320" y="282"/>
                    </a:lnTo>
                    <a:lnTo>
                      <a:pt x="321" y="278"/>
                    </a:lnTo>
                    <a:lnTo>
                      <a:pt x="323" y="274"/>
                    </a:lnTo>
                    <a:lnTo>
                      <a:pt x="324" y="272"/>
                    </a:lnTo>
                    <a:lnTo>
                      <a:pt x="325" y="271"/>
                    </a:lnTo>
                    <a:lnTo>
                      <a:pt x="326" y="271"/>
                    </a:lnTo>
                    <a:lnTo>
                      <a:pt x="328" y="270"/>
                    </a:lnTo>
                    <a:lnTo>
                      <a:pt x="330" y="268"/>
                    </a:lnTo>
                    <a:lnTo>
                      <a:pt x="332" y="267"/>
                    </a:lnTo>
                    <a:lnTo>
                      <a:pt x="333" y="265"/>
                    </a:lnTo>
                    <a:lnTo>
                      <a:pt x="335" y="263"/>
                    </a:lnTo>
                    <a:lnTo>
                      <a:pt x="336" y="262"/>
                    </a:lnTo>
                    <a:lnTo>
                      <a:pt x="336" y="259"/>
                    </a:lnTo>
                    <a:lnTo>
                      <a:pt x="336" y="257"/>
                    </a:lnTo>
                    <a:lnTo>
                      <a:pt x="337" y="255"/>
                    </a:lnTo>
                    <a:lnTo>
                      <a:pt x="338" y="253"/>
                    </a:lnTo>
                    <a:lnTo>
                      <a:pt x="339" y="251"/>
                    </a:lnTo>
                    <a:lnTo>
                      <a:pt x="344" y="244"/>
                    </a:lnTo>
                    <a:lnTo>
                      <a:pt x="348" y="239"/>
                    </a:lnTo>
                    <a:lnTo>
                      <a:pt x="353" y="231"/>
                    </a:lnTo>
                    <a:lnTo>
                      <a:pt x="358" y="225"/>
                    </a:lnTo>
                    <a:lnTo>
                      <a:pt x="360" y="222"/>
                    </a:lnTo>
                    <a:lnTo>
                      <a:pt x="363" y="218"/>
                    </a:lnTo>
                    <a:lnTo>
                      <a:pt x="365" y="215"/>
                    </a:lnTo>
                    <a:lnTo>
                      <a:pt x="367" y="211"/>
                    </a:lnTo>
                    <a:lnTo>
                      <a:pt x="368" y="206"/>
                    </a:lnTo>
                    <a:lnTo>
                      <a:pt x="368" y="202"/>
                    </a:lnTo>
                    <a:lnTo>
                      <a:pt x="369" y="198"/>
                    </a:lnTo>
                    <a:lnTo>
                      <a:pt x="369" y="192"/>
                    </a:lnTo>
                    <a:lnTo>
                      <a:pt x="368" y="191"/>
                    </a:lnTo>
                    <a:lnTo>
                      <a:pt x="366" y="189"/>
                    </a:lnTo>
                    <a:lnTo>
                      <a:pt x="362" y="189"/>
                    </a:lnTo>
                    <a:lnTo>
                      <a:pt x="358" y="188"/>
                    </a:lnTo>
                    <a:lnTo>
                      <a:pt x="354" y="189"/>
                    </a:lnTo>
                    <a:lnTo>
                      <a:pt x="352" y="189"/>
                    </a:lnTo>
                    <a:lnTo>
                      <a:pt x="348" y="190"/>
                    </a:lnTo>
                    <a:lnTo>
                      <a:pt x="345" y="191"/>
                    </a:lnTo>
                    <a:lnTo>
                      <a:pt x="342" y="191"/>
                    </a:lnTo>
                    <a:lnTo>
                      <a:pt x="340" y="193"/>
                    </a:lnTo>
                    <a:lnTo>
                      <a:pt x="334" y="195"/>
                    </a:lnTo>
                    <a:lnTo>
                      <a:pt x="328" y="198"/>
                    </a:lnTo>
                    <a:lnTo>
                      <a:pt x="324" y="199"/>
                    </a:lnTo>
                    <a:lnTo>
                      <a:pt x="321" y="199"/>
                    </a:lnTo>
                    <a:lnTo>
                      <a:pt x="317" y="200"/>
                    </a:lnTo>
                    <a:lnTo>
                      <a:pt x="313" y="200"/>
                    </a:lnTo>
                    <a:lnTo>
                      <a:pt x="312" y="202"/>
                    </a:lnTo>
                    <a:lnTo>
                      <a:pt x="312" y="203"/>
                    </a:lnTo>
                    <a:lnTo>
                      <a:pt x="311" y="204"/>
                    </a:lnTo>
                    <a:lnTo>
                      <a:pt x="309" y="206"/>
                    </a:lnTo>
                    <a:lnTo>
                      <a:pt x="307" y="207"/>
                    </a:lnTo>
                    <a:lnTo>
                      <a:pt x="304" y="210"/>
                    </a:lnTo>
                    <a:lnTo>
                      <a:pt x="301" y="211"/>
                    </a:lnTo>
                    <a:lnTo>
                      <a:pt x="299" y="213"/>
                    </a:lnTo>
                    <a:lnTo>
                      <a:pt x="298" y="215"/>
                    </a:lnTo>
                    <a:lnTo>
                      <a:pt x="297" y="215"/>
                    </a:lnTo>
                    <a:lnTo>
                      <a:pt x="296" y="216"/>
                    </a:lnTo>
                    <a:lnTo>
                      <a:pt x="296" y="218"/>
                    </a:lnTo>
                    <a:lnTo>
                      <a:pt x="296" y="219"/>
                    </a:lnTo>
                    <a:lnTo>
                      <a:pt x="296" y="222"/>
                    </a:lnTo>
                    <a:lnTo>
                      <a:pt x="296" y="224"/>
                    </a:lnTo>
                    <a:lnTo>
                      <a:pt x="298" y="226"/>
                    </a:lnTo>
                    <a:lnTo>
                      <a:pt x="301" y="230"/>
                    </a:lnTo>
                    <a:lnTo>
                      <a:pt x="305" y="234"/>
                    </a:lnTo>
                    <a:lnTo>
                      <a:pt x="308" y="236"/>
                    </a:lnTo>
                    <a:lnTo>
                      <a:pt x="309" y="238"/>
                    </a:lnTo>
                    <a:lnTo>
                      <a:pt x="312" y="240"/>
                    </a:lnTo>
                    <a:lnTo>
                      <a:pt x="312" y="243"/>
                    </a:lnTo>
                    <a:lnTo>
                      <a:pt x="313" y="245"/>
                    </a:lnTo>
                    <a:lnTo>
                      <a:pt x="314" y="247"/>
                    </a:lnTo>
                    <a:lnTo>
                      <a:pt x="314" y="250"/>
                    </a:lnTo>
                    <a:lnTo>
                      <a:pt x="313" y="253"/>
                    </a:lnTo>
                    <a:lnTo>
                      <a:pt x="312" y="256"/>
                    </a:lnTo>
                    <a:lnTo>
                      <a:pt x="309" y="259"/>
                    </a:lnTo>
                    <a:lnTo>
                      <a:pt x="307" y="262"/>
                    </a:lnTo>
                    <a:lnTo>
                      <a:pt x="304" y="265"/>
                    </a:lnTo>
                    <a:lnTo>
                      <a:pt x="303" y="268"/>
                    </a:lnTo>
                    <a:lnTo>
                      <a:pt x="301" y="275"/>
                    </a:lnTo>
                    <a:lnTo>
                      <a:pt x="300" y="281"/>
                    </a:lnTo>
                    <a:lnTo>
                      <a:pt x="297" y="286"/>
                    </a:lnTo>
                    <a:lnTo>
                      <a:pt x="296" y="287"/>
                    </a:lnTo>
                    <a:lnTo>
                      <a:pt x="295" y="289"/>
                    </a:lnTo>
                    <a:lnTo>
                      <a:pt x="293" y="291"/>
                    </a:lnTo>
                    <a:lnTo>
                      <a:pt x="292" y="292"/>
                    </a:lnTo>
                    <a:lnTo>
                      <a:pt x="288" y="295"/>
                    </a:lnTo>
                    <a:lnTo>
                      <a:pt x="286" y="298"/>
                    </a:lnTo>
                    <a:lnTo>
                      <a:pt x="285" y="299"/>
                    </a:lnTo>
                    <a:lnTo>
                      <a:pt x="284" y="301"/>
                    </a:lnTo>
                    <a:lnTo>
                      <a:pt x="284" y="303"/>
                    </a:lnTo>
                    <a:lnTo>
                      <a:pt x="284" y="305"/>
                    </a:lnTo>
                    <a:lnTo>
                      <a:pt x="284" y="307"/>
                    </a:lnTo>
                    <a:lnTo>
                      <a:pt x="283" y="308"/>
                    </a:lnTo>
                    <a:lnTo>
                      <a:pt x="282" y="310"/>
                    </a:lnTo>
                    <a:lnTo>
                      <a:pt x="282" y="312"/>
                    </a:lnTo>
                    <a:lnTo>
                      <a:pt x="277" y="315"/>
                    </a:lnTo>
                    <a:lnTo>
                      <a:pt x="273" y="319"/>
                    </a:lnTo>
                    <a:lnTo>
                      <a:pt x="268" y="322"/>
                    </a:lnTo>
                    <a:lnTo>
                      <a:pt x="265" y="325"/>
                    </a:lnTo>
                    <a:lnTo>
                      <a:pt x="264" y="328"/>
                    </a:lnTo>
                    <a:lnTo>
                      <a:pt x="263" y="332"/>
                    </a:lnTo>
                    <a:lnTo>
                      <a:pt x="263" y="336"/>
                    </a:lnTo>
                    <a:lnTo>
                      <a:pt x="263" y="339"/>
                    </a:lnTo>
                    <a:lnTo>
                      <a:pt x="259" y="344"/>
                    </a:lnTo>
                    <a:lnTo>
                      <a:pt x="254" y="348"/>
                    </a:lnTo>
                    <a:lnTo>
                      <a:pt x="248" y="353"/>
                    </a:lnTo>
                    <a:lnTo>
                      <a:pt x="244" y="357"/>
                    </a:lnTo>
                    <a:lnTo>
                      <a:pt x="243" y="356"/>
                    </a:lnTo>
                    <a:lnTo>
                      <a:pt x="241" y="356"/>
                    </a:lnTo>
                    <a:lnTo>
                      <a:pt x="239" y="355"/>
                    </a:lnTo>
                    <a:lnTo>
                      <a:pt x="239" y="353"/>
                    </a:lnTo>
                    <a:lnTo>
                      <a:pt x="238" y="352"/>
                    </a:lnTo>
                    <a:lnTo>
                      <a:pt x="238" y="348"/>
                    </a:lnTo>
                    <a:lnTo>
                      <a:pt x="240" y="343"/>
                    </a:lnTo>
                    <a:lnTo>
                      <a:pt x="243" y="337"/>
                    </a:lnTo>
                    <a:lnTo>
                      <a:pt x="243" y="335"/>
                    </a:lnTo>
                    <a:lnTo>
                      <a:pt x="243" y="332"/>
                    </a:lnTo>
                    <a:lnTo>
                      <a:pt x="244" y="329"/>
                    </a:lnTo>
                    <a:lnTo>
                      <a:pt x="244" y="325"/>
                    </a:lnTo>
                    <a:lnTo>
                      <a:pt x="244" y="325"/>
                    </a:lnTo>
                    <a:close/>
                    <a:moveTo>
                      <a:pt x="147" y="217"/>
                    </a:moveTo>
                    <a:lnTo>
                      <a:pt x="146" y="218"/>
                    </a:lnTo>
                    <a:lnTo>
                      <a:pt x="144" y="219"/>
                    </a:lnTo>
                    <a:lnTo>
                      <a:pt x="143" y="219"/>
                    </a:lnTo>
                    <a:lnTo>
                      <a:pt x="141" y="219"/>
                    </a:lnTo>
                    <a:lnTo>
                      <a:pt x="137" y="220"/>
                    </a:lnTo>
                    <a:lnTo>
                      <a:pt x="134" y="220"/>
                    </a:lnTo>
                    <a:lnTo>
                      <a:pt x="132" y="220"/>
                    </a:lnTo>
                    <a:lnTo>
                      <a:pt x="130" y="221"/>
                    </a:lnTo>
                    <a:lnTo>
                      <a:pt x="128" y="222"/>
                    </a:lnTo>
                    <a:lnTo>
                      <a:pt x="127" y="223"/>
                    </a:lnTo>
                    <a:lnTo>
                      <a:pt x="125" y="224"/>
                    </a:lnTo>
                    <a:lnTo>
                      <a:pt x="124" y="226"/>
                    </a:lnTo>
                    <a:lnTo>
                      <a:pt x="123" y="227"/>
                    </a:lnTo>
                    <a:lnTo>
                      <a:pt x="121" y="230"/>
                    </a:lnTo>
                    <a:lnTo>
                      <a:pt x="121" y="231"/>
                    </a:lnTo>
                    <a:lnTo>
                      <a:pt x="120" y="233"/>
                    </a:lnTo>
                    <a:lnTo>
                      <a:pt x="120" y="235"/>
                    </a:lnTo>
                    <a:lnTo>
                      <a:pt x="120" y="236"/>
                    </a:lnTo>
                    <a:lnTo>
                      <a:pt x="120" y="241"/>
                    </a:lnTo>
                    <a:lnTo>
                      <a:pt x="122" y="246"/>
                    </a:lnTo>
                    <a:lnTo>
                      <a:pt x="123" y="251"/>
                    </a:lnTo>
                    <a:lnTo>
                      <a:pt x="124" y="256"/>
                    </a:lnTo>
                    <a:lnTo>
                      <a:pt x="126" y="263"/>
                    </a:lnTo>
                    <a:lnTo>
                      <a:pt x="127" y="268"/>
                    </a:lnTo>
                    <a:lnTo>
                      <a:pt x="131" y="279"/>
                    </a:lnTo>
                    <a:lnTo>
                      <a:pt x="135" y="288"/>
                    </a:lnTo>
                    <a:lnTo>
                      <a:pt x="137" y="292"/>
                    </a:lnTo>
                    <a:lnTo>
                      <a:pt x="139" y="295"/>
                    </a:lnTo>
                    <a:lnTo>
                      <a:pt x="139" y="297"/>
                    </a:lnTo>
                    <a:lnTo>
                      <a:pt x="140" y="298"/>
                    </a:lnTo>
                    <a:lnTo>
                      <a:pt x="142" y="299"/>
                    </a:lnTo>
                    <a:lnTo>
                      <a:pt x="143" y="299"/>
                    </a:lnTo>
                    <a:lnTo>
                      <a:pt x="145" y="299"/>
                    </a:lnTo>
                    <a:lnTo>
                      <a:pt x="147" y="298"/>
                    </a:lnTo>
                    <a:lnTo>
                      <a:pt x="148" y="297"/>
                    </a:lnTo>
                    <a:lnTo>
                      <a:pt x="150" y="296"/>
                    </a:lnTo>
                    <a:lnTo>
                      <a:pt x="151" y="295"/>
                    </a:lnTo>
                    <a:lnTo>
                      <a:pt x="152" y="294"/>
                    </a:lnTo>
                    <a:lnTo>
                      <a:pt x="155" y="291"/>
                    </a:lnTo>
                    <a:lnTo>
                      <a:pt x="157" y="287"/>
                    </a:lnTo>
                    <a:lnTo>
                      <a:pt x="156" y="284"/>
                    </a:lnTo>
                    <a:lnTo>
                      <a:pt x="155" y="282"/>
                    </a:lnTo>
                    <a:lnTo>
                      <a:pt x="154" y="280"/>
                    </a:lnTo>
                    <a:lnTo>
                      <a:pt x="153" y="279"/>
                    </a:lnTo>
                    <a:lnTo>
                      <a:pt x="151" y="277"/>
                    </a:lnTo>
                    <a:lnTo>
                      <a:pt x="150" y="276"/>
                    </a:lnTo>
                    <a:lnTo>
                      <a:pt x="147" y="275"/>
                    </a:lnTo>
                    <a:lnTo>
                      <a:pt x="144" y="274"/>
                    </a:lnTo>
                    <a:lnTo>
                      <a:pt x="144" y="271"/>
                    </a:lnTo>
                    <a:lnTo>
                      <a:pt x="144" y="267"/>
                    </a:lnTo>
                    <a:lnTo>
                      <a:pt x="145" y="263"/>
                    </a:lnTo>
                    <a:lnTo>
                      <a:pt x="146" y="260"/>
                    </a:lnTo>
                    <a:lnTo>
                      <a:pt x="147" y="256"/>
                    </a:lnTo>
                    <a:lnTo>
                      <a:pt x="148" y="253"/>
                    </a:lnTo>
                    <a:lnTo>
                      <a:pt x="150" y="250"/>
                    </a:lnTo>
                    <a:lnTo>
                      <a:pt x="151" y="247"/>
                    </a:lnTo>
                    <a:lnTo>
                      <a:pt x="153" y="243"/>
                    </a:lnTo>
                    <a:lnTo>
                      <a:pt x="155" y="241"/>
                    </a:lnTo>
                    <a:lnTo>
                      <a:pt x="157" y="238"/>
                    </a:lnTo>
                    <a:lnTo>
                      <a:pt x="159" y="235"/>
                    </a:lnTo>
                    <a:lnTo>
                      <a:pt x="163" y="231"/>
                    </a:lnTo>
                    <a:lnTo>
                      <a:pt x="167" y="227"/>
                    </a:lnTo>
                    <a:lnTo>
                      <a:pt x="167" y="224"/>
                    </a:lnTo>
                    <a:lnTo>
                      <a:pt x="167" y="221"/>
                    </a:lnTo>
                    <a:lnTo>
                      <a:pt x="163" y="219"/>
                    </a:lnTo>
                    <a:lnTo>
                      <a:pt x="159" y="219"/>
                    </a:lnTo>
                    <a:lnTo>
                      <a:pt x="155" y="218"/>
                    </a:lnTo>
                    <a:lnTo>
                      <a:pt x="154" y="217"/>
                    </a:lnTo>
                    <a:lnTo>
                      <a:pt x="151" y="217"/>
                    </a:lnTo>
                    <a:lnTo>
                      <a:pt x="147" y="217"/>
                    </a:lnTo>
                    <a:lnTo>
                      <a:pt x="147" y="217"/>
                    </a:lnTo>
                    <a:close/>
                    <a:moveTo>
                      <a:pt x="195" y="216"/>
                    </a:moveTo>
                    <a:lnTo>
                      <a:pt x="193" y="220"/>
                    </a:lnTo>
                    <a:lnTo>
                      <a:pt x="191" y="224"/>
                    </a:lnTo>
                    <a:lnTo>
                      <a:pt x="188" y="227"/>
                    </a:lnTo>
                    <a:lnTo>
                      <a:pt x="185" y="231"/>
                    </a:lnTo>
                    <a:lnTo>
                      <a:pt x="183" y="235"/>
                    </a:lnTo>
                    <a:lnTo>
                      <a:pt x="181" y="240"/>
                    </a:lnTo>
                    <a:lnTo>
                      <a:pt x="180" y="243"/>
                    </a:lnTo>
                    <a:lnTo>
                      <a:pt x="179" y="245"/>
                    </a:lnTo>
                    <a:lnTo>
                      <a:pt x="179" y="247"/>
                    </a:lnTo>
                    <a:lnTo>
                      <a:pt x="179" y="250"/>
                    </a:lnTo>
                    <a:lnTo>
                      <a:pt x="180" y="252"/>
                    </a:lnTo>
                    <a:lnTo>
                      <a:pt x="182" y="253"/>
                    </a:lnTo>
                    <a:lnTo>
                      <a:pt x="185" y="254"/>
                    </a:lnTo>
                    <a:lnTo>
                      <a:pt x="188" y="254"/>
                    </a:lnTo>
                    <a:lnTo>
                      <a:pt x="192" y="254"/>
                    </a:lnTo>
                    <a:lnTo>
                      <a:pt x="195" y="253"/>
                    </a:lnTo>
                    <a:lnTo>
                      <a:pt x="199" y="252"/>
                    </a:lnTo>
                    <a:lnTo>
                      <a:pt x="202" y="251"/>
                    </a:lnTo>
                    <a:lnTo>
                      <a:pt x="205" y="250"/>
                    </a:lnTo>
                    <a:lnTo>
                      <a:pt x="208" y="248"/>
                    </a:lnTo>
                    <a:lnTo>
                      <a:pt x="211" y="247"/>
                    </a:lnTo>
                    <a:lnTo>
                      <a:pt x="214" y="244"/>
                    </a:lnTo>
                    <a:lnTo>
                      <a:pt x="217" y="242"/>
                    </a:lnTo>
                    <a:lnTo>
                      <a:pt x="219" y="240"/>
                    </a:lnTo>
                    <a:lnTo>
                      <a:pt x="221" y="238"/>
                    </a:lnTo>
                    <a:lnTo>
                      <a:pt x="223" y="235"/>
                    </a:lnTo>
                    <a:lnTo>
                      <a:pt x="224" y="233"/>
                    </a:lnTo>
                    <a:lnTo>
                      <a:pt x="226" y="231"/>
                    </a:lnTo>
                    <a:lnTo>
                      <a:pt x="226" y="228"/>
                    </a:lnTo>
                    <a:lnTo>
                      <a:pt x="225" y="226"/>
                    </a:lnTo>
                    <a:lnTo>
                      <a:pt x="219" y="222"/>
                    </a:lnTo>
                    <a:lnTo>
                      <a:pt x="213" y="219"/>
                    </a:lnTo>
                    <a:lnTo>
                      <a:pt x="209" y="218"/>
                    </a:lnTo>
                    <a:lnTo>
                      <a:pt x="205" y="217"/>
                    </a:lnTo>
                    <a:lnTo>
                      <a:pt x="201" y="216"/>
                    </a:lnTo>
                    <a:lnTo>
                      <a:pt x="195" y="216"/>
                    </a:lnTo>
                    <a:lnTo>
                      <a:pt x="195" y="216"/>
                    </a:lnTo>
                    <a:close/>
                    <a:moveTo>
                      <a:pt x="256" y="238"/>
                    </a:moveTo>
                    <a:lnTo>
                      <a:pt x="253" y="241"/>
                    </a:lnTo>
                    <a:lnTo>
                      <a:pt x="249" y="244"/>
                    </a:lnTo>
                    <a:lnTo>
                      <a:pt x="248" y="246"/>
                    </a:lnTo>
                    <a:lnTo>
                      <a:pt x="248" y="248"/>
                    </a:lnTo>
                    <a:lnTo>
                      <a:pt x="247" y="250"/>
                    </a:lnTo>
                    <a:lnTo>
                      <a:pt x="247" y="253"/>
                    </a:lnTo>
                    <a:lnTo>
                      <a:pt x="247" y="259"/>
                    </a:lnTo>
                    <a:lnTo>
                      <a:pt x="247" y="267"/>
                    </a:lnTo>
                    <a:lnTo>
                      <a:pt x="247" y="273"/>
                    </a:lnTo>
                    <a:lnTo>
                      <a:pt x="248" y="279"/>
                    </a:lnTo>
                    <a:lnTo>
                      <a:pt x="249" y="282"/>
                    </a:lnTo>
                    <a:lnTo>
                      <a:pt x="250" y="283"/>
                    </a:lnTo>
                    <a:lnTo>
                      <a:pt x="250" y="285"/>
                    </a:lnTo>
                    <a:lnTo>
                      <a:pt x="251" y="286"/>
                    </a:lnTo>
                    <a:lnTo>
                      <a:pt x="251" y="287"/>
                    </a:lnTo>
                    <a:lnTo>
                      <a:pt x="252" y="288"/>
                    </a:lnTo>
                    <a:lnTo>
                      <a:pt x="253" y="288"/>
                    </a:lnTo>
                    <a:lnTo>
                      <a:pt x="255" y="288"/>
                    </a:lnTo>
                    <a:lnTo>
                      <a:pt x="257" y="288"/>
                    </a:lnTo>
                    <a:lnTo>
                      <a:pt x="260" y="288"/>
                    </a:lnTo>
                    <a:lnTo>
                      <a:pt x="263" y="288"/>
                    </a:lnTo>
                    <a:lnTo>
                      <a:pt x="267" y="288"/>
                    </a:lnTo>
                    <a:lnTo>
                      <a:pt x="269" y="283"/>
                    </a:lnTo>
                    <a:lnTo>
                      <a:pt x="272" y="278"/>
                    </a:lnTo>
                    <a:lnTo>
                      <a:pt x="273" y="271"/>
                    </a:lnTo>
                    <a:lnTo>
                      <a:pt x="274" y="264"/>
                    </a:lnTo>
                    <a:lnTo>
                      <a:pt x="274" y="260"/>
                    </a:lnTo>
                    <a:lnTo>
                      <a:pt x="274" y="257"/>
                    </a:lnTo>
                    <a:lnTo>
                      <a:pt x="274" y="254"/>
                    </a:lnTo>
                    <a:lnTo>
                      <a:pt x="273" y="251"/>
                    </a:lnTo>
                    <a:lnTo>
                      <a:pt x="272" y="248"/>
                    </a:lnTo>
                    <a:lnTo>
                      <a:pt x="271" y="246"/>
                    </a:lnTo>
                    <a:lnTo>
                      <a:pt x="269" y="243"/>
                    </a:lnTo>
                    <a:lnTo>
                      <a:pt x="267" y="242"/>
                    </a:lnTo>
                    <a:lnTo>
                      <a:pt x="266" y="241"/>
                    </a:lnTo>
                    <a:lnTo>
                      <a:pt x="265" y="240"/>
                    </a:lnTo>
                    <a:lnTo>
                      <a:pt x="263" y="239"/>
                    </a:lnTo>
                    <a:lnTo>
                      <a:pt x="263" y="239"/>
                    </a:lnTo>
                    <a:lnTo>
                      <a:pt x="259" y="238"/>
                    </a:lnTo>
                    <a:lnTo>
                      <a:pt x="256" y="23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9" name="iṧḻidè"/>
              <p:cNvSpPr/>
              <p:nvPr userDrawn="1"/>
            </p:nvSpPr>
            <p:spPr bwMode="auto">
              <a:xfrm>
                <a:off x="4119563" y="2551113"/>
                <a:ext cx="879475" cy="1211263"/>
              </a:xfrm>
              <a:custGeom>
                <a:avLst/>
                <a:gdLst>
                  <a:gd name="T0" fmla="*/ 343 w 554"/>
                  <a:gd name="T1" fmla="*/ 23 h 763"/>
                  <a:gd name="T2" fmla="*/ 345 w 554"/>
                  <a:gd name="T3" fmla="*/ 54 h 763"/>
                  <a:gd name="T4" fmla="*/ 339 w 554"/>
                  <a:gd name="T5" fmla="*/ 90 h 763"/>
                  <a:gd name="T6" fmla="*/ 392 w 554"/>
                  <a:gd name="T7" fmla="*/ 84 h 763"/>
                  <a:gd name="T8" fmla="*/ 424 w 554"/>
                  <a:gd name="T9" fmla="*/ 58 h 763"/>
                  <a:gd name="T10" fmla="*/ 480 w 554"/>
                  <a:gd name="T11" fmla="*/ 3 h 763"/>
                  <a:gd name="T12" fmla="*/ 527 w 554"/>
                  <a:gd name="T13" fmla="*/ 16 h 763"/>
                  <a:gd name="T14" fmla="*/ 493 w 554"/>
                  <a:gd name="T15" fmla="*/ 52 h 763"/>
                  <a:gd name="T16" fmla="*/ 417 w 554"/>
                  <a:gd name="T17" fmla="*/ 94 h 763"/>
                  <a:gd name="T18" fmla="*/ 333 w 554"/>
                  <a:gd name="T19" fmla="*/ 134 h 763"/>
                  <a:gd name="T20" fmla="*/ 307 w 554"/>
                  <a:gd name="T21" fmla="*/ 200 h 763"/>
                  <a:gd name="T22" fmla="*/ 328 w 554"/>
                  <a:gd name="T23" fmla="*/ 242 h 763"/>
                  <a:gd name="T24" fmla="*/ 372 w 554"/>
                  <a:gd name="T25" fmla="*/ 207 h 763"/>
                  <a:gd name="T26" fmla="*/ 435 w 554"/>
                  <a:gd name="T27" fmla="*/ 164 h 763"/>
                  <a:gd name="T28" fmla="*/ 475 w 554"/>
                  <a:gd name="T29" fmla="*/ 138 h 763"/>
                  <a:gd name="T30" fmla="*/ 519 w 554"/>
                  <a:gd name="T31" fmla="*/ 155 h 763"/>
                  <a:gd name="T32" fmla="*/ 526 w 554"/>
                  <a:gd name="T33" fmla="*/ 186 h 763"/>
                  <a:gd name="T34" fmla="*/ 460 w 554"/>
                  <a:gd name="T35" fmla="*/ 211 h 763"/>
                  <a:gd name="T36" fmla="*/ 383 w 554"/>
                  <a:gd name="T37" fmla="*/ 273 h 763"/>
                  <a:gd name="T38" fmla="*/ 363 w 554"/>
                  <a:gd name="T39" fmla="*/ 342 h 763"/>
                  <a:gd name="T40" fmla="*/ 435 w 554"/>
                  <a:gd name="T41" fmla="*/ 318 h 763"/>
                  <a:gd name="T42" fmla="*/ 511 w 554"/>
                  <a:gd name="T43" fmla="*/ 278 h 763"/>
                  <a:gd name="T44" fmla="*/ 542 w 554"/>
                  <a:gd name="T45" fmla="*/ 305 h 763"/>
                  <a:gd name="T46" fmla="*/ 472 w 554"/>
                  <a:gd name="T47" fmla="*/ 329 h 763"/>
                  <a:gd name="T48" fmla="*/ 362 w 554"/>
                  <a:gd name="T49" fmla="*/ 371 h 763"/>
                  <a:gd name="T50" fmla="*/ 337 w 554"/>
                  <a:gd name="T51" fmla="*/ 461 h 763"/>
                  <a:gd name="T52" fmla="*/ 401 w 554"/>
                  <a:gd name="T53" fmla="*/ 480 h 763"/>
                  <a:gd name="T54" fmla="*/ 381 w 554"/>
                  <a:gd name="T55" fmla="*/ 527 h 763"/>
                  <a:gd name="T56" fmla="*/ 337 w 554"/>
                  <a:gd name="T57" fmla="*/ 571 h 763"/>
                  <a:gd name="T58" fmla="*/ 343 w 554"/>
                  <a:gd name="T59" fmla="*/ 648 h 763"/>
                  <a:gd name="T60" fmla="*/ 342 w 554"/>
                  <a:gd name="T61" fmla="*/ 730 h 763"/>
                  <a:gd name="T62" fmla="*/ 315 w 554"/>
                  <a:gd name="T63" fmla="*/ 757 h 763"/>
                  <a:gd name="T64" fmla="*/ 274 w 554"/>
                  <a:gd name="T65" fmla="*/ 705 h 763"/>
                  <a:gd name="T66" fmla="*/ 296 w 554"/>
                  <a:gd name="T67" fmla="*/ 659 h 763"/>
                  <a:gd name="T68" fmla="*/ 287 w 554"/>
                  <a:gd name="T69" fmla="*/ 569 h 763"/>
                  <a:gd name="T70" fmla="*/ 244 w 554"/>
                  <a:gd name="T71" fmla="*/ 604 h 763"/>
                  <a:gd name="T72" fmla="*/ 194 w 554"/>
                  <a:gd name="T73" fmla="*/ 575 h 763"/>
                  <a:gd name="T74" fmla="*/ 264 w 554"/>
                  <a:gd name="T75" fmla="*/ 522 h 763"/>
                  <a:gd name="T76" fmla="*/ 307 w 554"/>
                  <a:gd name="T77" fmla="*/ 479 h 763"/>
                  <a:gd name="T78" fmla="*/ 307 w 554"/>
                  <a:gd name="T79" fmla="*/ 394 h 763"/>
                  <a:gd name="T80" fmla="*/ 262 w 554"/>
                  <a:gd name="T81" fmla="*/ 410 h 763"/>
                  <a:gd name="T82" fmla="*/ 227 w 554"/>
                  <a:gd name="T83" fmla="*/ 430 h 763"/>
                  <a:gd name="T84" fmla="*/ 146 w 554"/>
                  <a:gd name="T85" fmla="*/ 486 h 763"/>
                  <a:gd name="T86" fmla="*/ 106 w 554"/>
                  <a:gd name="T87" fmla="*/ 535 h 763"/>
                  <a:gd name="T88" fmla="*/ 44 w 554"/>
                  <a:gd name="T89" fmla="*/ 559 h 763"/>
                  <a:gd name="T90" fmla="*/ 1 w 554"/>
                  <a:gd name="T91" fmla="*/ 526 h 763"/>
                  <a:gd name="T92" fmla="*/ 34 w 554"/>
                  <a:gd name="T93" fmla="*/ 505 h 763"/>
                  <a:gd name="T94" fmla="*/ 62 w 554"/>
                  <a:gd name="T95" fmla="*/ 488 h 763"/>
                  <a:gd name="T96" fmla="*/ 108 w 554"/>
                  <a:gd name="T97" fmla="*/ 471 h 763"/>
                  <a:gd name="T98" fmla="*/ 160 w 554"/>
                  <a:gd name="T99" fmla="*/ 442 h 763"/>
                  <a:gd name="T100" fmla="*/ 196 w 554"/>
                  <a:gd name="T101" fmla="*/ 423 h 763"/>
                  <a:gd name="T102" fmla="*/ 294 w 554"/>
                  <a:gd name="T103" fmla="*/ 376 h 763"/>
                  <a:gd name="T104" fmla="*/ 316 w 554"/>
                  <a:gd name="T105" fmla="*/ 352 h 763"/>
                  <a:gd name="T106" fmla="*/ 309 w 554"/>
                  <a:gd name="T107" fmla="*/ 274 h 763"/>
                  <a:gd name="T108" fmla="*/ 262 w 554"/>
                  <a:gd name="T109" fmla="*/ 313 h 763"/>
                  <a:gd name="T110" fmla="*/ 206 w 554"/>
                  <a:gd name="T111" fmla="*/ 336 h 763"/>
                  <a:gd name="T112" fmla="*/ 198 w 554"/>
                  <a:gd name="T113" fmla="*/ 303 h 763"/>
                  <a:gd name="T114" fmla="*/ 263 w 554"/>
                  <a:gd name="T115" fmla="*/ 250 h 763"/>
                  <a:gd name="T116" fmla="*/ 290 w 554"/>
                  <a:gd name="T117" fmla="*/ 153 h 763"/>
                  <a:gd name="T118" fmla="*/ 268 w 554"/>
                  <a:gd name="T119" fmla="*/ 129 h 763"/>
                  <a:gd name="T120" fmla="*/ 291 w 554"/>
                  <a:gd name="T121" fmla="*/ 90 h 763"/>
                  <a:gd name="T122" fmla="*/ 288 w 554"/>
                  <a:gd name="T123" fmla="*/ 40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4" h="763">
                    <a:moveTo>
                      <a:pt x="303" y="20"/>
                    </a:moveTo>
                    <a:lnTo>
                      <a:pt x="306" y="20"/>
                    </a:lnTo>
                    <a:lnTo>
                      <a:pt x="308" y="20"/>
                    </a:lnTo>
                    <a:lnTo>
                      <a:pt x="308" y="18"/>
                    </a:lnTo>
                    <a:lnTo>
                      <a:pt x="309" y="17"/>
                    </a:lnTo>
                    <a:lnTo>
                      <a:pt x="310" y="14"/>
                    </a:lnTo>
                    <a:lnTo>
                      <a:pt x="312" y="13"/>
                    </a:lnTo>
                    <a:lnTo>
                      <a:pt x="314" y="12"/>
                    </a:lnTo>
                    <a:lnTo>
                      <a:pt x="316" y="11"/>
                    </a:lnTo>
                    <a:lnTo>
                      <a:pt x="319" y="10"/>
                    </a:lnTo>
                    <a:lnTo>
                      <a:pt x="322" y="10"/>
                    </a:lnTo>
                    <a:lnTo>
                      <a:pt x="326" y="10"/>
                    </a:lnTo>
                    <a:lnTo>
                      <a:pt x="329" y="10"/>
                    </a:lnTo>
                    <a:lnTo>
                      <a:pt x="335" y="15"/>
                    </a:lnTo>
                    <a:lnTo>
                      <a:pt x="342" y="22"/>
                    </a:lnTo>
                    <a:lnTo>
                      <a:pt x="343" y="23"/>
                    </a:lnTo>
                    <a:lnTo>
                      <a:pt x="345" y="25"/>
                    </a:lnTo>
                    <a:lnTo>
                      <a:pt x="346" y="26"/>
                    </a:lnTo>
                    <a:lnTo>
                      <a:pt x="347" y="28"/>
                    </a:lnTo>
                    <a:lnTo>
                      <a:pt x="347" y="30"/>
                    </a:lnTo>
                    <a:lnTo>
                      <a:pt x="348" y="33"/>
                    </a:lnTo>
                    <a:lnTo>
                      <a:pt x="347" y="34"/>
                    </a:lnTo>
                    <a:lnTo>
                      <a:pt x="347" y="37"/>
                    </a:lnTo>
                    <a:lnTo>
                      <a:pt x="347" y="39"/>
                    </a:lnTo>
                    <a:lnTo>
                      <a:pt x="348" y="42"/>
                    </a:lnTo>
                    <a:lnTo>
                      <a:pt x="348" y="44"/>
                    </a:lnTo>
                    <a:lnTo>
                      <a:pt x="347" y="46"/>
                    </a:lnTo>
                    <a:lnTo>
                      <a:pt x="347" y="48"/>
                    </a:lnTo>
                    <a:lnTo>
                      <a:pt x="347" y="50"/>
                    </a:lnTo>
                    <a:lnTo>
                      <a:pt x="346" y="51"/>
                    </a:lnTo>
                    <a:lnTo>
                      <a:pt x="345" y="52"/>
                    </a:lnTo>
                    <a:lnTo>
                      <a:pt x="345" y="54"/>
                    </a:lnTo>
                    <a:lnTo>
                      <a:pt x="345" y="54"/>
                    </a:lnTo>
                    <a:lnTo>
                      <a:pt x="345" y="55"/>
                    </a:lnTo>
                    <a:lnTo>
                      <a:pt x="345" y="57"/>
                    </a:lnTo>
                    <a:lnTo>
                      <a:pt x="345" y="58"/>
                    </a:lnTo>
                    <a:lnTo>
                      <a:pt x="346" y="61"/>
                    </a:lnTo>
                    <a:lnTo>
                      <a:pt x="346" y="63"/>
                    </a:lnTo>
                    <a:lnTo>
                      <a:pt x="347" y="66"/>
                    </a:lnTo>
                    <a:lnTo>
                      <a:pt x="346" y="67"/>
                    </a:lnTo>
                    <a:lnTo>
                      <a:pt x="346" y="70"/>
                    </a:lnTo>
                    <a:lnTo>
                      <a:pt x="345" y="71"/>
                    </a:lnTo>
                    <a:lnTo>
                      <a:pt x="344" y="74"/>
                    </a:lnTo>
                    <a:lnTo>
                      <a:pt x="343" y="77"/>
                    </a:lnTo>
                    <a:lnTo>
                      <a:pt x="340" y="80"/>
                    </a:lnTo>
                    <a:lnTo>
                      <a:pt x="340" y="83"/>
                    </a:lnTo>
                    <a:lnTo>
                      <a:pt x="339" y="86"/>
                    </a:lnTo>
                    <a:lnTo>
                      <a:pt x="339" y="90"/>
                    </a:lnTo>
                    <a:lnTo>
                      <a:pt x="339" y="94"/>
                    </a:lnTo>
                    <a:lnTo>
                      <a:pt x="340" y="101"/>
                    </a:lnTo>
                    <a:lnTo>
                      <a:pt x="340" y="106"/>
                    </a:lnTo>
                    <a:lnTo>
                      <a:pt x="343" y="106"/>
                    </a:lnTo>
                    <a:lnTo>
                      <a:pt x="347" y="106"/>
                    </a:lnTo>
                    <a:lnTo>
                      <a:pt x="350" y="106"/>
                    </a:lnTo>
                    <a:lnTo>
                      <a:pt x="352" y="106"/>
                    </a:lnTo>
                    <a:lnTo>
                      <a:pt x="357" y="102"/>
                    </a:lnTo>
                    <a:lnTo>
                      <a:pt x="366" y="96"/>
                    </a:lnTo>
                    <a:lnTo>
                      <a:pt x="375" y="90"/>
                    </a:lnTo>
                    <a:lnTo>
                      <a:pt x="380" y="87"/>
                    </a:lnTo>
                    <a:lnTo>
                      <a:pt x="383" y="86"/>
                    </a:lnTo>
                    <a:lnTo>
                      <a:pt x="387" y="86"/>
                    </a:lnTo>
                    <a:lnTo>
                      <a:pt x="389" y="85"/>
                    </a:lnTo>
                    <a:lnTo>
                      <a:pt x="391" y="85"/>
                    </a:lnTo>
                    <a:lnTo>
                      <a:pt x="392" y="84"/>
                    </a:lnTo>
                    <a:lnTo>
                      <a:pt x="394" y="83"/>
                    </a:lnTo>
                    <a:lnTo>
                      <a:pt x="396" y="81"/>
                    </a:lnTo>
                    <a:lnTo>
                      <a:pt x="398" y="79"/>
                    </a:lnTo>
                    <a:lnTo>
                      <a:pt x="399" y="77"/>
                    </a:lnTo>
                    <a:lnTo>
                      <a:pt x="401" y="74"/>
                    </a:lnTo>
                    <a:lnTo>
                      <a:pt x="403" y="72"/>
                    </a:lnTo>
                    <a:lnTo>
                      <a:pt x="404" y="70"/>
                    </a:lnTo>
                    <a:lnTo>
                      <a:pt x="407" y="68"/>
                    </a:lnTo>
                    <a:lnTo>
                      <a:pt x="408" y="66"/>
                    </a:lnTo>
                    <a:lnTo>
                      <a:pt x="411" y="64"/>
                    </a:lnTo>
                    <a:lnTo>
                      <a:pt x="415" y="63"/>
                    </a:lnTo>
                    <a:lnTo>
                      <a:pt x="417" y="62"/>
                    </a:lnTo>
                    <a:lnTo>
                      <a:pt x="419" y="62"/>
                    </a:lnTo>
                    <a:lnTo>
                      <a:pt x="420" y="61"/>
                    </a:lnTo>
                    <a:lnTo>
                      <a:pt x="422" y="60"/>
                    </a:lnTo>
                    <a:lnTo>
                      <a:pt x="424" y="58"/>
                    </a:lnTo>
                    <a:lnTo>
                      <a:pt x="427" y="55"/>
                    </a:lnTo>
                    <a:lnTo>
                      <a:pt x="428" y="53"/>
                    </a:lnTo>
                    <a:lnTo>
                      <a:pt x="431" y="50"/>
                    </a:lnTo>
                    <a:lnTo>
                      <a:pt x="434" y="46"/>
                    </a:lnTo>
                    <a:lnTo>
                      <a:pt x="439" y="41"/>
                    </a:lnTo>
                    <a:lnTo>
                      <a:pt x="443" y="38"/>
                    </a:lnTo>
                    <a:lnTo>
                      <a:pt x="447" y="37"/>
                    </a:lnTo>
                    <a:lnTo>
                      <a:pt x="451" y="33"/>
                    </a:lnTo>
                    <a:lnTo>
                      <a:pt x="455" y="29"/>
                    </a:lnTo>
                    <a:lnTo>
                      <a:pt x="459" y="24"/>
                    </a:lnTo>
                    <a:lnTo>
                      <a:pt x="463" y="20"/>
                    </a:lnTo>
                    <a:lnTo>
                      <a:pt x="466" y="15"/>
                    </a:lnTo>
                    <a:lnTo>
                      <a:pt x="470" y="11"/>
                    </a:lnTo>
                    <a:lnTo>
                      <a:pt x="474" y="7"/>
                    </a:lnTo>
                    <a:lnTo>
                      <a:pt x="478" y="4"/>
                    </a:lnTo>
                    <a:lnTo>
                      <a:pt x="480" y="3"/>
                    </a:lnTo>
                    <a:lnTo>
                      <a:pt x="483" y="2"/>
                    </a:lnTo>
                    <a:lnTo>
                      <a:pt x="486" y="1"/>
                    </a:lnTo>
                    <a:lnTo>
                      <a:pt x="488" y="0"/>
                    </a:lnTo>
                    <a:lnTo>
                      <a:pt x="491" y="0"/>
                    </a:lnTo>
                    <a:lnTo>
                      <a:pt x="493" y="0"/>
                    </a:lnTo>
                    <a:lnTo>
                      <a:pt x="496" y="0"/>
                    </a:lnTo>
                    <a:lnTo>
                      <a:pt x="499" y="1"/>
                    </a:lnTo>
                    <a:lnTo>
                      <a:pt x="503" y="2"/>
                    </a:lnTo>
                    <a:lnTo>
                      <a:pt x="508" y="5"/>
                    </a:lnTo>
                    <a:lnTo>
                      <a:pt x="513" y="8"/>
                    </a:lnTo>
                    <a:lnTo>
                      <a:pt x="517" y="10"/>
                    </a:lnTo>
                    <a:lnTo>
                      <a:pt x="520" y="13"/>
                    </a:lnTo>
                    <a:lnTo>
                      <a:pt x="523" y="14"/>
                    </a:lnTo>
                    <a:lnTo>
                      <a:pt x="525" y="14"/>
                    </a:lnTo>
                    <a:lnTo>
                      <a:pt x="526" y="15"/>
                    </a:lnTo>
                    <a:lnTo>
                      <a:pt x="527" y="16"/>
                    </a:lnTo>
                    <a:lnTo>
                      <a:pt x="528" y="18"/>
                    </a:lnTo>
                    <a:lnTo>
                      <a:pt x="529" y="19"/>
                    </a:lnTo>
                    <a:lnTo>
                      <a:pt x="530" y="21"/>
                    </a:lnTo>
                    <a:lnTo>
                      <a:pt x="530" y="22"/>
                    </a:lnTo>
                    <a:lnTo>
                      <a:pt x="530" y="24"/>
                    </a:lnTo>
                    <a:lnTo>
                      <a:pt x="529" y="26"/>
                    </a:lnTo>
                    <a:lnTo>
                      <a:pt x="529" y="27"/>
                    </a:lnTo>
                    <a:lnTo>
                      <a:pt x="527" y="29"/>
                    </a:lnTo>
                    <a:lnTo>
                      <a:pt x="527" y="30"/>
                    </a:lnTo>
                    <a:lnTo>
                      <a:pt x="525" y="33"/>
                    </a:lnTo>
                    <a:lnTo>
                      <a:pt x="522" y="36"/>
                    </a:lnTo>
                    <a:lnTo>
                      <a:pt x="519" y="38"/>
                    </a:lnTo>
                    <a:lnTo>
                      <a:pt x="515" y="41"/>
                    </a:lnTo>
                    <a:lnTo>
                      <a:pt x="507" y="46"/>
                    </a:lnTo>
                    <a:lnTo>
                      <a:pt x="499" y="49"/>
                    </a:lnTo>
                    <a:lnTo>
                      <a:pt x="493" y="52"/>
                    </a:lnTo>
                    <a:lnTo>
                      <a:pt x="488" y="54"/>
                    </a:lnTo>
                    <a:lnTo>
                      <a:pt x="481" y="59"/>
                    </a:lnTo>
                    <a:lnTo>
                      <a:pt x="474" y="64"/>
                    </a:lnTo>
                    <a:lnTo>
                      <a:pt x="467" y="69"/>
                    </a:lnTo>
                    <a:lnTo>
                      <a:pt x="459" y="74"/>
                    </a:lnTo>
                    <a:lnTo>
                      <a:pt x="457" y="77"/>
                    </a:lnTo>
                    <a:lnTo>
                      <a:pt x="454" y="80"/>
                    </a:lnTo>
                    <a:lnTo>
                      <a:pt x="450" y="82"/>
                    </a:lnTo>
                    <a:lnTo>
                      <a:pt x="446" y="83"/>
                    </a:lnTo>
                    <a:lnTo>
                      <a:pt x="441" y="85"/>
                    </a:lnTo>
                    <a:lnTo>
                      <a:pt x="437" y="86"/>
                    </a:lnTo>
                    <a:lnTo>
                      <a:pt x="432" y="87"/>
                    </a:lnTo>
                    <a:lnTo>
                      <a:pt x="427" y="89"/>
                    </a:lnTo>
                    <a:lnTo>
                      <a:pt x="423" y="90"/>
                    </a:lnTo>
                    <a:lnTo>
                      <a:pt x="420" y="92"/>
                    </a:lnTo>
                    <a:lnTo>
                      <a:pt x="417" y="94"/>
                    </a:lnTo>
                    <a:lnTo>
                      <a:pt x="415" y="97"/>
                    </a:lnTo>
                    <a:lnTo>
                      <a:pt x="411" y="99"/>
                    </a:lnTo>
                    <a:lnTo>
                      <a:pt x="408" y="102"/>
                    </a:lnTo>
                    <a:lnTo>
                      <a:pt x="405" y="102"/>
                    </a:lnTo>
                    <a:lnTo>
                      <a:pt x="402" y="102"/>
                    </a:lnTo>
                    <a:lnTo>
                      <a:pt x="398" y="103"/>
                    </a:lnTo>
                    <a:lnTo>
                      <a:pt x="395" y="104"/>
                    </a:lnTo>
                    <a:lnTo>
                      <a:pt x="387" y="108"/>
                    </a:lnTo>
                    <a:lnTo>
                      <a:pt x="379" y="113"/>
                    </a:lnTo>
                    <a:lnTo>
                      <a:pt x="371" y="117"/>
                    </a:lnTo>
                    <a:lnTo>
                      <a:pt x="363" y="122"/>
                    </a:lnTo>
                    <a:lnTo>
                      <a:pt x="355" y="126"/>
                    </a:lnTo>
                    <a:lnTo>
                      <a:pt x="347" y="130"/>
                    </a:lnTo>
                    <a:lnTo>
                      <a:pt x="343" y="131"/>
                    </a:lnTo>
                    <a:lnTo>
                      <a:pt x="338" y="132"/>
                    </a:lnTo>
                    <a:lnTo>
                      <a:pt x="333" y="134"/>
                    </a:lnTo>
                    <a:lnTo>
                      <a:pt x="327" y="134"/>
                    </a:lnTo>
                    <a:lnTo>
                      <a:pt x="325" y="142"/>
                    </a:lnTo>
                    <a:lnTo>
                      <a:pt x="322" y="149"/>
                    </a:lnTo>
                    <a:lnTo>
                      <a:pt x="318" y="155"/>
                    </a:lnTo>
                    <a:lnTo>
                      <a:pt x="315" y="162"/>
                    </a:lnTo>
                    <a:lnTo>
                      <a:pt x="314" y="163"/>
                    </a:lnTo>
                    <a:lnTo>
                      <a:pt x="314" y="166"/>
                    </a:lnTo>
                    <a:lnTo>
                      <a:pt x="313" y="169"/>
                    </a:lnTo>
                    <a:lnTo>
                      <a:pt x="312" y="173"/>
                    </a:lnTo>
                    <a:lnTo>
                      <a:pt x="312" y="176"/>
                    </a:lnTo>
                    <a:lnTo>
                      <a:pt x="310" y="180"/>
                    </a:lnTo>
                    <a:lnTo>
                      <a:pt x="310" y="184"/>
                    </a:lnTo>
                    <a:lnTo>
                      <a:pt x="308" y="187"/>
                    </a:lnTo>
                    <a:lnTo>
                      <a:pt x="307" y="191"/>
                    </a:lnTo>
                    <a:lnTo>
                      <a:pt x="307" y="195"/>
                    </a:lnTo>
                    <a:lnTo>
                      <a:pt x="307" y="200"/>
                    </a:lnTo>
                    <a:lnTo>
                      <a:pt x="307" y="203"/>
                    </a:lnTo>
                    <a:lnTo>
                      <a:pt x="305" y="209"/>
                    </a:lnTo>
                    <a:lnTo>
                      <a:pt x="303" y="214"/>
                    </a:lnTo>
                    <a:lnTo>
                      <a:pt x="302" y="219"/>
                    </a:lnTo>
                    <a:lnTo>
                      <a:pt x="301" y="224"/>
                    </a:lnTo>
                    <a:lnTo>
                      <a:pt x="299" y="230"/>
                    </a:lnTo>
                    <a:lnTo>
                      <a:pt x="299" y="237"/>
                    </a:lnTo>
                    <a:lnTo>
                      <a:pt x="298" y="242"/>
                    </a:lnTo>
                    <a:lnTo>
                      <a:pt x="299" y="250"/>
                    </a:lnTo>
                    <a:lnTo>
                      <a:pt x="301" y="250"/>
                    </a:lnTo>
                    <a:lnTo>
                      <a:pt x="302" y="251"/>
                    </a:lnTo>
                    <a:lnTo>
                      <a:pt x="304" y="251"/>
                    </a:lnTo>
                    <a:lnTo>
                      <a:pt x="307" y="251"/>
                    </a:lnTo>
                    <a:lnTo>
                      <a:pt x="316" y="248"/>
                    </a:lnTo>
                    <a:lnTo>
                      <a:pt x="324" y="244"/>
                    </a:lnTo>
                    <a:lnTo>
                      <a:pt x="328" y="242"/>
                    </a:lnTo>
                    <a:lnTo>
                      <a:pt x="331" y="240"/>
                    </a:lnTo>
                    <a:lnTo>
                      <a:pt x="335" y="238"/>
                    </a:lnTo>
                    <a:lnTo>
                      <a:pt x="338" y="236"/>
                    </a:lnTo>
                    <a:lnTo>
                      <a:pt x="341" y="233"/>
                    </a:lnTo>
                    <a:lnTo>
                      <a:pt x="343" y="230"/>
                    </a:lnTo>
                    <a:lnTo>
                      <a:pt x="346" y="227"/>
                    </a:lnTo>
                    <a:lnTo>
                      <a:pt x="348" y="224"/>
                    </a:lnTo>
                    <a:lnTo>
                      <a:pt x="351" y="221"/>
                    </a:lnTo>
                    <a:lnTo>
                      <a:pt x="353" y="217"/>
                    </a:lnTo>
                    <a:lnTo>
                      <a:pt x="355" y="213"/>
                    </a:lnTo>
                    <a:lnTo>
                      <a:pt x="357" y="208"/>
                    </a:lnTo>
                    <a:lnTo>
                      <a:pt x="360" y="208"/>
                    </a:lnTo>
                    <a:lnTo>
                      <a:pt x="363" y="207"/>
                    </a:lnTo>
                    <a:lnTo>
                      <a:pt x="364" y="206"/>
                    </a:lnTo>
                    <a:lnTo>
                      <a:pt x="367" y="205"/>
                    </a:lnTo>
                    <a:lnTo>
                      <a:pt x="372" y="207"/>
                    </a:lnTo>
                    <a:lnTo>
                      <a:pt x="378" y="211"/>
                    </a:lnTo>
                    <a:lnTo>
                      <a:pt x="381" y="213"/>
                    </a:lnTo>
                    <a:lnTo>
                      <a:pt x="385" y="214"/>
                    </a:lnTo>
                    <a:lnTo>
                      <a:pt x="387" y="214"/>
                    </a:lnTo>
                    <a:lnTo>
                      <a:pt x="389" y="214"/>
                    </a:lnTo>
                    <a:lnTo>
                      <a:pt x="391" y="213"/>
                    </a:lnTo>
                    <a:lnTo>
                      <a:pt x="394" y="213"/>
                    </a:lnTo>
                    <a:lnTo>
                      <a:pt x="395" y="211"/>
                    </a:lnTo>
                    <a:lnTo>
                      <a:pt x="398" y="210"/>
                    </a:lnTo>
                    <a:lnTo>
                      <a:pt x="400" y="207"/>
                    </a:lnTo>
                    <a:lnTo>
                      <a:pt x="403" y="204"/>
                    </a:lnTo>
                    <a:lnTo>
                      <a:pt x="410" y="197"/>
                    </a:lnTo>
                    <a:lnTo>
                      <a:pt x="417" y="188"/>
                    </a:lnTo>
                    <a:lnTo>
                      <a:pt x="424" y="179"/>
                    </a:lnTo>
                    <a:lnTo>
                      <a:pt x="431" y="170"/>
                    </a:lnTo>
                    <a:lnTo>
                      <a:pt x="435" y="164"/>
                    </a:lnTo>
                    <a:lnTo>
                      <a:pt x="439" y="159"/>
                    </a:lnTo>
                    <a:lnTo>
                      <a:pt x="442" y="150"/>
                    </a:lnTo>
                    <a:lnTo>
                      <a:pt x="444" y="141"/>
                    </a:lnTo>
                    <a:lnTo>
                      <a:pt x="446" y="137"/>
                    </a:lnTo>
                    <a:lnTo>
                      <a:pt x="447" y="134"/>
                    </a:lnTo>
                    <a:lnTo>
                      <a:pt x="448" y="131"/>
                    </a:lnTo>
                    <a:lnTo>
                      <a:pt x="450" y="130"/>
                    </a:lnTo>
                    <a:lnTo>
                      <a:pt x="451" y="128"/>
                    </a:lnTo>
                    <a:lnTo>
                      <a:pt x="454" y="126"/>
                    </a:lnTo>
                    <a:lnTo>
                      <a:pt x="457" y="127"/>
                    </a:lnTo>
                    <a:lnTo>
                      <a:pt x="461" y="127"/>
                    </a:lnTo>
                    <a:lnTo>
                      <a:pt x="465" y="128"/>
                    </a:lnTo>
                    <a:lnTo>
                      <a:pt x="469" y="129"/>
                    </a:lnTo>
                    <a:lnTo>
                      <a:pt x="471" y="132"/>
                    </a:lnTo>
                    <a:lnTo>
                      <a:pt x="473" y="134"/>
                    </a:lnTo>
                    <a:lnTo>
                      <a:pt x="475" y="138"/>
                    </a:lnTo>
                    <a:lnTo>
                      <a:pt x="478" y="140"/>
                    </a:lnTo>
                    <a:lnTo>
                      <a:pt x="478" y="144"/>
                    </a:lnTo>
                    <a:lnTo>
                      <a:pt x="479" y="147"/>
                    </a:lnTo>
                    <a:lnTo>
                      <a:pt x="479" y="151"/>
                    </a:lnTo>
                    <a:lnTo>
                      <a:pt x="478" y="155"/>
                    </a:lnTo>
                    <a:lnTo>
                      <a:pt x="478" y="162"/>
                    </a:lnTo>
                    <a:lnTo>
                      <a:pt x="478" y="168"/>
                    </a:lnTo>
                    <a:lnTo>
                      <a:pt x="480" y="169"/>
                    </a:lnTo>
                    <a:lnTo>
                      <a:pt x="483" y="170"/>
                    </a:lnTo>
                    <a:lnTo>
                      <a:pt x="486" y="168"/>
                    </a:lnTo>
                    <a:lnTo>
                      <a:pt x="491" y="166"/>
                    </a:lnTo>
                    <a:lnTo>
                      <a:pt x="498" y="162"/>
                    </a:lnTo>
                    <a:lnTo>
                      <a:pt x="506" y="159"/>
                    </a:lnTo>
                    <a:lnTo>
                      <a:pt x="511" y="158"/>
                    </a:lnTo>
                    <a:lnTo>
                      <a:pt x="515" y="156"/>
                    </a:lnTo>
                    <a:lnTo>
                      <a:pt x="519" y="155"/>
                    </a:lnTo>
                    <a:lnTo>
                      <a:pt x="523" y="154"/>
                    </a:lnTo>
                    <a:lnTo>
                      <a:pt x="527" y="154"/>
                    </a:lnTo>
                    <a:lnTo>
                      <a:pt x="531" y="154"/>
                    </a:lnTo>
                    <a:lnTo>
                      <a:pt x="535" y="154"/>
                    </a:lnTo>
                    <a:lnTo>
                      <a:pt x="537" y="155"/>
                    </a:lnTo>
                    <a:lnTo>
                      <a:pt x="539" y="156"/>
                    </a:lnTo>
                    <a:lnTo>
                      <a:pt x="542" y="158"/>
                    </a:lnTo>
                    <a:lnTo>
                      <a:pt x="544" y="159"/>
                    </a:lnTo>
                    <a:lnTo>
                      <a:pt x="547" y="162"/>
                    </a:lnTo>
                    <a:lnTo>
                      <a:pt x="548" y="164"/>
                    </a:lnTo>
                    <a:lnTo>
                      <a:pt x="550" y="166"/>
                    </a:lnTo>
                    <a:lnTo>
                      <a:pt x="551" y="170"/>
                    </a:lnTo>
                    <a:lnTo>
                      <a:pt x="551" y="174"/>
                    </a:lnTo>
                    <a:lnTo>
                      <a:pt x="542" y="178"/>
                    </a:lnTo>
                    <a:lnTo>
                      <a:pt x="531" y="183"/>
                    </a:lnTo>
                    <a:lnTo>
                      <a:pt x="526" y="186"/>
                    </a:lnTo>
                    <a:lnTo>
                      <a:pt x="521" y="189"/>
                    </a:lnTo>
                    <a:lnTo>
                      <a:pt x="516" y="191"/>
                    </a:lnTo>
                    <a:lnTo>
                      <a:pt x="512" y="194"/>
                    </a:lnTo>
                    <a:lnTo>
                      <a:pt x="511" y="195"/>
                    </a:lnTo>
                    <a:lnTo>
                      <a:pt x="509" y="196"/>
                    </a:lnTo>
                    <a:lnTo>
                      <a:pt x="507" y="196"/>
                    </a:lnTo>
                    <a:lnTo>
                      <a:pt x="504" y="196"/>
                    </a:lnTo>
                    <a:lnTo>
                      <a:pt x="502" y="195"/>
                    </a:lnTo>
                    <a:lnTo>
                      <a:pt x="499" y="195"/>
                    </a:lnTo>
                    <a:lnTo>
                      <a:pt x="498" y="196"/>
                    </a:lnTo>
                    <a:lnTo>
                      <a:pt x="495" y="196"/>
                    </a:lnTo>
                    <a:lnTo>
                      <a:pt x="488" y="200"/>
                    </a:lnTo>
                    <a:lnTo>
                      <a:pt x="479" y="203"/>
                    </a:lnTo>
                    <a:lnTo>
                      <a:pt x="471" y="207"/>
                    </a:lnTo>
                    <a:lnTo>
                      <a:pt x="464" y="210"/>
                    </a:lnTo>
                    <a:lnTo>
                      <a:pt x="460" y="211"/>
                    </a:lnTo>
                    <a:lnTo>
                      <a:pt x="455" y="212"/>
                    </a:lnTo>
                    <a:lnTo>
                      <a:pt x="451" y="213"/>
                    </a:lnTo>
                    <a:lnTo>
                      <a:pt x="446" y="213"/>
                    </a:lnTo>
                    <a:lnTo>
                      <a:pt x="439" y="215"/>
                    </a:lnTo>
                    <a:lnTo>
                      <a:pt x="431" y="219"/>
                    </a:lnTo>
                    <a:lnTo>
                      <a:pt x="427" y="221"/>
                    </a:lnTo>
                    <a:lnTo>
                      <a:pt x="423" y="223"/>
                    </a:lnTo>
                    <a:lnTo>
                      <a:pt x="419" y="225"/>
                    </a:lnTo>
                    <a:lnTo>
                      <a:pt x="417" y="226"/>
                    </a:lnTo>
                    <a:lnTo>
                      <a:pt x="413" y="230"/>
                    </a:lnTo>
                    <a:lnTo>
                      <a:pt x="409" y="234"/>
                    </a:lnTo>
                    <a:lnTo>
                      <a:pt x="405" y="238"/>
                    </a:lnTo>
                    <a:lnTo>
                      <a:pt x="402" y="243"/>
                    </a:lnTo>
                    <a:lnTo>
                      <a:pt x="395" y="253"/>
                    </a:lnTo>
                    <a:lnTo>
                      <a:pt x="389" y="263"/>
                    </a:lnTo>
                    <a:lnTo>
                      <a:pt x="383" y="273"/>
                    </a:lnTo>
                    <a:lnTo>
                      <a:pt x="378" y="282"/>
                    </a:lnTo>
                    <a:lnTo>
                      <a:pt x="375" y="287"/>
                    </a:lnTo>
                    <a:lnTo>
                      <a:pt x="371" y="291"/>
                    </a:lnTo>
                    <a:lnTo>
                      <a:pt x="368" y="295"/>
                    </a:lnTo>
                    <a:lnTo>
                      <a:pt x="364" y="298"/>
                    </a:lnTo>
                    <a:lnTo>
                      <a:pt x="363" y="303"/>
                    </a:lnTo>
                    <a:lnTo>
                      <a:pt x="363" y="309"/>
                    </a:lnTo>
                    <a:lnTo>
                      <a:pt x="362" y="314"/>
                    </a:lnTo>
                    <a:lnTo>
                      <a:pt x="361" y="320"/>
                    </a:lnTo>
                    <a:lnTo>
                      <a:pt x="359" y="326"/>
                    </a:lnTo>
                    <a:lnTo>
                      <a:pt x="359" y="332"/>
                    </a:lnTo>
                    <a:lnTo>
                      <a:pt x="359" y="334"/>
                    </a:lnTo>
                    <a:lnTo>
                      <a:pt x="359" y="337"/>
                    </a:lnTo>
                    <a:lnTo>
                      <a:pt x="359" y="338"/>
                    </a:lnTo>
                    <a:lnTo>
                      <a:pt x="360" y="340"/>
                    </a:lnTo>
                    <a:lnTo>
                      <a:pt x="363" y="342"/>
                    </a:lnTo>
                    <a:lnTo>
                      <a:pt x="364" y="345"/>
                    </a:lnTo>
                    <a:lnTo>
                      <a:pt x="367" y="345"/>
                    </a:lnTo>
                    <a:lnTo>
                      <a:pt x="371" y="344"/>
                    </a:lnTo>
                    <a:lnTo>
                      <a:pt x="374" y="343"/>
                    </a:lnTo>
                    <a:lnTo>
                      <a:pt x="378" y="342"/>
                    </a:lnTo>
                    <a:lnTo>
                      <a:pt x="383" y="340"/>
                    </a:lnTo>
                    <a:lnTo>
                      <a:pt x="390" y="337"/>
                    </a:lnTo>
                    <a:lnTo>
                      <a:pt x="401" y="330"/>
                    </a:lnTo>
                    <a:lnTo>
                      <a:pt x="411" y="324"/>
                    </a:lnTo>
                    <a:lnTo>
                      <a:pt x="415" y="322"/>
                    </a:lnTo>
                    <a:lnTo>
                      <a:pt x="418" y="322"/>
                    </a:lnTo>
                    <a:lnTo>
                      <a:pt x="422" y="321"/>
                    </a:lnTo>
                    <a:lnTo>
                      <a:pt x="425" y="320"/>
                    </a:lnTo>
                    <a:lnTo>
                      <a:pt x="428" y="320"/>
                    </a:lnTo>
                    <a:lnTo>
                      <a:pt x="431" y="318"/>
                    </a:lnTo>
                    <a:lnTo>
                      <a:pt x="435" y="318"/>
                    </a:lnTo>
                    <a:lnTo>
                      <a:pt x="439" y="316"/>
                    </a:lnTo>
                    <a:lnTo>
                      <a:pt x="442" y="314"/>
                    </a:lnTo>
                    <a:lnTo>
                      <a:pt x="446" y="312"/>
                    </a:lnTo>
                    <a:lnTo>
                      <a:pt x="450" y="310"/>
                    </a:lnTo>
                    <a:lnTo>
                      <a:pt x="454" y="308"/>
                    </a:lnTo>
                    <a:lnTo>
                      <a:pt x="457" y="307"/>
                    </a:lnTo>
                    <a:lnTo>
                      <a:pt x="461" y="306"/>
                    </a:lnTo>
                    <a:lnTo>
                      <a:pt x="464" y="306"/>
                    </a:lnTo>
                    <a:lnTo>
                      <a:pt x="468" y="306"/>
                    </a:lnTo>
                    <a:lnTo>
                      <a:pt x="478" y="299"/>
                    </a:lnTo>
                    <a:lnTo>
                      <a:pt x="487" y="293"/>
                    </a:lnTo>
                    <a:lnTo>
                      <a:pt x="498" y="286"/>
                    </a:lnTo>
                    <a:lnTo>
                      <a:pt x="507" y="279"/>
                    </a:lnTo>
                    <a:lnTo>
                      <a:pt x="508" y="279"/>
                    </a:lnTo>
                    <a:lnTo>
                      <a:pt x="510" y="278"/>
                    </a:lnTo>
                    <a:lnTo>
                      <a:pt x="511" y="278"/>
                    </a:lnTo>
                    <a:lnTo>
                      <a:pt x="514" y="278"/>
                    </a:lnTo>
                    <a:lnTo>
                      <a:pt x="519" y="278"/>
                    </a:lnTo>
                    <a:lnTo>
                      <a:pt x="523" y="278"/>
                    </a:lnTo>
                    <a:lnTo>
                      <a:pt x="534" y="279"/>
                    </a:lnTo>
                    <a:lnTo>
                      <a:pt x="543" y="279"/>
                    </a:lnTo>
                    <a:lnTo>
                      <a:pt x="543" y="281"/>
                    </a:lnTo>
                    <a:lnTo>
                      <a:pt x="544" y="282"/>
                    </a:lnTo>
                    <a:lnTo>
                      <a:pt x="546" y="283"/>
                    </a:lnTo>
                    <a:lnTo>
                      <a:pt x="547" y="285"/>
                    </a:lnTo>
                    <a:lnTo>
                      <a:pt x="551" y="287"/>
                    </a:lnTo>
                    <a:lnTo>
                      <a:pt x="554" y="289"/>
                    </a:lnTo>
                    <a:lnTo>
                      <a:pt x="554" y="292"/>
                    </a:lnTo>
                    <a:lnTo>
                      <a:pt x="554" y="296"/>
                    </a:lnTo>
                    <a:lnTo>
                      <a:pt x="550" y="298"/>
                    </a:lnTo>
                    <a:lnTo>
                      <a:pt x="546" y="302"/>
                    </a:lnTo>
                    <a:lnTo>
                      <a:pt x="542" y="305"/>
                    </a:lnTo>
                    <a:lnTo>
                      <a:pt x="538" y="308"/>
                    </a:lnTo>
                    <a:lnTo>
                      <a:pt x="533" y="309"/>
                    </a:lnTo>
                    <a:lnTo>
                      <a:pt x="528" y="310"/>
                    </a:lnTo>
                    <a:lnTo>
                      <a:pt x="524" y="311"/>
                    </a:lnTo>
                    <a:lnTo>
                      <a:pt x="519" y="312"/>
                    </a:lnTo>
                    <a:lnTo>
                      <a:pt x="516" y="314"/>
                    </a:lnTo>
                    <a:lnTo>
                      <a:pt x="513" y="315"/>
                    </a:lnTo>
                    <a:lnTo>
                      <a:pt x="511" y="318"/>
                    </a:lnTo>
                    <a:lnTo>
                      <a:pt x="508" y="319"/>
                    </a:lnTo>
                    <a:lnTo>
                      <a:pt x="504" y="319"/>
                    </a:lnTo>
                    <a:lnTo>
                      <a:pt x="501" y="319"/>
                    </a:lnTo>
                    <a:lnTo>
                      <a:pt x="495" y="322"/>
                    </a:lnTo>
                    <a:lnTo>
                      <a:pt x="488" y="324"/>
                    </a:lnTo>
                    <a:lnTo>
                      <a:pt x="481" y="327"/>
                    </a:lnTo>
                    <a:lnTo>
                      <a:pt x="475" y="329"/>
                    </a:lnTo>
                    <a:lnTo>
                      <a:pt x="472" y="329"/>
                    </a:lnTo>
                    <a:lnTo>
                      <a:pt x="470" y="329"/>
                    </a:lnTo>
                    <a:lnTo>
                      <a:pt x="467" y="329"/>
                    </a:lnTo>
                    <a:lnTo>
                      <a:pt x="464" y="329"/>
                    </a:lnTo>
                    <a:lnTo>
                      <a:pt x="454" y="334"/>
                    </a:lnTo>
                    <a:lnTo>
                      <a:pt x="443" y="341"/>
                    </a:lnTo>
                    <a:lnTo>
                      <a:pt x="431" y="346"/>
                    </a:lnTo>
                    <a:lnTo>
                      <a:pt x="420" y="351"/>
                    </a:lnTo>
                    <a:lnTo>
                      <a:pt x="411" y="354"/>
                    </a:lnTo>
                    <a:lnTo>
                      <a:pt x="402" y="357"/>
                    </a:lnTo>
                    <a:lnTo>
                      <a:pt x="392" y="359"/>
                    </a:lnTo>
                    <a:lnTo>
                      <a:pt x="383" y="362"/>
                    </a:lnTo>
                    <a:lnTo>
                      <a:pt x="378" y="363"/>
                    </a:lnTo>
                    <a:lnTo>
                      <a:pt x="374" y="365"/>
                    </a:lnTo>
                    <a:lnTo>
                      <a:pt x="370" y="367"/>
                    </a:lnTo>
                    <a:lnTo>
                      <a:pt x="365" y="368"/>
                    </a:lnTo>
                    <a:lnTo>
                      <a:pt x="362" y="371"/>
                    </a:lnTo>
                    <a:lnTo>
                      <a:pt x="358" y="373"/>
                    </a:lnTo>
                    <a:lnTo>
                      <a:pt x="355" y="375"/>
                    </a:lnTo>
                    <a:lnTo>
                      <a:pt x="352" y="379"/>
                    </a:lnTo>
                    <a:lnTo>
                      <a:pt x="351" y="382"/>
                    </a:lnTo>
                    <a:lnTo>
                      <a:pt x="349" y="385"/>
                    </a:lnTo>
                    <a:lnTo>
                      <a:pt x="347" y="390"/>
                    </a:lnTo>
                    <a:lnTo>
                      <a:pt x="346" y="395"/>
                    </a:lnTo>
                    <a:lnTo>
                      <a:pt x="344" y="405"/>
                    </a:lnTo>
                    <a:lnTo>
                      <a:pt x="343" y="416"/>
                    </a:lnTo>
                    <a:lnTo>
                      <a:pt x="343" y="427"/>
                    </a:lnTo>
                    <a:lnTo>
                      <a:pt x="341" y="439"/>
                    </a:lnTo>
                    <a:lnTo>
                      <a:pt x="340" y="444"/>
                    </a:lnTo>
                    <a:lnTo>
                      <a:pt x="339" y="449"/>
                    </a:lnTo>
                    <a:lnTo>
                      <a:pt x="339" y="453"/>
                    </a:lnTo>
                    <a:lnTo>
                      <a:pt x="337" y="457"/>
                    </a:lnTo>
                    <a:lnTo>
                      <a:pt x="337" y="461"/>
                    </a:lnTo>
                    <a:lnTo>
                      <a:pt x="337" y="465"/>
                    </a:lnTo>
                    <a:lnTo>
                      <a:pt x="337" y="469"/>
                    </a:lnTo>
                    <a:lnTo>
                      <a:pt x="336" y="473"/>
                    </a:lnTo>
                    <a:lnTo>
                      <a:pt x="339" y="476"/>
                    </a:lnTo>
                    <a:lnTo>
                      <a:pt x="340" y="479"/>
                    </a:lnTo>
                    <a:lnTo>
                      <a:pt x="346" y="479"/>
                    </a:lnTo>
                    <a:lnTo>
                      <a:pt x="353" y="479"/>
                    </a:lnTo>
                    <a:lnTo>
                      <a:pt x="362" y="477"/>
                    </a:lnTo>
                    <a:lnTo>
                      <a:pt x="371" y="476"/>
                    </a:lnTo>
                    <a:lnTo>
                      <a:pt x="379" y="475"/>
                    </a:lnTo>
                    <a:lnTo>
                      <a:pt x="387" y="475"/>
                    </a:lnTo>
                    <a:lnTo>
                      <a:pt x="390" y="475"/>
                    </a:lnTo>
                    <a:lnTo>
                      <a:pt x="393" y="475"/>
                    </a:lnTo>
                    <a:lnTo>
                      <a:pt x="395" y="476"/>
                    </a:lnTo>
                    <a:lnTo>
                      <a:pt x="397" y="477"/>
                    </a:lnTo>
                    <a:lnTo>
                      <a:pt x="401" y="480"/>
                    </a:lnTo>
                    <a:lnTo>
                      <a:pt x="405" y="483"/>
                    </a:lnTo>
                    <a:lnTo>
                      <a:pt x="410" y="487"/>
                    </a:lnTo>
                    <a:lnTo>
                      <a:pt x="415" y="490"/>
                    </a:lnTo>
                    <a:lnTo>
                      <a:pt x="415" y="493"/>
                    </a:lnTo>
                    <a:lnTo>
                      <a:pt x="415" y="495"/>
                    </a:lnTo>
                    <a:lnTo>
                      <a:pt x="415" y="497"/>
                    </a:lnTo>
                    <a:lnTo>
                      <a:pt x="414" y="499"/>
                    </a:lnTo>
                    <a:lnTo>
                      <a:pt x="413" y="502"/>
                    </a:lnTo>
                    <a:lnTo>
                      <a:pt x="412" y="503"/>
                    </a:lnTo>
                    <a:lnTo>
                      <a:pt x="411" y="506"/>
                    </a:lnTo>
                    <a:lnTo>
                      <a:pt x="410" y="507"/>
                    </a:lnTo>
                    <a:lnTo>
                      <a:pt x="407" y="511"/>
                    </a:lnTo>
                    <a:lnTo>
                      <a:pt x="404" y="513"/>
                    </a:lnTo>
                    <a:lnTo>
                      <a:pt x="401" y="516"/>
                    </a:lnTo>
                    <a:lnTo>
                      <a:pt x="397" y="519"/>
                    </a:lnTo>
                    <a:lnTo>
                      <a:pt x="381" y="527"/>
                    </a:lnTo>
                    <a:lnTo>
                      <a:pt x="367" y="535"/>
                    </a:lnTo>
                    <a:lnTo>
                      <a:pt x="361" y="535"/>
                    </a:lnTo>
                    <a:lnTo>
                      <a:pt x="357" y="535"/>
                    </a:lnTo>
                    <a:lnTo>
                      <a:pt x="351" y="538"/>
                    </a:lnTo>
                    <a:lnTo>
                      <a:pt x="345" y="541"/>
                    </a:lnTo>
                    <a:lnTo>
                      <a:pt x="342" y="543"/>
                    </a:lnTo>
                    <a:lnTo>
                      <a:pt x="339" y="544"/>
                    </a:lnTo>
                    <a:lnTo>
                      <a:pt x="337" y="547"/>
                    </a:lnTo>
                    <a:lnTo>
                      <a:pt x="335" y="549"/>
                    </a:lnTo>
                    <a:lnTo>
                      <a:pt x="334" y="551"/>
                    </a:lnTo>
                    <a:lnTo>
                      <a:pt x="334" y="553"/>
                    </a:lnTo>
                    <a:lnTo>
                      <a:pt x="333" y="555"/>
                    </a:lnTo>
                    <a:lnTo>
                      <a:pt x="334" y="557"/>
                    </a:lnTo>
                    <a:lnTo>
                      <a:pt x="335" y="561"/>
                    </a:lnTo>
                    <a:lnTo>
                      <a:pt x="335" y="566"/>
                    </a:lnTo>
                    <a:lnTo>
                      <a:pt x="337" y="571"/>
                    </a:lnTo>
                    <a:lnTo>
                      <a:pt x="337" y="575"/>
                    </a:lnTo>
                    <a:lnTo>
                      <a:pt x="337" y="578"/>
                    </a:lnTo>
                    <a:lnTo>
                      <a:pt x="337" y="581"/>
                    </a:lnTo>
                    <a:lnTo>
                      <a:pt x="337" y="583"/>
                    </a:lnTo>
                    <a:lnTo>
                      <a:pt x="336" y="586"/>
                    </a:lnTo>
                    <a:lnTo>
                      <a:pt x="335" y="589"/>
                    </a:lnTo>
                    <a:lnTo>
                      <a:pt x="335" y="591"/>
                    </a:lnTo>
                    <a:lnTo>
                      <a:pt x="335" y="595"/>
                    </a:lnTo>
                    <a:lnTo>
                      <a:pt x="335" y="597"/>
                    </a:lnTo>
                    <a:lnTo>
                      <a:pt x="335" y="603"/>
                    </a:lnTo>
                    <a:lnTo>
                      <a:pt x="335" y="609"/>
                    </a:lnTo>
                    <a:lnTo>
                      <a:pt x="338" y="621"/>
                    </a:lnTo>
                    <a:lnTo>
                      <a:pt x="340" y="631"/>
                    </a:lnTo>
                    <a:lnTo>
                      <a:pt x="341" y="635"/>
                    </a:lnTo>
                    <a:lnTo>
                      <a:pt x="342" y="641"/>
                    </a:lnTo>
                    <a:lnTo>
                      <a:pt x="343" y="648"/>
                    </a:lnTo>
                    <a:lnTo>
                      <a:pt x="343" y="655"/>
                    </a:lnTo>
                    <a:lnTo>
                      <a:pt x="343" y="671"/>
                    </a:lnTo>
                    <a:lnTo>
                      <a:pt x="343" y="680"/>
                    </a:lnTo>
                    <a:lnTo>
                      <a:pt x="342" y="683"/>
                    </a:lnTo>
                    <a:lnTo>
                      <a:pt x="342" y="687"/>
                    </a:lnTo>
                    <a:lnTo>
                      <a:pt x="341" y="690"/>
                    </a:lnTo>
                    <a:lnTo>
                      <a:pt x="340" y="693"/>
                    </a:lnTo>
                    <a:lnTo>
                      <a:pt x="343" y="699"/>
                    </a:lnTo>
                    <a:lnTo>
                      <a:pt x="343" y="704"/>
                    </a:lnTo>
                    <a:lnTo>
                      <a:pt x="344" y="707"/>
                    </a:lnTo>
                    <a:lnTo>
                      <a:pt x="344" y="710"/>
                    </a:lnTo>
                    <a:lnTo>
                      <a:pt x="343" y="713"/>
                    </a:lnTo>
                    <a:lnTo>
                      <a:pt x="343" y="716"/>
                    </a:lnTo>
                    <a:lnTo>
                      <a:pt x="342" y="721"/>
                    </a:lnTo>
                    <a:lnTo>
                      <a:pt x="342" y="726"/>
                    </a:lnTo>
                    <a:lnTo>
                      <a:pt x="342" y="730"/>
                    </a:lnTo>
                    <a:lnTo>
                      <a:pt x="342" y="735"/>
                    </a:lnTo>
                    <a:lnTo>
                      <a:pt x="342" y="743"/>
                    </a:lnTo>
                    <a:lnTo>
                      <a:pt x="342" y="750"/>
                    </a:lnTo>
                    <a:lnTo>
                      <a:pt x="341" y="753"/>
                    </a:lnTo>
                    <a:lnTo>
                      <a:pt x="340" y="755"/>
                    </a:lnTo>
                    <a:lnTo>
                      <a:pt x="339" y="757"/>
                    </a:lnTo>
                    <a:lnTo>
                      <a:pt x="339" y="758"/>
                    </a:lnTo>
                    <a:lnTo>
                      <a:pt x="338" y="759"/>
                    </a:lnTo>
                    <a:lnTo>
                      <a:pt x="337" y="759"/>
                    </a:lnTo>
                    <a:lnTo>
                      <a:pt x="335" y="760"/>
                    </a:lnTo>
                    <a:lnTo>
                      <a:pt x="334" y="761"/>
                    </a:lnTo>
                    <a:lnTo>
                      <a:pt x="332" y="762"/>
                    </a:lnTo>
                    <a:lnTo>
                      <a:pt x="330" y="762"/>
                    </a:lnTo>
                    <a:lnTo>
                      <a:pt x="326" y="763"/>
                    </a:lnTo>
                    <a:lnTo>
                      <a:pt x="319" y="763"/>
                    </a:lnTo>
                    <a:lnTo>
                      <a:pt x="315" y="757"/>
                    </a:lnTo>
                    <a:lnTo>
                      <a:pt x="312" y="751"/>
                    </a:lnTo>
                    <a:lnTo>
                      <a:pt x="309" y="744"/>
                    </a:lnTo>
                    <a:lnTo>
                      <a:pt x="306" y="736"/>
                    </a:lnTo>
                    <a:lnTo>
                      <a:pt x="302" y="736"/>
                    </a:lnTo>
                    <a:lnTo>
                      <a:pt x="299" y="736"/>
                    </a:lnTo>
                    <a:lnTo>
                      <a:pt x="296" y="737"/>
                    </a:lnTo>
                    <a:lnTo>
                      <a:pt x="292" y="737"/>
                    </a:lnTo>
                    <a:lnTo>
                      <a:pt x="290" y="734"/>
                    </a:lnTo>
                    <a:lnTo>
                      <a:pt x="290" y="730"/>
                    </a:lnTo>
                    <a:lnTo>
                      <a:pt x="288" y="726"/>
                    </a:lnTo>
                    <a:lnTo>
                      <a:pt x="287" y="723"/>
                    </a:lnTo>
                    <a:lnTo>
                      <a:pt x="281" y="716"/>
                    </a:lnTo>
                    <a:lnTo>
                      <a:pt x="276" y="711"/>
                    </a:lnTo>
                    <a:lnTo>
                      <a:pt x="275" y="709"/>
                    </a:lnTo>
                    <a:lnTo>
                      <a:pt x="274" y="707"/>
                    </a:lnTo>
                    <a:lnTo>
                      <a:pt x="274" y="705"/>
                    </a:lnTo>
                    <a:lnTo>
                      <a:pt x="273" y="703"/>
                    </a:lnTo>
                    <a:lnTo>
                      <a:pt x="272" y="700"/>
                    </a:lnTo>
                    <a:lnTo>
                      <a:pt x="272" y="697"/>
                    </a:lnTo>
                    <a:lnTo>
                      <a:pt x="272" y="694"/>
                    </a:lnTo>
                    <a:lnTo>
                      <a:pt x="271" y="690"/>
                    </a:lnTo>
                    <a:lnTo>
                      <a:pt x="275" y="688"/>
                    </a:lnTo>
                    <a:lnTo>
                      <a:pt x="278" y="686"/>
                    </a:lnTo>
                    <a:lnTo>
                      <a:pt x="281" y="684"/>
                    </a:lnTo>
                    <a:lnTo>
                      <a:pt x="283" y="682"/>
                    </a:lnTo>
                    <a:lnTo>
                      <a:pt x="286" y="679"/>
                    </a:lnTo>
                    <a:lnTo>
                      <a:pt x="288" y="676"/>
                    </a:lnTo>
                    <a:lnTo>
                      <a:pt x="290" y="673"/>
                    </a:lnTo>
                    <a:lnTo>
                      <a:pt x="292" y="670"/>
                    </a:lnTo>
                    <a:lnTo>
                      <a:pt x="294" y="667"/>
                    </a:lnTo>
                    <a:lnTo>
                      <a:pt x="295" y="663"/>
                    </a:lnTo>
                    <a:lnTo>
                      <a:pt x="296" y="659"/>
                    </a:lnTo>
                    <a:lnTo>
                      <a:pt x="298" y="656"/>
                    </a:lnTo>
                    <a:lnTo>
                      <a:pt x="299" y="648"/>
                    </a:lnTo>
                    <a:lnTo>
                      <a:pt x="301" y="640"/>
                    </a:lnTo>
                    <a:lnTo>
                      <a:pt x="302" y="632"/>
                    </a:lnTo>
                    <a:lnTo>
                      <a:pt x="302" y="623"/>
                    </a:lnTo>
                    <a:lnTo>
                      <a:pt x="302" y="615"/>
                    </a:lnTo>
                    <a:lnTo>
                      <a:pt x="302" y="606"/>
                    </a:lnTo>
                    <a:lnTo>
                      <a:pt x="301" y="589"/>
                    </a:lnTo>
                    <a:lnTo>
                      <a:pt x="299" y="572"/>
                    </a:lnTo>
                    <a:lnTo>
                      <a:pt x="298" y="571"/>
                    </a:lnTo>
                    <a:lnTo>
                      <a:pt x="296" y="571"/>
                    </a:lnTo>
                    <a:lnTo>
                      <a:pt x="295" y="571"/>
                    </a:lnTo>
                    <a:lnTo>
                      <a:pt x="292" y="570"/>
                    </a:lnTo>
                    <a:lnTo>
                      <a:pt x="290" y="569"/>
                    </a:lnTo>
                    <a:lnTo>
                      <a:pt x="289" y="569"/>
                    </a:lnTo>
                    <a:lnTo>
                      <a:pt x="287" y="569"/>
                    </a:lnTo>
                    <a:lnTo>
                      <a:pt x="286" y="569"/>
                    </a:lnTo>
                    <a:lnTo>
                      <a:pt x="283" y="569"/>
                    </a:lnTo>
                    <a:lnTo>
                      <a:pt x="282" y="569"/>
                    </a:lnTo>
                    <a:lnTo>
                      <a:pt x="280" y="570"/>
                    </a:lnTo>
                    <a:lnTo>
                      <a:pt x="278" y="571"/>
                    </a:lnTo>
                    <a:lnTo>
                      <a:pt x="274" y="572"/>
                    </a:lnTo>
                    <a:lnTo>
                      <a:pt x="270" y="575"/>
                    </a:lnTo>
                    <a:lnTo>
                      <a:pt x="266" y="578"/>
                    </a:lnTo>
                    <a:lnTo>
                      <a:pt x="262" y="581"/>
                    </a:lnTo>
                    <a:lnTo>
                      <a:pt x="259" y="584"/>
                    </a:lnTo>
                    <a:lnTo>
                      <a:pt x="256" y="588"/>
                    </a:lnTo>
                    <a:lnTo>
                      <a:pt x="253" y="591"/>
                    </a:lnTo>
                    <a:lnTo>
                      <a:pt x="250" y="595"/>
                    </a:lnTo>
                    <a:lnTo>
                      <a:pt x="247" y="599"/>
                    </a:lnTo>
                    <a:lnTo>
                      <a:pt x="246" y="602"/>
                    </a:lnTo>
                    <a:lnTo>
                      <a:pt x="244" y="604"/>
                    </a:lnTo>
                    <a:lnTo>
                      <a:pt x="243" y="607"/>
                    </a:lnTo>
                    <a:lnTo>
                      <a:pt x="238" y="607"/>
                    </a:lnTo>
                    <a:lnTo>
                      <a:pt x="234" y="607"/>
                    </a:lnTo>
                    <a:lnTo>
                      <a:pt x="229" y="607"/>
                    </a:lnTo>
                    <a:lnTo>
                      <a:pt x="225" y="607"/>
                    </a:lnTo>
                    <a:lnTo>
                      <a:pt x="216" y="606"/>
                    </a:lnTo>
                    <a:lnTo>
                      <a:pt x="206" y="605"/>
                    </a:lnTo>
                    <a:lnTo>
                      <a:pt x="206" y="602"/>
                    </a:lnTo>
                    <a:lnTo>
                      <a:pt x="204" y="599"/>
                    </a:lnTo>
                    <a:lnTo>
                      <a:pt x="202" y="597"/>
                    </a:lnTo>
                    <a:lnTo>
                      <a:pt x="200" y="595"/>
                    </a:lnTo>
                    <a:lnTo>
                      <a:pt x="196" y="591"/>
                    </a:lnTo>
                    <a:lnTo>
                      <a:pt x="192" y="587"/>
                    </a:lnTo>
                    <a:lnTo>
                      <a:pt x="192" y="583"/>
                    </a:lnTo>
                    <a:lnTo>
                      <a:pt x="193" y="579"/>
                    </a:lnTo>
                    <a:lnTo>
                      <a:pt x="194" y="575"/>
                    </a:lnTo>
                    <a:lnTo>
                      <a:pt x="194" y="571"/>
                    </a:lnTo>
                    <a:lnTo>
                      <a:pt x="196" y="568"/>
                    </a:lnTo>
                    <a:lnTo>
                      <a:pt x="198" y="565"/>
                    </a:lnTo>
                    <a:lnTo>
                      <a:pt x="200" y="562"/>
                    </a:lnTo>
                    <a:lnTo>
                      <a:pt x="202" y="559"/>
                    </a:lnTo>
                    <a:lnTo>
                      <a:pt x="205" y="556"/>
                    </a:lnTo>
                    <a:lnTo>
                      <a:pt x="207" y="554"/>
                    </a:lnTo>
                    <a:lnTo>
                      <a:pt x="210" y="551"/>
                    </a:lnTo>
                    <a:lnTo>
                      <a:pt x="214" y="548"/>
                    </a:lnTo>
                    <a:lnTo>
                      <a:pt x="220" y="544"/>
                    </a:lnTo>
                    <a:lnTo>
                      <a:pt x="226" y="539"/>
                    </a:lnTo>
                    <a:lnTo>
                      <a:pt x="234" y="535"/>
                    </a:lnTo>
                    <a:lnTo>
                      <a:pt x="242" y="532"/>
                    </a:lnTo>
                    <a:lnTo>
                      <a:pt x="249" y="529"/>
                    </a:lnTo>
                    <a:lnTo>
                      <a:pt x="257" y="526"/>
                    </a:lnTo>
                    <a:lnTo>
                      <a:pt x="264" y="522"/>
                    </a:lnTo>
                    <a:lnTo>
                      <a:pt x="270" y="519"/>
                    </a:lnTo>
                    <a:lnTo>
                      <a:pt x="277" y="515"/>
                    </a:lnTo>
                    <a:lnTo>
                      <a:pt x="282" y="511"/>
                    </a:lnTo>
                    <a:lnTo>
                      <a:pt x="286" y="509"/>
                    </a:lnTo>
                    <a:lnTo>
                      <a:pt x="290" y="507"/>
                    </a:lnTo>
                    <a:lnTo>
                      <a:pt x="294" y="507"/>
                    </a:lnTo>
                    <a:lnTo>
                      <a:pt x="297" y="506"/>
                    </a:lnTo>
                    <a:lnTo>
                      <a:pt x="300" y="503"/>
                    </a:lnTo>
                    <a:lnTo>
                      <a:pt x="303" y="502"/>
                    </a:lnTo>
                    <a:lnTo>
                      <a:pt x="304" y="501"/>
                    </a:lnTo>
                    <a:lnTo>
                      <a:pt x="306" y="499"/>
                    </a:lnTo>
                    <a:lnTo>
                      <a:pt x="306" y="498"/>
                    </a:lnTo>
                    <a:lnTo>
                      <a:pt x="308" y="495"/>
                    </a:lnTo>
                    <a:lnTo>
                      <a:pt x="307" y="491"/>
                    </a:lnTo>
                    <a:lnTo>
                      <a:pt x="307" y="485"/>
                    </a:lnTo>
                    <a:lnTo>
                      <a:pt x="307" y="479"/>
                    </a:lnTo>
                    <a:lnTo>
                      <a:pt x="307" y="475"/>
                    </a:lnTo>
                    <a:lnTo>
                      <a:pt x="309" y="465"/>
                    </a:lnTo>
                    <a:lnTo>
                      <a:pt x="310" y="453"/>
                    </a:lnTo>
                    <a:lnTo>
                      <a:pt x="312" y="447"/>
                    </a:lnTo>
                    <a:lnTo>
                      <a:pt x="312" y="439"/>
                    </a:lnTo>
                    <a:lnTo>
                      <a:pt x="313" y="433"/>
                    </a:lnTo>
                    <a:lnTo>
                      <a:pt x="314" y="426"/>
                    </a:lnTo>
                    <a:lnTo>
                      <a:pt x="314" y="419"/>
                    </a:lnTo>
                    <a:lnTo>
                      <a:pt x="314" y="413"/>
                    </a:lnTo>
                    <a:lnTo>
                      <a:pt x="313" y="407"/>
                    </a:lnTo>
                    <a:lnTo>
                      <a:pt x="312" y="403"/>
                    </a:lnTo>
                    <a:lnTo>
                      <a:pt x="311" y="400"/>
                    </a:lnTo>
                    <a:lnTo>
                      <a:pt x="310" y="398"/>
                    </a:lnTo>
                    <a:lnTo>
                      <a:pt x="309" y="396"/>
                    </a:lnTo>
                    <a:lnTo>
                      <a:pt x="308" y="395"/>
                    </a:lnTo>
                    <a:lnTo>
                      <a:pt x="307" y="394"/>
                    </a:lnTo>
                    <a:lnTo>
                      <a:pt x="305" y="392"/>
                    </a:lnTo>
                    <a:lnTo>
                      <a:pt x="304" y="392"/>
                    </a:lnTo>
                    <a:lnTo>
                      <a:pt x="302" y="391"/>
                    </a:lnTo>
                    <a:lnTo>
                      <a:pt x="301" y="392"/>
                    </a:lnTo>
                    <a:lnTo>
                      <a:pt x="299" y="393"/>
                    </a:lnTo>
                    <a:lnTo>
                      <a:pt x="298" y="393"/>
                    </a:lnTo>
                    <a:lnTo>
                      <a:pt x="296" y="393"/>
                    </a:lnTo>
                    <a:lnTo>
                      <a:pt x="294" y="393"/>
                    </a:lnTo>
                    <a:lnTo>
                      <a:pt x="293" y="393"/>
                    </a:lnTo>
                    <a:lnTo>
                      <a:pt x="291" y="393"/>
                    </a:lnTo>
                    <a:lnTo>
                      <a:pt x="290" y="394"/>
                    </a:lnTo>
                    <a:lnTo>
                      <a:pt x="283" y="398"/>
                    </a:lnTo>
                    <a:lnTo>
                      <a:pt x="278" y="402"/>
                    </a:lnTo>
                    <a:lnTo>
                      <a:pt x="272" y="406"/>
                    </a:lnTo>
                    <a:lnTo>
                      <a:pt x="266" y="410"/>
                    </a:lnTo>
                    <a:lnTo>
                      <a:pt x="262" y="410"/>
                    </a:lnTo>
                    <a:lnTo>
                      <a:pt x="257" y="410"/>
                    </a:lnTo>
                    <a:lnTo>
                      <a:pt x="255" y="411"/>
                    </a:lnTo>
                    <a:lnTo>
                      <a:pt x="254" y="411"/>
                    </a:lnTo>
                    <a:lnTo>
                      <a:pt x="253" y="413"/>
                    </a:lnTo>
                    <a:lnTo>
                      <a:pt x="252" y="415"/>
                    </a:lnTo>
                    <a:lnTo>
                      <a:pt x="250" y="417"/>
                    </a:lnTo>
                    <a:lnTo>
                      <a:pt x="248" y="419"/>
                    </a:lnTo>
                    <a:lnTo>
                      <a:pt x="246" y="420"/>
                    </a:lnTo>
                    <a:lnTo>
                      <a:pt x="244" y="422"/>
                    </a:lnTo>
                    <a:lnTo>
                      <a:pt x="242" y="423"/>
                    </a:lnTo>
                    <a:lnTo>
                      <a:pt x="239" y="423"/>
                    </a:lnTo>
                    <a:lnTo>
                      <a:pt x="237" y="424"/>
                    </a:lnTo>
                    <a:lnTo>
                      <a:pt x="234" y="424"/>
                    </a:lnTo>
                    <a:lnTo>
                      <a:pt x="232" y="426"/>
                    </a:lnTo>
                    <a:lnTo>
                      <a:pt x="230" y="427"/>
                    </a:lnTo>
                    <a:lnTo>
                      <a:pt x="227" y="430"/>
                    </a:lnTo>
                    <a:lnTo>
                      <a:pt x="225" y="433"/>
                    </a:lnTo>
                    <a:lnTo>
                      <a:pt x="222" y="435"/>
                    </a:lnTo>
                    <a:lnTo>
                      <a:pt x="218" y="435"/>
                    </a:lnTo>
                    <a:lnTo>
                      <a:pt x="216" y="435"/>
                    </a:lnTo>
                    <a:lnTo>
                      <a:pt x="214" y="436"/>
                    </a:lnTo>
                    <a:lnTo>
                      <a:pt x="213" y="437"/>
                    </a:lnTo>
                    <a:lnTo>
                      <a:pt x="211" y="437"/>
                    </a:lnTo>
                    <a:lnTo>
                      <a:pt x="202" y="444"/>
                    </a:lnTo>
                    <a:lnTo>
                      <a:pt x="192" y="452"/>
                    </a:lnTo>
                    <a:lnTo>
                      <a:pt x="183" y="460"/>
                    </a:lnTo>
                    <a:lnTo>
                      <a:pt x="174" y="468"/>
                    </a:lnTo>
                    <a:lnTo>
                      <a:pt x="171" y="468"/>
                    </a:lnTo>
                    <a:lnTo>
                      <a:pt x="169" y="468"/>
                    </a:lnTo>
                    <a:lnTo>
                      <a:pt x="163" y="472"/>
                    </a:lnTo>
                    <a:lnTo>
                      <a:pt x="155" y="479"/>
                    </a:lnTo>
                    <a:lnTo>
                      <a:pt x="146" y="486"/>
                    </a:lnTo>
                    <a:lnTo>
                      <a:pt x="141" y="491"/>
                    </a:lnTo>
                    <a:lnTo>
                      <a:pt x="140" y="492"/>
                    </a:lnTo>
                    <a:lnTo>
                      <a:pt x="139" y="494"/>
                    </a:lnTo>
                    <a:lnTo>
                      <a:pt x="138" y="496"/>
                    </a:lnTo>
                    <a:lnTo>
                      <a:pt x="138" y="498"/>
                    </a:lnTo>
                    <a:lnTo>
                      <a:pt x="137" y="500"/>
                    </a:lnTo>
                    <a:lnTo>
                      <a:pt x="136" y="502"/>
                    </a:lnTo>
                    <a:lnTo>
                      <a:pt x="136" y="504"/>
                    </a:lnTo>
                    <a:lnTo>
                      <a:pt x="134" y="506"/>
                    </a:lnTo>
                    <a:lnTo>
                      <a:pt x="131" y="511"/>
                    </a:lnTo>
                    <a:lnTo>
                      <a:pt x="127" y="515"/>
                    </a:lnTo>
                    <a:lnTo>
                      <a:pt x="124" y="519"/>
                    </a:lnTo>
                    <a:lnTo>
                      <a:pt x="120" y="524"/>
                    </a:lnTo>
                    <a:lnTo>
                      <a:pt x="116" y="528"/>
                    </a:lnTo>
                    <a:lnTo>
                      <a:pt x="111" y="531"/>
                    </a:lnTo>
                    <a:lnTo>
                      <a:pt x="106" y="535"/>
                    </a:lnTo>
                    <a:lnTo>
                      <a:pt x="102" y="539"/>
                    </a:lnTo>
                    <a:lnTo>
                      <a:pt x="99" y="541"/>
                    </a:lnTo>
                    <a:lnTo>
                      <a:pt x="96" y="543"/>
                    </a:lnTo>
                    <a:lnTo>
                      <a:pt x="93" y="543"/>
                    </a:lnTo>
                    <a:lnTo>
                      <a:pt x="90" y="544"/>
                    </a:lnTo>
                    <a:lnTo>
                      <a:pt x="82" y="546"/>
                    </a:lnTo>
                    <a:lnTo>
                      <a:pt x="75" y="547"/>
                    </a:lnTo>
                    <a:lnTo>
                      <a:pt x="67" y="547"/>
                    </a:lnTo>
                    <a:lnTo>
                      <a:pt x="60" y="548"/>
                    </a:lnTo>
                    <a:lnTo>
                      <a:pt x="58" y="549"/>
                    </a:lnTo>
                    <a:lnTo>
                      <a:pt x="54" y="550"/>
                    </a:lnTo>
                    <a:lnTo>
                      <a:pt x="52" y="551"/>
                    </a:lnTo>
                    <a:lnTo>
                      <a:pt x="50" y="552"/>
                    </a:lnTo>
                    <a:lnTo>
                      <a:pt x="50" y="555"/>
                    </a:lnTo>
                    <a:lnTo>
                      <a:pt x="49" y="559"/>
                    </a:lnTo>
                    <a:lnTo>
                      <a:pt x="44" y="559"/>
                    </a:lnTo>
                    <a:lnTo>
                      <a:pt x="39" y="559"/>
                    </a:lnTo>
                    <a:lnTo>
                      <a:pt x="34" y="559"/>
                    </a:lnTo>
                    <a:lnTo>
                      <a:pt x="28" y="558"/>
                    </a:lnTo>
                    <a:lnTo>
                      <a:pt x="22" y="556"/>
                    </a:lnTo>
                    <a:lnTo>
                      <a:pt x="18" y="554"/>
                    </a:lnTo>
                    <a:lnTo>
                      <a:pt x="16" y="553"/>
                    </a:lnTo>
                    <a:lnTo>
                      <a:pt x="14" y="551"/>
                    </a:lnTo>
                    <a:lnTo>
                      <a:pt x="13" y="550"/>
                    </a:lnTo>
                    <a:lnTo>
                      <a:pt x="12" y="549"/>
                    </a:lnTo>
                    <a:lnTo>
                      <a:pt x="10" y="547"/>
                    </a:lnTo>
                    <a:lnTo>
                      <a:pt x="9" y="545"/>
                    </a:lnTo>
                    <a:lnTo>
                      <a:pt x="7" y="541"/>
                    </a:lnTo>
                    <a:lnTo>
                      <a:pt x="5" y="537"/>
                    </a:lnTo>
                    <a:lnTo>
                      <a:pt x="3" y="533"/>
                    </a:lnTo>
                    <a:lnTo>
                      <a:pt x="2" y="529"/>
                    </a:lnTo>
                    <a:lnTo>
                      <a:pt x="1" y="526"/>
                    </a:lnTo>
                    <a:lnTo>
                      <a:pt x="0" y="523"/>
                    </a:lnTo>
                    <a:lnTo>
                      <a:pt x="3" y="522"/>
                    </a:lnTo>
                    <a:lnTo>
                      <a:pt x="6" y="520"/>
                    </a:lnTo>
                    <a:lnTo>
                      <a:pt x="9" y="518"/>
                    </a:lnTo>
                    <a:lnTo>
                      <a:pt x="12" y="516"/>
                    </a:lnTo>
                    <a:lnTo>
                      <a:pt x="16" y="516"/>
                    </a:lnTo>
                    <a:lnTo>
                      <a:pt x="21" y="516"/>
                    </a:lnTo>
                    <a:lnTo>
                      <a:pt x="22" y="515"/>
                    </a:lnTo>
                    <a:lnTo>
                      <a:pt x="23" y="514"/>
                    </a:lnTo>
                    <a:lnTo>
                      <a:pt x="25" y="512"/>
                    </a:lnTo>
                    <a:lnTo>
                      <a:pt x="26" y="511"/>
                    </a:lnTo>
                    <a:lnTo>
                      <a:pt x="26" y="509"/>
                    </a:lnTo>
                    <a:lnTo>
                      <a:pt x="27" y="507"/>
                    </a:lnTo>
                    <a:lnTo>
                      <a:pt x="29" y="506"/>
                    </a:lnTo>
                    <a:lnTo>
                      <a:pt x="30" y="505"/>
                    </a:lnTo>
                    <a:lnTo>
                      <a:pt x="34" y="505"/>
                    </a:lnTo>
                    <a:lnTo>
                      <a:pt x="37" y="505"/>
                    </a:lnTo>
                    <a:lnTo>
                      <a:pt x="38" y="503"/>
                    </a:lnTo>
                    <a:lnTo>
                      <a:pt x="39" y="500"/>
                    </a:lnTo>
                    <a:lnTo>
                      <a:pt x="41" y="499"/>
                    </a:lnTo>
                    <a:lnTo>
                      <a:pt x="42" y="499"/>
                    </a:lnTo>
                    <a:lnTo>
                      <a:pt x="44" y="499"/>
                    </a:lnTo>
                    <a:lnTo>
                      <a:pt x="46" y="499"/>
                    </a:lnTo>
                    <a:lnTo>
                      <a:pt x="48" y="499"/>
                    </a:lnTo>
                    <a:lnTo>
                      <a:pt x="50" y="499"/>
                    </a:lnTo>
                    <a:lnTo>
                      <a:pt x="51" y="499"/>
                    </a:lnTo>
                    <a:lnTo>
                      <a:pt x="53" y="498"/>
                    </a:lnTo>
                    <a:lnTo>
                      <a:pt x="55" y="495"/>
                    </a:lnTo>
                    <a:lnTo>
                      <a:pt x="58" y="491"/>
                    </a:lnTo>
                    <a:lnTo>
                      <a:pt x="58" y="490"/>
                    </a:lnTo>
                    <a:lnTo>
                      <a:pt x="60" y="489"/>
                    </a:lnTo>
                    <a:lnTo>
                      <a:pt x="62" y="488"/>
                    </a:lnTo>
                    <a:lnTo>
                      <a:pt x="63" y="488"/>
                    </a:lnTo>
                    <a:lnTo>
                      <a:pt x="66" y="487"/>
                    </a:lnTo>
                    <a:lnTo>
                      <a:pt x="70" y="487"/>
                    </a:lnTo>
                    <a:lnTo>
                      <a:pt x="74" y="487"/>
                    </a:lnTo>
                    <a:lnTo>
                      <a:pt x="78" y="486"/>
                    </a:lnTo>
                    <a:lnTo>
                      <a:pt x="81" y="485"/>
                    </a:lnTo>
                    <a:lnTo>
                      <a:pt x="84" y="484"/>
                    </a:lnTo>
                    <a:lnTo>
                      <a:pt x="86" y="482"/>
                    </a:lnTo>
                    <a:lnTo>
                      <a:pt x="89" y="479"/>
                    </a:lnTo>
                    <a:lnTo>
                      <a:pt x="92" y="476"/>
                    </a:lnTo>
                    <a:lnTo>
                      <a:pt x="94" y="475"/>
                    </a:lnTo>
                    <a:lnTo>
                      <a:pt x="97" y="474"/>
                    </a:lnTo>
                    <a:lnTo>
                      <a:pt x="99" y="473"/>
                    </a:lnTo>
                    <a:lnTo>
                      <a:pt x="102" y="472"/>
                    </a:lnTo>
                    <a:lnTo>
                      <a:pt x="105" y="471"/>
                    </a:lnTo>
                    <a:lnTo>
                      <a:pt x="108" y="471"/>
                    </a:lnTo>
                    <a:lnTo>
                      <a:pt x="111" y="471"/>
                    </a:lnTo>
                    <a:lnTo>
                      <a:pt x="114" y="469"/>
                    </a:lnTo>
                    <a:lnTo>
                      <a:pt x="116" y="468"/>
                    </a:lnTo>
                    <a:lnTo>
                      <a:pt x="117" y="466"/>
                    </a:lnTo>
                    <a:lnTo>
                      <a:pt x="118" y="463"/>
                    </a:lnTo>
                    <a:lnTo>
                      <a:pt x="122" y="462"/>
                    </a:lnTo>
                    <a:lnTo>
                      <a:pt x="126" y="461"/>
                    </a:lnTo>
                    <a:lnTo>
                      <a:pt x="130" y="459"/>
                    </a:lnTo>
                    <a:lnTo>
                      <a:pt x="134" y="459"/>
                    </a:lnTo>
                    <a:lnTo>
                      <a:pt x="138" y="457"/>
                    </a:lnTo>
                    <a:lnTo>
                      <a:pt x="141" y="455"/>
                    </a:lnTo>
                    <a:lnTo>
                      <a:pt x="144" y="453"/>
                    </a:lnTo>
                    <a:lnTo>
                      <a:pt x="146" y="451"/>
                    </a:lnTo>
                    <a:lnTo>
                      <a:pt x="152" y="447"/>
                    </a:lnTo>
                    <a:lnTo>
                      <a:pt x="158" y="443"/>
                    </a:lnTo>
                    <a:lnTo>
                      <a:pt x="160" y="442"/>
                    </a:lnTo>
                    <a:lnTo>
                      <a:pt x="162" y="441"/>
                    </a:lnTo>
                    <a:lnTo>
                      <a:pt x="164" y="441"/>
                    </a:lnTo>
                    <a:lnTo>
                      <a:pt x="166" y="441"/>
                    </a:lnTo>
                    <a:lnTo>
                      <a:pt x="168" y="441"/>
                    </a:lnTo>
                    <a:lnTo>
                      <a:pt x="170" y="441"/>
                    </a:lnTo>
                    <a:lnTo>
                      <a:pt x="171" y="440"/>
                    </a:lnTo>
                    <a:lnTo>
                      <a:pt x="174" y="439"/>
                    </a:lnTo>
                    <a:lnTo>
                      <a:pt x="175" y="435"/>
                    </a:lnTo>
                    <a:lnTo>
                      <a:pt x="178" y="431"/>
                    </a:lnTo>
                    <a:lnTo>
                      <a:pt x="179" y="430"/>
                    </a:lnTo>
                    <a:lnTo>
                      <a:pt x="181" y="430"/>
                    </a:lnTo>
                    <a:lnTo>
                      <a:pt x="182" y="429"/>
                    </a:lnTo>
                    <a:lnTo>
                      <a:pt x="183" y="429"/>
                    </a:lnTo>
                    <a:lnTo>
                      <a:pt x="186" y="428"/>
                    </a:lnTo>
                    <a:lnTo>
                      <a:pt x="189" y="427"/>
                    </a:lnTo>
                    <a:lnTo>
                      <a:pt x="196" y="423"/>
                    </a:lnTo>
                    <a:lnTo>
                      <a:pt x="203" y="417"/>
                    </a:lnTo>
                    <a:lnTo>
                      <a:pt x="206" y="415"/>
                    </a:lnTo>
                    <a:lnTo>
                      <a:pt x="210" y="411"/>
                    </a:lnTo>
                    <a:lnTo>
                      <a:pt x="214" y="409"/>
                    </a:lnTo>
                    <a:lnTo>
                      <a:pt x="217" y="407"/>
                    </a:lnTo>
                    <a:lnTo>
                      <a:pt x="226" y="403"/>
                    </a:lnTo>
                    <a:lnTo>
                      <a:pt x="234" y="400"/>
                    </a:lnTo>
                    <a:lnTo>
                      <a:pt x="242" y="397"/>
                    </a:lnTo>
                    <a:lnTo>
                      <a:pt x="251" y="395"/>
                    </a:lnTo>
                    <a:lnTo>
                      <a:pt x="260" y="391"/>
                    </a:lnTo>
                    <a:lnTo>
                      <a:pt x="268" y="387"/>
                    </a:lnTo>
                    <a:lnTo>
                      <a:pt x="276" y="383"/>
                    </a:lnTo>
                    <a:lnTo>
                      <a:pt x="285" y="379"/>
                    </a:lnTo>
                    <a:lnTo>
                      <a:pt x="287" y="378"/>
                    </a:lnTo>
                    <a:lnTo>
                      <a:pt x="290" y="377"/>
                    </a:lnTo>
                    <a:lnTo>
                      <a:pt x="294" y="376"/>
                    </a:lnTo>
                    <a:lnTo>
                      <a:pt x="298" y="375"/>
                    </a:lnTo>
                    <a:lnTo>
                      <a:pt x="302" y="374"/>
                    </a:lnTo>
                    <a:lnTo>
                      <a:pt x="306" y="372"/>
                    </a:lnTo>
                    <a:lnTo>
                      <a:pt x="307" y="371"/>
                    </a:lnTo>
                    <a:lnTo>
                      <a:pt x="309" y="371"/>
                    </a:lnTo>
                    <a:lnTo>
                      <a:pt x="310" y="370"/>
                    </a:lnTo>
                    <a:lnTo>
                      <a:pt x="310" y="368"/>
                    </a:lnTo>
                    <a:lnTo>
                      <a:pt x="312" y="367"/>
                    </a:lnTo>
                    <a:lnTo>
                      <a:pt x="313" y="367"/>
                    </a:lnTo>
                    <a:lnTo>
                      <a:pt x="314" y="366"/>
                    </a:lnTo>
                    <a:lnTo>
                      <a:pt x="314" y="365"/>
                    </a:lnTo>
                    <a:lnTo>
                      <a:pt x="315" y="362"/>
                    </a:lnTo>
                    <a:lnTo>
                      <a:pt x="316" y="361"/>
                    </a:lnTo>
                    <a:lnTo>
                      <a:pt x="316" y="358"/>
                    </a:lnTo>
                    <a:lnTo>
                      <a:pt x="316" y="355"/>
                    </a:lnTo>
                    <a:lnTo>
                      <a:pt x="316" y="352"/>
                    </a:lnTo>
                    <a:lnTo>
                      <a:pt x="318" y="350"/>
                    </a:lnTo>
                    <a:lnTo>
                      <a:pt x="319" y="344"/>
                    </a:lnTo>
                    <a:lnTo>
                      <a:pt x="322" y="335"/>
                    </a:lnTo>
                    <a:lnTo>
                      <a:pt x="325" y="324"/>
                    </a:lnTo>
                    <a:lnTo>
                      <a:pt x="328" y="311"/>
                    </a:lnTo>
                    <a:lnTo>
                      <a:pt x="330" y="299"/>
                    </a:lnTo>
                    <a:lnTo>
                      <a:pt x="333" y="288"/>
                    </a:lnTo>
                    <a:lnTo>
                      <a:pt x="334" y="283"/>
                    </a:lnTo>
                    <a:lnTo>
                      <a:pt x="334" y="279"/>
                    </a:lnTo>
                    <a:lnTo>
                      <a:pt x="334" y="276"/>
                    </a:lnTo>
                    <a:lnTo>
                      <a:pt x="333" y="274"/>
                    </a:lnTo>
                    <a:lnTo>
                      <a:pt x="330" y="271"/>
                    </a:lnTo>
                    <a:lnTo>
                      <a:pt x="327" y="270"/>
                    </a:lnTo>
                    <a:lnTo>
                      <a:pt x="320" y="270"/>
                    </a:lnTo>
                    <a:lnTo>
                      <a:pt x="314" y="272"/>
                    </a:lnTo>
                    <a:lnTo>
                      <a:pt x="309" y="274"/>
                    </a:lnTo>
                    <a:lnTo>
                      <a:pt x="304" y="276"/>
                    </a:lnTo>
                    <a:lnTo>
                      <a:pt x="300" y="278"/>
                    </a:lnTo>
                    <a:lnTo>
                      <a:pt x="297" y="281"/>
                    </a:lnTo>
                    <a:lnTo>
                      <a:pt x="294" y="283"/>
                    </a:lnTo>
                    <a:lnTo>
                      <a:pt x="291" y="286"/>
                    </a:lnTo>
                    <a:lnTo>
                      <a:pt x="287" y="292"/>
                    </a:lnTo>
                    <a:lnTo>
                      <a:pt x="282" y="300"/>
                    </a:lnTo>
                    <a:lnTo>
                      <a:pt x="281" y="304"/>
                    </a:lnTo>
                    <a:lnTo>
                      <a:pt x="278" y="308"/>
                    </a:lnTo>
                    <a:lnTo>
                      <a:pt x="275" y="313"/>
                    </a:lnTo>
                    <a:lnTo>
                      <a:pt x="271" y="318"/>
                    </a:lnTo>
                    <a:lnTo>
                      <a:pt x="270" y="318"/>
                    </a:lnTo>
                    <a:lnTo>
                      <a:pt x="267" y="316"/>
                    </a:lnTo>
                    <a:lnTo>
                      <a:pt x="266" y="315"/>
                    </a:lnTo>
                    <a:lnTo>
                      <a:pt x="264" y="314"/>
                    </a:lnTo>
                    <a:lnTo>
                      <a:pt x="262" y="313"/>
                    </a:lnTo>
                    <a:lnTo>
                      <a:pt x="259" y="311"/>
                    </a:lnTo>
                    <a:lnTo>
                      <a:pt x="254" y="311"/>
                    </a:lnTo>
                    <a:lnTo>
                      <a:pt x="249" y="311"/>
                    </a:lnTo>
                    <a:lnTo>
                      <a:pt x="244" y="312"/>
                    </a:lnTo>
                    <a:lnTo>
                      <a:pt x="238" y="312"/>
                    </a:lnTo>
                    <a:lnTo>
                      <a:pt x="237" y="315"/>
                    </a:lnTo>
                    <a:lnTo>
                      <a:pt x="234" y="318"/>
                    </a:lnTo>
                    <a:lnTo>
                      <a:pt x="231" y="322"/>
                    </a:lnTo>
                    <a:lnTo>
                      <a:pt x="227" y="326"/>
                    </a:lnTo>
                    <a:lnTo>
                      <a:pt x="223" y="329"/>
                    </a:lnTo>
                    <a:lnTo>
                      <a:pt x="220" y="331"/>
                    </a:lnTo>
                    <a:lnTo>
                      <a:pt x="216" y="334"/>
                    </a:lnTo>
                    <a:lnTo>
                      <a:pt x="213" y="335"/>
                    </a:lnTo>
                    <a:lnTo>
                      <a:pt x="211" y="336"/>
                    </a:lnTo>
                    <a:lnTo>
                      <a:pt x="209" y="336"/>
                    </a:lnTo>
                    <a:lnTo>
                      <a:pt x="206" y="336"/>
                    </a:lnTo>
                    <a:lnTo>
                      <a:pt x="204" y="336"/>
                    </a:lnTo>
                    <a:lnTo>
                      <a:pt x="199" y="335"/>
                    </a:lnTo>
                    <a:lnTo>
                      <a:pt x="195" y="335"/>
                    </a:lnTo>
                    <a:lnTo>
                      <a:pt x="191" y="331"/>
                    </a:lnTo>
                    <a:lnTo>
                      <a:pt x="186" y="327"/>
                    </a:lnTo>
                    <a:lnTo>
                      <a:pt x="185" y="326"/>
                    </a:lnTo>
                    <a:lnTo>
                      <a:pt x="183" y="323"/>
                    </a:lnTo>
                    <a:lnTo>
                      <a:pt x="182" y="322"/>
                    </a:lnTo>
                    <a:lnTo>
                      <a:pt x="182" y="320"/>
                    </a:lnTo>
                    <a:lnTo>
                      <a:pt x="182" y="318"/>
                    </a:lnTo>
                    <a:lnTo>
                      <a:pt x="181" y="316"/>
                    </a:lnTo>
                    <a:lnTo>
                      <a:pt x="185" y="314"/>
                    </a:lnTo>
                    <a:lnTo>
                      <a:pt x="188" y="311"/>
                    </a:lnTo>
                    <a:lnTo>
                      <a:pt x="191" y="309"/>
                    </a:lnTo>
                    <a:lnTo>
                      <a:pt x="194" y="306"/>
                    </a:lnTo>
                    <a:lnTo>
                      <a:pt x="198" y="303"/>
                    </a:lnTo>
                    <a:lnTo>
                      <a:pt x="201" y="300"/>
                    </a:lnTo>
                    <a:lnTo>
                      <a:pt x="205" y="298"/>
                    </a:lnTo>
                    <a:lnTo>
                      <a:pt x="208" y="296"/>
                    </a:lnTo>
                    <a:lnTo>
                      <a:pt x="212" y="296"/>
                    </a:lnTo>
                    <a:lnTo>
                      <a:pt x="215" y="296"/>
                    </a:lnTo>
                    <a:lnTo>
                      <a:pt x="221" y="294"/>
                    </a:lnTo>
                    <a:lnTo>
                      <a:pt x="227" y="290"/>
                    </a:lnTo>
                    <a:lnTo>
                      <a:pt x="233" y="287"/>
                    </a:lnTo>
                    <a:lnTo>
                      <a:pt x="238" y="285"/>
                    </a:lnTo>
                    <a:lnTo>
                      <a:pt x="242" y="282"/>
                    </a:lnTo>
                    <a:lnTo>
                      <a:pt x="247" y="279"/>
                    </a:lnTo>
                    <a:lnTo>
                      <a:pt x="253" y="276"/>
                    </a:lnTo>
                    <a:lnTo>
                      <a:pt x="254" y="275"/>
                    </a:lnTo>
                    <a:lnTo>
                      <a:pt x="258" y="267"/>
                    </a:lnTo>
                    <a:lnTo>
                      <a:pt x="261" y="259"/>
                    </a:lnTo>
                    <a:lnTo>
                      <a:pt x="263" y="250"/>
                    </a:lnTo>
                    <a:lnTo>
                      <a:pt x="266" y="242"/>
                    </a:lnTo>
                    <a:lnTo>
                      <a:pt x="268" y="234"/>
                    </a:lnTo>
                    <a:lnTo>
                      <a:pt x="270" y="225"/>
                    </a:lnTo>
                    <a:lnTo>
                      <a:pt x="273" y="216"/>
                    </a:lnTo>
                    <a:lnTo>
                      <a:pt x="276" y="208"/>
                    </a:lnTo>
                    <a:lnTo>
                      <a:pt x="277" y="204"/>
                    </a:lnTo>
                    <a:lnTo>
                      <a:pt x="280" y="198"/>
                    </a:lnTo>
                    <a:lnTo>
                      <a:pt x="282" y="190"/>
                    </a:lnTo>
                    <a:lnTo>
                      <a:pt x="286" y="181"/>
                    </a:lnTo>
                    <a:lnTo>
                      <a:pt x="288" y="172"/>
                    </a:lnTo>
                    <a:lnTo>
                      <a:pt x="290" y="165"/>
                    </a:lnTo>
                    <a:lnTo>
                      <a:pt x="291" y="161"/>
                    </a:lnTo>
                    <a:lnTo>
                      <a:pt x="291" y="158"/>
                    </a:lnTo>
                    <a:lnTo>
                      <a:pt x="291" y="156"/>
                    </a:lnTo>
                    <a:lnTo>
                      <a:pt x="291" y="154"/>
                    </a:lnTo>
                    <a:lnTo>
                      <a:pt x="290" y="153"/>
                    </a:lnTo>
                    <a:lnTo>
                      <a:pt x="289" y="150"/>
                    </a:lnTo>
                    <a:lnTo>
                      <a:pt x="285" y="151"/>
                    </a:lnTo>
                    <a:lnTo>
                      <a:pt x="282" y="150"/>
                    </a:lnTo>
                    <a:lnTo>
                      <a:pt x="279" y="150"/>
                    </a:lnTo>
                    <a:lnTo>
                      <a:pt x="276" y="149"/>
                    </a:lnTo>
                    <a:lnTo>
                      <a:pt x="274" y="148"/>
                    </a:lnTo>
                    <a:lnTo>
                      <a:pt x="270" y="146"/>
                    </a:lnTo>
                    <a:lnTo>
                      <a:pt x="268" y="146"/>
                    </a:lnTo>
                    <a:lnTo>
                      <a:pt x="264" y="146"/>
                    </a:lnTo>
                    <a:lnTo>
                      <a:pt x="262" y="141"/>
                    </a:lnTo>
                    <a:lnTo>
                      <a:pt x="261" y="138"/>
                    </a:lnTo>
                    <a:lnTo>
                      <a:pt x="261" y="136"/>
                    </a:lnTo>
                    <a:lnTo>
                      <a:pt x="261" y="134"/>
                    </a:lnTo>
                    <a:lnTo>
                      <a:pt x="261" y="132"/>
                    </a:lnTo>
                    <a:lnTo>
                      <a:pt x="262" y="129"/>
                    </a:lnTo>
                    <a:lnTo>
                      <a:pt x="268" y="129"/>
                    </a:lnTo>
                    <a:lnTo>
                      <a:pt x="274" y="128"/>
                    </a:lnTo>
                    <a:lnTo>
                      <a:pt x="278" y="127"/>
                    </a:lnTo>
                    <a:lnTo>
                      <a:pt x="281" y="127"/>
                    </a:lnTo>
                    <a:lnTo>
                      <a:pt x="285" y="126"/>
                    </a:lnTo>
                    <a:lnTo>
                      <a:pt x="288" y="125"/>
                    </a:lnTo>
                    <a:lnTo>
                      <a:pt x="292" y="122"/>
                    </a:lnTo>
                    <a:lnTo>
                      <a:pt x="297" y="120"/>
                    </a:lnTo>
                    <a:lnTo>
                      <a:pt x="298" y="114"/>
                    </a:lnTo>
                    <a:lnTo>
                      <a:pt x="299" y="107"/>
                    </a:lnTo>
                    <a:lnTo>
                      <a:pt x="299" y="103"/>
                    </a:lnTo>
                    <a:lnTo>
                      <a:pt x="299" y="100"/>
                    </a:lnTo>
                    <a:lnTo>
                      <a:pt x="299" y="98"/>
                    </a:lnTo>
                    <a:lnTo>
                      <a:pt x="298" y="98"/>
                    </a:lnTo>
                    <a:lnTo>
                      <a:pt x="298" y="96"/>
                    </a:lnTo>
                    <a:lnTo>
                      <a:pt x="297" y="94"/>
                    </a:lnTo>
                    <a:lnTo>
                      <a:pt x="291" y="90"/>
                    </a:lnTo>
                    <a:lnTo>
                      <a:pt x="285" y="84"/>
                    </a:lnTo>
                    <a:lnTo>
                      <a:pt x="282" y="82"/>
                    </a:lnTo>
                    <a:lnTo>
                      <a:pt x="281" y="81"/>
                    </a:lnTo>
                    <a:lnTo>
                      <a:pt x="280" y="79"/>
                    </a:lnTo>
                    <a:lnTo>
                      <a:pt x="278" y="77"/>
                    </a:lnTo>
                    <a:lnTo>
                      <a:pt x="278" y="75"/>
                    </a:lnTo>
                    <a:lnTo>
                      <a:pt x="278" y="73"/>
                    </a:lnTo>
                    <a:lnTo>
                      <a:pt x="278" y="70"/>
                    </a:lnTo>
                    <a:lnTo>
                      <a:pt x="278" y="68"/>
                    </a:lnTo>
                    <a:lnTo>
                      <a:pt x="279" y="62"/>
                    </a:lnTo>
                    <a:lnTo>
                      <a:pt x="281" y="56"/>
                    </a:lnTo>
                    <a:lnTo>
                      <a:pt x="282" y="52"/>
                    </a:lnTo>
                    <a:lnTo>
                      <a:pt x="283" y="49"/>
                    </a:lnTo>
                    <a:lnTo>
                      <a:pt x="285" y="46"/>
                    </a:lnTo>
                    <a:lnTo>
                      <a:pt x="286" y="43"/>
                    </a:lnTo>
                    <a:lnTo>
                      <a:pt x="288" y="40"/>
                    </a:lnTo>
                    <a:lnTo>
                      <a:pt x="290" y="38"/>
                    </a:lnTo>
                    <a:lnTo>
                      <a:pt x="293" y="35"/>
                    </a:lnTo>
                    <a:lnTo>
                      <a:pt x="296" y="33"/>
                    </a:lnTo>
                    <a:lnTo>
                      <a:pt x="298" y="30"/>
                    </a:lnTo>
                    <a:lnTo>
                      <a:pt x="301" y="27"/>
                    </a:lnTo>
                    <a:lnTo>
                      <a:pt x="302" y="26"/>
                    </a:lnTo>
                    <a:lnTo>
                      <a:pt x="302" y="24"/>
                    </a:lnTo>
                    <a:lnTo>
                      <a:pt x="303" y="22"/>
                    </a:lnTo>
                    <a:lnTo>
                      <a:pt x="303" y="2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0" name="íṥḷïďê"/>
              <p:cNvSpPr/>
              <p:nvPr userDrawn="1"/>
            </p:nvSpPr>
            <p:spPr bwMode="auto">
              <a:xfrm>
                <a:off x="6780213" y="2770188"/>
                <a:ext cx="398463" cy="820738"/>
              </a:xfrm>
              <a:custGeom>
                <a:avLst/>
                <a:gdLst>
                  <a:gd name="T0" fmla="*/ 157 w 251"/>
                  <a:gd name="T1" fmla="*/ 40 h 517"/>
                  <a:gd name="T2" fmla="*/ 205 w 251"/>
                  <a:gd name="T3" fmla="*/ 1 h 517"/>
                  <a:gd name="T4" fmla="*/ 225 w 251"/>
                  <a:gd name="T5" fmla="*/ 10 h 517"/>
                  <a:gd name="T6" fmla="*/ 250 w 251"/>
                  <a:gd name="T7" fmla="*/ 44 h 517"/>
                  <a:gd name="T8" fmla="*/ 233 w 251"/>
                  <a:gd name="T9" fmla="*/ 72 h 517"/>
                  <a:gd name="T10" fmla="*/ 202 w 251"/>
                  <a:gd name="T11" fmla="*/ 123 h 517"/>
                  <a:gd name="T12" fmla="*/ 181 w 251"/>
                  <a:gd name="T13" fmla="*/ 164 h 517"/>
                  <a:gd name="T14" fmla="*/ 150 w 251"/>
                  <a:gd name="T15" fmla="*/ 222 h 517"/>
                  <a:gd name="T16" fmla="*/ 140 w 251"/>
                  <a:gd name="T17" fmla="*/ 251 h 517"/>
                  <a:gd name="T18" fmla="*/ 110 w 251"/>
                  <a:gd name="T19" fmla="*/ 275 h 517"/>
                  <a:gd name="T20" fmla="*/ 102 w 251"/>
                  <a:gd name="T21" fmla="*/ 313 h 517"/>
                  <a:gd name="T22" fmla="*/ 118 w 251"/>
                  <a:gd name="T23" fmla="*/ 347 h 517"/>
                  <a:gd name="T24" fmla="*/ 148 w 251"/>
                  <a:gd name="T25" fmla="*/ 351 h 517"/>
                  <a:gd name="T26" fmla="*/ 153 w 251"/>
                  <a:gd name="T27" fmla="*/ 371 h 517"/>
                  <a:gd name="T28" fmla="*/ 142 w 251"/>
                  <a:gd name="T29" fmla="*/ 397 h 517"/>
                  <a:gd name="T30" fmla="*/ 125 w 251"/>
                  <a:gd name="T31" fmla="*/ 409 h 517"/>
                  <a:gd name="T32" fmla="*/ 97 w 251"/>
                  <a:gd name="T33" fmla="*/ 446 h 517"/>
                  <a:gd name="T34" fmla="*/ 99 w 251"/>
                  <a:gd name="T35" fmla="*/ 463 h 517"/>
                  <a:gd name="T36" fmla="*/ 147 w 251"/>
                  <a:gd name="T37" fmla="*/ 456 h 517"/>
                  <a:gd name="T38" fmla="*/ 174 w 251"/>
                  <a:gd name="T39" fmla="*/ 454 h 517"/>
                  <a:gd name="T40" fmla="*/ 191 w 251"/>
                  <a:gd name="T41" fmla="*/ 479 h 517"/>
                  <a:gd name="T42" fmla="*/ 175 w 251"/>
                  <a:gd name="T43" fmla="*/ 497 h 517"/>
                  <a:gd name="T44" fmla="*/ 134 w 251"/>
                  <a:gd name="T45" fmla="*/ 504 h 517"/>
                  <a:gd name="T46" fmla="*/ 85 w 251"/>
                  <a:gd name="T47" fmla="*/ 517 h 517"/>
                  <a:gd name="T48" fmla="*/ 61 w 251"/>
                  <a:gd name="T49" fmla="*/ 510 h 517"/>
                  <a:gd name="T50" fmla="*/ 50 w 251"/>
                  <a:gd name="T51" fmla="*/ 497 h 517"/>
                  <a:gd name="T52" fmla="*/ 67 w 251"/>
                  <a:gd name="T53" fmla="*/ 452 h 517"/>
                  <a:gd name="T54" fmla="*/ 78 w 251"/>
                  <a:gd name="T55" fmla="*/ 420 h 517"/>
                  <a:gd name="T56" fmla="*/ 70 w 251"/>
                  <a:gd name="T57" fmla="*/ 409 h 517"/>
                  <a:gd name="T58" fmla="*/ 50 w 251"/>
                  <a:gd name="T59" fmla="*/ 388 h 517"/>
                  <a:gd name="T60" fmla="*/ 74 w 251"/>
                  <a:gd name="T61" fmla="*/ 367 h 517"/>
                  <a:gd name="T62" fmla="*/ 65 w 251"/>
                  <a:gd name="T63" fmla="*/ 313 h 517"/>
                  <a:gd name="T64" fmla="*/ 58 w 251"/>
                  <a:gd name="T65" fmla="*/ 275 h 517"/>
                  <a:gd name="T66" fmla="*/ 86 w 251"/>
                  <a:gd name="T67" fmla="*/ 238 h 517"/>
                  <a:gd name="T68" fmla="*/ 58 w 251"/>
                  <a:gd name="T69" fmla="*/ 206 h 517"/>
                  <a:gd name="T70" fmla="*/ 82 w 251"/>
                  <a:gd name="T71" fmla="*/ 191 h 517"/>
                  <a:gd name="T72" fmla="*/ 100 w 251"/>
                  <a:gd name="T73" fmla="*/ 165 h 517"/>
                  <a:gd name="T74" fmla="*/ 105 w 251"/>
                  <a:gd name="T75" fmla="*/ 126 h 517"/>
                  <a:gd name="T76" fmla="*/ 123 w 251"/>
                  <a:gd name="T77" fmla="*/ 132 h 517"/>
                  <a:gd name="T78" fmla="*/ 118 w 251"/>
                  <a:gd name="T79" fmla="*/ 165 h 517"/>
                  <a:gd name="T80" fmla="*/ 139 w 251"/>
                  <a:gd name="T81" fmla="*/ 171 h 517"/>
                  <a:gd name="T82" fmla="*/ 181 w 251"/>
                  <a:gd name="T83" fmla="*/ 106 h 517"/>
                  <a:gd name="T84" fmla="*/ 206 w 251"/>
                  <a:gd name="T85" fmla="*/ 59 h 517"/>
                  <a:gd name="T86" fmla="*/ 167 w 251"/>
                  <a:gd name="T87" fmla="*/ 50 h 517"/>
                  <a:gd name="T88" fmla="*/ 150 w 251"/>
                  <a:gd name="T89" fmla="*/ 60 h 517"/>
                  <a:gd name="T90" fmla="*/ 126 w 251"/>
                  <a:gd name="T91" fmla="*/ 77 h 517"/>
                  <a:gd name="T92" fmla="*/ 73 w 251"/>
                  <a:gd name="T93" fmla="*/ 112 h 517"/>
                  <a:gd name="T94" fmla="*/ 46 w 251"/>
                  <a:gd name="T95" fmla="*/ 136 h 517"/>
                  <a:gd name="T96" fmla="*/ 38 w 251"/>
                  <a:gd name="T97" fmla="*/ 168 h 517"/>
                  <a:gd name="T98" fmla="*/ 27 w 251"/>
                  <a:gd name="T99" fmla="*/ 230 h 517"/>
                  <a:gd name="T100" fmla="*/ 9 w 251"/>
                  <a:gd name="T101" fmla="*/ 221 h 517"/>
                  <a:gd name="T102" fmla="*/ 9 w 251"/>
                  <a:gd name="T103" fmla="*/ 167 h 517"/>
                  <a:gd name="T104" fmla="*/ 7 w 251"/>
                  <a:gd name="T105" fmla="*/ 141 h 517"/>
                  <a:gd name="T106" fmla="*/ 2 w 251"/>
                  <a:gd name="T107" fmla="*/ 114 h 517"/>
                  <a:gd name="T108" fmla="*/ 28 w 251"/>
                  <a:gd name="T109" fmla="*/ 123 h 517"/>
                  <a:gd name="T110" fmla="*/ 51 w 251"/>
                  <a:gd name="T111" fmla="*/ 116 h 517"/>
                  <a:gd name="T112" fmla="*/ 79 w 251"/>
                  <a:gd name="T113" fmla="*/ 96 h 517"/>
                  <a:gd name="T114" fmla="*/ 110 w 251"/>
                  <a:gd name="T115" fmla="*/ 75 h 517"/>
                  <a:gd name="T116" fmla="*/ 135 w 251"/>
                  <a:gd name="T117" fmla="*/ 57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1" h="517">
                    <a:moveTo>
                      <a:pt x="139" y="56"/>
                    </a:moveTo>
                    <a:lnTo>
                      <a:pt x="139" y="54"/>
                    </a:lnTo>
                    <a:lnTo>
                      <a:pt x="139" y="52"/>
                    </a:lnTo>
                    <a:lnTo>
                      <a:pt x="142" y="51"/>
                    </a:lnTo>
                    <a:lnTo>
                      <a:pt x="143" y="50"/>
                    </a:lnTo>
                    <a:lnTo>
                      <a:pt x="146" y="48"/>
                    </a:lnTo>
                    <a:lnTo>
                      <a:pt x="147" y="47"/>
                    </a:lnTo>
                    <a:lnTo>
                      <a:pt x="152" y="44"/>
                    </a:lnTo>
                    <a:lnTo>
                      <a:pt x="157" y="40"/>
                    </a:lnTo>
                    <a:lnTo>
                      <a:pt x="167" y="30"/>
                    </a:lnTo>
                    <a:lnTo>
                      <a:pt x="177" y="20"/>
                    </a:lnTo>
                    <a:lnTo>
                      <a:pt x="183" y="16"/>
                    </a:lnTo>
                    <a:lnTo>
                      <a:pt x="187" y="11"/>
                    </a:lnTo>
                    <a:lnTo>
                      <a:pt x="192" y="7"/>
                    </a:lnTo>
                    <a:lnTo>
                      <a:pt x="198" y="4"/>
                    </a:lnTo>
                    <a:lnTo>
                      <a:pt x="200" y="3"/>
                    </a:lnTo>
                    <a:lnTo>
                      <a:pt x="203" y="2"/>
                    </a:lnTo>
                    <a:lnTo>
                      <a:pt x="205" y="1"/>
                    </a:lnTo>
                    <a:lnTo>
                      <a:pt x="207" y="0"/>
                    </a:lnTo>
                    <a:lnTo>
                      <a:pt x="210" y="0"/>
                    </a:lnTo>
                    <a:lnTo>
                      <a:pt x="212" y="1"/>
                    </a:lnTo>
                    <a:lnTo>
                      <a:pt x="215" y="1"/>
                    </a:lnTo>
                    <a:lnTo>
                      <a:pt x="217" y="2"/>
                    </a:lnTo>
                    <a:lnTo>
                      <a:pt x="219" y="4"/>
                    </a:lnTo>
                    <a:lnTo>
                      <a:pt x="221" y="5"/>
                    </a:lnTo>
                    <a:lnTo>
                      <a:pt x="223" y="8"/>
                    </a:lnTo>
                    <a:lnTo>
                      <a:pt x="225" y="10"/>
                    </a:lnTo>
                    <a:lnTo>
                      <a:pt x="229" y="16"/>
                    </a:lnTo>
                    <a:lnTo>
                      <a:pt x="233" y="21"/>
                    </a:lnTo>
                    <a:lnTo>
                      <a:pt x="237" y="28"/>
                    </a:lnTo>
                    <a:lnTo>
                      <a:pt x="241" y="33"/>
                    </a:lnTo>
                    <a:lnTo>
                      <a:pt x="243" y="36"/>
                    </a:lnTo>
                    <a:lnTo>
                      <a:pt x="245" y="37"/>
                    </a:lnTo>
                    <a:lnTo>
                      <a:pt x="247" y="39"/>
                    </a:lnTo>
                    <a:lnTo>
                      <a:pt x="249" y="40"/>
                    </a:lnTo>
                    <a:lnTo>
                      <a:pt x="250" y="44"/>
                    </a:lnTo>
                    <a:lnTo>
                      <a:pt x="251" y="48"/>
                    </a:lnTo>
                    <a:lnTo>
                      <a:pt x="250" y="51"/>
                    </a:lnTo>
                    <a:lnTo>
                      <a:pt x="249" y="52"/>
                    </a:lnTo>
                    <a:lnTo>
                      <a:pt x="247" y="55"/>
                    </a:lnTo>
                    <a:lnTo>
                      <a:pt x="247" y="56"/>
                    </a:lnTo>
                    <a:lnTo>
                      <a:pt x="243" y="60"/>
                    </a:lnTo>
                    <a:lnTo>
                      <a:pt x="240" y="64"/>
                    </a:lnTo>
                    <a:lnTo>
                      <a:pt x="236" y="68"/>
                    </a:lnTo>
                    <a:lnTo>
                      <a:pt x="233" y="72"/>
                    </a:lnTo>
                    <a:lnTo>
                      <a:pt x="230" y="75"/>
                    </a:lnTo>
                    <a:lnTo>
                      <a:pt x="227" y="79"/>
                    </a:lnTo>
                    <a:lnTo>
                      <a:pt x="227" y="82"/>
                    </a:lnTo>
                    <a:lnTo>
                      <a:pt x="227" y="86"/>
                    </a:lnTo>
                    <a:lnTo>
                      <a:pt x="223" y="92"/>
                    </a:lnTo>
                    <a:lnTo>
                      <a:pt x="219" y="99"/>
                    </a:lnTo>
                    <a:lnTo>
                      <a:pt x="215" y="105"/>
                    </a:lnTo>
                    <a:lnTo>
                      <a:pt x="211" y="111"/>
                    </a:lnTo>
                    <a:lnTo>
                      <a:pt x="202" y="123"/>
                    </a:lnTo>
                    <a:lnTo>
                      <a:pt x="193" y="135"/>
                    </a:lnTo>
                    <a:lnTo>
                      <a:pt x="192" y="140"/>
                    </a:lnTo>
                    <a:lnTo>
                      <a:pt x="191" y="144"/>
                    </a:lnTo>
                    <a:lnTo>
                      <a:pt x="191" y="148"/>
                    </a:lnTo>
                    <a:lnTo>
                      <a:pt x="191" y="152"/>
                    </a:lnTo>
                    <a:lnTo>
                      <a:pt x="188" y="156"/>
                    </a:lnTo>
                    <a:lnTo>
                      <a:pt x="186" y="158"/>
                    </a:lnTo>
                    <a:lnTo>
                      <a:pt x="183" y="161"/>
                    </a:lnTo>
                    <a:lnTo>
                      <a:pt x="181" y="164"/>
                    </a:lnTo>
                    <a:lnTo>
                      <a:pt x="178" y="171"/>
                    </a:lnTo>
                    <a:lnTo>
                      <a:pt x="175" y="178"/>
                    </a:lnTo>
                    <a:lnTo>
                      <a:pt x="171" y="186"/>
                    </a:lnTo>
                    <a:lnTo>
                      <a:pt x="168" y="193"/>
                    </a:lnTo>
                    <a:lnTo>
                      <a:pt x="164" y="200"/>
                    </a:lnTo>
                    <a:lnTo>
                      <a:pt x="160" y="208"/>
                    </a:lnTo>
                    <a:lnTo>
                      <a:pt x="156" y="214"/>
                    </a:lnTo>
                    <a:lnTo>
                      <a:pt x="151" y="221"/>
                    </a:lnTo>
                    <a:lnTo>
                      <a:pt x="150" y="222"/>
                    </a:lnTo>
                    <a:lnTo>
                      <a:pt x="149" y="224"/>
                    </a:lnTo>
                    <a:lnTo>
                      <a:pt x="148" y="225"/>
                    </a:lnTo>
                    <a:lnTo>
                      <a:pt x="147" y="228"/>
                    </a:lnTo>
                    <a:lnTo>
                      <a:pt x="146" y="232"/>
                    </a:lnTo>
                    <a:lnTo>
                      <a:pt x="146" y="236"/>
                    </a:lnTo>
                    <a:lnTo>
                      <a:pt x="144" y="240"/>
                    </a:lnTo>
                    <a:lnTo>
                      <a:pt x="143" y="244"/>
                    </a:lnTo>
                    <a:lnTo>
                      <a:pt x="142" y="247"/>
                    </a:lnTo>
                    <a:lnTo>
                      <a:pt x="140" y="251"/>
                    </a:lnTo>
                    <a:lnTo>
                      <a:pt x="138" y="253"/>
                    </a:lnTo>
                    <a:lnTo>
                      <a:pt x="136" y="256"/>
                    </a:lnTo>
                    <a:lnTo>
                      <a:pt x="134" y="258"/>
                    </a:lnTo>
                    <a:lnTo>
                      <a:pt x="132" y="260"/>
                    </a:lnTo>
                    <a:lnTo>
                      <a:pt x="127" y="263"/>
                    </a:lnTo>
                    <a:lnTo>
                      <a:pt x="122" y="266"/>
                    </a:lnTo>
                    <a:lnTo>
                      <a:pt x="118" y="269"/>
                    </a:lnTo>
                    <a:lnTo>
                      <a:pt x="112" y="273"/>
                    </a:lnTo>
                    <a:lnTo>
                      <a:pt x="110" y="275"/>
                    </a:lnTo>
                    <a:lnTo>
                      <a:pt x="108" y="277"/>
                    </a:lnTo>
                    <a:lnTo>
                      <a:pt x="106" y="279"/>
                    </a:lnTo>
                    <a:lnTo>
                      <a:pt x="105" y="281"/>
                    </a:lnTo>
                    <a:lnTo>
                      <a:pt x="104" y="283"/>
                    </a:lnTo>
                    <a:lnTo>
                      <a:pt x="103" y="285"/>
                    </a:lnTo>
                    <a:lnTo>
                      <a:pt x="103" y="289"/>
                    </a:lnTo>
                    <a:lnTo>
                      <a:pt x="102" y="293"/>
                    </a:lnTo>
                    <a:lnTo>
                      <a:pt x="102" y="302"/>
                    </a:lnTo>
                    <a:lnTo>
                      <a:pt x="102" y="313"/>
                    </a:lnTo>
                    <a:lnTo>
                      <a:pt x="102" y="323"/>
                    </a:lnTo>
                    <a:lnTo>
                      <a:pt x="102" y="333"/>
                    </a:lnTo>
                    <a:lnTo>
                      <a:pt x="102" y="340"/>
                    </a:lnTo>
                    <a:lnTo>
                      <a:pt x="102" y="344"/>
                    </a:lnTo>
                    <a:lnTo>
                      <a:pt x="105" y="345"/>
                    </a:lnTo>
                    <a:lnTo>
                      <a:pt x="106" y="346"/>
                    </a:lnTo>
                    <a:lnTo>
                      <a:pt x="110" y="347"/>
                    </a:lnTo>
                    <a:lnTo>
                      <a:pt x="114" y="347"/>
                    </a:lnTo>
                    <a:lnTo>
                      <a:pt x="118" y="347"/>
                    </a:lnTo>
                    <a:lnTo>
                      <a:pt x="122" y="347"/>
                    </a:lnTo>
                    <a:lnTo>
                      <a:pt x="127" y="345"/>
                    </a:lnTo>
                    <a:lnTo>
                      <a:pt x="133" y="345"/>
                    </a:lnTo>
                    <a:lnTo>
                      <a:pt x="136" y="345"/>
                    </a:lnTo>
                    <a:lnTo>
                      <a:pt x="138" y="345"/>
                    </a:lnTo>
                    <a:lnTo>
                      <a:pt x="141" y="345"/>
                    </a:lnTo>
                    <a:lnTo>
                      <a:pt x="143" y="347"/>
                    </a:lnTo>
                    <a:lnTo>
                      <a:pt x="146" y="349"/>
                    </a:lnTo>
                    <a:lnTo>
                      <a:pt x="148" y="351"/>
                    </a:lnTo>
                    <a:lnTo>
                      <a:pt x="150" y="353"/>
                    </a:lnTo>
                    <a:lnTo>
                      <a:pt x="153" y="357"/>
                    </a:lnTo>
                    <a:lnTo>
                      <a:pt x="155" y="360"/>
                    </a:lnTo>
                    <a:lnTo>
                      <a:pt x="157" y="362"/>
                    </a:lnTo>
                    <a:lnTo>
                      <a:pt x="157" y="363"/>
                    </a:lnTo>
                    <a:lnTo>
                      <a:pt x="158" y="365"/>
                    </a:lnTo>
                    <a:lnTo>
                      <a:pt x="158" y="366"/>
                    </a:lnTo>
                    <a:lnTo>
                      <a:pt x="157" y="368"/>
                    </a:lnTo>
                    <a:lnTo>
                      <a:pt x="153" y="371"/>
                    </a:lnTo>
                    <a:lnTo>
                      <a:pt x="149" y="373"/>
                    </a:lnTo>
                    <a:lnTo>
                      <a:pt x="147" y="377"/>
                    </a:lnTo>
                    <a:lnTo>
                      <a:pt x="146" y="379"/>
                    </a:lnTo>
                    <a:lnTo>
                      <a:pt x="146" y="382"/>
                    </a:lnTo>
                    <a:lnTo>
                      <a:pt x="146" y="385"/>
                    </a:lnTo>
                    <a:lnTo>
                      <a:pt x="145" y="389"/>
                    </a:lnTo>
                    <a:lnTo>
                      <a:pt x="144" y="392"/>
                    </a:lnTo>
                    <a:lnTo>
                      <a:pt x="143" y="394"/>
                    </a:lnTo>
                    <a:lnTo>
                      <a:pt x="142" y="397"/>
                    </a:lnTo>
                    <a:lnTo>
                      <a:pt x="140" y="398"/>
                    </a:lnTo>
                    <a:lnTo>
                      <a:pt x="138" y="399"/>
                    </a:lnTo>
                    <a:lnTo>
                      <a:pt x="137" y="400"/>
                    </a:lnTo>
                    <a:lnTo>
                      <a:pt x="135" y="401"/>
                    </a:lnTo>
                    <a:lnTo>
                      <a:pt x="131" y="402"/>
                    </a:lnTo>
                    <a:lnTo>
                      <a:pt x="128" y="405"/>
                    </a:lnTo>
                    <a:lnTo>
                      <a:pt x="126" y="405"/>
                    </a:lnTo>
                    <a:lnTo>
                      <a:pt x="126" y="407"/>
                    </a:lnTo>
                    <a:lnTo>
                      <a:pt x="125" y="409"/>
                    </a:lnTo>
                    <a:lnTo>
                      <a:pt x="124" y="410"/>
                    </a:lnTo>
                    <a:lnTo>
                      <a:pt x="122" y="414"/>
                    </a:lnTo>
                    <a:lnTo>
                      <a:pt x="121" y="417"/>
                    </a:lnTo>
                    <a:lnTo>
                      <a:pt x="118" y="419"/>
                    </a:lnTo>
                    <a:lnTo>
                      <a:pt x="114" y="421"/>
                    </a:lnTo>
                    <a:lnTo>
                      <a:pt x="109" y="427"/>
                    </a:lnTo>
                    <a:lnTo>
                      <a:pt x="102" y="436"/>
                    </a:lnTo>
                    <a:lnTo>
                      <a:pt x="99" y="441"/>
                    </a:lnTo>
                    <a:lnTo>
                      <a:pt x="97" y="446"/>
                    </a:lnTo>
                    <a:lnTo>
                      <a:pt x="96" y="448"/>
                    </a:lnTo>
                    <a:lnTo>
                      <a:pt x="95" y="450"/>
                    </a:lnTo>
                    <a:lnTo>
                      <a:pt x="94" y="452"/>
                    </a:lnTo>
                    <a:lnTo>
                      <a:pt x="94" y="453"/>
                    </a:lnTo>
                    <a:lnTo>
                      <a:pt x="94" y="455"/>
                    </a:lnTo>
                    <a:lnTo>
                      <a:pt x="95" y="457"/>
                    </a:lnTo>
                    <a:lnTo>
                      <a:pt x="96" y="458"/>
                    </a:lnTo>
                    <a:lnTo>
                      <a:pt x="97" y="461"/>
                    </a:lnTo>
                    <a:lnTo>
                      <a:pt x="99" y="463"/>
                    </a:lnTo>
                    <a:lnTo>
                      <a:pt x="101" y="466"/>
                    </a:lnTo>
                    <a:lnTo>
                      <a:pt x="105" y="466"/>
                    </a:lnTo>
                    <a:lnTo>
                      <a:pt x="110" y="466"/>
                    </a:lnTo>
                    <a:lnTo>
                      <a:pt x="114" y="467"/>
                    </a:lnTo>
                    <a:lnTo>
                      <a:pt x="118" y="467"/>
                    </a:lnTo>
                    <a:lnTo>
                      <a:pt x="122" y="465"/>
                    </a:lnTo>
                    <a:lnTo>
                      <a:pt x="130" y="462"/>
                    </a:lnTo>
                    <a:lnTo>
                      <a:pt x="138" y="459"/>
                    </a:lnTo>
                    <a:lnTo>
                      <a:pt x="147" y="456"/>
                    </a:lnTo>
                    <a:lnTo>
                      <a:pt x="151" y="454"/>
                    </a:lnTo>
                    <a:lnTo>
                      <a:pt x="156" y="453"/>
                    </a:lnTo>
                    <a:lnTo>
                      <a:pt x="161" y="452"/>
                    </a:lnTo>
                    <a:lnTo>
                      <a:pt x="164" y="451"/>
                    </a:lnTo>
                    <a:lnTo>
                      <a:pt x="168" y="452"/>
                    </a:lnTo>
                    <a:lnTo>
                      <a:pt x="171" y="452"/>
                    </a:lnTo>
                    <a:lnTo>
                      <a:pt x="172" y="453"/>
                    </a:lnTo>
                    <a:lnTo>
                      <a:pt x="173" y="453"/>
                    </a:lnTo>
                    <a:lnTo>
                      <a:pt x="174" y="454"/>
                    </a:lnTo>
                    <a:lnTo>
                      <a:pt x="175" y="455"/>
                    </a:lnTo>
                    <a:lnTo>
                      <a:pt x="176" y="457"/>
                    </a:lnTo>
                    <a:lnTo>
                      <a:pt x="178" y="457"/>
                    </a:lnTo>
                    <a:lnTo>
                      <a:pt x="179" y="459"/>
                    </a:lnTo>
                    <a:lnTo>
                      <a:pt x="181" y="461"/>
                    </a:lnTo>
                    <a:lnTo>
                      <a:pt x="184" y="465"/>
                    </a:lnTo>
                    <a:lnTo>
                      <a:pt x="187" y="469"/>
                    </a:lnTo>
                    <a:lnTo>
                      <a:pt x="189" y="473"/>
                    </a:lnTo>
                    <a:lnTo>
                      <a:pt x="191" y="479"/>
                    </a:lnTo>
                    <a:lnTo>
                      <a:pt x="193" y="484"/>
                    </a:lnTo>
                    <a:lnTo>
                      <a:pt x="194" y="488"/>
                    </a:lnTo>
                    <a:lnTo>
                      <a:pt x="192" y="490"/>
                    </a:lnTo>
                    <a:lnTo>
                      <a:pt x="189" y="492"/>
                    </a:lnTo>
                    <a:lnTo>
                      <a:pt x="187" y="493"/>
                    </a:lnTo>
                    <a:lnTo>
                      <a:pt x="184" y="495"/>
                    </a:lnTo>
                    <a:lnTo>
                      <a:pt x="181" y="496"/>
                    </a:lnTo>
                    <a:lnTo>
                      <a:pt x="178" y="497"/>
                    </a:lnTo>
                    <a:lnTo>
                      <a:pt x="175" y="497"/>
                    </a:lnTo>
                    <a:lnTo>
                      <a:pt x="171" y="498"/>
                    </a:lnTo>
                    <a:lnTo>
                      <a:pt x="164" y="499"/>
                    </a:lnTo>
                    <a:lnTo>
                      <a:pt x="158" y="501"/>
                    </a:lnTo>
                    <a:lnTo>
                      <a:pt x="154" y="501"/>
                    </a:lnTo>
                    <a:lnTo>
                      <a:pt x="150" y="502"/>
                    </a:lnTo>
                    <a:lnTo>
                      <a:pt x="147" y="503"/>
                    </a:lnTo>
                    <a:lnTo>
                      <a:pt x="144" y="504"/>
                    </a:lnTo>
                    <a:lnTo>
                      <a:pt x="138" y="504"/>
                    </a:lnTo>
                    <a:lnTo>
                      <a:pt x="134" y="504"/>
                    </a:lnTo>
                    <a:lnTo>
                      <a:pt x="129" y="504"/>
                    </a:lnTo>
                    <a:lnTo>
                      <a:pt x="123" y="504"/>
                    </a:lnTo>
                    <a:lnTo>
                      <a:pt x="114" y="509"/>
                    </a:lnTo>
                    <a:lnTo>
                      <a:pt x="104" y="513"/>
                    </a:lnTo>
                    <a:lnTo>
                      <a:pt x="99" y="515"/>
                    </a:lnTo>
                    <a:lnTo>
                      <a:pt x="94" y="517"/>
                    </a:lnTo>
                    <a:lnTo>
                      <a:pt x="90" y="517"/>
                    </a:lnTo>
                    <a:lnTo>
                      <a:pt x="87" y="517"/>
                    </a:lnTo>
                    <a:lnTo>
                      <a:pt x="85" y="517"/>
                    </a:lnTo>
                    <a:lnTo>
                      <a:pt x="81" y="517"/>
                    </a:lnTo>
                    <a:lnTo>
                      <a:pt x="80" y="517"/>
                    </a:lnTo>
                    <a:lnTo>
                      <a:pt x="79" y="515"/>
                    </a:lnTo>
                    <a:lnTo>
                      <a:pt x="78" y="514"/>
                    </a:lnTo>
                    <a:lnTo>
                      <a:pt x="76" y="513"/>
                    </a:lnTo>
                    <a:lnTo>
                      <a:pt x="73" y="513"/>
                    </a:lnTo>
                    <a:lnTo>
                      <a:pt x="69" y="512"/>
                    </a:lnTo>
                    <a:lnTo>
                      <a:pt x="65" y="511"/>
                    </a:lnTo>
                    <a:lnTo>
                      <a:pt x="61" y="510"/>
                    </a:lnTo>
                    <a:lnTo>
                      <a:pt x="59" y="509"/>
                    </a:lnTo>
                    <a:lnTo>
                      <a:pt x="58" y="509"/>
                    </a:lnTo>
                    <a:lnTo>
                      <a:pt x="57" y="507"/>
                    </a:lnTo>
                    <a:lnTo>
                      <a:pt x="56" y="506"/>
                    </a:lnTo>
                    <a:lnTo>
                      <a:pt x="54" y="505"/>
                    </a:lnTo>
                    <a:lnTo>
                      <a:pt x="53" y="503"/>
                    </a:lnTo>
                    <a:lnTo>
                      <a:pt x="51" y="501"/>
                    </a:lnTo>
                    <a:lnTo>
                      <a:pt x="50" y="499"/>
                    </a:lnTo>
                    <a:lnTo>
                      <a:pt x="50" y="497"/>
                    </a:lnTo>
                    <a:lnTo>
                      <a:pt x="50" y="495"/>
                    </a:lnTo>
                    <a:lnTo>
                      <a:pt x="49" y="493"/>
                    </a:lnTo>
                    <a:lnTo>
                      <a:pt x="50" y="490"/>
                    </a:lnTo>
                    <a:lnTo>
                      <a:pt x="50" y="485"/>
                    </a:lnTo>
                    <a:lnTo>
                      <a:pt x="51" y="481"/>
                    </a:lnTo>
                    <a:lnTo>
                      <a:pt x="53" y="475"/>
                    </a:lnTo>
                    <a:lnTo>
                      <a:pt x="56" y="470"/>
                    </a:lnTo>
                    <a:lnTo>
                      <a:pt x="62" y="461"/>
                    </a:lnTo>
                    <a:lnTo>
                      <a:pt x="67" y="452"/>
                    </a:lnTo>
                    <a:lnTo>
                      <a:pt x="70" y="448"/>
                    </a:lnTo>
                    <a:lnTo>
                      <a:pt x="72" y="444"/>
                    </a:lnTo>
                    <a:lnTo>
                      <a:pt x="74" y="441"/>
                    </a:lnTo>
                    <a:lnTo>
                      <a:pt x="74" y="438"/>
                    </a:lnTo>
                    <a:lnTo>
                      <a:pt x="75" y="436"/>
                    </a:lnTo>
                    <a:lnTo>
                      <a:pt x="77" y="432"/>
                    </a:lnTo>
                    <a:lnTo>
                      <a:pt x="77" y="428"/>
                    </a:lnTo>
                    <a:lnTo>
                      <a:pt x="78" y="424"/>
                    </a:lnTo>
                    <a:lnTo>
                      <a:pt x="78" y="420"/>
                    </a:lnTo>
                    <a:lnTo>
                      <a:pt x="78" y="416"/>
                    </a:lnTo>
                    <a:lnTo>
                      <a:pt x="77" y="414"/>
                    </a:lnTo>
                    <a:lnTo>
                      <a:pt x="77" y="413"/>
                    </a:lnTo>
                    <a:lnTo>
                      <a:pt x="75" y="411"/>
                    </a:lnTo>
                    <a:lnTo>
                      <a:pt x="74" y="410"/>
                    </a:lnTo>
                    <a:lnTo>
                      <a:pt x="74" y="409"/>
                    </a:lnTo>
                    <a:lnTo>
                      <a:pt x="72" y="409"/>
                    </a:lnTo>
                    <a:lnTo>
                      <a:pt x="71" y="409"/>
                    </a:lnTo>
                    <a:lnTo>
                      <a:pt x="70" y="409"/>
                    </a:lnTo>
                    <a:lnTo>
                      <a:pt x="68" y="409"/>
                    </a:lnTo>
                    <a:lnTo>
                      <a:pt x="67" y="408"/>
                    </a:lnTo>
                    <a:lnTo>
                      <a:pt x="66" y="407"/>
                    </a:lnTo>
                    <a:lnTo>
                      <a:pt x="66" y="406"/>
                    </a:lnTo>
                    <a:lnTo>
                      <a:pt x="62" y="403"/>
                    </a:lnTo>
                    <a:lnTo>
                      <a:pt x="57" y="397"/>
                    </a:lnTo>
                    <a:lnTo>
                      <a:pt x="54" y="393"/>
                    </a:lnTo>
                    <a:lnTo>
                      <a:pt x="52" y="390"/>
                    </a:lnTo>
                    <a:lnTo>
                      <a:pt x="50" y="388"/>
                    </a:lnTo>
                    <a:lnTo>
                      <a:pt x="50" y="386"/>
                    </a:lnTo>
                    <a:lnTo>
                      <a:pt x="53" y="384"/>
                    </a:lnTo>
                    <a:lnTo>
                      <a:pt x="56" y="381"/>
                    </a:lnTo>
                    <a:lnTo>
                      <a:pt x="59" y="379"/>
                    </a:lnTo>
                    <a:lnTo>
                      <a:pt x="62" y="376"/>
                    </a:lnTo>
                    <a:lnTo>
                      <a:pt x="65" y="373"/>
                    </a:lnTo>
                    <a:lnTo>
                      <a:pt x="68" y="371"/>
                    </a:lnTo>
                    <a:lnTo>
                      <a:pt x="71" y="369"/>
                    </a:lnTo>
                    <a:lnTo>
                      <a:pt x="74" y="367"/>
                    </a:lnTo>
                    <a:lnTo>
                      <a:pt x="75" y="357"/>
                    </a:lnTo>
                    <a:lnTo>
                      <a:pt x="75" y="345"/>
                    </a:lnTo>
                    <a:lnTo>
                      <a:pt x="75" y="333"/>
                    </a:lnTo>
                    <a:lnTo>
                      <a:pt x="74" y="321"/>
                    </a:lnTo>
                    <a:lnTo>
                      <a:pt x="74" y="320"/>
                    </a:lnTo>
                    <a:lnTo>
                      <a:pt x="71" y="319"/>
                    </a:lnTo>
                    <a:lnTo>
                      <a:pt x="70" y="318"/>
                    </a:lnTo>
                    <a:lnTo>
                      <a:pt x="68" y="317"/>
                    </a:lnTo>
                    <a:lnTo>
                      <a:pt x="65" y="313"/>
                    </a:lnTo>
                    <a:lnTo>
                      <a:pt x="62" y="310"/>
                    </a:lnTo>
                    <a:lnTo>
                      <a:pt x="56" y="302"/>
                    </a:lnTo>
                    <a:lnTo>
                      <a:pt x="51" y="296"/>
                    </a:lnTo>
                    <a:lnTo>
                      <a:pt x="51" y="293"/>
                    </a:lnTo>
                    <a:lnTo>
                      <a:pt x="52" y="290"/>
                    </a:lnTo>
                    <a:lnTo>
                      <a:pt x="52" y="288"/>
                    </a:lnTo>
                    <a:lnTo>
                      <a:pt x="53" y="285"/>
                    </a:lnTo>
                    <a:lnTo>
                      <a:pt x="55" y="280"/>
                    </a:lnTo>
                    <a:lnTo>
                      <a:pt x="58" y="275"/>
                    </a:lnTo>
                    <a:lnTo>
                      <a:pt x="60" y="271"/>
                    </a:lnTo>
                    <a:lnTo>
                      <a:pt x="63" y="267"/>
                    </a:lnTo>
                    <a:lnTo>
                      <a:pt x="66" y="263"/>
                    </a:lnTo>
                    <a:lnTo>
                      <a:pt x="70" y="259"/>
                    </a:lnTo>
                    <a:lnTo>
                      <a:pt x="74" y="255"/>
                    </a:lnTo>
                    <a:lnTo>
                      <a:pt x="77" y="251"/>
                    </a:lnTo>
                    <a:lnTo>
                      <a:pt x="80" y="247"/>
                    </a:lnTo>
                    <a:lnTo>
                      <a:pt x="83" y="242"/>
                    </a:lnTo>
                    <a:lnTo>
                      <a:pt x="86" y="238"/>
                    </a:lnTo>
                    <a:lnTo>
                      <a:pt x="87" y="233"/>
                    </a:lnTo>
                    <a:lnTo>
                      <a:pt x="88" y="230"/>
                    </a:lnTo>
                    <a:lnTo>
                      <a:pt x="88" y="227"/>
                    </a:lnTo>
                    <a:lnTo>
                      <a:pt x="88" y="224"/>
                    </a:lnTo>
                    <a:lnTo>
                      <a:pt x="88" y="221"/>
                    </a:lnTo>
                    <a:lnTo>
                      <a:pt x="81" y="217"/>
                    </a:lnTo>
                    <a:lnTo>
                      <a:pt x="73" y="214"/>
                    </a:lnTo>
                    <a:lnTo>
                      <a:pt x="66" y="210"/>
                    </a:lnTo>
                    <a:lnTo>
                      <a:pt x="58" y="206"/>
                    </a:lnTo>
                    <a:lnTo>
                      <a:pt x="58" y="204"/>
                    </a:lnTo>
                    <a:lnTo>
                      <a:pt x="59" y="202"/>
                    </a:lnTo>
                    <a:lnTo>
                      <a:pt x="62" y="200"/>
                    </a:lnTo>
                    <a:lnTo>
                      <a:pt x="63" y="199"/>
                    </a:lnTo>
                    <a:lnTo>
                      <a:pt x="66" y="197"/>
                    </a:lnTo>
                    <a:lnTo>
                      <a:pt x="69" y="196"/>
                    </a:lnTo>
                    <a:lnTo>
                      <a:pt x="71" y="195"/>
                    </a:lnTo>
                    <a:lnTo>
                      <a:pt x="75" y="193"/>
                    </a:lnTo>
                    <a:lnTo>
                      <a:pt x="82" y="191"/>
                    </a:lnTo>
                    <a:lnTo>
                      <a:pt x="88" y="188"/>
                    </a:lnTo>
                    <a:lnTo>
                      <a:pt x="90" y="187"/>
                    </a:lnTo>
                    <a:lnTo>
                      <a:pt x="94" y="185"/>
                    </a:lnTo>
                    <a:lnTo>
                      <a:pt x="95" y="184"/>
                    </a:lnTo>
                    <a:lnTo>
                      <a:pt x="98" y="181"/>
                    </a:lnTo>
                    <a:lnTo>
                      <a:pt x="98" y="178"/>
                    </a:lnTo>
                    <a:lnTo>
                      <a:pt x="99" y="174"/>
                    </a:lnTo>
                    <a:lnTo>
                      <a:pt x="99" y="170"/>
                    </a:lnTo>
                    <a:lnTo>
                      <a:pt x="100" y="165"/>
                    </a:lnTo>
                    <a:lnTo>
                      <a:pt x="99" y="156"/>
                    </a:lnTo>
                    <a:lnTo>
                      <a:pt x="99" y="148"/>
                    </a:lnTo>
                    <a:lnTo>
                      <a:pt x="99" y="144"/>
                    </a:lnTo>
                    <a:lnTo>
                      <a:pt x="99" y="140"/>
                    </a:lnTo>
                    <a:lnTo>
                      <a:pt x="100" y="136"/>
                    </a:lnTo>
                    <a:lnTo>
                      <a:pt x="101" y="133"/>
                    </a:lnTo>
                    <a:lnTo>
                      <a:pt x="102" y="130"/>
                    </a:lnTo>
                    <a:lnTo>
                      <a:pt x="104" y="127"/>
                    </a:lnTo>
                    <a:lnTo>
                      <a:pt x="105" y="126"/>
                    </a:lnTo>
                    <a:lnTo>
                      <a:pt x="106" y="124"/>
                    </a:lnTo>
                    <a:lnTo>
                      <a:pt x="107" y="124"/>
                    </a:lnTo>
                    <a:lnTo>
                      <a:pt x="109" y="123"/>
                    </a:lnTo>
                    <a:lnTo>
                      <a:pt x="114" y="123"/>
                    </a:lnTo>
                    <a:lnTo>
                      <a:pt x="118" y="123"/>
                    </a:lnTo>
                    <a:lnTo>
                      <a:pt x="120" y="126"/>
                    </a:lnTo>
                    <a:lnTo>
                      <a:pt x="122" y="128"/>
                    </a:lnTo>
                    <a:lnTo>
                      <a:pt x="122" y="130"/>
                    </a:lnTo>
                    <a:lnTo>
                      <a:pt x="123" y="132"/>
                    </a:lnTo>
                    <a:lnTo>
                      <a:pt x="123" y="134"/>
                    </a:lnTo>
                    <a:lnTo>
                      <a:pt x="123" y="137"/>
                    </a:lnTo>
                    <a:lnTo>
                      <a:pt x="122" y="140"/>
                    </a:lnTo>
                    <a:lnTo>
                      <a:pt x="121" y="141"/>
                    </a:lnTo>
                    <a:lnTo>
                      <a:pt x="120" y="144"/>
                    </a:lnTo>
                    <a:lnTo>
                      <a:pt x="119" y="146"/>
                    </a:lnTo>
                    <a:lnTo>
                      <a:pt x="118" y="151"/>
                    </a:lnTo>
                    <a:lnTo>
                      <a:pt x="118" y="156"/>
                    </a:lnTo>
                    <a:lnTo>
                      <a:pt x="118" y="165"/>
                    </a:lnTo>
                    <a:lnTo>
                      <a:pt x="118" y="176"/>
                    </a:lnTo>
                    <a:lnTo>
                      <a:pt x="122" y="179"/>
                    </a:lnTo>
                    <a:lnTo>
                      <a:pt x="126" y="181"/>
                    </a:lnTo>
                    <a:lnTo>
                      <a:pt x="130" y="181"/>
                    </a:lnTo>
                    <a:lnTo>
                      <a:pt x="134" y="181"/>
                    </a:lnTo>
                    <a:lnTo>
                      <a:pt x="135" y="179"/>
                    </a:lnTo>
                    <a:lnTo>
                      <a:pt x="136" y="176"/>
                    </a:lnTo>
                    <a:lnTo>
                      <a:pt x="138" y="173"/>
                    </a:lnTo>
                    <a:lnTo>
                      <a:pt x="139" y="171"/>
                    </a:lnTo>
                    <a:lnTo>
                      <a:pt x="143" y="165"/>
                    </a:lnTo>
                    <a:lnTo>
                      <a:pt x="147" y="160"/>
                    </a:lnTo>
                    <a:lnTo>
                      <a:pt x="155" y="151"/>
                    </a:lnTo>
                    <a:lnTo>
                      <a:pt x="163" y="141"/>
                    </a:lnTo>
                    <a:lnTo>
                      <a:pt x="167" y="136"/>
                    </a:lnTo>
                    <a:lnTo>
                      <a:pt x="171" y="128"/>
                    </a:lnTo>
                    <a:lnTo>
                      <a:pt x="174" y="121"/>
                    </a:lnTo>
                    <a:lnTo>
                      <a:pt x="177" y="114"/>
                    </a:lnTo>
                    <a:lnTo>
                      <a:pt x="181" y="106"/>
                    </a:lnTo>
                    <a:lnTo>
                      <a:pt x="184" y="99"/>
                    </a:lnTo>
                    <a:lnTo>
                      <a:pt x="187" y="92"/>
                    </a:lnTo>
                    <a:lnTo>
                      <a:pt x="191" y="84"/>
                    </a:lnTo>
                    <a:lnTo>
                      <a:pt x="195" y="78"/>
                    </a:lnTo>
                    <a:lnTo>
                      <a:pt x="200" y="71"/>
                    </a:lnTo>
                    <a:lnTo>
                      <a:pt x="203" y="68"/>
                    </a:lnTo>
                    <a:lnTo>
                      <a:pt x="205" y="64"/>
                    </a:lnTo>
                    <a:lnTo>
                      <a:pt x="205" y="61"/>
                    </a:lnTo>
                    <a:lnTo>
                      <a:pt x="206" y="59"/>
                    </a:lnTo>
                    <a:lnTo>
                      <a:pt x="207" y="56"/>
                    </a:lnTo>
                    <a:lnTo>
                      <a:pt x="207" y="53"/>
                    </a:lnTo>
                    <a:lnTo>
                      <a:pt x="203" y="49"/>
                    </a:lnTo>
                    <a:lnTo>
                      <a:pt x="200" y="44"/>
                    </a:lnTo>
                    <a:lnTo>
                      <a:pt x="192" y="45"/>
                    </a:lnTo>
                    <a:lnTo>
                      <a:pt x="183" y="46"/>
                    </a:lnTo>
                    <a:lnTo>
                      <a:pt x="175" y="46"/>
                    </a:lnTo>
                    <a:lnTo>
                      <a:pt x="167" y="47"/>
                    </a:lnTo>
                    <a:lnTo>
                      <a:pt x="167" y="50"/>
                    </a:lnTo>
                    <a:lnTo>
                      <a:pt x="165" y="52"/>
                    </a:lnTo>
                    <a:lnTo>
                      <a:pt x="163" y="54"/>
                    </a:lnTo>
                    <a:lnTo>
                      <a:pt x="163" y="56"/>
                    </a:lnTo>
                    <a:lnTo>
                      <a:pt x="161" y="56"/>
                    </a:lnTo>
                    <a:lnTo>
                      <a:pt x="159" y="57"/>
                    </a:lnTo>
                    <a:lnTo>
                      <a:pt x="159" y="58"/>
                    </a:lnTo>
                    <a:lnTo>
                      <a:pt x="157" y="58"/>
                    </a:lnTo>
                    <a:lnTo>
                      <a:pt x="154" y="59"/>
                    </a:lnTo>
                    <a:lnTo>
                      <a:pt x="150" y="60"/>
                    </a:lnTo>
                    <a:lnTo>
                      <a:pt x="148" y="60"/>
                    </a:lnTo>
                    <a:lnTo>
                      <a:pt x="146" y="60"/>
                    </a:lnTo>
                    <a:lnTo>
                      <a:pt x="144" y="62"/>
                    </a:lnTo>
                    <a:lnTo>
                      <a:pt x="142" y="63"/>
                    </a:lnTo>
                    <a:lnTo>
                      <a:pt x="139" y="65"/>
                    </a:lnTo>
                    <a:lnTo>
                      <a:pt x="136" y="67"/>
                    </a:lnTo>
                    <a:lnTo>
                      <a:pt x="134" y="69"/>
                    </a:lnTo>
                    <a:lnTo>
                      <a:pt x="131" y="72"/>
                    </a:lnTo>
                    <a:lnTo>
                      <a:pt x="126" y="77"/>
                    </a:lnTo>
                    <a:lnTo>
                      <a:pt x="121" y="82"/>
                    </a:lnTo>
                    <a:lnTo>
                      <a:pt x="118" y="82"/>
                    </a:lnTo>
                    <a:lnTo>
                      <a:pt x="116" y="82"/>
                    </a:lnTo>
                    <a:lnTo>
                      <a:pt x="106" y="88"/>
                    </a:lnTo>
                    <a:lnTo>
                      <a:pt x="94" y="96"/>
                    </a:lnTo>
                    <a:lnTo>
                      <a:pt x="89" y="100"/>
                    </a:lnTo>
                    <a:lnTo>
                      <a:pt x="82" y="104"/>
                    </a:lnTo>
                    <a:lnTo>
                      <a:pt x="78" y="108"/>
                    </a:lnTo>
                    <a:lnTo>
                      <a:pt x="73" y="112"/>
                    </a:lnTo>
                    <a:lnTo>
                      <a:pt x="67" y="118"/>
                    </a:lnTo>
                    <a:lnTo>
                      <a:pt x="61" y="124"/>
                    </a:lnTo>
                    <a:lnTo>
                      <a:pt x="57" y="128"/>
                    </a:lnTo>
                    <a:lnTo>
                      <a:pt x="53" y="131"/>
                    </a:lnTo>
                    <a:lnTo>
                      <a:pt x="51" y="132"/>
                    </a:lnTo>
                    <a:lnTo>
                      <a:pt x="50" y="132"/>
                    </a:lnTo>
                    <a:lnTo>
                      <a:pt x="48" y="132"/>
                    </a:lnTo>
                    <a:lnTo>
                      <a:pt x="46" y="132"/>
                    </a:lnTo>
                    <a:lnTo>
                      <a:pt x="46" y="136"/>
                    </a:lnTo>
                    <a:lnTo>
                      <a:pt x="45" y="138"/>
                    </a:lnTo>
                    <a:lnTo>
                      <a:pt x="44" y="140"/>
                    </a:lnTo>
                    <a:lnTo>
                      <a:pt x="42" y="142"/>
                    </a:lnTo>
                    <a:lnTo>
                      <a:pt x="41" y="145"/>
                    </a:lnTo>
                    <a:lnTo>
                      <a:pt x="40" y="148"/>
                    </a:lnTo>
                    <a:lnTo>
                      <a:pt x="39" y="151"/>
                    </a:lnTo>
                    <a:lnTo>
                      <a:pt x="39" y="154"/>
                    </a:lnTo>
                    <a:lnTo>
                      <a:pt x="39" y="159"/>
                    </a:lnTo>
                    <a:lnTo>
                      <a:pt x="38" y="168"/>
                    </a:lnTo>
                    <a:lnTo>
                      <a:pt x="38" y="180"/>
                    </a:lnTo>
                    <a:lnTo>
                      <a:pt x="38" y="192"/>
                    </a:lnTo>
                    <a:lnTo>
                      <a:pt x="36" y="205"/>
                    </a:lnTo>
                    <a:lnTo>
                      <a:pt x="34" y="216"/>
                    </a:lnTo>
                    <a:lnTo>
                      <a:pt x="34" y="221"/>
                    </a:lnTo>
                    <a:lnTo>
                      <a:pt x="33" y="225"/>
                    </a:lnTo>
                    <a:lnTo>
                      <a:pt x="31" y="229"/>
                    </a:lnTo>
                    <a:lnTo>
                      <a:pt x="30" y="230"/>
                    </a:lnTo>
                    <a:lnTo>
                      <a:pt x="27" y="230"/>
                    </a:lnTo>
                    <a:lnTo>
                      <a:pt x="25" y="230"/>
                    </a:lnTo>
                    <a:lnTo>
                      <a:pt x="22" y="230"/>
                    </a:lnTo>
                    <a:lnTo>
                      <a:pt x="18" y="230"/>
                    </a:lnTo>
                    <a:lnTo>
                      <a:pt x="18" y="229"/>
                    </a:lnTo>
                    <a:lnTo>
                      <a:pt x="17" y="227"/>
                    </a:lnTo>
                    <a:lnTo>
                      <a:pt x="16" y="225"/>
                    </a:lnTo>
                    <a:lnTo>
                      <a:pt x="14" y="224"/>
                    </a:lnTo>
                    <a:lnTo>
                      <a:pt x="12" y="223"/>
                    </a:lnTo>
                    <a:lnTo>
                      <a:pt x="9" y="221"/>
                    </a:lnTo>
                    <a:lnTo>
                      <a:pt x="9" y="214"/>
                    </a:lnTo>
                    <a:lnTo>
                      <a:pt x="9" y="208"/>
                    </a:lnTo>
                    <a:lnTo>
                      <a:pt x="9" y="200"/>
                    </a:lnTo>
                    <a:lnTo>
                      <a:pt x="9" y="194"/>
                    </a:lnTo>
                    <a:lnTo>
                      <a:pt x="9" y="188"/>
                    </a:lnTo>
                    <a:lnTo>
                      <a:pt x="9" y="180"/>
                    </a:lnTo>
                    <a:lnTo>
                      <a:pt x="9" y="174"/>
                    </a:lnTo>
                    <a:lnTo>
                      <a:pt x="9" y="168"/>
                    </a:lnTo>
                    <a:lnTo>
                      <a:pt x="9" y="167"/>
                    </a:lnTo>
                    <a:lnTo>
                      <a:pt x="8" y="165"/>
                    </a:lnTo>
                    <a:lnTo>
                      <a:pt x="7" y="164"/>
                    </a:lnTo>
                    <a:lnTo>
                      <a:pt x="7" y="163"/>
                    </a:lnTo>
                    <a:lnTo>
                      <a:pt x="7" y="160"/>
                    </a:lnTo>
                    <a:lnTo>
                      <a:pt x="7" y="156"/>
                    </a:lnTo>
                    <a:lnTo>
                      <a:pt x="8" y="152"/>
                    </a:lnTo>
                    <a:lnTo>
                      <a:pt x="8" y="148"/>
                    </a:lnTo>
                    <a:lnTo>
                      <a:pt x="8" y="145"/>
                    </a:lnTo>
                    <a:lnTo>
                      <a:pt x="7" y="141"/>
                    </a:lnTo>
                    <a:lnTo>
                      <a:pt x="4" y="136"/>
                    </a:lnTo>
                    <a:lnTo>
                      <a:pt x="1" y="127"/>
                    </a:lnTo>
                    <a:lnTo>
                      <a:pt x="1" y="125"/>
                    </a:lnTo>
                    <a:lnTo>
                      <a:pt x="0" y="123"/>
                    </a:lnTo>
                    <a:lnTo>
                      <a:pt x="0" y="121"/>
                    </a:lnTo>
                    <a:lnTo>
                      <a:pt x="0" y="119"/>
                    </a:lnTo>
                    <a:lnTo>
                      <a:pt x="1" y="117"/>
                    </a:lnTo>
                    <a:lnTo>
                      <a:pt x="1" y="116"/>
                    </a:lnTo>
                    <a:lnTo>
                      <a:pt x="2" y="114"/>
                    </a:lnTo>
                    <a:lnTo>
                      <a:pt x="4" y="113"/>
                    </a:lnTo>
                    <a:lnTo>
                      <a:pt x="6" y="112"/>
                    </a:lnTo>
                    <a:lnTo>
                      <a:pt x="8" y="112"/>
                    </a:lnTo>
                    <a:lnTo>
                      <a:pt x="10" y="112"/>
                    </a:lnTo>
                    <a:lnTo>
                      <a:pt x="11" y="112"/>
                    </a:lnTo>
                    <a:lnTo>
                      <a:pt x="14" y="114"/>
                    </a:lnTo>
                    <a:lnTo>
                      <a:pt x="18" y="116"/>
                    </a:lnTo>
                    <a:lnTo>
                      <a:pt x="23" y="120"/>
                    </a:lnTo>
                    <a:lnTo>
                      <a:pt x="28" y="123"/>
                    </a:lnTo>
                    <a:lnTo>
                      <a:pt x="31" y="123"/>
                    </a:lnTo>
                    <a:lnTo>
                      <a:pt x="35" y="123"/>
                    </a:lnTo>
                    <a:lnTo>
                      <a:pt x="38" y="123"/>
                    </a:lnTo>
                    <a:lnTo>
                      <a:pt x="42" y="123"/>
                    </a:lnTo>
                    <a:lnTo>
                      <a:pt x="43" y="121"/>
                    </a:lnTo>
                    <a:lnTo>
                      <a:pt x="45" y="120"/>
                    </a:lnTo>
                    <a:lnTo>
                      <a:pt x="46" y="119"/>
                    </a:lnTo>
                    <a:lnTo>
                      <a:pt x="48" y="117"/>
                    </a:lnTo>
                    <a:lnTo>
                      <a:pt x="51" y="116"/>
                    </a:lnTo>
                    <a:lnTo>
                      <a:pt x="56" y="113"/>
                    </a:lnTo>
                    <a:lnTo>
                      <a:pt x="58" y="112"/>
                    </a:lnTo>
                    <a:lnTo>
                      <a:pt x="59" y="110"/>
                    </a:lnTo>
                    <a:lnTo>
                      <a:pt x="61" y="108"/>
                    </a:lnTo>
                    <a:lnTo>
                      <a:pt x="62" y="106"/>
                    </a:lnTo>
                    <a:lnTo>
                      <a:pt x="66" y="102"/>
                    </a:lnTo>
                    <a:lnTo>
                      <a:pt x="70" y="99"/>
                    </a:lnTo>
                    <a:lnTo>
                      <a:pt x="74" y="97"/>
                    </a:lnTo>
                    <a:lnTo>
                      <a:pt x="79" y="96"/>
                    </a:lnTo>
                    <a:lnTo>
                      <a:pt x="84" y="92"/>
                    </a:lnTo>
                    <a:lnTo>
                      <a:pt x="89" y="87"/>
                    </a:lnTo>
                    <a:lnTo>
                      <a:pt x="94" y="83"/>
                    </a:lnTo>
                    <a:lnTo>
                      <a:pt x="99" y="79"/>
                    </a:lnTo>
                    <a:lnTo>
                      <a:pt x="102" y="78"/>
                    </a:lnTo>
                    <a:lnTo>
                      <a:pt x="103" y="76"/>
                    </a:lnTo>
                    <a:lnTo>
                      <a:pt x="106" y="76"/>
                    </a:lnTo>
                    <a:lnTo>
                      <a:pt x="108" y="76"/>
                    </a:lnTo>
                    <a:lnTo>
                      <a:pt x="110" y="75"/>
                    </a:lnTo>
                    <a:lnTo>
                      <a:pt x="112" y="75"/>
                    </a:lnTo>
                    <a:lnTo>
                      <a:pt x="114" y="73"/>
                    </a:lnTo>
                    <a:lnTo>
                      <a:pt x="116" y="72"/>
                    </a:lnTo>
                    <a:lnTo>
                      <a:pt x="121" y="68"/>
                    </a:lnTo>
                    <a:lnTo>
                      <a:pt x="126" y="63"/>
                    </a:lnTo>
                    <a:lnTo>
                      <a:pt x="129" y="60"/>
                    </a:lnTo>
                    <a:lnTo>
                      <a:pt x="131" y="58"/>
                    </a:lnTo>
                    <a:lnTo>
                      <a:pt x="134" y="58"/>
                    </a:lnTo>
                    <a:lnTo>
                      <a:pt x="135" y="57"/>
                    </a:lnTo>
                    <a:lnTo>
                      <a:pt x="137" y="56"/>
                    </a:lnTo>
                    <a:lnTo>
                      <a:pt x="139" y="5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1" name="îşļïḑe"/>
              <p:cNvSpPr/>
              <p:nvPr userDrawn="1"/>
            </p:nvSpPr>
            <p:spPr bwMode="auto">
              <a:xfrm>
                <a:off x="6492876" y="2917826"/>
                <a:ext cx="220663" cy="603250"/>
              </a:xfrm>
              <a:custGeom>
                <a:avLst/>
                <a:gdLst>
                  <a:gd name="T0" fmla="*/ 127 w 139"/>
                  <a:gd name="T1" fmla="*/ 2 h 380"/>
                  <a:gd name="T2" fmla="*/ 135 w 139"/>
                  <a:gd name="T3" fmla="*/ 15 h 380"/>
                  <a:gd name="T4" fmla="*/ 135 w 139"/>
                  <a:gd name="T5" fmla="*/ 22 h 380"/>
                  <a:gd name="T6" fmla="*/ 123 w 139"/>
                  <a:gd name="T7" fmla="*/ 50 h 380"/>
                  <a:gd name="T8" fmla="*/ 113 w 139"/>
                  <a:gd name="T9" fmla="*/ 73 h 380"/>
                  <a:gd name="T10" fmla="*/ 107 w 139"/>
                  <a:gd name="T11" fmla="*/ 106 h 380"/>
                  <a:gd name="T12" fmla="*/ 101 w 139"/>
                  <a:gd name="T13" fmla="*/ 145 h 380"/>
                  <a:gd name="T14" fmla="*/ 103 w 139"/>
                  <a:gd name="T15" fmla="*/ 178 h 380"/>
                  <a:gd name="T16" fmla="*/ 110 w 139"/>
                  <a:gd name="T17" fmla="*/ 184 h 380"/>
                  <a:gd name="T18" fmla="*/ 117 w 139"/>
                  <a:gd name="T19" fmla="*/ 196 h 380"/>
                  <a:gd name="T20" fmla="*/ 127 w 139"/>
                  <a:gd name="T21" fmla="*/ 198 h 380"/>
                  <a:gd name="T22" fmla="*/ 133 w 139"/>
                  <a:gd name="T23" fmla="*/ 194 h 380"/>
                  <a:gd name="T24" fmla="*/ 139 w 139"/>
                  <a:gd name="T25" fmla="*/ 199 h 380"/>
                  <a:gd name="T26" fmla="*/ 135 w 139"/>
                  <a:gd name="T27" fmla="*/ 216 h 380"/>
                  <a:gd name="T28" fmla="*/ 127 w 139"/>
                  <a:gd name="T29" fmla="*/ 240 h 380"/>
                  <a:gd name="T30" fmla="*/ 119 w 139"/>
                  <a:gd name="T31" fmla="*/ 255 h 380"/>
                  <a:gd name="T32" fmla="*/ 119 w 139"/>
                  <a:gd name="T33" fmla="*/ 260 h 380"/>
                  <a:gd name="T34" fmla="*/ 108 w 139"/>
                  <a:gd name="T35" fmla="*/ 268 h 380"/>
                  <a:gd name="T36" fmla="*/ 104 w 139"/>
                  <a:gd name="T37" fmla="*/ 279 h 380"/>
                  <a:gd name="T38" fmla="*/ 98 w 139"/>
                  <a:gd name="T39" fmla="*/ 290 h 380"/>
                  <a:gd name="T40" fmla="*/ 93 w 139"/>
                  <a:gd name="T41" fmla="*/ 300 h 380"/>
                  <a:gd name="T42" fmla="*/ 92 w 139"/>
                  <a:gd name="T43" fmla="*/ 311 h 380"/>
                  <a:gd name="T44" fmla="*/ 81 w 139"/>
                  <a:gd name="T45" fmla="*/ 332 h 380"/>
                  <a:gd name="T46" fmla="*/ 79 w 139"/>
                  <a:gd name="T47" fmla="*/ 341 h 380"/>
                  <a:gd name="T48" fmla="*/ 77 w 139"/>
                  <a:gd name="T49" fmla="*/ 352 h 380"/>
                  <a:gd name="T50" fmla="*/ 72 w 139"/>
                  <a:gd name="T51" fmla="*/ 360 h 380"/>
                  <a:gd name="T52" fmla="*/ 63 w 139"/>
                  <a:gd name="T53" fmla="*/ 370 h 380"/>
                  <a:gd name="T54" fmla="*/ 52 w 139"/>
                  <a:gd name="T55" fmla="*/ 376 h 380"/>
                  <a:gd name="T56" fmla="*/ 39 w 139"/>
                  <a:gd name="T57" fmla="*/ 380 h 380"/>
                  <a:gd name="T58" fmla="*/ 15 w 139"/>
                  <a:gd name="T59" fmla="*/ 376 h 380"/>
                  <a:gd name="T60" fmla="*/ 7 w 139"/>
                  <a:gd name="T61" fmla="*/ 365 h 380"/>
                  <a:gd name="T62" fmla="*/ 7 w 139"/>
                  <a:gd name="T63" fmla="*/ 356 h 380"/>
                  <a:gd name="T64" fmla="*/ 14 w 139"/>
                  <a:gd name="T65" fmla="*/ 344 h 380"/>
                  <a:gd name="T66" fmla="*/ 19 w 139"/>
                  <a:gd name="T67" fmla="*/ 330 h 380"/>
                  <a:gd name="T68" fmla="*/ 25 w 139"/>
                  <a:gd name="T69" fmla="*/ 319 h 380"/>
                  <a:gd name="T70" fmla="*/ 47 w 139"/>
                  <a:gd name="T71" fmla="*/ 280 h 380"/>
                  <a:gd name="T72" fmla="*/ 56 w 139"/>
                  <a:gd name="T73" fmla="*/ 256 h 380"/>
                  <a:gd name="T74" fmla="*/ 43 w 139"/>
                  <a:gd name="T75" fmla="*/ 248 h 380"/>
                  <a:gd name="T76" fmla="*/ 31 w 139"/>
                  <a:gd name="T77" fmla="*/ 247 h 380"/>
                  <a:gd name="T78" fmla="*/ 19 w 139"/>
                  <a:gd name="T79" fmla="*/ 251 h 380"/>
                  <a:gd name="T80" fmla="*/ 6 w 139"/>
                  <a:gd name="T81" fmla="*/ 247 h 380"/>
                  <a:gd name="T82" fmla="*/ 0 w 139"/>
                  <a:gd name="T83" fmla="*/ 239 h 380"/>
                  <a:gd name="T84" fmla="*/ 11 w 139"/>
                  <a:gd name="T85" fmla="*/ 225 h 380"/>
                  <a:gd name="T86" fmla="*/ 38 w 139"/>
                  <a:gd name="T87" fmla="*/ 208 h 380"/>
                  <a:gd name="T88" fmla="*/ 55 w 139"/>
                  <a:gd name="T89" fmla="*/ 196 h 380"/>
                  <a:gd name="T90" fmla="*/ 67 w 139"/>
                  <a:gd name="T91" fmla="*/ 183 h 380"/>
                  <a:gd name="T92" fmla="*/ 67 w 139"/>
                  <a:gd name="T93" fmla="*/ 167 h 380"/>
                  <a:gd name="T94" fmla="*/ 66 w 139"/>
                  <a:gd name="T95" fmla="*/ 140 h 380"/>
                  <a:gd name="T96" fmla="*/ 69 w 139"/>
                  <a:gd name="T97" fmla="*/ 124 h 380"/>
                  <a:gd name="T98" fmla="*/ 71 w 139"/>
                  <a:gd name="T99" fmla="*/ 97 h 380"/>
                  <a:gd name="T100" fmla="*/ 71 w 139"/>
                  <a:gd name="T101" fmla="*/ 85 h 380"/>
                  <a:gd name="T102" fmla="*/ 68 w 139"/>
                  <a:gd name="T103" fmla="*/ 81 h 380"/>
                  <a:gd name="T104" fmla="*/ 56 w 139"/>
                  <a:gd name="T105" fmla="*/ 79 h 380"/>
                  <a:gd name="T106" fmla="*/ 39 w 139"/>
                  <a:gd name="T107" fmla="*/ 83 h 380"/>
                  <a:gd name="T108" fmla="*/ 24 w 139"/>
                  <a:gd name="T109" fmla="*/ 83 h 380"/>
                  <a:gd name="T110" fmla="*/ 11 w 139"/>
                  <a:gd name="T111" fmla="*/ 79 h 380"/>
                  <a:gd name="T112" fmla="*/ 1 w 139"/>
                  <a:gd name="T113" fmla="*/ 70 h 380"/>
                  <a:gd name="T114" fmla="*/ 10 w 139"/>
                  <a:gd name="T115" fmla="*/ 59 h 380"/>
                  <a:gd name="T116" fmla="*/ 36 w 139"/>
                  <a:gd name="T117" fmla="*/ 46 h 380"/>
                  <a:gd name="T118" fmla="*/ 55 w 139"/>
                  <a:gd name="T119" fmla="*/ 37 h 380"/>
                  <a:gd name="T120" fmla="*/ 68 w 139"/>
                  <a:gd name="T121" fmla="*/ 25 h 380"/>
                  <a:gd name="T122" fmla="*/ 85 w 139"/>
                  <a:gd name="T123" fmla="*/ 16 h 380"/>
                  <a:gd name="T124" fmla="*/ 111 w 139"/>
                  <a:gd name="T125" fmla="*/ 5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9" h="380">
                    <a:moveTo>
                      <a:pt x="117" y="0"/>
                    </a:moveTo>
                    <a:lnTo>
                      <a:pt x="121" y="0"/>
                    </a:lnTo>
                    <a:lnTo>
                      <a:pt x="124" y="1"/>
                    </a:lnTo>
                    <a:lnTo>
                      <a:pt x="127" y="2"/>
                    </a:lnTo>
                    <a:lnTo>
                      <a:pt x="131" y="3"/>
                    </a:lnTo>
                    <a:lnTo>
                      <a:pt x="132" y="7"/>
                    </a:lnTo>
                    <a:lnTo>
                      <a:pt x="135" y="11"/>
                    </a:lnTo>
                    <a:lnTo>
                      <a:pt x="135" y="15"/>
                    </a:lnTo>
                    <a:lnTo>
                      <a:pt x="135" y="17"/>
                    </a:lnTo>
                    <a:lnTo>
                      <a:pt x="135" y="19"/>
                    </a:lnTo>
                    <a:lnTo>
                      <a:pt x="135" y="20"/>
                    </a:lnTo>
                    <a:lnTo>
                      <a:pt x="135" y="22"/>
                    </a:lnTo>
                    <a:lnTo>
                      <a:pt x="135" y="23"/>
                    </a:lnTo>
                    <a:lnTo>
                      <a:pt x="131" y="34"/>
                    </a:lnTo>
                    <a:lnTo>
                      <a:pt x="125" y="44"/>
                    </a:lnTo>
                    <a:lnTo>
                      <a:pt x="123" y="50"/>
                    </a:lnTo>
                    <a:lnTo>
                      <a:pt x="120" y="55"/>
                    </a:lnTo>
                    <a:lnTo>
                      <a:pt x="117" y="60"/>
                    </a:lnTo>
                    <a:lnTo>
                      <a:pt x="114" y="65"/>
                    </a:lnTo>
                    <a:lnTo>
                      <a:pt x="113" y="73"/>
                    </a:lnTo>
                    <a:lnTo>
                      <a:pt x="111" y="81"/>
                    </a:lnTo>
                    <a:lnTo>
                      <a:pt x="111" y="89"/>
                    </a:lnTo>
                    <a:lnTo>
                      <a:pt x="110" y="97"/>
                    </a:lnTo>
                    <a:lnTo>
                      <a:pt x="107" y="106"/>
                    </a:lnTo>
                    <a:lnTo>
                      <a:pt x="105" y="115"/>
                    </a:lnTo>
                    <a:lnTo>
                      <a:pt x="103" y="125"/>
                    </a:lnTo>
                    <a:lnTo>
                      <a:pt x="102" y="135"/>
                    </a:lnTo>
                    <a:lnTo>
                      <a:pt x="101" y="145"/>
                    </a:lnTo>
                    <a:lnTo>
                      <a:pt x="100" y="156"/>
                    </a:lnTo>
                    <a:lnTo>
                      <a:pt x="100" y="166"/>
                    </a:lnTo>
                    <a:lnTo>
                      <a:pt x="100" y="176"/>
                    </a:lnTo>
                    <a:lnTo>
                      <a:pt x="103" y="178"/>
                    </a:lnTo>
                    <a:lnTo>
                      <a:pt x="104" y="179"/>
                    </a:lnTo>
                    <a:lnTo>
                      <a:pt x="106" y="180"/>
                    </a:lnTo>
                    <a:lnTo>
                      <a:pt x="107" y="181"/>
                    </a:lnTo>
                    <a:lnTo>
                      <a:pt x="110" y="184"/>
                    </a:lnTo>
                    <a:lnTo>
                      <a:pt x="111" y="187"/>
                    </a:lnTo>
                    <a:lnTo>
                      <a:pt x="113" y="190"/>
                    </a:lnTo>
                    <a:lnTo>
                      <a:pt x="115" y="193"/>
                    </a:lnTo>
                    <a:lnTo>
                      <a:pt x="117" y="196"/>
                    </a:lnTo>
                    <a:lnTo>
                      <a:pt x="119" y="200"/>
                    </a:lnTo>
                    <a:lnTo>
                      <a:pt x="123" y="200"/>
                    </a:lnTo>
                    <a:lnTo>
                      <a:pt x="125" y="199"/>
                    </a:lnTo>
                    <a:lnTo>
                      <a:pt x="127" y="198"/>
                    </a:lnTo>
                    <a:lnTo>
                      <a:pt x="128" y="197"/>
                    </a:lnTo>
                    <a:lnTo>
                      <a:pt x="130" y="196"/>
                    </a:lnTo>
                    <a:lnTo>
                      <a:pt x="131" y="195"/>
                    </a:lnTo>
                    <a:lnTo>
                      <a:pt x="133" y="194"/>
                    </a:lnTo>
                    <a:lnTo>
                      <a:pt x="135" y="193"/>
                    </a:lnTo>
                    <a:lnTo>
                      <a:pt x="138" y="195"/>
                    </a:lnTo>
                    <a:lnTo>
                      <a:pt x="139" y="196"/>
                    </a:lnTo>
                    <a:lnTo>
                      <a:pt x="139" y="199"/>
                    </a:lnTo>
                    <a:lnTo>
                      <a:pt x="139" y="202"/>
                    </a:lnTo>
                    <a:lnTo>
                      <a:pt x="139" y="205"/>
                    </a:lnTo>
                    <a:lnTo>
                      <a:pt x="138" y="208"/>
                    </a:lnTo>
                    <a:lnTo>
                      <a:pt x="135" y="216"/>
                    </a:lnTo>
                    <a:lnTo>
                      <a:pt x="134" y="222"/>
                    </a:lnTo>
                    <a:lnTo>
                      <a:pt x="131" y="228"/>
                    </a:lnTo>
                    <a:lnTo>
                      <a:pt x="128" y="235"/>
                    </a:lnTo>
                    <a:lnTo>
                      <a:pt x="127" y="240"/>
                    </a:lnTo>
                    <a:lnTo>
                      <a:pt x="124" y="244"/>
                    </a:lnTo>
                    <a:lnTo>
                      <a:pt x="123" y="247"/>
                    </a:lnTo>
                    <a:lnTo>
                      <a:pt x="120" y="252"/>
                    </a:lnTo>
                    <a:lnTo>
                      <a:pt x="119" y="255"/>
                    </a:lnTo>
                    <a:lnTo>
                      <a:pt x="119" y="257"/>
                    </a:lnTo>
                    <a:lnTo>
                      <a:pt x="119" y="258"/>
                    </a:lnTo>
                    <a:lnTo>
                      <a:pt x="119" y="259"/>
                    </a:lnTo>
                    <a:lnTo>
                      <a:pt x="119" y="260"/>
                    </a:lnTo>
                    <a:lnTo>
                      <a:pt x="119" y="260"/>
                    </a:lnTo>
                    <a:lnTo>
                      <a:pt x="115" y="263"/>
                    </a:lnTo>
                    <a:lnTo>
                      <a:pt x="111" y="265"/>
                    </a:lnTo>
                    <a:lnTo>
                      <a:pt x="108" y="268"/>
                    </a:lnTo>
                    <a:lnTo>
                      <a:pt x="105" y="271"/>
                    </a:lnTo>
                    <a:lnTo>
                      <a:pt x="105" y="274"/>
                    </a:lnTo>
                    <a:lnTo>
                      <a:pt x="104" y="276"/>
                    </a:lnTo>
                    <a:lnTo>
                      <a:pt x="104" y="279"/>
                    </a:lnTo>
                    <a:lnTo>
                      <a:pt x="104" y="281"/>
                    </a:lnTo>
                    <a:lnTo>
                      <a:pt x="103" y="284"/>
                    </a:lnTo>
                    <a:lnTo>
                      <a:pt x="100" y="287"/>
                    </a:lnTo>
                    <a:lnTo>
                      <a:pt x="98" y="290"/>
                    </a:lnTo>
                    <a:lnTo>
                      <a:pt x="95" y="292"/>
                    </a:lnTo>
                    <a:lnTo>
                      <a:pt x="95" y="295"/>
                    </a:lnTo>
                    <a:lnTo>
                      <a:pt x="94" y="297"/>
                    </a:lnTo>
                    <a:lnTo>
                      <a:pt x="93" y="300"/>
                    </a:lnTo>
                    <a:lnTo>
                      <a:pt x="93" y="303"/>
                    </a:lnTo>
                    <a:lnTo>
                      <a:pt x="93" y="305"/>
                    </a:lnTo>
                    <a:lnTo>
                      <a:pt x="93" y="308"/>
                    </a:lnTo>
                    <a:lnTo>
                      <a:pt x="92" y="311"/>
                    </a:lnTo>
                    <a:lnTo>
                      <a:pt x="91" y="313"/>
                    </a:lnTo>
                    <a:lnTo>
                      <a:pt x="87" y="322"/>
                    </a:lnTo>
                    <a:lnTo>
                      <a:pt x="82" y="329"/>
                    </a:lnTo>
                    <a:lnTo>
                      <a:pt x="81" y="332"/>
                    </a:lnTo>
                    <a:lnTo>
                      <a:pt x="80" y="334"/>
                    </a:lnTo>
                    <a:lnTo>
                      <a:pt x="80" y="336"/>
                    </a:lnTo>
                    <a:lnTo>
                      <a:pt x="79" y="338"/>
                    </a:lnTo>
                    <a:lnTo>
                      <a:pt x="79" y="341"/>
                    </a:lnTo>
                    <a:lnTo>
                      <a:pt x="79" y="344"/>
                    </a:lnTo>
                    <a:lnTo>
                      <a:pt x="79" y="348"/>
                    </a:lnTo>
                    <a:lnTo>
                      <a:pt x="79" y="352"/>
                    </a:lnTo>
                    <a:lnTo>
                      <a:pt x="77" y="352"/>
                    </a:lnTo>
                    <a:lnTo>
                      <a:pt x="75" y="354"/>
                    </a:lnTo>
                    <a:lnTo>
                      <a:pt x="75" y="355"/>
                    </a:lnTo>
                    <a:lnTo>
                      <a:pt x="74" y="356"/>
                    </a:lnTo>
                    <a:lnTo>
                      <a:pt x="72" y="360"/>
                    </a:lnTo>
                    <a:lnTo>
                      <a:pt x="70" y="363"/>
                    </a:lnTo>
                    <a:lnTo>
                      <a:pt x="68" y="365"/>
                    </a:lnTo>
                    <a:lnTo>
                      <a:pt x="66" y="368"/>
                    </a:lnTo>
                    <a:lnTo>
                      <a:pt x="63" y="370"/>
                    </a:lnTo>
                    <a:lnTo>
                      <a:pt x="61" y="372"/>
                    </a:lnTo>
                    <a:lnTo>
                      <a:pt x="58" y="373"/>
                    </a:lnTo>
                    <a:lnTo>
                      <a:pt x="55" y="375"/>
                    </a:lnTo>
                    <a:lnTo>
                      <a:pt x="52" y="376"/>
                    </a:lnTo>
                    <a:lnTo>
                      <a:pt x="49" y="377"/>
                    </a:lnTo>
                    <a:lnTo>
                      <a:pt x="46" y="378"/>
                    </a:lnTo>
                    <a:lnTo>
                      <a:pt x="43" y="379"/>
                    </a:lnTo>
                    <a:lnTo>
                      <a:pt x="39" y="380"/>
                    </a:lnTo>
                    <a:lnTo>
                      <a:pt x="35" y="380"/>
                    </a:lnTo>
                    <a:lnTo>
                      <a:pt x="27" y="380"/>
                    </a:lnTo>
                    <a:lnTo>
                      <a:pt x="17" y="380"/>
                    </a:lnTo>
                    <a:lnTo>
                      <a:pt x="15" y="376"/>
                    </a:lnTo>
                    <a:lnTo>
                      <a:pt x="11" y="372"/>
                    </a:lnTo>
                    <a:lnTo>
                      <a:pt x="10" y="370"/>
                    </a:lnTo>
                    <a:lnTo>
                      <a:pt x="8" y="368"/>
                    </a:lnTo>
                    <a:lnTo>
                      <a:pt x="7" y="365"/>
                    </a:lnTo>
                    <a:lnTo>
                      <a:pt x="7" y="362"/>
                    </a:lnTo>
                    <a:lnTo>
                      <a:pt x="7" y="360"/>
                    </a:lnTo>
                    <a:lnTo>
                      <a:pt x="7" y="359"/>
                    </a:lnTo>
                    <a:lnTo>
                      <a:pt x="7" y="356"/>
                    </a:lnTo>
                    <a:lnTo>
                      <a:pt x="7" y="355"/>
                    </a:lnTo>
                    <a:lnTo>
                      <a:pt x="8" y="352"/>
                    </a:lnTo>
                    <a:lnTo>
                      <a:pt x="10" y="348"/>
                    </a:lnTo>
                    <a:lnTo>
                      <a:pt x="14" y="344"/>
                    </a:lnTo>
                    <a:lnTo>
                      <a:pt x="17" y="339"/>
                    </a:lnTo>
                    <a:lnTo>
                      <a:pt x="19" y="336"/>
                    </a:lnTo>
                    <a:lnTo>
                      <a:pt x="19" y="332"/>
                    </a:lnTo>
                    <a:lnTo>
                      <a:pt x="19" y="330"/>
                    </a:lnTo>
                    <a:lnTo>
                      <a:pt x="19" y="328"/>
                    </a:lnTo>
                    <a:lnTo>
                      <a:pt x="20" y="327"/>
                    </a:lnTo>
                    <a:lnTo>
                      <a:pt x="21" y="325"/>
                    </a:lnTo>
                    <a:lnTo>
                      <a:pt x="25" y="319"/>
                    </a:lnTo>
                    <a:lnTo>
                      <a:pt x="31" y="310"/>
                    </a:lnTo>
                    <a:lnTo>
                      <a:pt x="36" y="300"/>
                    </a:lnTo>
                    <a:lnTo>
                      <a:pt x="42" y="290"/>
                    </a:lnTo>
                    <a:lnTo>
                      <a:pt x="47" y="280"/>
                    </a:lnTo>
                    <a:lnTo>
                      <a:pt x="52" y="269"/>
                    </a:lnTo>
                    <a:lnTo>
                      <a:pt x="54" y="265"/>
                    </a:lnTo>
                    <a:lnTo>
                      <a:pt x="55" y="260"/>
                    </a:lnTo>
                    <a:lnTo>
                      <a:pt x="56" y="256"/>
                    </a:lnTo>
                    <a:lnTo>
                      <a:pt x="56" y="253"/>
                    </a:lnTo>
                    <a:lnTo>
                      <a:pt x="51" y="251"/>
                    </a:lnTo>
                    <a:lnTo>
                      <a:pt x="45" y="248"/>
                    </a:lnTo>
                    <a:lnTo>
                      <a:pt x="43" y="248"/>
                    </a:lnTo>
                    <a:lnTo>
                      <a:pt x="39" y="247"/>
                    </a:lnTo>
                    <a:lnTo>
                      <a:pt x="36" y="246"/>
                    </a:lnTo>
                    <a:lnTo>
                      <a:pt x="34" y="246"/>
                    </a:lnTo>
                    <a:lnTo>
                      <a:pt x="31" y="247"/>
                    </a:lnTo>
                    <a:lnTo>
                      <a:pt x="28" y="248"/>
                    </a:lnTo>
                    <a:lnTo>
                      <a:pt x="26" y="249"/>
                    </a:lnTo>
                    <a:lnTo>
                      <a:pt x="23" y="250"/>
                    </a:lnTo>
                    <a:lnTo>
                      <a:pt x="19" y="251"/>
                    </a:lnTo>
                    <a:lnTo>
                      <a:pt x="15" y="251"/>
                    </a:lnTo>
                    <a:lnTo>
                      <a:pt x="11" y="251"/>
                    </a:lnTo>
                    <a:lnTo>
                      <a:pt x="7" y="251"/>
                    </a:lnTo>
                    <a:lnTo>
                      <a:pt x="6" y="247"/>
                    </a:lnTo>
                    <a:lnTo>
                      <a:pt x="3" y="244"/>
                    </a:lnTo>
                    <a:lnTo>
                      <a:pt x="3" y="243"/>
                    </a:lnTo>
                    <a:lnTo>
                      <a:pt x="1" y="241"/>
                    </a:lnTo>
                    <a:lnTo>
                      <a:pt x="0" y="239"/>
                    </a:lnTo>
                    <a:lnTo>
                      <a:pt x="0" y="236"/>
                    </a:lnTo>
                    <a:lnTo>
                      <a:pt x="3" y="232"/>
                    </a:lnTo>
                    <a:lnTo>
                      <a:pt x="7" y="228"/>
                    </a:lnTo>
                    <a:lnTo>
                      <a:pt x="11" y="225"/>
                    </a:lnTo>
                    <a:lnTo>
                      <a:pt x="15" y="222"/>
                    </a:lnTo>
                    <a:lnTo>
                      <a:pt x="23" y="216"/>
                    </a:lnTo>
                    <a:lnTo>
                      <a:pt x="33" y="211"/>
                    </a:lnTo>
                    <a:lnTo>
                      <a:pt x="38" y="208"/>
                    </a:lnTo>
                    <a:lnTo>
                      <a:pt x="43" y="206"/>
                    </a:lnTo>
                    <a:lnTo>
                      <a:pt x="47" y="203"/>
                    </a:lnTo>
                    <a:lnTo>
                      <a:pt x="51" y="200"/>
                    </a:lnTo>
                    <a:lnTo>
                      <a:pt x="55" y="196"/>
                    </a:lnTo>
                    <a:lnTo>
                      <a:pt x="59" y="193"/>
                    </a:lnTo>
                    <a:lnTo>
                      <a:pt x="62" y="189"/>
                    </a:lnTo>
                    <a:lnTo>
                      <a:pt x="65" y="185"/>
                    </a:lnTo>
                    <a:lnTo>
                      <a:pt x="67" y="183"/>
                    </a:lnTo>
                    <a:lnTo>
                      <a:pt x="67" y="180"/>
                    </a:lnTo>
                    <a:lnTo>
                      <a:pt x="67" y="176"/>
                    </a:lnTo>
                    <a:lnTo>
                      <a:pt x="68" y="174"/>
                    </a:lnTo>
                    <a:lnTo>
                      <a:pt x="67" y="167"/>
                    </a:lnTo>
                    <a:lnTo>
                      <a:pt x="67" y="159"/>
                    </a:lnTo>
                    <a:lnTo>
                      <a:pt x="67" y="152"/>
                    </a:lnTo>
                    <a:lnTo>
                      <a:pt x="66" y="143"/>
                    </a:lnTo>
                    <a:lnTo>
                      <a:pt x="66" y="140"/>
                    </a:lnTo>
                    <a:lnTo>
                      <a:pt x="67" y="136"/>
                    </a:lnTo>
                    <a:lnTo>
                      <a:pt x="67" y="131"/>
                    </a:lnTo>
                    <a:lnTo>
                      <a:pt x="68" y="128"/>
                    </a:lnTo>
                    <a:lnTo>
                      <a:pt x="69" y="124"/>
                    </a:lnTo>
                    <a:lnTo>
                      <a:pt x="69" y="119"/>
                    </a:lnTo>
                    <a:lnTo>
                      <a:pt x="70" y="111"/>
                    </a:lnTo>
                    <a:lnTo>
                      <a:pt x="71" y="104"/>
                    </a:lnTo>
                    <a:lnTo>
                      <a:pt x="71" y="97"/>
                    </a:lnTo>
                    <a:lnTo>
                      <a:pt x="71" y="91"/>
                    </a:lnTo>
                    <a:lnTo>
                      <a:pt x="71" y="88"/>
                    </a:lnTo>
                    <a:lnTo>
                      <a:pt x="71" y="87"/>
                    </a:lnTo>
                    <a:lnTo>
                      <a:pt x="71" y="85"/>
                    </a:lnTo>
                    <a:lnTo>
                      <a:pt x="70" y="84"/>
                    </a:lnTo>
                    <a:lnTo>
                      <a:pt x="70" y="83"/>
                    </a:lnTo>
                    <a:lnTo>
                      <a:pt x="69" y="82"/>
                    </a:lnTo>
                    <a:lnTo>
                      <a:pt x="68" y="81"/>
                    </a:lnTo>
                    <a:lnTo>
                      <a:pt x="67" y="80"/>
                    </a:lnTo>
                    <a:lnTo>
                      <a:pt x="65" y="79"/>
                    </a:lnTo>
                    <a:lnTo>
                      <a:pt x="63" y="79"/>
                    </a:lnTo>
                    <a:lnTo>
                      <a:pt x="56" y="79"/>
                    </a:lnTo>
                    <a:lnTo>
                      <a:pt x="50" y="79"/>
                    </a:lnTo>
                    <a:lnTo>
                      <a:pt x="47" y="80"/>
                    </a:lnTo>
                    <a:lnTo>
                      <a:pt x="43" y="82"/>
                    </a:lnTo>
                    <a:lnTo>
                      <a:pt x="39" y="83"/>
                    </a:lnTo>
                    <a:lnTo>
                      <a:pt x="36" y="83"/>
                    </a:lnTo>
                    <a:lnTo>
                      <a:pt x="32" y="83"/>
                    </a:lnTo>
                    <a:lnTo>
                      <a:pt x="28" y="83"/>
                    </a:lnTo>
                    <a:lnTo>
                      <a:pt x="24" y="83"/>
                    </a:lnTo>
                    <a:lnTo>
                      <a:pt x="21" y="83"/>
                    </a:lnTo>
                    <a:lnTo>
                      <a:pt x="17" y="82"/>
                    </a:lnTo>
                    <a:lnTo>
                      <a:pt x="14" y="80"/>
                    </a:lnTo>
                    <a:lnTo>
                      <a:pt x="11" y="79"/>
                    </a:lnTo>
                    <a:lnTo>
                      <a:pt x="8" y="77"/>
                    </a:lnTo>
                    <a:lnTo>
                      <a:pt x="5" y="75"/>
                    </a:lnTo>
                    <a:lnTo>
                      <a:pt x="3" y="72"/>
                    </a:lnTo>
                    <a:lnTo>
                      <a:pt x="1" y="70"/>
                    </a:lnTo>
                    <a:lnTo>
                      <a:pt x="0" y="67"/>
                    </a:lnTo>
                    <a:lnTo>
                      <a:pt x="3" y="63"/>
                    </a:lnTo>
                    <a:lnTo>
                      <a:pt x="7" y="61"/>
                    </a:lnTo>
                    <a:lnTo>
                      <a:pt x="10" y="59"/>
                    </a:lnTo>
                    <a:lnTo>
                      <a:pt x="14" y="57"/>
                    </a:lnTo>
                    <a:lnTo>
                      <a:pt x="21" y="53"/>
                    </a:lnTo>
                    <a:lnTo>
                      <a:pt x="28" y="49"/>
                    </a:lnTo>
                    <a:lnTo>
                      <a:pt x="36" y="46"/>
                    </a:lnTo>
                    <a:lnTo>
                      <a:pt x="44" y="43"/>
                    </a:lnTo>
                    <a:lnTo>
                      <a:pt x="47" y="41"/>
                    </a:lnTo>
                    <a:lnTo>
                      <a:pt x="51" y="39"/>
                    </a:lnTo>
                    <a:lnTo>
                      <a:pt x="55" y="37"/>
                    </a:lnTo>
                    <a:lnTo>
                      <a:pt x="59" y="35"/>
                    </a:lnTo>
                    <a:lnTo>
                      <a:pt x="62" y="31"/>
                    </a:lnTo>
                    <a:lnTo>
                      <a:pt x="66" y="27"/>
                    </a:lnTo>
                    <a:lnTo>
                      <a:pt x="68" y="25"/>
                    </a:lnTo>
                    <a:lnTo>
                      <a:pt x="71" y="23"/>
                    </a:lnTo>
                    <a:lnTo>
                      <a:pt x="72" y="22"/>
                    </a:lnTo>
                    <a:lnTo>
                      <a:pt x="75" y="20"/>
                    </a:lnTo>
                    <a:lnTo>
                      <a:pt x="85" y="16"/>
                    </a:lnTo>
                    <a:lnTo>
                      <a:pt x="97" y="11"/>
                    </a:lnTo>
                    <a:lnTo>
                      <a:pt x="103" y="9"/>
                    </a:lnTo>
                    <a:lnTo>
                      <a:pt x="108" y="6"/>
                    </a:lnTo>
                    <a:lnTo>
                      <a:pt x="111" y="5"/>
                    </a:lnTo>
                    <a:lnTo>
                      <a:pt x="113" y="3"/>
                    </a:lnTo>
                    <a:lnTo>
                      <a:pt x="115" y="2"/>
                    </a:lnTo>
                    <a:lnTo>
                      <a:pt x="11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2" name="isľiďe"/>
              <p:cNvSpPr/>
              <p:nvPr userDrawn="1"/>
            </p:nvSpPr>
            <p:spPr bwMode="auto">
              <a:xfrm>
                <a:off x="7497763" y="2982913"/>
                <a:ext cx="633413" cy="546100"/>
              </a:xfrm>
              <a:custGeom>
                <a:avLst/>
                <a:gdLst>
                  <a:gd name="T0" fmla="*/ 172 w 399"/>
                  <a:gd name="T1" fmla="*/ 38 h 344"/>
                  <a:gd name="T2" fmla="*/ 170 w 399"/>
                  <a:gd name="T3" fmla="*/ 19 h 344"/>
                  <a:gd name="T4" fmla="*/ 178 w 399"/>
                  <a:gd name="T5" fmla="*/ 12 h 344"/>
                  <a:gd name="T6" fmla="*/ 192 w 399"/>
                  <a:gd name="T7" fmla="*/ 15 h 344"/>
                  <a:gd name="T8" fmla="*/ 233 w 399"/>
                  <a:gd name="T9" fmla="*/ 14 h 344"/>
                  <a:gd name="T10" fmla="*/ 286 w 399"/>
                  <a:gd name="T11" fmla="*/ 4 h 344"/>
                  <a:gd name="T12" fmla="*/ 330 w 399"/>
                  <a:gd name="T13" fmla="*/ 2 h 344"/>
                  <a:gd name="T14" fmla="*/ 351 w 399"/>
                  <a:gd name="T15" fmla="*/ 2 h 344"/>
                  <a:gd name="T16" fmla="*/ 374 w 399"/>
                  <a:gd name="T17" fmla="*/ 3 h 344"/>
                  <a:gd name="T18" fmla="*/ 394 w 399"/>
                  <a:gd name="T19" fmla="*/ 20 h 344"/>
                  <a:gd name="T20" fmla="*/ 398 w 399"/>
                  <a:gd name="T21" fmla="*/ 33 h 344"/>
                  <a:gd name="T22" fmla="*/ 394 w 399"/>
                  <a:gd name="T23" fmla="*/ 49 h 344"/>
                  <a:gd name="T24" fmla="*/ 384 w 399"/>
                  <a:gd name="T25" fmla="*/ 65 h 344"/>
                  <a:gd name="T26" fmla="*/ 363 w 399"/>
                  <a:gd name="T27" fmla="*/ 87 h 344"/>
                  <a:gd name="T28" fmla="*/ 327 w 399"/>
                  <a:gd name="T29" fmla="*/ 126 h 344"/>
                  <a:gd name="T30" fmla="*/ 304 w 399"/>
                  <a:gd name="T31" fmla="*/ 146 h 344"/>
                  <a:gd name="T32" fmla="*/ 292 w 399"/>
                  <a:gd name="T33" fmla="*/ 163 h 344"/>
                  <a:gd name="T34" fmla="*/ 278 w 399"/>
                  <a:gd name="T35" fmla="*/ 178 h 344"/>
                  <a:gd name="T36" fmla="*/ 268 w 399"/>
                  <a:gd name="T37" fmla="*/ 181 h 344"/>
                  <a:gd name="T38" fmla="*/ 263 w 399"/>
                  <a:gd name="T39" fmla="*/ 199 h 344"/>
                  <a:gd name="T40" fmla="*/ 277 w 399"/>
                  <a:gd name="T41" fmla="*/ 213 h 344"/>
                  <a:gd name="T42" fmla="*/ 310 w 399"/>
                  <a:gd name="T43" fmla="*/ 203 h 344"/>
                  <a:gd name="T44" fmla="*/ 325 w 399"/>
                  <a:gd name="T45" fmla="*/ 204 h 344"/>
                  <a:gd name="T46" fmla="*/ 334 w 399"/>
                  <a:gd name="T47" fmla="*/ 211 h 344"/>
                  <a:gd name="T48" fmla="*/ 337 w 399"/>
                  <a:gd name="T49" fmla="*/ 226 h 344"/>
                  <a:gd name="T50" fmla="*/ 324 w 399"/>
                  <a:gd name="T51" fmla="*/ 241 h 344"/>
                  <a:gd name="T52" fmla="*/ 286 w 399"/>
                  <a:gd name="T53" fmla="*/ 254 h 344"/>
                  <a:gd name="T54" fmla="*/ 252 w 399"/>
                  <a:gd name="T55" fmla="*/ 258 h 344"/>
                  <a:gd name="T56" fmla="*/ 213 w 399"/>
                  <a:gd name="T57" fmla="*/ 267 h 344"/>
                  <a:gd name="T58" fmla="*/ 191 w 399"/>
                  <a:gd name="T59" fmla="*/ 282 h 344"/>
                  <a:gd name="T60" fmla="*/ 177 w 399"/>
                  <a:gd name="T61" fmla="*/ 285 h 344"/>
                  <a:gd name="T62" fmla="*/ 144 w 399"/>
                  <a:gd name="T63" fmla="*/ 305 h 344"/>
                  <a:gd name="T64" fmla="*/ 134 w 399"/>
                  <a:gd name="T65" fmla="*/ 307 h 344"/>
                  <a:gd name="T66" fmla="*/ 118 w 399"/>
                  <a:gd name="T67" fmla="*/ 321 h 344"/>
                  <a:gd name="T68" fmla="*/ 103 w 399"/>
                  <a:gd name="T69" fmla="*/ 335 h 344"/>
                  <a:gd name="T70" fmla="*/ 77 w 399"/>
                  <a:gd name="T71" fmla="*/ 343 h 344"/>
                  <a:gd name="T72" fmla="*/ 48 w 399"/>
                  <a:gd name="T73" fmla="*/ 339 h 344"/>
                  <a:gd name="T74" fmla="*/ 39 w 399"/>
                  <a:gd name="T75" fmla="*/ 331 h 344"/>
                  <a:gd name="T76" fmla="*/ 23 w 399"/>
                  <a:gd name="T77" fmla="*/ 331 h 344"/>
                  <a:gd name="T78" fmla="*/ 0 w 399"/>
                  <a:gd name="T79" fmla="*/ 303 h 344"/>
                  <a:gd name="T80" fmla="*/ 9 w 399"/>
                  <a:gd name="T81" fmla="*/ 286 h 344"/>
                  <a:gd name="T82" fmla="*/ 27 w 399"/>
                  <a:gd name="T83" fmla="*/ 279 h 344"/>
                  <a:gd name="T84" fmla="*/ 40 w 399"/>
                  <a:gd name="T85" fmla="*/ 282 h 344"/>
                  <a:gd name="T86" fmla="*/ 84 w 399"/>
                  <a:gd name="T87" fmla="*/ 267 h 344"/>
                  <a:gd name="T88" fmla="*/ 132 w 399"/>
                  <a:gd name="T89" fmla="*/ 247 h 344"/>
                  <a:gd name="T90" fmla="*/ 164 w 399"/>
                  <a:gd name="T91" fmla="*/ 237 h 344"/>
                  <a:gd name="T92" fmla="*/ 193 w 399"/>
                  <a:gd name="T93" fmla="*/ 216 h 344"/>
                  <a:gd name="T94" fmla="*/ 209 w 399"/>
                  <a:gd name="T95" fmla="*/ 185 h 344"/>
                  <a:gd name="T96" fmla="*/ 241 w 399"/>
                  <a:gd name="T97" fmla="*/ 147 h 344"/>
                  <a:gd name="T98" fmla="*/ 264 w 399"/>
                  <a:gd name="T99" fmla="*/ 119 h 344"/>
                  <a:gd name="T100" fmla="*/ 300 w 399"/>
                  <a:gd name="T101" fmla="*/ 82 h 344"/>
                  <a:gd name="T102" fmla="*/ 316 w 399"/>
                  <a:gd name="T103" fmla="*/ 58 h 344"/>
                  <a:gd name="T104" fmla="*/ 305 w 399"/>
                  <a:gd name="T105" fmla="*/ 46 h 344"/>
                  <a:gd name="T106" fmla="*/ 292 w 399"/>
                  <a:gd name="T107" fmla="*/ 46 h 344"/>
                  <a:gd name="T108" fmla="*/ 268 w 399"/>
                  <a:gd name="T109" fmla="*/ 49 h 344"/>
                  <a:gd name="T110" fmla="*/ 240 w 399"/>
                  <a:gd name="T111" fmla="*/ 62 h 344"/>
                  <a:gd name="T112" fmla="*/ 204 w 399"/>
                  <a:gd name="T113" fmla="*/ 78 h 344"/>
                  <a:gd name="T114" fmla="*/ 191 w 399"/>
                  <a:gd name="T115" fmla="*/ 78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99" h="344">
                    <a:moveTo>
                      <a:pt x="184" y="73"/>
                    </a:moveTo>
                    <a:lnTo>
                      <a:pt x="182" y="68"/>
                    </a:lnTo>
                    <a:lnTo>
                      <a:pt x="180" y="61"/>
                    </a:lnTo>
                    <a:lnTo>
                      <a:pt x="176" y="52"/>
                    </a:lnTo>
                    <a:lnTo>
                      <a:pt x="174" y="42"/>
                    </a:lnTo>
                    <a:lnTo>
                      <a:pt x="172" y="38"/>
                    </a:lnTo>
                    <a:lnTo>
                      <a:pt x="171" y="34"/>
                    </a:lnTo>
                    <a:lnTo>
                      <a:pt x="170" y="30"/>
                    </a:lnTo>
                    <a:lnTo>
                      <a:pt x="170" y="26"/>
                    </a:lnTo>
                    <a:lnTo>
                      <a:pt x="170" y="22"/>
                    </a:lnTo>
                    <a:lnTo>
                      <a:pt x="170" y="20"/>
                    </a:lnTo>
                    <a:lnTo>
                      <a:pt x="170" y="19"/>
                    </a:lnTo>
                    <a:lnTo>
                      <a:pt x="171" y="18"/>
                    </a:lnTo>
                    <a:lnTo>
                      <a:pt x="172" y="18"/>
                    </a:lnTo>
                    <a:lnTo>
                      <a:pt x="172" y="17"/>
                    </a:lnTo>
                    <a:lnTo>
                      <a:pt x="174" y="14"/>
                    </a:lnTo>
                    <a:lnTo>
                      <a:pt x="176" y="13"/>
                    </a:lnTo>
                    <a:lnTo>
                      <a:pt x="178" y="12"/>
                    </a:lnTo>
                    <a:lnTo>
                      <a:pt x="180" y="11"/>
                    </a:lnTo>
                    <a:lnTo>
                      <a:pt x="180" y="11"/>
                    </a:lnTo>
                    <a:lnTo>
                      <a:pt x="182" y="11"/>
                    </a:lnTo>
                    <a:lnTo>
                      <a:pt x="185" y="12"/>
                    </a:lnTo>
                    <a:lnTo>
                      <a:pt x="188" y="13"/>
                    </a:lnTo>
                    <a:lnTo>
                      <a:pt x="192" y="15"/>
                    </a:lnTo>
                    <a:lnTo>
                      <a:pt x="196" y="17"/>
                    </a:lnTo>
                    <a:lnTo>
                      <a:pt x="200" y="18"/>
                    </a:lnTo>
                    <a:lnTo>
                      <a:pt x="205" y="17"/>
                    </a:lnTo>
                    <a:lnTo>
                      <a:pt x="212" y="17"/>
                    </a:lnTo>
                    <a:lnTo>
                      <a:pt x="220" y="16"/>
                    </a:lnTo>
                    <a:lnTo>
                      <a:pt x="233" y="14"/>
                    </a:lnTo>
                    <a:lnTo>
                      <a:pt x="244" y="13"/>
                    </a:lnTo>
                    <a:lnTo>
                      <a:pt x="252" y="10"/>
                    </a:lnTo>
                    <a:lnTo>
                      <a:pt x="260" y="9"/>
                    </a:lnTo>
                    <a:lnTo>
                      <a:pt x="268" y="6"/>
                    </a:lnTo>
                    <a:lnTo>
                      <a:pt x="279" y="5"/>
                    </a:lnTo>
                    <a:lnTo>
                      <a:pt x="286" y="4"/>
                    </a:lnTo>
                    <a:lnTo>
                      <a:pt x="293" y="3"/>
                    </a:lnTo>
                    <a:lnTo>
                      <a:pt x="300" y="3"/>
                    </a:lnTo>
                    <a:lnTo>
                      <a:pt x="308" y="2"/>
                    </a:lnTo>
                    <a:lnTo>
                      <a:pt x="316" y="2"/>
                    </a:lnTo>
                    <a:lnTo>
                      <a:pt x="324" y="2"/>
                    </a:lnTo>
                    <a:lnTo>
                      <a:pt x="330" y="2"/>
                    </a:lnTo>
                    <a:lnTo>
                      <a:pt x="337" y="0"/>
                    </a:lnTo>
                    <a:lnTo>
                      <a:pt x="340" y="0"/>
                    </a:lnTo>
                    <a:lnTo>
                      <a:pt x="342" y="0"/>
                    </a:lnTo>
                    <a:lnTo>
                      <a:pt x="344" y="0"/>
                    </a:lnTo>
                    <a:lnTo>
                      <a:pt x="346" y="1"/>
                    </a:lnTo>
                    <a:lnTo>
                      <a:pt x="351" y="2"/>
                    </a:lnTo>
                    <a:lnTo>
                      <a:pt x="354" y="2"/>
                    </a:lnTo>
                    <a:lnTo>
                      <a:pt x="358" y="2"/>
                    </a:lnTo>
                    <a:lnTo>
                      <a:pt x="362" y="2"/>
                    </a:lnTo>
                    <a:lnTo>
                      <a:pt x="366" y="2"/>
                    </a:lnTo>
                    <a:lnTo>
                      <a:pt x="369" y="1"/>
                    </a:lnTo>
                    <a:lnTo>
                      <a:pt x="374" y="3"/>
                    </a:lnTo>
                    <a:lnTo>
                      <a:pt x="378" y="6"/>
                    </a:lnTo>
                    <a:lnTo>
                      <a:pt x="384" y="10"/>
                    </a:lnTo>
                    <a:lnTo>
                      <a:pt x="388" y="14"/>
                    </a:lnTo>
                    <a:lnTo>
                      <a:pt x="390" y="16"/>
                    </a:lnTo>
                    <a:lnTo>
                      <a:pt x="392" y="18"/>
                    </a:lnTo>
                    <a:lnTo>
                      <a:pt x="394" y="20"/>
                    </a:lnTo>
                    <a:lnTo>
                      <a:pt x="396" y="22"/>
                    </a:lnTo>
                    <a:lnTo>
                      <a:pt x="396" y="25"/>
                    </a:lnTo>
                    <a:lnTo>
                      <a:pt x="398" y="27"/>
                    </a:lnTo>
                    <a:lnTo>
                      <a:pt x="398" y="30"/>
                    </a:lnTo>
                    <a:lnTo>
                      <a:pt x="399" y="31"/>
                    </a:lnTo>
                    <a:lnTo>
                      <a:pt x="398" y="33"/>
                    </a:lnTo>
                    <a:lnTo>
                      <a:pt x="397" y="34"/>
                    </a:lnTo>
                    <a:lnTo>
                      <a:pt x="396" y="35"/>
                    </a:lnTo>
                    <a:lnTo>
                      <a:pt x="396" y="37"/>
                    </a:lnTo>
                    <a:lnTo>
                      <a:pt x="395" y="41"/>
                    </a:lnTo>
                    <a:lnTo>
                      <a:pt x="395" y="45"/>
                    </a:lnTo>
                    <a:lnTo>
                      <a:pt x="394" y="49"/>
                    </a:lnTo>
                    <a:lnTo>
                      <a:pt x="393" y="52"/>
                    </a:lnTo>
                    <a:lnTo>
                      <a:pt x="392" y="55"/>
                    </a:lnTo>
                    <a:lnTo>
                      <a:pt x="391" y="58"/>
                    </a:lnTo>
                    <a:lnTo>
                      <a:pt x="389" y="61"/>
                    </a:lnTo>
                    <a:lnTo>
                      <a:pt x="387" y="62"/>
                    </a:lnTo>
                    <a:lnTo>
                      <a:pt x="384" y="65"/>
                    </a:lnTo>
                    <a:lnTo>
                      <a:pt x="381" y="66"/>
                    </a:lnTo>
                    <a:lnTo>
                      <a:pt x="376" y="70"/>
                    </a:lnTo>
                    <a:lnTo>
                      <a:pt x="372" y="74"/>
                    </a:lnTo>
                    <a:lnTo>
                      <a:pt x="368" y="78"/>
                    </a:lnTo>
                    <a:lnTo>
                      <a:pt x="366" y="82"/>
                    </a:lnTo>
                    <a:lnTo>
                      <a:pt x="363" y="87"/>
                    </a:lnTo>
                    <a:lnTo>
                      <a:pt x="360" y="91"/>
                    </a:lnTo>
                    <a:lnTo>
                      <a:pt x="354" y="96"/>
                    </a:lnTo>
                    <a:lnTo>
                      <a:pt x="348" y="103"/>
                    </a:lnTo>
                    <a:lnTo>
                      <a:pt x="343" y="108"/>
                    </a:lnTo>
                    <a:lnTo>
                      <a:pt x="337" y="114"/>
                    </a:lnTo>
                    <a:lnTo>
                      <a:pt x="327" y="126"/>
                    </a:lnTo>
                    <a:lnTo>
                      <a:pt x="316" y="138"/>
                    </a:lnTo>
                    <a:lnTo>
                      <a:pt x="313" y="139"/>
                    </a:lnTo>
                    <a:lnTo>
                      <a:pt x="312" y="141"/>
                    </a:lnTo>
                    <a:lnTo>
                      <a:pt x="309" y="143"/>
                    </a:lnTo>
                    <a:lnTo>
                      <a:pt x="306" y="145"/>
                    </a:lnTo>
                    <a:lnTo>
                      <a:pt x="304" y="146"/>
                    </a:lnTo>
                    <a:lnTo>
                      <a:pt x="302" y="147"/>
                    </a:lnTo>
                    <a:lnTo>
                      <a:pt x="300" y="150"/>
                    </a:lnTo>
                    <a:lnTo>
                      <a:pt x="297" y="151"/>
                    </a:lnTo>
                    <a:lnTo>
                      <a:pt x="296" y="156"/>
                    </a:lnTo>
                    <a:lnTo>
                      <a:pt x="295" y="161"/>
                    </a:lnTo>
                    <a:lnTo>
                      <a:pt x="292" y="163"/>
                    </a:lnTo>
                    <a:lnTo>
                      <a:pt x="289" y="164"/>
                    </a:lnTo>
                    <a:lnTo>
                      <a:pt x="286" y="166"/>
                    </a:lnTo>
                    <a:lnTo>
                      <a:pt x="283" y="167"/>
                    </a:lnTo>
                    <a:lnTo>
                      <a:pt x="281" y="172"/>
                    </a:lnTo>
                    <a:lnTo>
                      <a:pt x="279" y="177"/>
                    </a:lnTo>
                    <a:lnTo>
                      <a:pt x="278" y="178"/>
                    </a:lnTo>
                    <a:lnTo>
                      <a:pt x="276" y="179"/>
                    </a:lnTo>
                    <a:lnTo>
                      <a:pt x="276" y="179"/>
                    </a:lnTo>
                    <a:lnTo>
                      <a:pt x="275" y="179"/>
                    </a:lnTo>
                    <a:lnTo>
                      <a:pt x="272" y="179"/>
                    </a:lnTo>
                    <a:lnTo>
                      <a:pt x="270" y="180"/>
                    </a:lnTo>
                    <a:lnTo>
                      <a:pt x="268" y="181"/>
                    </a:lnTo>
                    <a:lnTo>
                      <a:pt x="268" y="182"/>
                    </a:lnTo>
                    <a:lnTo>
                      <a:pt x="267" y="183"/>
                    </a:lnTo>
                    <a:lnTo>
                      <a:pt x="266" y="186"/>
                    </a:lnTo>
                    <a:lnTo>
                      <a:pt x="264" y="189"/>
                    </a:lnTo>
                    <a:lnTo>
                      <a:pt x="264" y="194"/>
                    </a:lnTo>
                    <a:lnTo>
                      <a:pt x="263" y="199"/>
                    </a:lnTo>
                    <a:lnTo>
                      <a:pt x="262" y="203"/>
                    </a:lnTo>
                    <a:lnTo>
                      <a:pt x="262" y="207"/>
                    </a:lnTo>
                    <a:lnTo>
                      <a:pt x="263" y="210"/>
                    </a:lnTo>
                    <a:lnTo>
                      <a:pt x="268" y="211"/>
                    </a:lnTo>
                    <a:lnTo>
                      <a:pt x="274" y="213"/>
                    </a:lnTo>
                    <a:lnTo>
                      <a:pt x="277" y="213"/>
                    </a:lnTo>
                    <a:lnTo>
                      <a:pt x="280" y="213"/>
                    </a:lnTo>
                    <a:lnTo>
                      <a:pt x="284" y="213"/>
                    </a:lnTo>
                    <a:lnTo>
                      <a:pt x="288" y="212"/>
                    </a:lnTo>
                    <a:lnTo>
                      <a:pt x="296" y="208"/>
                    </a:lnTo>
                    <a:lnTo>
                      <a:pt x="308" y="203"/>
                    </a:lnTo>
                    <a:lnTo>
                      <a:pt x="310" y="203"/>
                    </a:lnTo>
                    <a:lnTo>
                      <a:pt x="313" y="202"/>
                    </a:lnTo>
                    <a:lnTo>
                      <a:pt x="316" y="202"/>
                    </a:lnTo>
                    <a:lnTo>
                      <a:pt x="319" y="202"/>
                    </a:lnTo>
                    <a:lnTo>
                      <a:pt x="321" y="202"/>
                    </a:lnTo>
                    <a:lnTo>
                      <a:pt x="324" y="203"/>
                    </a:lnTo>
                    <a:lnTo>
                      <a:pt x="325" y="204"/>
                    </a:lnTo>
                    <a:lnTo>
                      <a:pt x="326" y="205"/>
                    </a:lnTo>
                    <a:lnTo>
                      <a:pt x="328" y="206"/>
                    </a:lnTo>
                    <a:lnTo>
                      <a:pt x="328" y="207"/>
                    </a:lnTo>
                    <a:lnTo>
                      <a:pt x="330" y="208"/>
                    </a:lnTo>
                    <a:lnTo>
                      <a:pt x="332" y="210"/>
                    </a:lnTo>
                    <a:lnTo>
                      <a:pt x="334" y="211"/>
                    </a:lnTo>
                    <a:lnTo>
                      <a:pt x="335" y="213"/>
                    </a:lnTo>
                    <a:lnTo>
                      <a:pt x="336" y="215"/>
                    </a:lnTo>
                    <a:lnTo>
                      <a:pt x="336" y="217"/>
                    </a:lnTo>
                    <a:lnTo>
                      <a:pt x="337" y="219"/>
                    </a:lnTo>
                    <a:lnTo>
                      <a:pt x="337" y="221"/>
                    </a:lnTo>
                    <a:lnTo>
                      <a:pt x="337" y="226"/>
                    </a:lnTo>
                    <a:lnTo>
                      <a:pt x="336" y="231"/>
                    </a:lnTo>
                    <a:lnTo>
                      <a:pt x="335" y="235"/>
                    </a:lnTo>
                    <a:lnTo>
                      <a:pt x="333" y="239"/>
                    </a:lnTo>
                    <a:lnTo>
                      <a:pt x="330" y="239"/>
                    </a:lnTo>
                    <a:lnTo>
                      <a:pt x="328" y="240"/>
                    </a:lnTo>
                    <a:lnTo>
                      <a:pt x="324" y="241"/>
                    </a:lnTo>
                    <a:lnTo>
                      <a:pt x="322" y="241"/>
                    </a:lnTo>
                    <a:lnTo>
                      <a:pt x="316" y="243"/>
                    </a:lnTo>
                    <a:lnTo>
                      <a:pt x="311" y="245"/>
                    </a:lnTo>
                    <a:lnTo>
                      <a:pt x="300" y="250"/>
                    </a:lnTo>
                    <a:lnTo>
                      <a:pt x="290" y="254"/>
                    </a:lnTo>
                    <a:lnTo>
                      <a:pt x="286" y="254"/>
                    </a:lnTo>
                    <a:lnTo>
                      <a:pt x="281" y="254"/>
                    </a:lnTo>
                    <a:lnTo>
                      <a:pt x="276" y="254"/>
                    </a:lnTo>
                    <a:lnTo>
                      <a:pt x="272" y="254"/>
                    </a:lnTo>
                    <a:lnTo>
                      <a:pt x="265" y="255"/>
                    </a:lnTo>
                    <a:lnTo>
                      <a:pt x="259" y="256"/>
                    </a:lnTo>
                    <a:lnTo>
                      <a:pt x="252" y="258"/>
                    </a:lnTo>
                    <a:lnTo>
                      <a:pt x="244" y="259"/>
                    </a:lnTo>
                    <a:lnTo>
                      <a:pt x="236" y="259"/>
                    </a:lnTo>
                    <a:lnTo>
                      <a:pt x="229" y="261"/>
                    </a:lnTo>
                    <a:lnTo>
                      <a:pt x="222" y="263"/>
                    </a:lnTo>
                    <a:lnTo>
                      <a:pt x="216" y="265"/>
                    </a:lnTo>
                    <a:lnTo>
                      <a:pt x="213" y="267"/>
                    </a:lnTo>
                    <a:lnTo>
                      <a:pt x="210" y="268"/>
                    </a:lnTo>
                    <a:lnTo>
                      <a:pt x="208" y="271"/>
                    </a:lnTo>
                    <a:lnTo>
                      <a:pt x="204" y="273"/>
                    </a:lnTo>
                    <a:lnTo>
                      <a:pt x="198" y="278"/>
                    </a:lnTo>
                    <a:lnTo>
                      <a:pt x="192" y="281"/>
                    </a:lnTo>
                    <a:lnTo>
                      <a:pt x="191" y="282"/>
                    </a:lnTo>
                    <a:lnTo>
                      <a:pt x="188" y="283"/>
                    </a:lnTo>
                    <a:lnTo>
                      <a:pt x="186" y="283"/>
                    </a:lnTo>
                    <a:lnTo>
                      <a:pt x="184" y="283"/>
                    </a:lnTo>
                    <a:lnTo>
                      <a:pt x="181" y="284"/>
                    </a:lnTo>
                    <a:lnTo>
                      <a:pt x="179" y="284"/>
                    </a:lnTo>
                    <a:lnTo>
                      <a:pt x="177" y="285"/>
                    </a:lnTo>
                    <a:lnTo>
                      <a:pt x="175" y="287"/>
                    </a:lnTo>
                    <a:lnTo>
                      <a:pt x="168" y="291"/>
                    </a:lnTo>
                    <a:lnTo>
                      <a:pt x="161" y="295"/>
                    </a:lnTo>
                    <a:lnTo>
                      <a:pt x="154" y="300"/>
                    </a:lnTo>
                    <a:lnTo>
                      <a:pt x="146" y="304"/>
                    </a:lnTo>
                    <a:lnTo>
                      <a:pt x="144" y="305"/>
                    </a:lnTo>
                    <a:lnTo>
                      <a:pt x="143" y="306"/>
                    </a:lnTo>
                    <a:lnTo>
                      <a:pt x="140" y="306"/>
                    </a:lnTo>
                    <a:lnTo>
                      <a:pt x="139" y="306"/>
                    </a:lnTo>
                    <a:lnTo>
                      <a:pt x="137" y="306"/>
                    </a:lnTo>
                    <a:lnTo>
                      <a:pt x="136" y="306"/>
                    </a:lnTo>
                    <a:lnTo>
                      <a:pt x="134" y="307"/>
                    </a:lnTo>
                    <a:lnTo>
                      <a:pt x="132" y="307"/>
                    </a:lnTo>
                    <a:lnTo>
                      <a:pt x="129" y="311"/>
                    </a:lnTo>
                    <a:lnTo>
                      <a:pt x="127" y="316"/>
                    </a:lnTo>
                    <a:lnTo>
                      <a:pt x="124" y="318"/>
                    </a:lnTo>
                    <a:lnTo>
                      <a:pt x="120" y="319"/>
                    </a:lnTo>
                    <a:lnTo>
                      <a:pt x="118" y="321"/>
                    </a:lnTo>
                    <a:lnTo>
                      <a:pt x="115" y="322"/>
                    </a:lnTo>
                    <a:lnTo>
                      <a:pt x="113" y="324"/>
                    </a:lnTo>
                    <a:lnTo>
                      <a:pt x="111" y="327"/>
                    </a:lnTo>
                    <a:lnTo>
                      <a:pt x="109" y="330"/>
                    </a:lnTo>
                    <a:lnTo>
                      <a:pt x="107" y="333"/>
                    </a:lnTo>
                    <a:lnTo>
                      <a:pt x="103" y="335"/>
                    </a:lnTo>
                    <a:lnTo>
                      <a:pt x="96" y="339"/>
                    </a:lnTo>
                    <a:lnTo>
                      <a:pt x="88" y="342"/>
                    </a:lnTo>
                    <a:lnTo>
                      <a:pt x="83" y="344"/>
                    </a:lnTo>
                    <a:lnTo>
                      <a:pt x="81" y="343"/>
                    </a:lnTo>
                    <a:lnTo>
                      <a:pt x="80" y="343"/>
                    </a:lnTo>
                    <a:lnTo>
                      <a:pt x="77" y="343"/>
                    </a:lnTo>
                    <a:lnTo>
                      <a:pt x="76" y="342"/>
                    </a:lnTo>
                    <a:lnTo>
                      <a:pt x="71" y="342"/>
                    </a:lnTo>
                    <a:lnTo>
                      <a:pt x="67" y="342"/>
                    </a:lnTo>
                    <a:lnTo>
                      <a:pt x="58" y="342"/>
                    </a:lnTo>
                    <a:lnTo>
                      <a:pt x="49" y="342"/>
                    </a:lnTo>
                    <a:lnTo>
                      <a:pt x="48" y="339"/>
                    </a:lnTo>
                    <a:lnTo>
                      <a:pt x="47" y="336"/>
                    </a:lnTo>
                    <a:lnTo>
                      <a:pt x="46" y="334"/>
                    </a:lnTo>
                    <a:lnTo>
                      <a:pt x="44" y="333"/>
                    </a:lnTo>
                    <a:lnTo>
                      <a:pt x="43" y="332"/>
                    </a:lnTo>
                    <a:lnTo>
                      <a:pt x="42" y="331"/>
                    </a:lnTo>
                    <a:lnTo>
                      <a:pt x="39" y="331"/>
                    </a:lnTo>
                    <a:lnTo>
                      <a:pt x="38" y="331"/>
                    </a:lnTo>
                    <a:lnTo>
                      <a:pt x="35" y="331"/>
                    </a:lnTo>
                    <a:lnTo>
                      <a:pt x="30" y="331"/>
                    </a:lnTo>
                    <a:lnTo>
                      <a:pt x="28" y="331"/>
                    </a:lnTo>
                    <a:lnTo>
                      <a:pt x="26" y="331"/>
                    </a:lnTo>
                    <a:lnTo>
                      <a:pt x="23" y="331"/>
                    </a:lnTo>
                    <a:lnTo>
                      <a:pt x="22" y="330"/>
                    </a:lnTo>
                    <a:lnTo>
                      <a:pt x="18" y="327"/>
                    </a:lnTo>
                    <a:lnTo>
                      <a:pt x="11" y="319"/>
                    </a:lnTo>
                    <a:lnTo>
                      <a:pt x="4" y="311"/>
                    </a:lnTo>
                    <a:lnTo>
                      <a:pt x="0" y="307"/>
                    </a:lnTo>
                    <a:lnTo>
                      <a:pt x="0" y="303"/>
                    </a:lnTo>
                    <a:lnTo>
                      <a:pt x="0" y="299"/>
                    </a:lnTo>
                    <a:lnTo>
                      <a:pt x="0" y="295"/>
                    </a:lnTo>
                    <a:lnTo>
                      <a:pt x="0" y="291"/>
                    </a:lnTo>
                    <a:lnTo>
                      <a:pt x="2" y="290"/>
                    </a:lnTo>
                    <a:lnTo>
                      <a:pt x="5" y="287"/>
                    </a:lnTo>
                    <a:lnTo>
                      <a:pt x="9" y="286"/>
                    </a:lnTo>
                    <a:lnTo>
                      <a:pt x="13" y="283"/>
                    </a:lnTo>
                    <a:lnTo>
                      <a:pt x="18" y="282"/>
                    </a:lnTo>
                    <a:lnTo>
                      <a:pt x="22" y="280"/>
                    </a:lnTo>
                    <a:lnTo>
                      <a:pt x="24" y="279"/>
                    </a:lnTo>
                    <a:lnTo>
                      <a:pt x="26" y="279"/>
                    </a:lnTo>
                    <a:lnTo>
                      <a:pt x="27" y="279"/>
                    </a:lnTo>
                    <a:lnTo>
                      <a:pt x="28" y="279"/>
                    </a:lnTo>
                    <a:lnTo>
                      <a:pt x="31" y="280"/>
                    </a:lnTo>
                    <a:lnTo>
                      <a:pt x="34" y="281"/>
                    </a:lnTo>
                    <a:lnTo>
                      <a:pt x="36" y="282"/>
                    </a:lnTo>
                    <a:lnTo>
                      <a:pt x="38" y="282"/>
                    </a:lnTo>
                    <a:lnTo>
                      <a:pt x="40" y="282"/>
                    </a:lnTo>
                    <a:lnTo>
                      <a:pt x="42" y="281"/>
                    </a:lnTo>
                    <a:lnTo>
                      <a:pt x="50" y="278"/>
                    </a:lnTo>
                    <a:lnTo>
                      <a:pt x="59" y="275"/>
                    </a:lnTo>
                    <a:lnTo>
                      <a:pt x="67" y="272"/>
                    </a:lnTo>
                    <a:lnTo>
                      <a:pt x="76" y="270"/>
                    </a:lnTo>
                    <a:lnTo>
                      <a:pt x="84" y="267"/>
                    </a:lnTo>
                    <a:lnTo>
                      <a:pt x="93" y="264"/>
                    </a:lnTo>
                    <a:lnTo>
                      <a:pt x="102" y="262"/>
                    </a:lnTo>
                    <a:lnTo>
                      <a:pt x="110" y="259"/>
                    </a:lnTo>
                    <a:lnTo>
                      <a:pt x="117" y="255"/>
                    </a:lnTo>
                    <a:lnTo>
                      <a:pt x="125" y="251"/>
                    </a:lnTo>
                    <a:lnTo>
                      <a:pt x="132" y="247"/>
                    </a:lnTo>
                    <a:lnTo>
                      <a:pt x="137" y="244"/>
                    </a:lnTo>
                    <a:lnTo>
                      <a:pt x="142" y="243"/>
                    </a:lnTo>
                    <a:lnTo>
                      <a:pt x="146" y="243"/>
                    </a:lnTo>
                    <a:lnTo>
                      <a:pt x="151" y="242"/>
                    </a:lnTo>
                    <a:lnTo>
                      <a:pt x="155" y="241"/>
                    </a:lnTo>
                    <a:lnTo>
                      <a:pt x="164" y="237"/>
                    </a:lnTo>
                    <a:lnTo>
                      <a:pt x="174" y="232"/>
                    </a:lnTo>
                    <a:lnTo>
                      <a:pt x="178" y="230"/>
                    </a:lnTo>
                    <a:lnTo>
                      <a:pt x="183" y="227"/>
                    </a:lnTo>
                    <a:lnTo>
                      <a:pt x="187" y="224"/>
                    </a:lnTo>
                    <a:lnTo>
                      <a:pt x="190" y="221"/>
                    </a:lnTo>
                    <a:lnTo>
                      <a:pt x="193" y="216"/>
                    </a:lnTo>
                    <a:lnTo>
                      <a:pt x="196" y="211"/>
                    </a:lnTo>
                    <a:lnTo>
                      <a:pt x="199" y="206"/>
                    </a:lnTo>
                    <a:lnTo>
                      <a:pt x="201" y="201"/>
                    </a:lnTo>
                    <a:lnTo>
                      <a:pt x="204" y="195"/>
                    </a:lnTo>
                    <a:lnTo>
                      <a:pt x="206" y="190"/>
                    </a:lnTo>
                    <a:lnTo>
                      <a:pt x="209" y="185"/>
                    </a:lnTo>
                    <a:lnTo>
                      <a:pt x="212" y="180"/>
                    </a:lnTo>
                    <a:lnTo>
                      <a:pt x="216" y="173"/>
                    </a:lnTo>
                    <a:lnTo>
                      <a:pt x="222" y="167"/>
                    </a:lnTo>
                    <a:lnTo>
                      <a:pt x="228" y="159"/>
                    </a:lnTo>
                    <a:lnTo>
                      <a:pt x="235" y="153"/>
                    </a:lnTo>
                    <a:lnTo>
                      <a:pt x="241" y="147"/>
                    </a:lnTo>
                    <a:lnTo>
                      <a:pt x="248" y="141"/>
                    </a:lnTo>
                    <a:lnTo>
                      <a:pt x="254" y="135"/>
                    </a:lnTo>
                    <a:lnTo>
                      <a:pt x="260" y="128"/>
                    </a:lnTo>
                    <a:lnTo>
                      <a:pt x="261" y="126"/>
                    </a:lnTo>
                    <a:lnTo>
                      <a:pt x="263" y="123"/>
                    </a:lnTo>
                    <a:lnTo>
                      <a:pt x="264" y="119"/>
                    </a:lnTo>
                    <a:lnTo>
                      <a:pt x="265" y="117"/>
                    </a:lnTo>
                    <a:lnTo>
                      <a:pt x="270" y="111"/>
                    </a:lnTo>
                    <a:lnTo>
                      <a:pt x="278" y="104"/>
                    </a:lnTo>
                    <a:lnTo>
                      <a:pt x="287" y="95"/>
                    </a:lnTo>
                    <a:lnTo>
                      <a:pt x="296" y="86"/>
                    </a:lnTo>
                    <a:lnTo>
                      <a:pt x="300" y="82"/>
                    </a:lnTo>
                    <a:lnTo>
                      <a:pt x="304" y="77"/>
                    </a:lnTo>
                    <a:lnTo>
                      <a:pt x="308" y="72"/>
                    </a:lnTo>
                    <a:lnTo>
                      <a:pt x="311" y="68"/>
                    </a:lnTo>
                    <a:lnTo>
                      <a:pt x="314" y="63"/>
                    </a:lnTo>
                    <a:lnTo>
                      <a:pt x="316" y="59"/>
                    </a:lnTo>
                    <a:lnTo>
                      <a:pt x="316" y="58"/>
                    </a:lnTo>
                    <a:lnTo>
                      <a:pt x="317" y="55"/>
                    </a:lnTo>
                    <a:lnTo>
                      <a:pt x="318" y="54"/>
                    </a:lnTo>
                    <a:lnTo>
                      <a:pt x="318" y="52"/>
                    </a:lnTo>
                    <a:lnTo>
                      <a:pt x="312" y="50"/>
                    </a:lnTo>
                    <a:lnTo>
                      <a:pt x="308" y="46"/>
                    </a:lnTo>
                    <a:lnTo>
                      <a:pt x="305" y="46"/>
                    </a:lnTo>
                    <a:lnTo>
                      <a:pt x="302" y="45"/>
                    </a:lnTo>
                    <a:lnTo>
                      <a:pt x="299" y="45"/>
                    </a:lnTo>
                    <a:lnTo>
                      <a:pt x="296" y="45"/>
                    </a:lnTo>
                    <a:lnTo>
                      <a:pt x="295" y="46"/>
                    </a:lnTo>
                    <a:lnTo>
                      <a:pt x="294" y="46"/>
                    </a:lnTo>
                    <a:lnTo>
                      <a:pt x="292" y="46"/>
                    </a:lnTo>
                    <a:lnTo>
                      <a:pt x="291" y="46"/>
                    </a:lnTo>
                    <a:lnTo>
                      <a:pt x="288" y="47"/>
                    </a:lnTo>
                    <a:lnTo>
                      <a:pt x="283" y="47"/>
                    </a:lnTo>
                    <a:lnTo>
                      <a:pt x="278" y="48"/>
                    </a:lnTo>
                    <a:lnTo>
                      <a:pt x="273" y="48"/>
                    </a:lnTo>
                    <a:lnTo>
                      <a:pt x="268" y="49"/>
                    </a:lnTo>
                    <a:lnTo>
                      <a:pt x="265" y="50"/>
                    </a:lnTo>
                    <a:lnTo>
                      <a:pt x="262" y="50"/>
                    </a:lnTo>
                    <a:lnTo>
                      <a:pt x="258" y="52"/>
                    </a:lnTo>
                    <a:lnTo>
                      <a:pt x="254" y="54"/>
                    </a:lnTo>
                    <a:lnTo>
                      <a:pt x="250" y="57"/>
                    </a:lnTo>
                    <a:lnTo>
                      <a:pt x="240" y="62"/>
                    </a:lnTo>
                    <a:lnTo>
                      <a:pt x="229" y="68"/>
                    </a:lnTo>
                    <a:lnTo>
                      <a:pt x="224" y="70"/>
                    </a:lnTo>
                    <a:lnTo>
                      <a:pt x="218" y="73"/>
                    </a:lnTo>
                    <a:lnTo>
                      <a:pt x="213" y="75"/>
                    </a:lnTo>
                    <a:lnTo>
                      <a:pt x="208" y="78"/>
                    </a:lnTo>
                    <a:lnTo>
                      <a:pt x="204" y="78"/>
                    </a:lnTo>
                    <a:lnTo>
                      <a:pt x="199" y="79"/>
                    </a:lnTo>
                    <a:lnTo>
                      <a:pt x="197" y="79"/>
                    </a:lnTo>
                    <a:lnTo>
                      <a:pt x="195" y="79"/>
                    </a:lnTo>
                    <a:lnTo>
                      <a:pt x="193" y="79"/>
                    </a:lnTo>
                    <a:lnTo>
                      <a:pt x="192" y="78"/>
                    </a:lnTo>
                    <a:lnTo>
                      <a:pt x="191" y="78"/>
                    </a:lnTo>
                    <a:lnTo>
                      <a:pt x="190" y="78"/>
                    </a:lnTo>
                    <a:lnTo>
                      <a:pt x="189" y="77"/>
                    </a:lnTo>
                    <a:lnTo>
                      <a:pt x="188" y="76"/>
                    </a:lnTo>
                    <a:lnTo>
                      <a:pt x="185" y="74"/>
                    </a:lnTo>
                    <a:lnTo>
                      <a:pt x="184" y="73"/>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3" name="íSľîďê"/>
              <p:cNvSpPr/>
              <p:nvPr userDrawn="1"/>
            </p:nvSpPr>
            <p:spPr bwMode="auto">
              <a:xfrm>
                <a:off x="8407401" y="2833688"/>
                <a:ext cx="598488" cy="801688"/>
              </a:xfrm>
              <a:custGeom>
                <a:avLst/>
                <a:gdLst>
                  <a:gd name="T0" fmla="*/ 311 w 377"/>
                  <a:gd name="T1" fmla="*/ 8 h 505"/>
                  <a:gd name="T2" fmla="*/ 319 w 377"/>
                  <a:gd name="T3" fmla="*/ 18 h 505"/>
                  <a:gd name="T4" fmla="*/ 333 w 377"/>
                  <a:gd name="T5" fmla="*/ 28 h 505"/>
                  <a:gd name="T6" fmla="*/ 348 w 377"/>
                  <a:gd name="T7" fmla="*/ 44 h 505"/>
                  <a:gd name="T8" fmla="*/ 343 w 377"/>
                  <a:gd name="T9" fmla="*/ 72 h 505"/>
                  <a:gd name="T10" fmla="*/ 339 w 377"/>
                  <a:gd name="T11" fmla="*/ 89 h 505"/>
                  <a:gd name="T12" fmla="*/ 343 w 377"/>
                  <a:gd name="T13" fmla="*/ 113 h 505"/>
                  <a:gd name="T14" fmla="*/ 349 w 377"/>
                  <a:gd name="T15" fmla="*/ 128 h 505"/>
                  <a:gd name="T16" fmla="*/ 366 w 377"/>
                  <a:gd name="T17" fmla="*/ 130 h 505"/>
                  <a:gd name="T18" fmla="*/ 376 w 377"/>
                  <a:gd name="T19" fmla="*/ 139 h 505"/>
                  <a:gd name="T20" fmla="*/ 377 w 377"/>
                  <a:gd name="T21" fmla="*/ 151 h 505"/>
                  <a:gd name="T22" fmla="*/ 369 w 377"/>
                  <a:gd name="T23" fmla="*/ 169 h 505"/>
                  <a:gd name="T24" fmla="*/ 339 w 377"/>
                  <a:gd name="T25" fmla="*/ 189 h 505"/>
                  <a:gd name="T26" fmla="*/ 315 w 377"/>
                  <a:gd name="T27" fmla="*/ 211 h 505"/>
                  <a:gd name="T28" fmla="*/ 301 w 377"/>
                  <a:gd name="T29" fmla="*/ 235 h 505"/>
                  <a:gd name="T30" fmla="*/ 290 w 377"/>
                  <a:gd name="T31" fmla="*/ 263 h 505"/>
                  <a:gd name="T32" fmla="*/ 270 w 377"/>
                  <a:gd name="T33" fmla="*/ 293 h 505"/>
                  <a:gd name="T34" fmla="*/ 265 w 377"/>
                  <a:gd name="T35" fmla="*/ 317 h 505"/>
                  <a:gd name="T36" fmla="*/ 245 w 377"/>
                  <a:gd name="T37" fmla="*/ 339 h 505"/>
                  <a:gd name="T38" fmla="*/ 226 w 377"/>
                  <a:gd name="T39" fmla="*/ 350 h 505"/>
                  <a:gd name="T40" fmla="*/ 210 w 377"/>
                  <a:gd name="T41" fmla="*/ 374 h 505"/>
                  <a:gd name="T42" fmla="*/ 192 w 377"/>
                  <a:gd name="T43" fmla="*/ 385 h 505"/>
                  <a:gd name="T44" fmla="*/ 179 w 377"/>
                  <a:gd name="T45" fmla="*/ 392 h 505"/>
                  <a:gd name="T46" fmla="*/ 169 w 377"/>
                  <a:gd name="T47" fmla="*/ 402 h 505"/>
                  <a:gd name="T48" fmla="*/ 159 w 377"/>
                  <a:gd name="T49" fmla="*/ 405 h 505"/>
                  <a:gd name="T50" fmla="*/ 126 w 377"/>
                  <a:gd name="T51" fmla="*/ 431 h 505"/>
                  <a:gd name="T52" fmla="*/ 101 w 377"/>
                  <a:gd name="T53" fmla="*/ 442 h 505"/>
                  <a:gd name="T54" fmla="*/ 92 w 377"/>
                  <a:gd name="T55" fmla="*/ 451 h 505"/>
                  <a:gd name="T56" fmla="*/ 79 w 377"/>
                  <a:gd name="T57" fmla="*/ 456 h 505"/>
                  <a:gd name="T58" fmla="*/ 61 w 377"/>
                  <a:gd name="T59" fmla="*/ 472 h 505"/>
                  <a:gd name="T60" fmla="*/ 49 w 377"/>
                  <a:gd name="T61" fmla="*/ 478 h 505"/>
                  <a:gd name="T62" fmla="*/ 30 w 377"/>
                  <a:gd name="T63" fmla="*/ 497 h 505"/>
                  <a:gd name="T64" fmla="*/ 9 w 377"/>
                  <a:gd name="T65" fmla="*/ 505 h 505"/>
                  <a:gd name="T66" fmla="*/ 8 w 377"/>
                  <a:gd name="T67" fmla="*/ 490 h 505"/>
                  <a:gd name="T68" fmla="*/ 38 w 377"/>
                  <a:gd name="T69" fmla="*/ 465 h 505"/>
                  <a:gd name="T70" fmla="*/ 57 w 377"/>
                  <a:gd name="T71" fmla="*/ 449 h 505"/>
                  <a:gd name="T72" fmla="*/ 81 w 377"/>
                  <a:gd name="T73" fmla="*/ 433 h 505"/>
                  <a:gd name="T74" fmla="*/ 96 w 377"/>
                  <a:gd name="T75" fmla="*/ 425 h 505"/>
                  <a:gd name="T76" fmla="*/ 112 w 377"/>
                  <a:gd name="T77" fmla="*/ 413 h 505"/>
                  <a:gd name="T78" fmla="*/ 122 w 377"/>
                  <a:gd name="T79" fmla="*/ 403 h 505"/>
                  <a:gd name="T80" fmla="*/ 141 w 377"/>
                  <a:gd name="T81" fmla="*/ 387 h 505"/>
                  <a:gd name="T82" fmla="*/ 152 w 377"/>
                  <a:gd name="T83" fmla="*/ 377 h 505"/>
                  <a:gd name="T84" fmla="*/ 191 w 377"/>
                  <a:gd name="T85" fmla="*/ 346 h 505"/>
                  <a:gd name="T86" fmla="*/ 220 w 377"/>
                  <a:gd name="T87" fmla="*/ 308 h 505"/>
                  <a:gd name="T88" fmla="*/ 228 w 377"/>
                  <a:gd name="T89" fmla="*/ 284 h 505"/>
                  <a:gd name="T90" fmla="*/ 218 w 377"/>
                  <a:gd name="T91" fmla="*/ 280 h 505"/>
                  <a:gd name="T92" fmla="*/ 193 w 377"/>
                  <a:gd name="T93" fmla="*/ 289 h 505"/>
                  <a:gd name="T94" fmla="*/ 169 w 377"/>
                  <a:gd name="T95" fmla="*/ 287 h 505"/>
                  <a:gd name="T96" fmla="*/ 149 w 377"/>
                  <a:gd name="T97" fmla="*/ 277 h 505"/>
                  <a:gd name="T98" fmla="*/ 134 w 377"/>
                  <a:gd name="T99" fmla="*/ 268 h 505"/>
                  <a:gd name="T100" fmla="*/ 132 w 377"/>
                  <a:gd name="T101" fmla="*/ 258 h 505"/>
                  <a:gd name="T102" fmla="*/ 132 w 377"/>
                  <a:gd name="T103" fmla="*/ 250 h 505"/>
                  <a:gd name="T104" fmla="*/ 152 w 377"/>
                  <a:gd name="T105" fmla="*/ 234 h 505"/>
                  <a:gd name="T106" fmla="*/ 188 w 377"/>
                  <a:gd name="T107" fmla="*/ 221 h 505"/>
                  <a:gd name="T108" fmla="*/ 207 w 377"/>
                  <a:gd name="T109" fmla="*/ 212 h 505"/>
                  <a:gd name="T110" fmla="*/ 226 w 377"/>
                  <a:gd name="T111" fmla="*/ 202 h 505"/>
                  <a:gd name="T112" fmla="*/ 248 w 377"/>
                  <a:gd name="T113" fmla="*/ 193 h 505"/>
                  <a:gd name="T114" fmla="*/ 256 w 377"/>
                  <a:gd name="T115" fmla="*/ 180 h 505"/>
                  <a:gd name="T116" fmla="*/ 273 w 377"/>
                  <a:gd name="T117" fmla="*/ 171 h 505"/>
                  <a:gd name="T118" fmla="*/ 274 w 377"/>
                  <a:gd name="T119" fmla="*/ 133 h 505"/>
                  <a:gd name="T120" fmla="*/ 279 w 377"/>
                  <a:gd name="T121" fmla="*/ 83 h 505"/>
                  <a:gd name="T122" fmla="*/ 275 w 377"/>
                  <a:gd name="T123" fmla="*/ 40 h 505"/>
                  <a:gd name="T124" fmla="*/ 280 w 377"/>
                  <a:gd name="T125" fmla="*/ 7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7" h="505">
                    <a:moveTo>
                      <a:pt x="289" y="0"/>
                    </a:moveTo>
                    <a:lnTo>
                      <a:pt x="294" y="1"/>
                    </a:lnTo>
                    <a:lnTo>
                      <a:pt x="302" y="3"/>
                    </a:lnTo>
                    <a:lnTo>
                      <a:pt x="305" y="4"/>
                    </a:lnTo>
                    <a:lnTo>
                      <a:pt x="309" y="6"/>
                    </a:lnTo>
                    <a:lnTo>
                      <a:pt x="311" y="8"/>
                    </a:lnTo>
                    <a:lnTo>
                      <a:pt x="313" y="9"/>
                    </a:lnTo>
                    <a:lnTo>
                      <a:pt x="315" y="11"/>
                    </a:lnTo>
                    <a:lnTo>
                      <a:pt x="316" y="12"/>
                    </a:lnTo>
                    <a:lnTo>
                      <a:pt x="317" y="14"/>
                    </a:lnTo>
                    <a:lnTo>
                      <a:pt x="317" y="16"/>
                    </a:lnTo>
                    <a:lnTo>
                      <a:pt x="319" y="18"/>
                    </a:lnTo>
                    <a:lnTo>
                      <a:pt x="320" y="20"/>
                    </a:lnTo>
                    <a:lnTo>
                      <a:pt x="321" y="22"/>
                    </a:lnTo>
                    <a:lnTo>
                      <a:pt x="322" y="23"/>
                    </a:lnTo>
                    <a:lnTo>
                      <a:pt x="326" y="25"/>
                    </a:lnTo>
                    <a:lnTo>
                      <a:pt x="329" y="27"/>
                    </a:lnTo>
                    <a:lnTo>
                      <a:pt x="333" y="28"/>
                    </a:lnTo>
                    <a:lnTo>
                      <a:pt x="336" y="29"/>
                    </a:lnTo>
                    <a:lnTo>
                      <a:pt x="339" y="31"/>
                    </a:lnTo>
                    <a:lnTo>
                      <a:pt x="342" y="32"/>
                    </a:lnTo>
                    <a:lnTo>
                      <a:pt x="345" y="35"/>
                    </a:lnTo>
                    <a:lnTo>
                      <a:pt x="348" y="38"/>
                    </a:lnTo>
                    <a:lnTo>
                      <a:pt x="348" y="44"/>
                    </a:lnTo>
                    <a:lnTo>
                      <a:pt x="348" y="50"/>
                    </a:lnTo>
                    <a:lnTo>
                      <a:pt x="347" y="55"/>
                    </a:lnTo>
                    <a:lnTo>
                      <a:pt x="346" y="60"/>
                    </a:lnTo>
                    <a:lnTo>
                      <a:pt x="345" y="64"/>
                    </a:lnTo>
                    <a:lnTo>
                      <a:pt x="345" y="68"/>
                    </a:lnTo>
                    <a:lnTo>
                      <a:pt x="343" y="72"/>
                    </a:lnTo>
                    <a:lnTo>
                      <a:pt x="341" y="76"/>
                    </a:lnTo>
                    <a:lnTo>
                      <a:pt x="341" y="77"/>
                    </a:lnTo>
                    <a:lnTo>
                      <a:pt x="340" y="79"/>
                    </a:lnTo>
                    <a:lnTo>
                      <a:pt x="340" y="81"/>
                    </a:lnTo>
                    <a:lnTo>
                      <a:pt x="340" y="84"/>
                    </a:lnTo>
                    <a:lnTo>
                      <a:pt x="339" y="89"/>
                    </a:lnTo>
                    <a:lnTo>
                      <a:pt x="340" y="95"/>
                    </a:lnTo>
                    <a:lnTo>
                      <a:pt x="340" y="100"/>
                    </a:lnTo>
                    <a:lnTo>
                      <a:pt x="341" y="105"/>
                    </a:lnTo>
                    <a:lnTo>
                      <a:pt x="341" y="108"/>
                    </a:lnTo>
                    <a:lnTo>
                      <a:pt x="343" y="111"/>
                    </a:lnTo>
                    <a:lnTo>
                      <a:pt x="343" y="113"/>
                    </a:lnTo>
                    <a:lnTo>
                      <a:pt x="342" y="117"/>
                    </a:lnTo>
                    <a:lnTo>
                      <a:pt x="341" y="121"/>
                    </a:lnTo>
                    <a:lnTo>
                      <a:pt x="341" y="124"/>
                    </a:lnTo>
                    <a:lnTo>
                      <a:pt x="344" y="126"/>
                    </a:lnTo>
                    <a:lnTo>
                      <a:pt x="346" y="128"/>
                    </a:lnTo>
                    <a:lnTo>
                      <a:pt x="349" y="128"/>
                    </a:lnTo>
                    <a:lnTo>
                      <a:pt x="351" y="129"/>
                    </a:lnTo>
                    <a:lnTo>
                      <a:pt x="354" y="129"/>
                    </a:lnTo>
                    <a:lnTo>
                      <a:pt x="357" y="130"/>
                    </a:lnTo>
                    <a:lnTo>
                      <a:pt x="361" y="130"/>
                    </a:lnTo>
                    <a:lnTo>
                      <a:pt x="366" y="130"/>
                    </a:lnTo>
                    <a:lnTo>
                      <a:pt x="366" y="130"/>
                    </a:lnTo>
                    <a:lnTo>
                      <a:pt x="367" y="130"/>
                    </a:lnTo>
                    <a:lnTo>
                      <a:pt x="369" y="132"/>
                    </a:lnTo>
                    <a:lnTo>
                      <a:pt x="373" y="135"/>
                    </a:lnTo>
                    <a:lnTo>
                      <a:pt x="374" y="136"/>
                    </a:lnTo>
                    <a:lnTo>
                      <a:pt x="375" y="137"/>
                    </a:lnTo>
                    <a:lnTo>
                      <a:pt x="376" y="139"/>
                    </a:lnTo>
                    <a:lnTo>
                      <a:pt x="376" y="141"/>
                    </a:lnTo>
                    <a:lnTo>
                      <a:pt x="377" y="142"/>
                    </a:lnTo>
                    <a:lnTo>
                      <a:pt x="377" y="144"/>
                    </a:lnTo>
                    <a:lnTo>
                      <a:pt x="377" y="145"/>
                    </a:lnTo>
                    <a:lnTo>
                      <a:pt x="377" y="147"/>
                    </a:lnTo>
                    <a:lnTo>
                      <a:pt x="377" y="151"/>
                    </a:lnTo>
                    <a:lnTo>
                      <a:pt x="376" y="155"/>
                    </a:lnTo>
                    <a:lnTo>
                      <a:pt x="375" y="159"/>
                    </a:lnTo>
                    <a:lnTo>
                      <a:pt x="373" y="162"/>
                    </a:lnTo>
                    <a:lnTo>
                      <a:pt x="373" y="165"/>
                    </a:lnTo>
                    <a:lnTo>
                      <a:pt x="371" y="167"/>
                    </a:lnTo>
                    <a:lnTo>
                      <a:pt x="369" y="169"/>
                    </a:lnTo>
                    <a:lnTo>
                      <a:pt x="367" y="172"/>
                    </a:lnTo>
                    <a:lnTo>
                      <a:pt x="365" y="173"/>
                    </a:lnTo>
                    <a:lnTo>
                      <a:pt x="361" y="176"/>
                    </a:lnTo>
                    <a:lnTo>
                      <a:pt x="357" y="179"/>
                    </a:lnTo>
                    <a:lnTo>
                      <a:pt x="350" y="182"/>
                    </a:lnTo>
                    <a:lnTo>
                      <a:pt x="339" y="189"/>
                    </a:lnTo>
                    <a:lnTo>
                      <a:pt x="328" y="195"/>
                    </a:lnTo>
                    <a:lnTo>
                      <a:pt x="325" y="197"/>
                    </a:lnTo>
                    <a:lnTo>
                      <a:pt x="322" y="199"/>
                    </a:lnTo>
                    <a:lnTo>
                      <a:pt x="321" y="201"/>
                    </a:lnTo>
                    <a:lnTo>
                      <a:pt x="318" y="205"/>
                    </a:lnTo>
                    <a:lnTo>
                      <a:pt x="315" y="211"/>
                    </a:lnTo>
                    <a:lnTo>
                      <a:pt x="311" y="216"/>
                    </a:lnTo>
                    <a:lnTo>
                      <a:pt x="309" y="220"/>
                    </a:lnTo>
                    <a:lnTo>
                      <a:pt x="309" y="224"/>
                    </a:lnTo>
                    <a:lnTo>
                      <a:pt x="308" y="228"/>
                    </a:lnTo>
                    <a:lnTo>
                      <a:pt x="306" y="232"/>
                    </a:lnTo>
                    <a:lnTo>
                      <a:pt x="301" y="235"/>
                    </a:lnTo>
                    <a:lnTo>
                      <a:pt x="297" y="238"/>
                    </a:lnTo>
                    <a:lnTo>
                      <a:pt x="297" y="242"/>
                    </a:lnTo>
                    <a:lnTo>
                      <a:pt x="296" y="247"/>
                    </a:lnTo>
                    <a:lnTo>
                      <a:pt x="295" y="251"/>
                    </a:lnTo>
                    <a:lnTo>
                      <a:pt x="294" y="255"/>
                    </a:lnTo>
                    <a:lnTo>
                      <a:pt x="290" y="263"/>
                    </a:lnTo>
                    <a:lnTo>
                      <a:pt x="285" y="272"/>
                    </a:lnTo>
                    <a:lnTo>
                      <a:pt x="279" y="280"/>
                    </a:lnTo>
                    <a:lnTo>
                      <a:pt x="273" y="287"/>
                    </a:lnTo>
                    <a:lnTo>
                      <a:pt x="273" y="289"/>
                    </a:lnTo>
                    <a:lnTo>
                      <a:pt x="271" y="291"/>
                    </a:lnTo>
                    <a:lnTo>
                      <a:pt x="270" y="293"/>
                    </a:lnTo>
                    <a:lnTo>
                      <a:pt x="269" y="295"/>
                    </a:lnTo>
                    <a:lnTo>
                      <a:pt x="269" y="300"/>
                    </a:lnTo>
                    <a:lnTo>
                      <a:pt x="268" y="305"/>
                    </a:lnTo>
                    <a:lnTo>
                      <a:pt x="267" y="309"/>
                    </a:lnTo>
                    <a:lnTo>
                      <a:pt x="265" y="314"/>
                    </a:lnTo>
                    <a:lnTo>
                      <a:pt x="265" y="317"/>
                    </a:lnTo>
                    <a:lnTo>
                      <a:pt x="264" y="318"/>
                    </a:lnTo>
                    <a:lnTo>
                      <a:pt x="263" y="320"/>
                    </a:lnTo>
                    <a:lnTo>
                      <a:pt x="262" y="322"/>
                    </a:lnTo>
                    <a:lnTo>
                      <a:pt x="259" y="325"/>
                    </a:lnTo>
                    <a:lnTo>
                      <a:pt x="252" y="333"/>
                    </a:lnTo>
                    <a:lnTo>
                      <a:pt x="245" y="339"/>
                    </a:lnTo>
                    <a:lnTo>
                      <a:pt x="241" y="343"/>
                    </a:lnTo>
                    <a:lnTo>
                      <a:pt x="236" y="345"/>
                    </a:lnTo>
                    <a:lnTo>
                      <a:pt x="232" y="345"/>
                    </a:lnTo>
                    <a:lnTo>
                      <a:pt x="230" y="347"/>
                    </a:lnTo>
                    <a:lnTo>
                      <a:pt x="228" y="349"/>
                    </a:lnTo>
                    <a:lnTo>
                      <a:pt x="226" y="350"/>
                    </a:lnTo>
                    <a:lnTo>
                      <a:pt x="224" y="353"/>
                    </a:lnTo>
                    <a:lnTo>
                      <a:pt x="222" y="357"/>
                    </a:lnTo>
                    <a:lnTo>
                      <a:pt x="219" y="361"/>
                    </a:lnTo>
                    <a:lnTo>
                      <a:pt x="216" y="366"/>
                    </a:lnTo>
                    <a:lnTo>
                      <a:pt x="213" y="370"/>
                    </a:lnTo>
                    <a:lnTo>
                      <a:pt x="210" y="374"/>
                    </a:lnTo>
                    <a:lnTo>
                      <a:pt x="207" y="378"/>
                    </a:lnTo>
                    <a:lnTo>
                      <a:pt x="203" y="379"/>
                    </a:lnTo>
                    <a:lnTo>
                      <a:pt x="200" y="381"/>
                    </a:lnTo>
                    <a:lnTo>
                      <a:pt x="196" y="381"/>
                    </a:lnTo>
                    <a:lnTo>
                      <a:pt x="192" y="382"/>
                    </a:lnTo>
                    <a:lnTo>
                      <a:pt x="192" y="385"/>
                    </a:lnTo>
                    <a:lnTo>
                      <a:pt x="191" y="387"/>
                    </a:lnTo>
                    <a:lnTo>
                      <a:pt x="187" y="387"/>
                    </a:lnTo>
                    <a:lnTo>
                      <a:pt x="183" y="387"/>
                    </a:lnTo>
                    <a:lnTo>
                      <a:pt x="181" y="389"/>
                    </a:lnTo>
                    <a:lnTo>
                      <a:pt x="180" y="390"/>
                    </a:lnTo>
                    <a:lnTo>
                      <a:pt x="179" y="392"/>
                    </a:lnTo>
                    <a:lnTo>
                      <a:pt x="177" y="394"/>
                    </a:lnTo>
                    <a:lnTo>
                      <a:pt x="176" y="396"/>
                    </a:lnTo>
                    <a:lnTo>
                      <a:pt x="174" y="398"/>
                    </a:lnTo>
                    <a:lnTo>
                      <a:pt x="172" y="400"/>
                    </a:lnTo>
                    <a:lnTo>
                      <a:pt x="171" y="401"/>
                    </a:lnTo>
                    <a:lnTo>
                      <a:pt x="169" y="402"/>
                    </a:lnTo>
                    <a:lnTo>
                      <a:pt x="168" y="403"/>
                    </a:lnTo>
                    <a:lnTo>
                      <a:pt x="166" y="403"/>
                    </a:lnTo>
                    <a:lnTo>
                      <a:pt x="164" y="404"/>
                    </a:lnTo>
                    <a:lnTo>
                      <a:pt x="163" y="404"/>
                    </a:lnTo>
                    <a:lnTo>
                      <a:pt x="161" y="404"/>
                    </a:lnTo>
                    <a:lnTo>
                      <a:pt x="159" y="405"/>
                    </a:lnTo>
                    <a:lnTo>
                      <a:pt x="157" y="405"/>
                    </a:lnTo>
                    <a:lnTo>
                      <a:pt x="152" y="411"/>
                    </a:lnTo>
                    <a:lnTo>
                      <a:pt x="144" y="417"/>
                    </a:lnTo>
                    <a:lnTo>
                      <a:pt x="137" y="422"/>
                    </a:lnTo>
                    <a:lnTo>
                      <a:pt x="129" y="429"/>
                    </a:lnTo>
                    <a:lnTo>
                      <a:pt x="126" y="431"/>
                    </a:lnTo>
                    <a:lnTo>
                      <a:pt x="122" y="434"/>
                    </a:lnTo>
                    <a:lnTo>
                      <a:pt x="117" y="437"/>
                    </a:lnTo>
                    <a:lnTo>
                      <a:pt x="113" y="439"/>
                    </a:lnTo>
                    <a:lnTo>
                      <a:pt x="109" y="441"/>
                    </a:lnTo>
                    <a:lnTo>
                      <a:pt x="105" y="441"/>
                    </a:lnTo>
                    <a:lnTo>
                      <a:pt x="101" y="442"/>
                    </a:lnTo>
                    <a:lnTo>
                      <a:pt x="97" y="443"/>
                    </a:lnTo>
                    <a:lnTo>
                      <a:pt x="96" y="445"/>
                    </a:lnTo>
                    <a:lnTo>
                      <a:pt x="96" y="447"/>
                    </a:lnTo>
                    <a:lnTo>
                      <a:pt x="95" y="449"/>
                    </a:lnTo>
                    <a:lnTo>
                      <a:pt x="94" y="450"/>
                    </a:lnTo>
                    <a:lnTo>
                      <a:pt x="92" y="451"/>
                    </a:lnTo>
                    <a:lnTo>
                      <a:pt x="91" y="452"/>
                    </a:lnTo>
                    <a:lnTo>
                      <a:pt x="89" y="453"/>
                    </a:lnTo>
                    <a:lnTo>
                      <a:pt x="88" y="453"/>
                    </a:lnTo>
                    <a:lnTo>
                      <a:pt x="84" y="454"/>
                    </a:lnTo>
                    <a:lnTo>
                      <a:pt x="81" y="455"/>
                    </a:lnTo>
                    <a:lnTo>
                      <a:pt x="79" y="456"/>
                    </a:lnTo>
                    <a:lnTo>
                      <a:pt x="77" y="457"/>
                    </a:lnTo>
                    <a:lnTo>
                      <a:pt x="76" y="457"/>
                    </a:lnTo>
                    <a:lnTo>
                      <a:pt x="74" y="459"/>
                    </a:lnTo>
                    <a:lnTo>
                      <a:pt x="70" y="463"/>
                    </a:lnTo>
                    <a:lnTo>
                      <a:pt x="66" y="467"/>
                    </a:lnTo>
                    <a:lnTo>
                      <a:pt x="61" y="472"/>
                    </a:lnTo>
                    <a:lnTo>
                      <a:pt x="57" y="476"/>
                    </a:lnTo>
                    <a:lnTo>
                      <a:pt x="56" y="477"/>
                    </a:lnTo>
                    <a:lnTo>
                      <a:pt x="54" y="477"/>
                    </a:lnTo>
                    <a:lnTo>
                      <a:pt x="52" y="477"/>
                    </a:lnTo>
                    <a:lnTo>
                      <a:pt x="51" y="478"/>
                    </a:lnTo>
                    <a:lnTo>
                      <a:pt x="49" y="478"/>
                    </a:lnTo>
                    <a:lnTo>
                      <a:pt x="48" y="479"/>
                    </a:lnTo>
                    <a:lnTo>
                      <a:pt x="46" y="480"/>
                    </a:lnTo>
                    <a:lnTo>
                      <a:pt x="45" y="481"/>
                    </a:lnTo>
                    <a:lnTo>
                      <a:pt x="40" y="487"/>
                    </a:lnTo>
                    <a:lnTo>
                      <a:pt x="33" y="494"/>
                    </a:lnTo>
                    <a:lnTo>
                      <a:pt x="30" y="497"/>
                    </a:lnTo>
                    <a:lnTo>
                      <a:pt x="28" y="501"/>
                    </a:lnTo>
                    <a:lnTo>
                      <a:pt x="24" y="503"/>
                    </a:lnTo>
                    <a:lnTo>
                      <a:pt x="21" y="505"/>
                    </a:lnTo>
                    <a:lnTo>
                      <a:pt x="16" y="505"/>
                    </a:lnTo>
                    <a:lnTo>
                      <a:pt x="12" y="505"/>
                    </a:lnTo>
                    <a:lnTo>
                      <a:pt x="9" y="505"/>
                    </a:lnTo>
                    <a:lnTo>
                      <a:pt x="5" y="505"/>
                    </a:lnTo>
                    <a:lnTo>
                      <a:pt x="3" y="502"/>
                    </a:lnTo>
                    <a:lnTo>
                      <a:pt x="0" y="500"/>
                    </a:lnTo>
                    <a:lnTo>
                      <a:pt x="0" y="498"/>
                    </a:lnTo>
                    <a:lnTo>
                      <a:pt x="0" y="496"/>
                    </a:lnTo>
                    <a:lnTo>
                      <a:pt x="8" y="490"/>
                    </a:lnTo>
                    <a:lnTo>
                      <a:pt x="15" y="483"/>
                    </a:lnTo>
                    <a:lnTo>
                      <a:pt x="21" y="477"/>
                    </a:lnTo>
                    <a:lnTo>
                      <a:pt x="28" y="470"/>
                    </a:lnTo>
                    <a:lnTo>
                      <a:pt x="31" y="469"/>
                    </a:lnTo>
                    <a:lnTo>
                      <a:pt x="35" y="466"/>
                    </a:lnTo>
                    <a:lnTo>
                      <a:pt x="38" y="465"/>
                    </a:lnTo>
                    <a:lnTo>
                      <a:pt x="41" y="463"/>
                    </a:lnTo>
                    <a:lnTo>
                      <a:pt x="44" y="461"/>
                    </a:lnTo>
                    <a:lnTo>
                      <a:pt x="48" y="459"/>
                    </a:lnTo>
                    <a:lnTo>
                      <a:pt x="51" y="457"/>
                    </a:lnTo>
                    <a:lnTo>
                      <a:pt x="53" y="454"/>
                    </a:lnTo>
                    <a:lnTo>
                      <a:pt x="57" y="449"/>
                    </a:lnTo>
                    <a:lnTo>
                      <a:pt x="60" y="445"/>
                    </a:lnTo>
                    <a:lnTo>
                      <a:pt x="64" y="444"/>
                    </a:lnTo>
                    <a:lnTo>
                      <a:pt x="70" y="443"/>
                    </a:lnTo>
                    <a:lnTo>
                      <a:pt x="73" y="440"/>
                    </a:lnTo>
                    <a:lnTo>
                      <a:pt x="77" y="436"/>
                    </a:lnTo>
                    <a:lnTo>
                      <a:pt x="81" y="433"/>
                    </a:lnTo>
                    <a:lnTo>
                      <a:pt x="85" y="429"/>
                    </a:lnTo>
                    <a:lnTo>
                      <a:pt x="89" y="429"/>
                    </a:lnTo>
                    <a:lnTo>
                      <a:pt x="93" y="429"/>
                    </a:lnTo>
                    <a:lnTo>
                      <a:pt x="94" y="428"/>
                    </a:lnTo>
                    <a:lnTo>
                      <a:pt x="96" y="426"/>
                    </a:lnTo>
                    <a:lnTo>
                      <a:pt x="96" y="425"/>
                    </a:lnTo>
                    <a:lnTo>
                      <a:pt x="98" y="423"/>
                    </a:lnTo>
                    <a:lnTo>
                      <a:pt x="100" y="420"/>
                    </a:lnTo>
                    <a:lnTo>
                      <a:pt x="104" y="417"/>
                    </a:lnTo>
                    <a:lnTo>
                      <a:pt x="107" y="417"/>
                    </a:lnTo>
                    <a:lnTo>
                      <a:pt x="111" y="415"/>
                    </a:lnTo>
                    <a:lnTo>
                      <a:pt x="112" y="413"/>
                    </a:lnTo>
                    <a:lnTo>
                      <a:pt x="115" y="412"/>
                    </a:lnTo>
                    <a:lnTo>
                      <a:pt x="116" y="410"/>
                    </a:lnTo>
                    <a:lnTo>
                      <a:pt x="117" y="408"/>
                    </a:lnTo>
                    <a:lnTo>
                      <a:pt x="119" y="406"/>
                    </a:lnTo>
                    <a:lnTo>
                      <a:pt x="120" y="404"/>
                    </a:lnTo>
                    <a:lnTo>
                      <a:pt x="122" y="403"/>
                    </a:lnTo>
                    <a:lnTo>
                      <a:pt x="124" y="401"/>
                    </a:lnTo>
                    <a:lnTo>
                      <a:pt x="128" y="399"/>
                    </a:lnTo>
                    <a:lnTo>
                      <a:pt x="132" y="396"/>
                    </a:lnTo>
                    <a:lnTo>
                      <a:pt x="136" y="393"/>
                    </a:lnTo>
                    <a:lnTo>
                      <a:pt x="140" y="389"/>
                    </a:lnTo>
                    <a:lnTo>
                      <a:pt x="141" y="387"/>
                    </a:lnTo>
                    <a:lnTo>
                      <a:pt x="142" y="385"/>
                    </a:lnTo>
                    <a:lnTo>
                      <a:pt x="143" y="383"/>
                    </a:lnTo>
                    <a:lnTo>
                      <a:pt x="144" y="382"/>
                    </a:lnTo>
                    <a:lnTo>
                      <a:pt x="144" y="381"/>
                    </a:lnTo>
                    <a:lnTo>
                      <a:pt x="145" y="381"/>
                    </a:lnTo>
                    <a:lnTo>
                      <a:pt x="152" y="377"/>
                    </a:lnTo>
                    <a:lnTo>
                      <a:pt x="158" y="372"/>
                    </a:lnTo>
                    <a:lnTo>
                      <a:pt x="164" y="368"/>
                    </a:lnTo>
                    <a:lnTo>
                      <a:pt x="171" y="363"/>
                    </a:lnTo>
                    <a:lnTo>
                      <a:pt x="178" y="357"/>
                    </a:lnTo>
                    <a:lnTo>
                      <a:pt x="184" y="352"/>
                    </a:lnTo>
                    <a:lnTo>
                      <a:pt x="191" y="346"/>
                    </a:lnTo>
                    <a:lnTo>
                      <a:pt x="197" y="340"/>
                    </a:lnTo>
                    <a:lnTo>
                      <a:pt x="204" y="333"/>
                    </a:lnTo>
                    <a:lnTo>
                      <a:pt x="209" y="326"/>
                    </a:lnTo>
                    <a:lnTo>
                      <a:pt x="214" y="319"/>
                    </a:lnTo>
                    <a:lnTo>
                      <a:pt x="218" y="312"/>
                    </a:lnTo>
                    <a:lnTo>
                      <a:pt x="220" y="308"/>
                    </a:lnTo>
                    <a:lnTo>
                      <a:pt x="222" y="304"/>
                    </a:lnTo>
                    <a:lnTo>
                      <a:pt x="224" y="300"/>
                    </a:lnTo>
                    <a:lnTo>
                      <a:pt x="225" y="296"/>
                    </a:lnTo>
                    <a:lnTo>
                      <a:pt x="227" y="293"/>
                    </a:lnTo>
                    <a:lnTo>
                      <a:pt x="228" y="289"/>
                    </a:lnTo>
                    <a:lnTo>
                      <a:pt x="228" y="284"/>
                    </a:lnTo>
                    <a:lnTo>
                      <a:pt x="229" y="280"/>
                    </a:lnTo>
                    <a:lnTo>
                      <a:pt x="228" y="280"/>
                    </a:lnTo>
                    <a:lnTo>
                      <a:pt x="228" y="278"/>
                    </a:lnTo>
                    <a:lnTo>
                      <a:pt x="224" y="279"/>
                    </a:lnTo>
                    <a:lnTo>
                      <a:pt x="220" y="279"/>
                    </a:lnTo>
                    <a:lnTo>
                      <a:pt x="218" y="280"/>
                    </a:lnTo>
                    <a:lnTo>
                      <a:pt x="216" y="281"/>
                    </a:lnTo>
                    <a:lnTo>
                      <a:pt x="211" y="283"/>
                    </a:lnTo>
                    <a:lnTo>
                      <a:pt x="207" y="285"/>
                    </a:lnTo>
                    <a:lnTo>
                      <a:pt x="202" y="286"/>
                    </a:lnTo>
                    <a:lnTo>
                      <a:pt x="198" y="288"/>
                    </a:lnTo>
                    <a:lnTo>
                      <a:pt x="193" y="289"/>
                    </a:lnTo>
                    <a:lnTo>
                      <a:pt x="189" y="289"/>
                    </a:lnTo>
                    <a:lnTo>
                      <a:pt x="185" y="289"/>
                    </a:lnTo>
                    <a:lnTo>
                      <a:pt x="181" y="289"/>
                    </a:lnTo>
                    <a:lnTo>
                      <a:pt x="177" y="289"/>
                    </a:lnTo>
                    <a:lnTo>
                      <a:pt x="173" y="289"/>
                    </a:lnTo>
                    <a:lnTo>
                      <a:pt x="169" y="287"/>
                    </a:lnTo>
                    <a:lnTo>
                      <a:pt x="166" y="286"/>
                    </a:lnTo>
                    <a:lnTo>
                      <a:pt x="162" y="285"/>
                    </a:lnTo>
                    <a:lnTo>
                      <a:pt x="159" y="283"/>
                    </a:lnTo>
                    <a:lnTo>
                      <a:pt x="156" y="281"/>
                    </a:lnTo>
                    <a:lnTo>
                      <a:pt x="152" y="280"/>
                    </a:lnTo>
                    <a:lnTo>
                      <a:pt x="149" y="277"/>
                    </a:lnTo>
                    <a:lnTo>
                      <a:pt x="146" y="276"/>
                    </a:lnTo>
                    <a:lnTo>
                      <a:pt x="141" y="273"/>
                    </a:lnTo>
                    <a:lnTo>
                      <a:pt x="136" y="270"/>
                    </a:lnTo>
                    <a:lnTo>
                      <a:pt x="136" y="269"/>
                    </a:lnTo>
                    <a:lnTo>
                      <a:pt x="135" y="269"/>
                    </a:lnTo>
                    <a:lnTo>
                      <a:pt x="134" y="268"/>
                    </a:lnTo>
                    <a:lnTo>
                      <a:pt x="133" y="266"/>
                    </a:lnTo>
                    <a:lnTo>
                      <a:pt x="133" y="265"/>
                    </a:lnTo>
                    <a:lnTo>
                      <a:pt x="132" y="264"/>
                    </a:lnTo>
                    <a:lnTo>
                      <a:pt x="132" y="261"/>
                    </a:lnTo>
                    <a:lnTo>
                      <a:pt x="132" y="259"/>
                    </a:lnTo>
                    <a:lnTo>
                      <a:pt x="132" y="258"/>
                    </a:lnTo>
                    <a:lnTo>
                      <a:pt x="131" y="257"/>
                    </a:lnTo>
                    <a:lnTo>
                      <a:pt x="131" y="255"/>
                    </a:lnTo>
                    <a:lnTo>
                      <a:pt x="131" y="254"/>
                    </a:lnTo>
                    <a:lnTo>
                      <a:pt x="131" y="253"/>
                    </a:lnTo>
                    <a:lnTo>
                      <a:pt x="132" y="252"/>
                    </a:lnTo>
                    <a:lnTo>
                      <a:pt x="132" y="250"/>
                    </a:lnTo>
                    <a:lnTo>
                      <a:pt x="132" y="249"/>
                    </a:lnTo>
                    <a:lnTo>
                      <a:pt x="135" y="246"/>
                    </a:lnTo>
                    <a:lnTo>
                      <a:pt x="138" y="244"/>
                    </a:lnTo>
                    <a:lnTo>
                      <a:pt x="141" y="241"/>
                    </a:lnTo>
                    <a:lnTo>
                      <a:pt x="144" y="239"/>
                    </a:lnTo>
                    <a:lnTo>
                      <a:pt x="152" y="234"/>
                    </a:lnTo>
                    <a:lnTo>
                      <a:pt x="160" y="230"/>
                    </a:lnTo>
                    <a:lnTo>
                      <a:pt x="167" y="227"/>
                    </a:lnTo>
                    <a:lnTo>
                      <a:pt x="172" y="225"/>
                    </a:lnTo>
                    <a:lnTo>
                      <a:pt x="177" y="224"/>
                    </a:lnTo>
                    <a:lnTo>
                      <a:pt x="183" y="222"/>
                    </a:lnTo>
                    <a:lnTo>
                      <a:pt x="188" y="221"/>
                    </a:lnTo>
                    <a:lnTo>
                      <a:pt x="195" y="220"/>
                    </a:lnTo>
                    <a:lnTo>
                      <a:pt x="198" y="219"/>
                    </a:lnTo>
                    <a:lnTo>
                      <a:pt x="200" y="217"/>
                    </a:lnTo>
                    <a:lnTo>
                      <a:pt x="203" y="216"/>
                    </a:lnTo>
                    <a:lnTo>
                      <a:pt x="205" y="213"/>
                    </a:lnTo>
                    <a:lnTo>
                      <a:pt x="207" y="212"/>
                    </a:lnTo>
                    <a:lnTo>
                      <a:pt x="209" y="209"/>
                    </a:lnTo>
                    <a:lnTo>
                      <a:pt x="212" y="208"/>
                    </a:lnTo>
                    <a:lnTo>
                      <a:pt x="215" y="206"/>
                    </a:lnTo>
                    <a:lnTo>
                      <a:pt x="218" y="205"/>
                    </a:lnTo>
                    <a:lnTo>
                      <a:pt x="222" y="204"/>
                    </a:lnTo>
                    <a:lnTo>
                      <a:pt x="226" y="202"/>
                    </a:lnTo>
                    <a:lnTo>
                      <a:pt x="230" y="201"/>
                    </a:lnTo>
                    <a:lnTo>
                      <a:pt x="235" y="200"/>
                    </a:lnTo>
                    <a:lnTo>
                      <a:pt x="239" y="198"/>
                    </a:lnTo>
                    <a:lnTo>
                      <a:pt x="242" y="197"/>
                    </a:lnTo>
                    <a:lnTo>
                      <a:pt x="246" y="195"/>
                    </a:lnTo>
                    <a:lnTo>
                      <a:pt x="248" y="193"/>
                    </a:lnTo>
                    <a:lnTo>
                      <a:pt x="249" y="191"/>
                    </a:lnTo>
                    <a:lnTo>
                      <a:pt x="250" y="189"/>
                    </a:lnTo>
                    <a:lnTo>
                      <a:pt x="252" y="187"/>
                    </a:lnTo>
                    <a:lnTo>
                      <a:pt x="253" y="184"/>
                    </a:lnTo>
                    <a:lnTo>
                      <a:pt x="254" y="182"/>
                    </a:lnTo>
                    <a:lnTo>
                      <a:pt x="256" y="180"/>
                    </a:lnTo>
                    <a:lnTo>
                      <a:pt x="257" y="179"/>
                    </a:lnTo>
                    <a:lnTo>
                      <a:pt x="261" y="176"/>
                    </a:lnTo>
                    <a:lnTo>
                      <a:pt x="266" y="175"/>
                    </a:lnTo>
                    <a:lnTo>
                      <a:pt x="269" y="173"/>
                    </a:lnTo>
                    <a:lnTo>
                      <a:pt x="270" y="172"/>
                    </a:lnTo>
                    <a:lnTo>
                      <a:pt x="273" y="171"/>
                    </a:lnTo>
                    <a:lnTo>
                      <a:pt x="273" y="169"/>
                    </a:lnTo>
                    <a:lnTo>
                      <a:pt x="273" y="160"/>
                    </a:lnTo>
                    <a:lnTo>
                      <a:pt x="273" y="152"/>
                    </a:lnTo>
                    <a:lnTo>
                      <a:pt x="273" y="144"/>
                    </a:lnTo>
                    <a:lnTo>
                      <a:pt x="273" y="136"/>
                    </a:lnTo>
                    <a:lnTo>
                      <a:pt x="274" y="133"/>
                    </a:lnTo>
                    <a:lnTo>
                      <a:pt x="275" y="127"/>
                    </a:lnTo>
                    <a:lnTo>
                      <a:pt x="276" y="118"/>
                    </a:lnTo>
                    <a:lnTo>
                      <a:pt x="277" y="108"/>
                    </a:lnTo>
                    <a:lnTo>
                      <a:pt x="278" y="98"/>
                    </a:lnTo>
                    <a:lnTo>
                      <a:pt x="279" y="90"/>
                    </a:lnTo>
                    <a:lnTo>
                      <a:pt x="279" y="83"/>
                    </a:lnTo>
                    <a:lnTo>
                      <a:pt x="279" y="79"/>
                    </a:lnTo>
                    <a:lnTo>
                      <a:pt x="278" y="76"/>
                    </a:lnTo>
                    <a:lnTo>
                      <a:pt x="278" y="70"/>
                    </a:lnTo>
                    <a:lnTo>
                      <a:pt x="277" y="60"/>
                    </a:lnTo>
                    <a:lnTo>
                      <a:pt x="276" y="50"/>
                    </a:lnTo>
                    <a:lnTo>
                      <a:pt x="275" y="40"/>
                    </a:lnTo>
                    <a:lnTo>
                      <a:pt x="274" y="31"/>
                    </a:lnTo>
                    <a:lnTo>
                      <a:pt x="274" y="24"/>
                    </a:lnTo>
                    <a:lnTo>
                      <a:pt x="273" y="22"/>
                    </a:lnTo>
                    <a:lnTo>
                      <a:pt x="276" y="17"/>
                    </a:lnTo>
                    <a:lnTo>
                      <a:pt x="277" y="12"/>
                    </a:lnTo>
                    <a:lnTo>
                      <a:pt x="280" y="7"/>
                    </a:lnTo>
                    <a:lnTo>
                      <a:pt x="281" y="1"/>
                    </a:lnTo>
                    <a:lnTo>
                      <a:pt x="285" y="2"/>
                    </a:lnTo>
                    <a:lnTo>
                      <a:pt x="286" y="1"/>
                    </a:lnTo>
                    <a:lnTo>
                      <a:pt x="287" y="1"/>
                    </a:lnTo>
                    <a:lnTo>
                      <a:pt x="289"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4" name="íṩḷiḋe"/>
              <p:cNvSpPr/>
              <p:nvPr userDrawn="1"/>
            </p:nvSpPr>
            <p:spPr bwMode="auto">
              <a:xfrm>
                <a:off x="8896351" y="3289301"/>
                <a:ext cx="249238" cy="231775"/>
              </a:xfrm>
              <a:custGeom>
                <a:avLst/>
                <a:gdLst>
                  <a:gd name="T0" fmla="*/ 5 w 157"/>
                  <a:gd name="T1" fmla="*/ 0 h 146"/>
                  <a:gd name="T2" fmla="*/ 9 w 157"/>
                  <a:gd name="T3" fmla="*/ 0 h 146"/>
                  <a:gd name="T4" fmla="*/ 11 w 157"/>
                  <a:gd name="T5" fmla="*/ 2 h 146"/>
                  <a:gd name="T6" fmla="*/ 14 w 157"/>
                  <a:gd name="T7" fmla="*/ 4 h 146"/>
                  <a:gd name="T8" fmla="*/ 17 w 157"/>
                  <a:gd name="T9" fmla="*/ 7 h 146"/>
                  <a:gd name="T10" fmla="*/ 19 w 157"/>
                  <a:gd name="T11" fmla="*/ 11 h 146"/>
                  <a:gd name="T12" fmla="*/ 27 w 157"/>
                  <a:gd name="T13" fmla="*/ 19 h 146"/>
                  <a:gd name="T14" fmla="*/ 37 w 157"/>
                  <a:gd name="T15" fmla="*/ 28 h 146"/>
                  <a:gd name="T16" fmla="*/ 45 w 157"/>
                  <a:gd name="T17" fmla="*/ 38 h 146"/>
                  <a:gd name="T18" fmla="*/ 49 w 157"/>
                  <a:gd name="T19" fmla="*/ 49 h 146"/>
                  <a:gd name="T20" fmla="*/ 54 w 157"/>
                  <a:gd name="T21" fmla="*/ 56 h 146"/>
                  <a:gd name="T22" fmla="*/ 61 w 157"/>
                  <a:gd name="T23" fmla="*/ 61 h 146"/>
                  <a:gd name="T24" fmla="*/ 64 w 157"/>
                  <a:gd name="T25" fmla="*/ 66 h 146"/>
                  <a:gd name="T26" fmla="*/ 72 w 157"/>
                  <a:gd name="T27" fmla="*/ 72 h 146"/>
                  <a:gd name="T28" fmla="*/ 85 w 157"/>
                  <a:gd name="T29" fmla="*/ 81 h 146"/>
                  <a:gd name="T30" fmla="*/ 99 w 157"/>
                  <a:gd name="T31" fmla="*/ 90 h 146"/>
                  <a:gd name="T32" fmla="*/ 113 w 157"/>
                  <a:gd name="T33" fmla="*/ 98 h 146"/>
                  <a:gd name="T34" fmla="*/ 121 w 157"/>
                  <a:gd name="T35" fmla="*/ 104 h 146"/>
                  <a:gd name="T36" fmla="*/ 124 w 157"/>
                  <a:gd name="T37" fmla="*/ 104 h 146"/>
                  <a:gd name="T38" fmla="*/ 127 w 157"/>
                  <a:gd name="T39" fmla="*/ 104 h 146"/>
                  <a:gd name="T40" fmla="*/ 131 w 157"/>
                  <a:gd name="T41" fmla="*/ 104 h 146"/>
                  <a:gd name="T42" fmla="*/ 138 w 157"/>
                  <a:gd name="T43" fmla="*/ 108 h 146"/>
                  <a:gd name="T44" fmla="*/ 148 w 157"/>
                  <a:gd name="T45" fmla="*/ 114 h 146"/>
                  <a:gd name="T46" fmla="*/ 154 w 157"/>
                  <a:gd name="T47" fmla="*/ 119 h 146"/>
                  <a:gd name="T48" fmla="*/ 157 w 157"/>
                  <a:gd name="T49" fmla="*/ 125 h 146"/>
                  <a:gd name="T50" fmla="*/ 156 w 157"/>
                  <a:gd name="T51" fmla="*/ 130 h 146"/>
                  <a:gd name="T52" fmla="*/ 155 w 157"/>
                  <a:gd name="T53" fmla="*/ 135 h 146"/>
                  <a:gd name="T54" fmla="*/ 153 w 157"/>
                  <a:gd name="T55" fmla="*/ 139 h 146"/>
                  <a:gd name="T56" fmla="*/ 149 w 157"/>
                  <a:gd name="T57" fmla="*/ 141 h 146"/>
                  <a:gd name="T58" fmla="*/ 145 w 157"/>
                  <a:gd name="T59" fmla="*/ 142 h 146"/>
                  <a:gd name="T60" fmla="*/ 136 w 157"/>
                  <a:gd name="T61" fmla="*/ 142 h 146"/>
                  <a:gd name="T62" fmla="*/ 122 w 157"/>
                  <a:gd name="T63" fmla="*/ 139 h 146"/>
                  <a:gd name="T64" fmla="*/ 112 w 157"/>
                  <a:gd name="T65" fmla="*/ 137 h 146"/>
                  <a:gd name="T66" fmla="*/ 107 w 157"/>
                  <a:gd name="T67" fmla="*/ 137 h 146"/>
                  <a:gd name="T68" fmla="*/ 104 w 157"/>
                  <a:gd name="T69" fmla="*/ 138 h 146"/>
                  <a:gd name="T70" fmla="*/ 100 w 157"/>
                  <a:gd name="T71" fmla="*/ 141 h 146"/>
                  <a:gd name="T72" fmla="*/ 94 w 157"/>
                  <a:gd name="T73" fmla="*/ 144 h 146"/>
                  <a:gd name="T74" fmla="*/ 85 w 157"/>
                  <a:gd name="T75" fmla="*/ 146 h 146"/>
                  <a:gd name="T76" fmla="*/ 76 w 157"/>
                  <a:gd name="T77" fmla="*/ 146 h 146"/>
                  <a:gd name="T78" fmla="*/ 67 w 157"/>
                  <a:gd name="T79" fmla="*/ 145 h 146"/>
                  <a:gd name="T80" fmla="*/ 61 w 157"/>
                  <a:gd name="T81" fmla="*/ 140 h 146"/>
                  <a:gd name="T82" fmla="*/ 57 w 157"/>
                  <a:gd name="T83" fmla="*/ 134 h 146"/>
                  <a:gd name="T84" fmla="*/ 51 w 157"/>
                  <a:gd name="T85" fmla="*/ 128 h 146"/>
                  <a:gd name="T86" fmla="*/ 46 w 157"/>
                  <a:gd name="T87" fmla="*/ 122 h 146"/>
                  <a:gd name="T88" fmla="*/ 41 w 157"/>
                  <a:gd name="T89" fmla="*/ 115 h 146"/>
                  <a:gd name="T90" fmla="*/ 38 w 157"/>
                  <a:gd name="T91" fmla="*/ 107 h 146"/>
                  <a:gd name="T92" fmla="*/ 33 w 157"/>
                  <a:gd name="T93" fmla="*/ 93 h 146"/>
                  <a:gd name="T94" fmla="*/ 29 w 157"/>
                  <a:gd name="T95" fmla="*/ 79 h 146"/>
                  <a:gd name="T96" fmla="*/ 25 w 157"/>
                  <a:gd name="T97" fmla="*/ 70 h 146"/>
                  <a:gd name="T98" fmla="*/ 16 w 157"/>
                  <a:gd name="T99" fmla="*/ 54 h 146"/>
                  <a:gd name="T100" fmla="*/ 7 w 157"/>
                  <a:gd name="T101" fmla="*/ 38 h 146"/>
                  <a:gd name="T102" fmla="*/ 3 w 157"/>
                  <a:gd name="T103" fmla="*/ 27 h 146"/>
                  <a:gd name="T104" fmla="*/ 0 w 157"/>
                  <a:gd name="T105" fmla="*/ 17 h 146"/>
                  <a:gd name="T106" fmla="*/ 0 w 157"/>
                  <a:gd name="T107" fmla="*/ 8 h 146"/>
                  <a:gd name="T108" fmla="*/ 0 w 157"/>
                  <a:gd name="T109" fmla="*/ 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7" h="146">
                    <a:moveTo>
                      <a:pt x="1" y="0"/>
                    </a:moveTo>
                    <a:lnTo>
                      <a:pt x="5" y="0"/>
                    </a:lnTo>
                    <a:lnTo>
                      <a:pt x="8" y="0"/>
                    </a:lnTo>
                    <a:lnTo>
                      <a:pt x="9" y="0"/>
                    </a:lnTo>
                    <a:lnTo>
                      <a:pt x="10" y="1"/>
                    </a:lnTo>
                    <a:lnTo>
                      <a:pt x="11" y="2"/>
                    </a:lnTo>
                    <a:lnTo>
                      <a:pt x="13" y="3"/>
                    </a:lnTo>
                    <a:lnTo>
                      <a:pt x="14" y="4"/>
                    </a:lnTo>
                    <a:lnTo>
                      <a:pt x="15" y="6"/>
                    </a:lnTo>
                    <a:lnTo>
                      <a:pt x="17" y="7"/>
                    </a:lnTo>
                    <a:lnTo>
                      <a:pt x="17" y="8"/>
                    </a:lnTo>
                    <a:lnTo>
                      <a:pt x="19" y="11"/>
                    </a:lnTo>
                    <a:lnTo>
                      <a:pt x="21" y="14"/>
                    </a:lnTo>
                    <a:lnTo>
                      <a:pt x="27" y="19"/>
                    </a:lnTo>
                    <a:lnTo>
                      <a:pt x="33" y="24"/>
                    </a:lnTo>
                    <a:lnTo>
                      <a:pt x="37" y="28"/>
                    </a:lnTo>
                    <a:lnTo>
                      <a:pt x="42" y="33"/>
                    </a:lnTo>
                    <a:lnTo>
                      <a:pt x="45" y="38"/>
                    </a:lnTo>
                    <a:lnTo>
                      <a:pt x="47" y="43"/>
                    </a:lnTo>
                    <a:lnTo>
                      <a:pt x="49" y="49"/>
                    </a:lnTo>
                    <a:lnTo>
                      <a:pt x="51" y="54"/>
                    </a:lnTo>
                    <a:lnTo>
                      <a:pt x="54" y="56"/>
                    </a:lnTo>
                    <a:lnTo>
                      <a:pt x="57" y="58"/>
                    </a:lnTo>
                    <a:lnTo>
                      <a:pt x="61" y="61"/>
                    </a:lnTo>
                    <a:lnTo>
                      <a:pt x="63" y="63"/>
                    </a:lnTo>
                    <a:lnTo>
                      <a:pt x="64" y="66"/>
                    </a:lnTo>
                    <a:lnTo>
                      <a:pt x="65" y="68"/>
                    </a:lnTo>
                    <a:lnTo>
                      <a:pt x="72" y="72"/>
                    </a:lnTo>
                    <a:lnTo>
                      <a:pt x="78" y="77"/>
                    </a:lnTo>
                    <a:lnTo>
                      <a:pt x="85" y="81"/>
                    </a:lnTo>
                    <a:lnTo>
                      <a:pt x="92" y="85"/>
                    </a:lnTo>
                    <a:lnTo>
                      <a:pt x="99" y="90"/>
                    </a:lnTo>
                    <a:lnTo>
                      <a:pt x="106" y="94"/>
                    </a:lnTo>
                    <a:lnTo>
                      <a:pt x="113" y="98"/>
                    </a:lnTo>
                    <a:lnTo>
                      <a:pt x="119" y="102"/>
                    </a:lnTo>
                    <a:lnTo>
                      <a:pt x="121" y="104"/>
                    </a:lnTo>
                    <a:lnTo>
                      <a:pt x="122" y="104"/>
                    </a:lnTo>
                    <a:lnTo>
                      <a:pt x="124" y="104"/>
                    </a:lnTo>
                    <a:lnTo>
                      <a:pt x="125" y="104"/>
                    </a:lnTo>
                    <a:lnTo>
                      <a:pt x="127" y="104"/>
                    </a:lnTo>
                    <a:lnTo>
                      <a:pt x="129" y="104"/>
                    </a:lnTo>
                    <a:lnTo>
                      <a:pt x="131" y="104"/>
                    </a:lnTo>
                    <a:lnTo>
                      <a:pt x="133" y="105"/>
                    </a:lnTo>
                    <a:lnTo>
                      <a:pt x="138" y="108"/>
                    </a:lnTo>
                    <a:lnTo>
                      <a:pt x="145" y="113"/>
                    </a:lnTo>
                    <a:lnTo>
                      <a:pt x="148" y="114"/>
                    </a:lnTo>
                    <a:lnTo>
                      <a:pt x="151" y="117"/>
                    </a:lnTo>
                    <a:lnTo>
                      <a:pt x="154" y="119"/>
                    </a:lnTo>
                    <a:lnTo>
                      <a:pt x="156" y="122"/>
                    </a:lnTo>
                    <a:lnTo>
                      <a:pt x="157" y="125"/>
                    </a:lnTo>
                    <a:lnTo>
                      <a:pt x="157" y="128"/>
                    </a:lnTo>
                    <a:lnTo>
                      <a:pt x="156" y="130"/>
                    </a:lnTo>
                    <a:lnTo>
                      <a:pt x="156" y="133"/>
                    </a:lnTo>
                    <a:lnTo>
                      <a:pt x="155" y="135"/>
                    </a:lnTo>
                    <a:lnTo>
                      <a:pt x="154" y="137"/>
                    </a:lnTo>
                    <a:lnTo>
                      <a:pt x="153" y="139"/>
                    </a:lnTo>
                    <a:lnTo>
                      <a:pt x="151" y="140"/>
                    </a:lnTo>
                    <a:lnTo>
                      <a:pt x="149" y="141"/>
                    </a:lnTo>
                    <a:lnTo>
                      <a:pt x="147" y="142"/>
                    </a:lnTo>
                    <a:lnTo>
                      <a:pt x="145" y="142"/>
                    </a:lnTo>
                    <a:lnTo>
                      <a:pt x="142" y="142"/>
                    </a:lnTo>
                    <a:lnTo>
                      <a:pt x="136" y="142"/>
                    </a:lnTo>
                    <a:lnTo>
                      <a:pt x="129" y="141"/>
                    </a:lnTo>
                    <a:lnTo>
                      <a:pt x="122" y="139"/>
                    </a:lnTo>
                    <a:lnTo>
                      <a:pt x="117" y="138"/>
                    </a:lnTo>
                    <a:lnTo>
                      <a:pt x="112" y="137"/>
                    </a:lnTo>
                    <a:lnTo>
                      <a:pt x="109" y="136"/>
                    </a:lnTo>
                    <a:lnTo>
                      <a:pt x="107" y="137"/>
                    </a:lnTo>
                    <a:lnTo>
                      <a:pt x="105" y="137"/>
                    </a:lnTo>
                    <a:lnTo>
                      <a:pt x="104" y="138"/>
                    </a:lnTo>
                    <a:lnTo>
                      <a:pt x="103" y="139"/>
                    </a:lnTo>
                    <a:lnTo>
                      <a:pt x="100" y="141"/>
                    </a:lnTo>
                    <a:lnTo>
                      <a:pt x="98" y="142"/>
                    </a:lnTo>
                    <a:lnTo>
                      <a:pt x="94" y="144"/>
                    </a:lnTo>
                    <a:lnTo>
                      <a:pt x="90" y="145"/>
                    </a:lnTo>
                    <a:lnTo>
                      <a:pt x="85" y="146"/>
                    </a:lnTo>
                    <a:lnTo>
                      <a:pt x="81" y="146"/>
                    </a:lnTo>
                    <a:lnTo>
                      <a:pt x="76" y="146"/>
                    </a:lnTo>
                    <a:lnTo>
                      <a:pt x="72" y="146"/>
                    </a:lnTo>
                    <a:lnTo>
                      <a:pt x="67" y="145"/>
                    </a:lnTo>
                    <a:lnTo>
                      <a:pt x="63" y="144"/>
                    </a:lnTo>
                    <a:lnTo>
                      <a:pt x="61" y="140"/>
                    </a:lnTo>
                    <a:lnTo>
                      <a:pt x="59" y="136"/>
                    </a:lnTo>
                    <a:lnTo>
                      <a:pt x="57" y="134"/>
                    </a:lnTo>
                    <a:lnTo>
                      <a:pt x="54" y="130"/>
                    </a:lnTo>
                    <a:lnTo>
                      <a:pt x="51" y="128"/>
                    </a:lnTo>
                    <a:lnTo>
                      <a:pt x="49" y="125"/>
                    </a:lnTo>
                    <a:lnTo>
                      <a:pt x="46" y="122"/>
                    </a:lnTo>
                    <a:lnTo>
                      <a:pt x="44" y="118"/>
                    </a:lnTo>
                    <a:lnTo>
                      <a:pt x="41" y="115"/>
                    </a:lnTo>
                    <a:lnTo>
                      <a:pt x="40" y="111"/>
                    </a:lnTo>
                    <a:lnTo>
                      <a:pt x="38" y="107"/>
                    </a:lnTo>
                    <a:lnTo>
                      <a:pt x="37" y="102"/>
                    </a:lnTo>
                    <a:lnTo>
                      <a:pt x="33" y="93"/>
                    </a:lnTo>
                    <a:lnTo>
                      <a:pt x="31" y="84"/>
                    </a:lnTo>
                    <a:lnTo>
                      <a:pt x="29" y="79"/>
                    </a:lnTo>
                    <a:lnTo>
                      <a:pt x="27" y="74"/>
                    </a:lnTo>
                    <a:lnTo>
                      <a:pt x="25" y="70"/>
                    </a:lnTo>
                    <a:lnTo>
                      <a:pt x="21" y="65"/>
                    </a:lnTo>
                    <a:lnTo>
                      <a:pt x="16" y="54"/>
                    </a:lnTo>
                    <a:lnTo>
                      <a:pt x="9" y="44"/>
                    </a:lnTo>
                    <a:lnTo>
                      <a:pt x="7" y="38"/>
                    </a:lnTo>
                    <a:lnTo>
                      <a:pt x="5" y="33"/>
                    </a:lnTo>
                    <a:lnTo>
                      <a:pt x="3" y="27"/>
                    </a:lnTo>
                    <a:lnTo>
                      <a:pt x="1" y="22"/>
                    </a:lnTo>
                    <a:lnTo>
                      <a:pt x="0" y="17"/>
                    </a:lnTo>
                    <a:lnTo>
                      <a:pt x="0" y="11"/>
                    </a:lnTo>
                    <a:lnTo>
                      <a:pt x="0" y="8"/>
                    </a:lnTo>
                    <a:lnTo>
                      <a:pt x="0" y="6"/>
                    </a:lnTo>
                    <a:lnTo>
                      <a:pt x="0" y="3"/>
                    </a:lnTo>
                    <a:lnTo>
                      <a:pt x="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5" name="iš1iḑé"/>
              <p:cNvSpPr/>
              <p:nvPr userDrawn="1"/>
            </p:nvSpPr>
            <p:spPr bwMode="auto">
              <a:xfrm>
                <a:off x="5351463" y="2697163"/>
                <a:ext cx="750888" cy="952500"/>
              </a:xfrm>
              <a:custGeom>
                <a:avLst/>
                <a:gdLst>
                  <a:gd name="T0" fmla="*/ 18 w 473"/>
                  <a:gd name="T1" fmla="*/ 229 h 600"/>
                  <a:gd name="T2" fmla="*/ 1 w 473"/>
                  <a:gd name="T3" fmla="*/ 209 h 600"/>
                  <a:gd name="T4" fmla="*/ 18 w 473"/>
                  <a:gd name="T5" fmla="*/ 192 h 600"/>
                  <a:gd name="T6" fmla="*/ 62 w 473"/>
                  <a:gd name="T7" fmla="*/ 187 h 600"/>
                  <a:gd name="T8" fmla="*/ 120 w 473"/>
                  <a:gd name="T9" fmla="*/ 166 h 600"/>
                  <a:gd name="T10" fmla="*/ 197 w 473"/>
                  <a:gd name="T11" fmla="*/ 132 h 600"/>
                  <a:gd name="T12" fmla="*/ 233 w 473"/>
                  <a:gd name="T13" fmla="*/ 90 h 600"/>
                  <a:gd name="T14" fmla="*/ 246 w 473"/>
                  <a:gd name="T15" fmla="*/ 42 h 600"/>
                  <a:gd name="T16" fmla="*/ 256 w 473"/>
                  <a:gd name="T17" fmla="*/ 2 h 600"/>
                  <a:gd name="T18" fmla="*/ 289 w 473"/>
                  <a:gd name="T19" fmla="*/ 38 h 600"/>
                  <a:gd name="T20" fmla="*/ 345 w 473"/>
                  <a:gd name="T21" fmla="*/ 62 h 600"/>
                  <a:gd name="T22" fmla="*/ 350 w 473"/>
                  <a:gd name="T23" fmla="*/ 83 h 600"/>
                  <a:gd name="T24" fmla="*/ 329 w 473"/>
                  <a:gd name="T25" fmla="*/ 118 h 600"/>
                  <a:gd name="T26" fmla="*/ 276 w 473"/>
                  <a:gd name="T27" fmla="*/ 146 h 600"/>
                  <a:gd name="T28" fmla="*/ 247 w 473"/>
                  <a:gd name="T29" fmla="*/ 197 h 600"/>
                  <a:gd name="T30" fmla="*/ 195 w 473"/>
                  <a:gd name="T31" fmla="*/ 260 h 600"/>
                  <a:gd name="T32" fmla="*/ 200 w 473"/>
                  <a:gd name="T33" fmla="*/ 285 h 600"/>
                  <a:gd name="T34" fmla="*/ 242 w 473"/>
                  <a:gd name="T35" fmla="*/ 261 h 600"/>
                  <a:gd name="T36" fmla="*/ 300 w 473"/>
                  <a:gd name="T37" fmla="*/ 228 h 600"/>
                  <a:gd name="T38" fmla="*/ 388 w 473"/>
                  <a:gd name="T39" fmla="*/ 162 h 600"/>
                  <a:gd name="T40" fmla="*/ 432 w 473"/>
                  <a:gd name="T41" fmla="*/ 141 h 600"/>
                  <a:gd name="T42" fmla="*/ 473 w 473"/>
                  <a:gd name="T43" fmla="*/ 158 h 600"/>
                  <a:gd name="T44" fmla="*/ 455 w 473"/>
                  <a:gd name="T45" fmla="*/ 210 h 600"/>
                  <a:gd name="T46" fmla="*/ 440 w 473"/>
                  <a:gd name="T47" fmla="*/ 283 h 600"/>
                  <a:gd name="T48" fmla="*/ 416 w 473"/>
                  <a:gd name="T49" fmla="*/ 447 h 600"/>
                  <a:gd name="T50" fmla="*/ 408 w 473"/>
                  <a:gd name="T51" fmla="*/ 524 h 600"/>
                  <a:gd name="T52" fmla="*/ 404 w 473"/>
                  <a:gd name="T53" fmla="*/ 581 h 600"/>
                  <a:gd name="T54" fmla="*/ 382 w 473"/>
                  <a:gd name="T55" fmla="*/ 600 h 600"/>
                  <a:gd name="T56" fmla="*/ 336 w 473"/>
                  <a:gd name="T57" fmla="*/ 558 h 600"/>
                  <a:gd name="T58" fmla="*/ 307 w 473"/>
                  <a:gd name="T59" fmla="*/ 535 h 600"/>
                  <a:gd name="T60" fmla="*/ 292 w 473"/>
                  <a:gd name="T61" fmla="*/ 515 h 600"/>
                  <a:gd name="T62" fmla="*/ 302 w 473"/>
                  <a:gd name="T63" fmla="*/ 501 h 600"/>
                  <a:gd name="T64" fmla="*/ 341 w 473"/>
                  <a:gd name="T65" fmla="*/ 527 h 600"/>
                  <a:gd name="T66" fmla="*/ 371 w 473"/>
                  <a:gd name="T67" fmla="*/ 515 h 600"/>
                  <a:gd name="T68" fmla="*/ 385 w 473"/>
                  <a:gd name="T69" fmla="*/ 405 h 600"/>
                  <a:gd name="T70" fmla="*/ 389 w 473"/>
                  <a:gd name="T71" fmla="*/ 351 h 600"/>
                  <a:gd name="T72" fmla="*/ 402 w 473"/>
                  <a:gd name="T73" fmla="*/ 308 h 600"/>
                  <a:gd name="T74" fmla="*/ 415 w 473"/>
                  <a:gd name="T75" fmla="*/ 246 h 600"/>
                  <a:gd name="T76" fmla="*/ 429 w 473"/>
                  <a:gd name="T77" fmla="*/ 198 h 600"/>
                  <a:gd name="T78" fmla="*/ 430 w 473"/>
                  <a:gd name="T79" fmla="*/ 166 h 600"/>
                  <a:gd name="T80" fmla="*/ 394 w 473"/>
                  <a:gd name="T81" fmla="*/ 178 h 600"/>
                  <a:gd name="T82" fmla="*/ 356 w 473"/>
                  <a:gd name="T83" fmla="*/ 220 h 600"/>
                  <a:gd name="T84" fmla="*/ 364 w 473"/>
                  <a:gd name="T85" fmla="*/ 252 h 600"/>
                  <a:gd name="T86" fmla="*/ 334 w 473"/>
                  <a:gd name="T87" fmla="*/ 279 h 600"/>
                  <a:gd name="T88" fmla="*/ 289 w 473"/>
                  <a:gd name="T89" fmla="*/ 287 h 600"/>
                  <a:gd name="T90" fmla="*/ 256 w 473"/>
                  <a:gd name="T91" fmla="*/ 303 h 600"/>
                  <a:gd name="T92" fmla="*/ 192 w 473"/>
                  <a:gd name="T93" fmla="*/ 323 h 600"/>
                  <a:gd name="T94" fmla="*/ 157 w 473"/>
                  <a:gd name="T95" fmla="*/ 348 h 600"/>
                  <a:gd name="T96" fmla="*/ 132 w 473"/>
                  <a:gd name="T97" fmla="*/ 357 h 600"/>
                  <a:gd name="T98" fmla="*/ 107 w 473"/>
                  <a:gd name="T99" fmla="*/ 354 h 600"/>
                  <a:gd name="T100" fmla="*/ 101 w 473"/>
                  <a:gd name="T101" fmla="*/ 336 h 600"/>
                  <a:gd name="T102" fmla="*/ 148 w 473"/>
                  <a:gd name="T103" fmla="*/ 318 h 600"/>
                  <a:gd name="T104" fmla="*/ 167 w 473"/>
                  <a:gd name="T105" fmla="*/ 304 h 600"/>
                  <a:gd name="T106" fmla="*/ 168 w 473"/>
                  <a:gd name="T107" fmla="*/ 263 h 600"/>
                  <a:gd name="T108" fmla="*/ 184 w 473"/>
                  <a:gd name="T109" fmla="*/ 203 h 600"/>
                  <a:gd name="T110" fmla="*/ 159 w 473"/>
                  <a:gd name="T111" fmla="*/ 206 h 600"/>
                  <a:gd name="T112" fmla="*/ 133 w 473"/>
                  <a:gd name="T113" fmla="*/ 217 h 600"/>
                  <a:gd name="T114" fmla="*/ 83 w 473"/>
                  <a:gd name="T115" fmla="*/ 248 h 600"/>
                  <a:gd name="T116" fmla="*/ 74 w 473"/>
                  <a:gd name="T117" fmla="*/ 254 h 600"/>
                  <a:gd name="T118" fmla="*/ 46 w 473"/>
                  <a:gd name="T119" fmla="*/ 255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3" h="600">
                    <a:moveTo>
                      <a:pt x="40" y="250"/>
                    </a:moveTo>
                    <a:lnTo>
                      <a:pt x="39" y="249"/>
                    </a:lnTo>
                    <a:lnTo>
                      <a:pt x="35" y="244"/>
                    </a:lnTo>
                    <a:lnTo>
                      <a:pt x="32" y="241"/>
                    </a:lnTo>
                    <a:lnTo>
                      <a:pt x="28" y="238"/>
                    </a:lnTo>
                    <a:lnTo>
                      <a:pt x="26" y="235"/>
                    </a:lnTo>
                    <a:lnTo>
                      <a:pt x="24" y="234"/>
                    </a:lnTo>
                    <a:lnTo>
                      <a:pt x="21" y="233"/>
                    </a:lnTo>
                    <a:lnTo>
                      <a:pt x="20" y="232"/>
                    </a:lnTo>
                    <a:lnTo>
                      <a:pt x="19" y="230"/>
                    </a:lnTo>
                    <a:lnTo>
                      <a:pt x="18" y="229"/>
                    </a:lnTo>
                    <a:lnTo>
                      <a:pt x="16" y="226"/>
                    </a:lnTo>
                    <a:lnTo>
                      <a:pt x="15" y="222"/>
                    </a:lnTo>
                    <a:lnTo>
                      <a:pt x="12" y="220"/>
                    </a:lnTo>
                    <a:lnTo>
                      <a:pt x="10" y="218"/>
                    </a:lnTo>
                    <a:lnTo>
                      <a:pt x="8" y="216"/>
                    </a:lnTo>
                    <a:lnTo>
                      <a:pt x="5" y="215"/>
                    </a:lnTo>
                    <a:lnTo>
                      <a:pt x="4" y="214"/>
                    </a:lnTo>
                    <a:lnTo>
                      <a:pt x="4" y="213"/>
                    </a:lnTo>
                    <a:lnTo>
                      <a:pt x="3" y="211"/>
                    </a:lnTo>
                    <a:lnTo>
                      <a:pt x="2" y="210"/>
                    </a:lnTo>
                    <a:lnTo>
                      <a:pt x="1" y="209"/>
                    </a:lnTo>
                    <a:lnTo>
                      <a:pt x="1" y="206"/>
                    </a:lnTo>
                    <a:lnTo>
                      <a:pt x="0" y="204"/>
                    </a:lnTo>
                    <a:lnTo>
                      <a:pt x="0" y="202"/>
                    </a:lnTo>
                    <a:lnTo>
                      <a:pt x="4" y="199"/>
                    </a:lnTo>
                    <a:lnTo>
                      <a:pt x="6" y="197"/>
                    </a:lnTo>
                    <a:lnTo>
                      <a:pt x="7" y="196"/>
                    </a:lnTo>
                    <a:lnTo>
                      <a:pt x="8" y="194"/>
                    </a:lnTo>
                    <a:lnTo>
                      <a:pt x="10" y="194"/>
                    </a:lnTo>
                    <a:lnTo>
                      <a:pt x="12" y="193"/>
                    </a:lnTo>
                    <a:lnTo>
                      <a:pt x="15" y="193"/>
                    </a:lnTo>
                    <a:lnTo>
                      <a:pt x="18" y="192"/>
                    </a:lnTo>
                    <a:lnTo>
                      <a:pt x="21" y="191"/>
                    </a:lnTo>
                    <a:lnTo>
                      <a:pt x="24" y="191"/>
                    </a:lnTo>
                    <a:lnTo>
                      <a:pt x="30" y="191"/>
                    </a:lnTo>
                    <a:lnTo>
                      <a:pt x="36" y="191"/>
                    </a:lnTo>
                    <a:lnTo>
                      <a:pt x="42" y="191"/>
                    </a:lnTo>
                    <a:lnTo>
                      <a:pt x="48" y="191"/>
                    </a:lnTo>
                    <a:lnTo>
                      <a:pt x="50" y="190"/>
                    </a:lnTo>
                    <a:lnTo>
                      <a:pt x="53" y="190"/>
                    </a:lnTo>
                    <a:lnTo>
                      <a:pt x="56" y="189"/>
                    </a:lnTo>
                    <a:lnTo>
                      <a:pt x="58" y="187"/>
                    </a:lnTo>
                    <a:lnTo>
                      <a:pt x="62" y="187"/>
                    </a:lnTo>
                    <a:lnTo>
                      <a:pt x="65" y="187"/>
                    </a:lnTo>
                    <a:lnTo>
                      <a:pt x="71" y="185"/>
                    </a:lnTo>
                    <a:lnTo>
                      <a:pt x="76" y="182"/>
                    </a:lnTo>
                    <a:lnTo>
                      <a:pt x="84" y="179"/>
                    </a:lnTo>
                    <a:lnTo>
                      <a:pt x="89" y="176"/>
                    </a:lnTo>
                    <a:lnTo>
                      <a:pt x="92" y="176"/>
                    </a:lnTo>
                    <a:lnTo>
                      <a:pt x="95" y="176"/>
                    </a:lnTo>
                    <a:lnTo>
                      <a:pt x="98" y="176"/>
                    </a:lnTo>
                    <a:lnTo>
                      <a:pt x="100" y="176"/>
                    </a:lnTo>
                    <a:lnTo>
                      <a:pt x="110" y="171"/>
                    </a:lnTo>
                    <a:lnTo>
                      <a:pt x="120" y="166"/>
                    </a:lnTo>
                    <a:lnTo>
                      <a:pt x="130" y="162"/>
                    </a:lnTo>
                    <a:lnTo>
                      <a:pt x="141" y="157"/>
                    </a:lnTo>
                    <a:lnTo>
                      <a:pt x="151" y="152"/>
                    </a:lnTo>
                    <a:lnTo>
                      <a:pt x="161" y="147"/>
                    </a:lnTo>
                    <a:lnTo>
                      <a:pt x="166" y="145"/>
                    </a:lnTo>
                    <a:lnTo>
                      <a:pt x="171" y="142"/>
                    </a:lnTo>
                    <a:lnTo>
                      <a:pt x="175" y="139"/>
                    </a:lnTo>
                    <a:lnTo>
                      <a:pt x="179" y="137"/>
                    </a:lnTo>
                    <a:lnTo>
                      <a:pt x="184" y="137"/>
                    </a:lnTo>
                    <a:lnTo>
                      <a:pt x="188" y="137"/>
                    </a:lnTo>
                    <a:lnTo>
                      <a:pt x="197" y="132"/>
                    </a:lnTo>
                    <a:lnTo>
                      <a:pt x="209" y="124"/>
                    </a:lnTo>
                    <a:lnTo>
                      <a:pt x="216" y="121"/>
                    </a:lnTo>
                    <a:lnTo>
                      <a:pt x="220" y="117"/>
                    </a:lnTo>
                    <a:lnTo>
                      <a:pt x="225" y="114"/>
                    </a:lnTo>
                    <a:lnTo>
                      <a:pt x="228" y="111"/>
                    </a:lnTo>
                    <a:lnTo>
                      <a:pt x="229" y="108"/>
                    </a:lnTo>
                    <a:lnTo>
                      <a:pt x="231" y="105"/>
                    </a:lnTo>
                    <a:lnTo>
                      <a:pt x="232" y="101"/>
                    </a:lnTo>
                    <a:lnTo>
                      <a:pt x="232" y="97"/>
                    </a:lnTo>
                    <a:lnTo>
                      <a:pt x="232" y="94"/>
                    </a:lnTo>
                    <a:lnTo>
                      <a:pt x="233" y="90"/>
                    </a:lnTo>
                    <a:lnTo>
                      <a:pt x="233" y="86"/>
                    </a:lnTo>
                    <a:lnTo>
                      <a:pt x="235" y="82"/>
                    </a:lnTo>
                    <a:lnTo>
                      <a:pt x="237" y="79"/>
                    </a:lnTo>
                    <a:lnTo>
                      <a:pt x="238" y="74"/>
                    </a:lnTo>
                    <a:lnTo>
                      <a:pt x="240" y="70"/>
                    </a:lnTo>
                    <a:lnTo>
                      <a:pt x="241" y="66"/>
                    </a:lnTo>
                    <a:lnTo>
                      <a:pt x="243" y="62"/>
                    </a:lnTo>
                    <a:lnTo>
                      <a:pt x="244" y="58"/>
                    </a:lnTo>
                    <a:lnTo>
                      <a:pt x="244" y="52"/>
                    </a:lnTo>
                    <a:lnTo>
                      <a:pt x="245" y="48"/>
                    </a:lnTo>
                    <a:lnTo>
                      <a:pt x="246" y="42"/>
                    </a:lnTo>
                    <a:lnTo>
                      <a:pt x="246" y="38"/>
                    </a:lnTo>
                    <a:lnTo>
                      <a:pt x="247" y="33"/>
                    </a:lnTo>
                    <a:lnTo>
                      <a:pt x="247" y="28"/>
                    </a:lnTo>
                    <a:lnTo>
                      <a:pt x="246" y="23"/>
                    </a:lnTo>
                    <a:lnTo>
                      <a:pt x="246" y="18"/>
                    </a:lnTo>
                    <a:lnTo>
                      <a:pt x="245" y="14"/>
                    </a:lnTo>
                    <a:lnTo>
                      <a:pt x="244" y="10"/>
                    </a:lnTo>
                    <a:lnTo>
                      <a:pt x="248" y="4"/>
                    </a:lnTo>
                    <a:lnTo>
                      <a:pt x="253" y="0"/>
                    </a:lnTo>
                    <a:lnTo>
                      <a:pt x="254" y="1"/>
                    </a:lnTo>
                    <a:lnTo>
                      <a:pt x="256" y="2"/>
                    </a:lnTo>
                    <a:lnTo>
                      <a:pt x="256" y="4"/>
                    </a:lnTo>
                    <a:lnTo>
                      <a:pt x="259" y="6"/>
                    </a:lnTo>
                    <a:lnTo>
                      <a:pt x="264" y="9"/>
                    </a:lnTo>
                    <a:lnTo>
                      <a:pt x="268" y="13"/>
                    </a:lnTo>
                    <a:lnTo>
                      <a:pt x="273" y="16"/>
                    </a:lnTo>
                    <a:lnTo>
                      <a:pt x="279" y="19"/>
                    </a:lnTo>
                    <a:lnTo>
                      <a:pt x="283" y="22"/>
                    </a:lnTo>
                    <a:lnTo>
                      <a:pt x="286" y="25"/>
                    </a:lnTo>
                    <a:lnTo>
                      <a:pt x="287" y="30"/>
                    </a:lnTo>
                    <a:lnTo>
                      <a:pt x="288" y="34"/>
                    </a:lnTo>
                    <a:lnTo>
                      <a:pt x="289" y="38"/>
                    </a:lnTo>
                    <a:lnTo>
                      <a:pt x="290" y="42"/>
                    </a:lnTo>
                    <a:lnTo>
                      <a:pt x="294" y="47"/>
                    </a:lnTo>
                    <a:lnTo>
                      <a:pt x="300" y="56"/>
                    </a:lnTo>
                    <a:lnTo>
                      <a:pt x="305" y="64"/>
                    </a:lnTo>
                    <a:lnTo>
                      <a:pt x="309" y="70"/>
                    </a:lnTo>
                    <a:lnTo>
                      <a:pt x="315" y="70"/>
                    </a:lnTo>
                    <a:lnTo>
                      <a:pt x="320" y="69"/>
                    </a:lnTo>
                    <a:lnTo>
                      <a:pt x="325" y="68"/>
                    </a:lnTo>
                    <a:lnTo>
                      <a:pt x="329" y="67"/>
                    </a:lnTo>
                    <a:lnTo>
                      <a:pt x="337" y="64"/>
                    </a:lnTo>
                    <a:lnTo>
                      <a:pt x="345" y="62"/>
                    </a:lnTo>
                    <a:lnTo>
                      <a:pt x="346" y="63"/>
                    </a:lnTo>
                    <a:lnTo>
                      <a:pt x="347" y="65"/>
                    </a:lnTo>
                    <a:lnTo>
                      <a:pt x="348" y="66"/>
                    </a:lnTo>
                    <a:lnTo>
                      <a:pt x="349" y="67"/>
                    </a:lnTo>
                    <a:lnTo>
                      <a:pt x="351" y="69"/>
                    </a:lnTo>
                    <a:lnTo>
                      <a:pt x="353" y="71"/>
                    </a:lnTo>
                    <a:lnTo>
                      <a:pt x="353" y="74"/>
                    </a:lnTo>
                    <a:lnTo>
                      <a:pt x="353" y="76"/>
                    </a:lnTo>
                    <a:lnTo>
                      <a:pt x="353" y="78"/>
                    </a:lnTo>
                    <a:lnTo>
                      <a:pt x="353" y="82"/>
                    </a:lnTo>
                    <a:lnTo>
                      <a:pt x="350" y="83"/>
                    </a:lnTo>
                    <a:lnTo>
                      <a:pt x="347" y="85"/>
                    </a:lnTo>
                    <a:lnTo>
                      <a:pt x="345" y="87"/>
                    </a:lnTo>
                    <a:lnTo>
                      <a:pt x="343" y="90"/>
                    </a:lnTo>
                    <a:lnTo>
                      <a:pt x="341" y="93"/>
                    </a:lnTo>
                    <a:lnTo>
                      <a:pt x="340" y="95"/>
                    </a:lnTo>
                    <a:lnTo>
                      <a:pt x="339" y="98"/>
                    </a:lnTo>
                    <a:lnTo>
                      <a:pt x="337" y="102"/>
                    </a:lnTo>
                    <a:lnTo>
                      <a:pt x="336" y="107"/>
                    </a:lnTo>
                    <a:lnTo>
                      <a:pt x="333" y="113"/>
                    </a:lnTo>
                    <a:lnTo>
                      <a:pt x="331" y="116"/>
                    </a:lnTo>
                    <a:lnTo>
                      <a:pt x="329" y="118"/>
                    </a:lnTo>
                    <a:lnTo>
                      <a:pt x="328" y="121"/>
                    </a:lnTo>
                    <a:lnTo>
                      <a:pt x="325" y="122"/>
                    </a:lnTo>
                    <a:lnTo>
                      <a:pt x="319" y="126"/>
                    </a:lnTo>
                    <a:lnTo>
                      <a:pt x="309" y="132"/>
                    </a:lnTo>
                    <a:lnTo>
                      <a:pt x="300" y="138"/>
                    </a:lnTo>
                    <a:lnTo>
                      <a:pt x="293" y="141"/>
                    </a:lnTo>
                    <a:lnTo>
                      <a:pt x="288" y="142"/>
                    </a:lnTo>
                    <a:lnTo>
                      <a:pt x="284" y="144"/>
                    </a:lnTo>
                    <a:lnTo>
                      <a:pt x="281" y="145"/>
                    </a:lnTo>
                    <a:lnTo>
                      <a:pt x="279" y="145"/>
                    </a:lnTo>
                    <a:lnTo>
                      <a:pt x="276" y="146"/>
                    </a:lnTo>
                    <a:lnTo>
                      <a:pt x="274" y="148"/>
                    </a:lnTo>
                    <a:lnTo>
                      <a:pt x="272" y="151"/>
                    </a:lnTo>
                    <a:lnTo>
                      <a:pt x="268" y="155"/>
                    </a:lnTo>
                    <a:lnTo>
                      <a:pt x="265" y="160"/>
                    </a:lnTo>
                    <a:lnTo>
                      <a:pt x="261" y="166"/>
                    </a:lnTo>
                    <a:lnTo>
                      <a:pt x="255" y="178"/>
                    </a:lnTo>
                    <a:lnTo>
                      <a:pt x="250" y="186"/>
                    </a:lnTo>
                    <a:lnTo>
                      <a:pt x="248" y="189"/>
                    </a:lnTo>
                    <a:lnTo>
                      <a:pt x="248" y="191"/>
                    </a:lnTo>
                    <a:lnTo>
                      <a:pt x="248" y="194"/>
                    </a:lnTo>
                    <a:lnTo>
                      <a:pt x="247" y="197"/>
                    </a:lnTo>
                    <a:lnTo>
                      <a:pt x="244" y="201"/>
                    </a:lnTo>
                    <a:lnTo>
                      <a:pt x="240" y="206"/>
                    </a:lnTo>
                    <a:lnTo>
                      <a:pt x="236" y="210"/>
                    </a:lnTo>
                    <a:lnTo>
                      <a:pt x="231" y="214"/>
                    </a:lnTo>
                    <a:lnTo>
                      <a:pt x="221" y="224"/>
                    </a:lnTo>
                    <a:lnTo>
                      <a:pt x="212" y="234"/>
                    </a:lnTo>
                    <a:lnTo>
                      <a:pt x="208" y="240"/>
                    </a:lnTo>
                    <a:lnTo>
                      <a:pt x="203" y="246"/>
                    </a:lnTo>
                    <a:lnTo>
                      <a:pt x="200" y="251"/>
                    </a:lnTo>
                    <a:lnTo>
                      <a:pt x="196" y="257"/>
                    </a:lnTo>
                    <a:lnTo>
                      <a:pt x="195" y="260"/>
                    </a:lnTo>
                    <a:lnTo>
                      <a:pt x="193" y="263"/>
                    </a:lnTo>
                    <a:lnTo>
                      <a:pt x="192" y="266"/>
                    </a:lnTo>
                    <a:lnTo>
                      <a:pt x="191" y="269"/>
                    </a:lnTo>
                    <a:lnTo>
                      <a:pt x="190" y="273"/>
                    </a:lnTo>
                    <a:lnTo>
                      <a:pt x="189" y="275"/>
                    </a:lnTo>
                    <a:lnTo>
                      <a:pt x="189" y="279"/>
                    </a:lnTo>
                    <a:lnTo>
                      <a:pt x="189" y="282"/>
                    </a:lnTo>
                    <a:lnTo>
                      <a:pt x="191" y="283"/>
                    </a:lnTo>
                    <a:lnTo>
                      <a:pt x="192" y="285"/>
                    </a:lnTo>
                    <a:lnTo>
                      <a:pt x="196" y="285"/>
                    </a:lnTo>
                    <a:lnTo>
                      <a:pt x="200" y="285"/>
                    </a:lnTo>
                    <a:lnTo>
                      <a:pt x="203" y="284"/>
                    </a:lnTo>
                    <a:lnTo>
                      <a:pt x="206" y="284"/>
                    </a:lnTo>
                    <a:lnTo>
                      <a:pt x="212" y="282"/>
                    </a:lnTo>
                    <a:lnTo>
                      <a:pt x="217" y="280"/>
                    </a:lnTo>
                    <a:lnTo>
                      <a:pt x="222" y="278"/>
                    </a:lnTo>
                    <a:lnTo>
                      <a:pt x="227" y="275"/>
                    </a:lnTo>
                    <a:lnTo>
                      <a:pt x="231" y="272"/>
                    </a:lnTo>
                    <a:lnTo>
                      <a:pt x="235" y="269"/>
                    </a:lnTo>
                    <a:lnTo>
                      <a:pt x="237" y="265"/>
                    </a:lnTo>
                    <a:lnTo>
                      <a:pt x="240" y="262"/>
                    </a:lnTo>
                    <a:lnTo>
                      <a:pt x="242" y="261"/>
                    </a:lnTo>
                    <a:lnTo>
                      <a:pt x="244" y="261"/>
                    </a:lnTo>
                    <a:lnTo>
                      <a:pt x="245" y="261"/>
                    </a:lnTo>
                    <a:lnTo>
                      <a:pt x="247" y="261"/>
                    </a:lnTo>
                    <a:lnTo>
                      <a:pt x="248" y="261"/>
                    </a:lnTo>
                    <a:lnTo>
                      <a:pt x="250" y="261"/>
                    </a:lnTo>
                    <a:lnTo>
                      <a:pt x="252" y="260"/>
                    </a:lnTo>
                    <a:lnTo>
                      <a:pt x="253" y="259"/>
                    </a:lnTo>
                    <a:lnTo>
                      <a:pt x="265" y="252"/>
                    </a:lnTo>
                    <a:lnTo>
                      <a:pt x="276" y="244"/>
                    </a:lnTo>
                    <a:lnTo>
                      <a:pt x="288" y="236"/>
                    </a:lnTo>
                    <a:lnTo>
                      <a:pt x="300" y="228"/>
                    </a:lnTo>
                    <a:lnTo>
                      <a:pt x="312" y="221"/>
                    </a:lnTo>
                    <a:lnTo>
                      <a:pt x="323" y="213"/>
                    </a:lnTo>
                    <a:lnTo>
                      <a:pt x="336" y="206"/>
                    </a:lnTo>
                    <a:lnTo>
                      <a:pt x="348" y="198"/>
                    </a:lnTo>
                    <a:lnTo>
                      <a:pt x="353" y="195"/>
                    </a:lnTo>
                    <a:lnTo>
                      <a:pt x="357" y="192"/>
                    </a:lnTo>
                    <a:lnTo>
                      <a:pt x="362" y="188"/>
                    </a:lnTo>
                    <a:lnTo>
                      <a:pt x="367" y="183"/>
                    </a:lnTo>
                    <a:lnTo>
                      <a:pt x="377" y="174"/>
                    </a:lnTo>
                    <a:lnTo>
                      <a:pt x="385" y="166"/>
                    </a:lnTo>
                    <a:lnTo>
                      <a:pt x="388" y="162"/>
                    </a:lnTo>
                    <a:lnTo>
                      <a:pt x="390" y="158"/>
                    </a:lnTo>
                    <a:lnTo>
                      <a:pt x="393" y="155"/>
                    </a:lnTo>
                    <a:lnTo>
                      <a:pt x="397" y="153"/>
                    </a:lnTo>
                    <a:lnTo>
                      <a:pt x="401" y="151"/>
                    </a:lnTo>
                    <a:lnTo>
                      <a:pt x="405" y="150"/>
                    </a:lnTo>
                    <a:lnTo>
                      <a:pt x="409" y="147"/>
                    </a:lnTo>
                    <a:lnTo>
                      <a:pt x="413" y="146"/>
                    </a:lnTo>
                    <a:lnTo>
                      <a:pt x="418" y="145"/>
                    </a:lnTo>
                    <a:lnTo>
                      <a:pt x="423" y="143"/>
                    </a:lnTo>
                    <a:lnTo>
                      <a:pt x="427" y="142"/>
                    </a:lnTo>
                    <a:lnTo>
                      <a:pt x="432" y="141"/>
                    </a:lnTo>
                    <a:lnTo>
                      <a:pt x="437" y="141"/>
                    </a:lnTo>
                    <a:lnTo>
                      <a:pt x="442" y="140"/>
                    </a:lnTo>
                    <a:lnTo>
                      <a:pt x="448" y="139"/>
                    </a:lnTo>
                    <a:lnTo>
                      <a:pt x="453" y="139"/>
                    </a:lnTo>
                    <a:lnTo>
                      <a:pt x="458" y="139"/>
                    </a:lnTo>
                    <a:lnTo>
                      <a:pt x="464" y="139"/>
                    </a:lnTo>
                    <a:lnTo>
                      <a:pt x="467" y="145"/>
                    </a:lnTo>
                    <a:lnTo>
                      <a:pt x="471" y="150"/>
                    </a:lnTo>
                    <a:lnTo>
                      <a:pt x="472" y="152"/>
                    </a:lnTo>
                    <a:lnTo>
                      <a:pt x="473" y="155"/>
                    </a:lnTo>
                    <a:lnTo>
                      <a:pt x="473" y="158"/>
                    </a:lnTo>
                    <a:lnTo>
                      <a:pt x="473" y="162"/>
                    </a:lnTo>
                    <a:lnTo>
                      <a:pt x="470" y="166"/>
                    </a:lnTo>
                    <a:lnTo>
                      <a:pt x="468" y="169"/>
                    </a:lnTo>
                    <a:lnTo>
                      <a:pt x="466" y="172"/>
                    </a:lnTo>
                    <a:lnTo>
                      <a:pt x="464" y="176"/>
                    </a:lnTo>
                    <a:lnTo>
                      <a:pt x="463" y="180"/>
                    </a:lnTo>
                    <a:lnTo>
                      <a:pt x="461" y="184"/>
                    </a:lnTo>
                    <a:lnTo>
                      <a:pt x="460" y="188"/>
                    </a:lnTo>
                    <a:lnTo>
                      <a:pt x="459" y="192"/>
                    </a:lnTo>
                    <a:lnTo>
                      <a:pt x="457" y="201"/>
                    </a:lnTo>
                    <a:lnTo>
                      <a:pt x="455" y="210"/>
                    </a:lnTo>
                    <a:lnTo>
                      <a:pt x="454" y="214"/>
                    </a:lnTo>
                    <a:lnTo>
                      <a:pt x="453" y="217"/>
                    </a:lnTo>
                    <a:lnTo>
                      <a:pt x="452" y="221"/>
                    </a:lnTo>
                    <a:lnTo>
                      <a:pt x="450" y="224"/>
                    </a:lnTo>
                    <a:lnTo>
                      <a:pt x="450" y="229"/>
                    </a:lnTo>
                    <a:lnTo>
                      <a:pt x="450" y="233"/>
                    </a:lnTo>
                    <a:lnTo>
                      <a:pt x="450" y="237"/>
                    </a:lnTo>
                    <a:lnTo>
                      <a:pt x="450" y="241"/>
                    </a:lnTo>
                    <a:lnTo>
                      <a:pt x="446" y="254"/>
                    </a:lnTo>
                    <a:lnTo>
                      <a:pt x="443" y="268"/>
                    </a:lnTo>
                    <a:lnTo>
                      <a:pt x="440" y="283"/>
                    </a:lnTo>
                    <a:lnTo>
                      <a:pt x="437" y="297"/>
                    </a:lnTo>
                    <a:lnTo>
                      <a:pt x="434" y="311"/>
                    </a:lnTo>
                    <a:lnTo>
                      <a:pt x="432" y="327"/>
                    </a:lnTo>
                    <a:lnTo>
                      <a:pt x="429" y="341"/>
                    </a:lnTo>
                    <a:lnTo>
                      <a:pt x="428" y="356"/>
                    </a:lnTo>
                    <a:lnTo>
                      <a:pt x="425" y="371"/>
                    </a:lnTo>
                    <a:lnTo>
                      <a:pt x="424" y="387"/>
                    </a:lnTo>
                    <a:lnTo>
                      <a:pt x="421" y="402"/>
                    </a:lnTo>
                    <a:lnTo>
                      <a:pt x="420" y="417"/>
                    </a:lnTo>
                    <a:lnTo>
                      <a:pt x="417" y="432"/>
                    </a:lnTo>
                    <a:lnTo>
                      <a:pt x="416" y="447"/>
                    </a:lnTo>
                    <a:lnTo>
                      <a:pt x="413" y="462"/>
                    </a:lnTo>
                    <a:lnTo>
                      <a:pt x="410" y="477"/>
                    </a:lnTo>
                    <a:lnTo>
                      <a:pt x="411" y="480"/>
                    </a:lnTo>
                    <a:lnTo>
                      <a:pt x="411" y="483"/>
                    </a:lnTo>
                    <a:lnTo>
                      <a:pt x="411" y="487"/>
                    </a:lnTo>
                    <a:lnTo>
                      <a:pt x="412" y="491"/>
                    </a:lnTo>
                    <a:lnTo>
                      <a:pt x="410" y="498"/>
                    </a:lnTo>
                    <a:lnTo>
                      <a:pt x="409" y="504"/>
                    </a:lnTo>
                    <a:lnTo>
                      <a:pt x="409" y="511"/>
                    </a:lnTo>
                    <a:lnTo>
                      <a:pt x="409" y="518"/>
                    </a:lnTo>
                    <a:lnTo>
                      <a:pt x="408" y="524"/>
                    </a:lnTo>
                    <a:lnTo>
                      <a:pt x="408" y="531"/>
                    </a:lnTo>
                    <a:lnTo>
                      <a:pt x="406" y="536"/>
                    </a:lnTo>
                    <a:lnTo>
                      <a:pt x="405" y="542"/>
                    </a:lnTo>
                    <a:lnTo>
                      <a:pt x="405" y="545"/>
                    </a:lnTo>
                    <a:lnTo>
                      <a:pt x="405" y="548"/>
                    </a:lnTo>
                    <a:lnTo>
                      <a:pt x="405" y="551"/>
                    </a:lnTo>
                    <a:lnTo>
                      <a:pt x="404" y="555"/>
                    </a:lnTo>
                    <a:lnTo>
                      <a:pt x="404" y="562"/>
                    </a:lnTo>
                    <a:lnTo>
                      <a:pt x="405" y="568"/>
                    </a:lnTo>
                    <a:lnTo>
                      <a:pt x="405" y="575"/>
                    </a:lnTo>
                    <a:lnTo>
                      <a:pt x="404" y="581"/>
                    </a:lnTo>
                    <a:lnTo>
                      <a:pt x="403" y="584"/>
                    </a:lnTo>
                    <a:lnTo>
                      <a:pt x="402" y="587"/>
                    </a:lnTo>
                    <a:lnTo>
                      <a:pt x="401" y="590"/>
                    </a:lnTo>
                    <a:lnTo>
                      <a:pt x="400" y="592"/>
                    </a:lnTo>
                    <a:lnTo>
                      <a:pt x="398" y="594"/>
                    </a:lnTo>
                    <a:lnTo>
                      <a:pt x="397" y="595"/>
                    </a:lnTo>
                    <a:lnTo>
                      <a:pt x="394" y="596"/>
                    </a:lnTo>
                    <a:lnTo>
                      <a:pt x="391" y="598"/>
                    </a:lnTo>
                    <a:lnTo>
                      <a:pt x="389" y="599"/>
                    </a:lnTo>
                    <a:lnTo>
                      <a:pt x="385" y="599"/>
                    </a:lnTo>
                    <a:lnTo>
                      <a:pt x="382" y="600"/>
                    </a:lnTo>
                    <a:lnTo>
                      <a:pt x="380" y="600"/>
                    </a:lnTo>
                    <a:lnTo>
                      <a:pt x="376" y="594"/>
                    </a:lnTo>
                    <a:lnTo>
                      <a:pt x="372" y="588"/>
                    </a:lnTo>
                    <a:lnTo>
                      <a:pt x="367" y="583"/>
                    </a:lnTo>
                    <a:lnTo>
                      <a:pt x="362" y="579"/>
                    </a:lnTo>
                    <a:lnTo>
                      <a:pt x="357" y="575"/>
                    </a:lnTo>
                    <a:lnTo>
                      <a:pt x="352" y="570"/>
                    </a:lnTo>
                    <a:lnTo>
                      <a:pt x="346" y="566"/>
                    </a:lnTo>
                    <a:lnTo>
                      <a:pt x="340" y="562"/>
                    </a:lnTo>
                    <a:lnTo>
                      <a:pt x="337" y="560"/>
                    </a:lnTo>
                    <a:lnTo>
                      <a:pt x="336" y="558"/>
                    </a:lnTo>
                    <a:lnTo>
                      <a:pt x="334" y="555"/>
                    </a:lnTo>
                    <a:lnTo>
                      <a:pt x="333" y="553"/>
                    </a:lnTo>
                    <a:lnTo>
                      <a:pt x="331" y="551"/>
                    </a:lnTo>
                    <a:lnTo>
                      <a:pt x="329" y="549"/>
                    </a:lnTo>
                    <a:lnTo>
                      <a:pt x="327" y="547"/>
                    </a:lnTo>
                    <a:lnTo>
                      <a:pt x="325" y="545"/>
                    </a:lnTo>
                    <a:lnTo>
                      <a:pt x="323" y="543"/>
                    </a:lnTo>
                    <a:lnTo>
                      <a:pt x="319" y="541"/>
                    </a:lnTo>
                    <a:lnTo>
                      <a:pt x="315" y="539"/>
                    </a:lnTo>
                    <a:lnTo>
                      <a:pt x="311" y="537"/>
                    </a:lnTo>
                    <a:lnTo>
                      <a:pt x="307" y="535"/>
                    </a:lnTo>
                    <a:lnTo>
                      <a:pt x="303" y="533"/>
                    </a:lnTo>
                    <a:lnTo>
                      <a:pt x="300" y="531"/>
                    </a:lnTo>
                    <a:lnTo>
                      <a:pt x="297" y="529"/>
                    </a:lnTo>
                    <a:lnTo>
                      <a:pt x="296" y="527"/>
                    </a:lnTo>
                    <a:lnTo>
                      <a:pt x="296" y="526"/>
                    </a:lnTo>
                    <a:lnTo>
                      <a:pt x="296" y="524"/>
                    </a:lnTo>
                    <a:lnTo>
                      <a:pt x="295" y="522"/>
                    </a:lnTo>
                    <a:lnTo>
                      <a:pt x="295" y="520"/>
                    </a:lnTo>
                    <a:lnTo>
                      <a:pt x="294" y="519"/>
                    </a:lnTo>
                    <a:lnTo>
                      <a:pt x="293" y="516"/>
                    </a:lnTo>
                    <a:lnTo>
                      <a:pt x="292" y="515"/>
                    </a:lnTo>
                    <a:lnTo>
                      <a:pt x="288" y="511"/>
                    </a:lnTo>
                    <a:lnTo>
                      <a:pt x="283" y="507"/>
                    </a:lnTo>
                    <a:lnTo>
                      <a:pt x="283" y="503"/>
                    </a:lnTo>
                    <a:lnTo>
                      <a:pt x="283" y="501"/>
                    </a:lnTo>
                    <a:lnTo>
                      <a:pt x="286" y="499"/>
                    </a:lnTo>
                    <a:lnTo>
                      <a:pt x="289" y="496"/>
                    </a:lnTo>
                    <a:lnTo>
                      <a:pt x="293" y="496"/>
                    </a:lnTo>
                    <a:lnTo>
                      <a:pt x="297" y="496"/>
                    </a:lnTo>
                    <a:lnTo>
                      <a:pt x="299" y="498"/>
                    </a:lnTo>
                    <a:lnTo>
                      <a:pt x="300" y="499"/>
                    </a:lnTo>
                    <a:lnTo>
                      <a:pt x="302" y="501"/>
                    </a:lnTo>
                    <a:lnTo>
                      <a:pt x="304" y="503"/>
                    </a:lnTo>
                    <a:lnTo>
                      <a:pt x="308" y="504"/>
                    </a:lnTo>
                    <a:lnTo>
                      <a:pt x="312" y="507"/>
                    </a:lnTo>
                    <a:lnTo>
                      <a:pt x="315" y="508"/>
                    </a:lnTo>
                    <a:lnTo>
                      <a:pt x="319" y="511"/>
                    </a:lnTo>
                    <a:lnTo>
                      <a:pt x="324" y="512"/>
                    </a:lnTo>
                    <a:lnTo>
                      <a:pt x="328" y="515"/>
                    </a:lnTo>
                    <a:lnTo>
                      <a:pt x="332" y="519"/>
                    </a:lnTo>
                    <a:lnTo>
                      <a:pt x="336" y="523"/>
                    </a:lnTo>
                    <a:lnTo>
                      <a:pt x="338" y="526"/>
                    </a:lnTo>
                    <a:lnTo>
                      <a:pt x="341" y="527"/>
                    </a:lnTo>
                    <a:lnTo>
                      <a:pt x="343" y="530"/>
                    </a:lnTo>
                    <a:lnTo>
                      <a:pt x="345" y="531"/>
                    </a:lnTo>
                    <a:lnTo>
                      <a:pt x="349" y="531"/>
                    </a:lnTo>
                    <a:lnTo>
                      <a:pt x="353" y="531"/>
                    </a:lnTo>
                    <a:lnTo>
                      <a:pt x="357" y="531"/>
                    </a:lnTo>
                    <a:lnTo>
                      <a:pt x="361" y="531"/>
                    </a:lnTo>
                    <a:lnTo>
                      <a:pt x="364" y="528"/>
                    </a:lnTo>
                    <a:lnTo>
                      <a:pt x="365" y="525"/>
                    </a:lnTo>
                    <a:lnTo>
                      <a:pt x="367" y="522"/>
                    </a:lnTo>
                    <a:lnTo>
                      <a:pt x="369" y="518"/>
                    </a:lnTo>
                    <a:lnTo>
                      <a:pt x="371" y="515"/>
                    </a:lnTo>
                    <a:lnTo>
                      <a:pt x="372" y="511"/>
                    </a:lnTo>
                    <a:lnTo>
                      <a:pt x="373" y="507"/>
                    </a:lnTo>
                    <a:lnTo>
                      <a:pt x="374" y="503"/>
                    </a:lnTo>
                    <a:lnTo>
                      <a:pt x="377" y="493"/>
                    </a:lnTo>
                    <a:lnTo>
                      <a:pt x="378" y="484"/>
                    </a:lnTo>
                    <a:lnTo>
                      <a:pt x="379" y="475"/>
                    </a:lnTo>
                    <a:lnTo>
                      <a:pt x="380" y="465"/>
                    </a:lnTo>
                    <a:lnTo>
                      <a:pt x="382" y="444"/>
                    </a:lnTo>
                    <a:lnTo>
                      <a:pt x="383" y="424"/>
                    </a:lnTo>
                    <a:lnTo>
                      <a:pt x="384" y="415"/>
                    </a:lnTo>
                    <a:lnTo>
                      <a:pt x="385" y="405"/>
                    </a:lnTo>
                    <a:lnTo>
                      <a:pt x="385" y="396"/>
                    </a:lnTo>
                    <a:lnTo>
                      <a:pt x="386" y="387"/>
                    </a:lnTo>
                    <a:lnTo>
                      <a:pt x="386" y="381"/>
                    </a:lnTo>
                    <a:lnTo>
                      <a:pt x="386" y="375"/>
                    </a:lnTo>
                    <a:lnTo>
                      <a:pt x="386" y="369"/>
                    </a:lnTo>
                    <a:lnTo>
                      <a:pt x="385" y="362"/>
                    </a:lnTo>
                    <a:lnTo>
                      <a:pt x="387" y="359"/>
                    </a:lnTo>
                    <a:lnTo>
                      <a:pt x="388" y="356"/>
                    </a:lnTo>
                    <a:lnTo>
                      <a:pt x="389" y="355"/>
                    </a:lnTo>
                    <a:lnTo>
                      <a:pt x="389" y="353"/>
                    </a:lnTo>
                    <a:lnTo>
                      <a:pt x="389" y="351"/>
                    </a:lnTo>
                    <a:lnTo>
                      <a:pt x="389" y="348"/>
                    </a:lnTo>
                    <a:lnTo>
                      <a:pt x="389" y="345"/>
                    </a:lnTo>
                    <a:lnTo>
                      <a:pt x="389" y="341"/>
                    </a:lnTo>
                    <a:lnTo>
                      <a:pt x="388" y="338"/>
                    </a:lnTo>
                    <a:lnTo>
                      <a:pt x="388" y="334"/>
                    </a:lnTo>
                    <a:lnTo>
                      <a:pt x="389" y="331"/>
                    </a:lnTo>
                    <a:lnTo>
                      <a:pt x="391" y="327"/>
                    </a:lnTo>
                    <a:lnTo>
                      <a:pt x="393" y="324"/>
                    </a:lnTo>
                    <a:lnTo>
                      <a:pt x="395" y="321"/>
                    </a:lnTo>
                    <a:lnTo>
                      <a:pt x="398" y="315"/>
                    </a:lnTo>
                    <a:lnTo>
                      <a:pt x="402" y="308"/>
                    </a:lnTo>
                    <a:lnTo>
                      <a:pt x="402" y="303"/>
                    </a:lnTo>
                    <a:lnTo>
                      <a:pt x="402" y="299"/>
                    </a:lnTo>
                    <a:lnTo>
                      <a:pt x="404" y="293"/>
                    </a:lnTo>
                    <a:lnTo>
                      <a:pt x="405" y="287"/>
                    </a:lnTo>
                    <a:lnTo>
                      <a:pt x="406" y="280"/>
                    </a:lnTo>
                    <a:lnTo>
                      <a:pt x="408" y="275"/>
                    </a:lnTo>
                    <a:lnTo>
                      <a:pt x="409" y="268"/>
                    </a:lnTo>
                    <a:lnTo>
                      <a:pt x="409" y="262"/>
                    </a:lnTo>
                    <a:lnTo>
                      <a:pt x="412" y="255"/>
                    </a:lnTo>
                    <a:lnTo>
                      <a:pt x="413" y="249"/>
                    </a:lnTo>
                    <a:lnTo>
                      <a:pt x="415" y="246"/>
                    </a:lnTo>
                    <a:lnTo>
                      <a:pt x="416" y="244"/>
                    </a:lnTo>
                    <a:lnTo>
                      <a:pt x="417" y="242"/>
                    </a:lnTo>
                    <a:lnTo>
                      <a:pt x="419" y="239"/>
                    </a:lnTo>
                    <a:lnTo>
                      <a:pt x="421" y="237"/>
                    </a:lnTo>
                    <a:lnTo>
                      <a:pt x="423" y="234"/>
                    </a:lnTo>
                    <a:lnTo>
                      <a:pt x="424" y="232"/>
                    </a:lnTo>
                    <a:lnTo>
                      <a:pt x="425" y="230"/>
                    </a:lnTo>
                    <a:lnTo>
                      <a:pt x="426" y="222"/>
                    </a:lnTo>
                    <a:lnTo>
                      <a:pt x="427" y="214"/>
                    </a:lnTo>
                    <a:lnTo>
                      <a:pt x="429" y="206"/>
                    </a:lnTo>
                    <a:lnTo>
                      <a:pt x="429" y="198"/>
                    </a:lnTo>
                    <a:lnTo>
                      <a:pt x="432" y="190"/>
                    </a:lnTo>
                    <a:lnTo>
                      <a:pt x="434" y="183"/>
                    </a:lnTo>
                    <a:lnTo>
                      <a:pt x="436" y="180"/>
                    </a:lnTo>
                    <a:lnTo>
                      <a:pt x="437" y="176"/>
                    </a:lnTo>
                    <a:lnTo>
                      <a:pt x="437" y="172"/>
                    </a:lnTo>
                    <a:lnTo>
                      <a:pt x="437" y="167"/>
                    </a:lnTo>
                    <a:lnTo>
                      <a:pt x="435" y="167"/>
                    </a:lnTo>
                    <a:lnTo>
                      <a:pt x="434" y="167"/>
                    </a:lnTo>
                    <a:lnTo>
                      <a:pt x="433" y="166"/>
                    </a:lnTo>
                    <a:lnTo>
                      <a:pt x="432" y="166"/>
                    </a:lnTo>
                    <a:lnTo>
                      <a:pt x="430" y="166"/>
                    </a:lnTo>
                    <a:lnTo>
                      <a:pt x="429" y="166"/>
                    </a:lnTo>
                    <a:lnTo>
                      <a:pt x="425" y="166"/>
                    </a:lnTo>
                    <a:lnTo>
                      <a:pt x="421" y="166"/>
                    </a:lnTo>
                    <a:lnTo>
                      <a:pt x="417" y="167"/>
                    </a:lnTo>
                    <a:lnTo>
                      <a:pt x="413" y="167"/>
                    </a:lnTo>
                    <a:lnTo>
                      <a:pt x="410" y="169"/>
                    </a:lnTo>
                    <a:lnTo>
                      <a:pt x="409" y="169"/>
                    </a:lnTo>
                    <a:lnTo>
                      <a:pt x="405" y="171"/>
                    </a:lnTo>
                    <a:lnTo>
                      <a:pt x="401" y="173"/>
                    </a:lnTo>
                    <a:lnTo>
                      <a:pt x="397" y="176"/>
                    </a:lnTo>
                    <a:lnTo>
                      <a:pt x="394" y="178"/>
                    </a:lnTo>
                    <a:lnTo>
                      <a:pt x="388" y="185"/>
                    </a:lnTo>
                    <a:lnTo>
                      <a:pt x="381" y="191"/>
                    </a:lnTo>
                    <a:lnTo>
                      <a:pt x="374" y="198"/>
                    </a:lnTo>
                    <a:lnTo>
                      <a:pt x="369" y="203"/>
                    </a:lnTo>
                    <a:lnTo>
                      <a:pt x="365" y="206"/>
                    </a:lnTo>
                    <a:lnTo>
                      <a:pt x="362" y="208"/>
                    </a:lnTo>
                    <a:lnTo>
                      <a:pt x="359" y="210"/>
                    </a:lnTo>
                    <a:lnTo>
                      <a:pt x="356" y="211"/>
                    </a:lnTo>
                    <a:lnTo>
                      <a:pt x="356" y="214"/>
                    </a:lnTo>
                    <a:lnTo>
                      <a:pt x="356" y="217"/>
                    </a:lnTo>
                    <a:lnTo>
                      <a:pt x="356" y="220"/>
                    </a:lnTo>
                    <a:lnTo>
                      <a:pt x="357" y="222"/>
                    </a:lnTo>
                    <a:lnTo>
                      <a:pt x="358" y="226"/>
                    </a:lnTo>
                    <a:lnTo>
                      <a:pt x="361" y="230"/>
                    </a:lnTo>
                    <a:lnTo>
                      <a:pt x="363" y="235"/>
                    </a:lnTo>
                    <a:lnTo>
                      <a:pt x="365" y="239"/>
                    </a:lnTo>
                    <a:lnTo>
                      <a:pt x="365" y="242"/>
                    </a:lnTo>
                    <a:lnTo>
                      <a:pt x="366" y="244"/>
                    </a:lnTo>
                    <a:lnTo>
                      <a:pt x="367" y="247"/>
                    </a:lnTo>
                    <a:lnTo>
                      <a:pt x="367" y="250"/>
                    </a:lnTo>
                    <a:lnTo>
                      <a:pt x="365" y="251"/>
                    </a:lnTo>
                    <a:lnTo>
                      <a:pt x="364" y="252"/>
                    </a:lnTo>
                    <a:lnTo>
                      <a:pt x="361" y="254"/>
                    </a:lnTo>
                    <a:lnTo>
                      <a:pt x="360" y="255"/>
                    </a:lnTo>
                    <a:lnTo>
                      <a:pt x="357" y="258"/>
                    </a:lnTo>
                    <a:lnTo>
                      <a:pt x="354" y="262"/>
                    </a:lnTo>
                    <a:lnTo>
                      <a:pt x="352" y="266"/>
                    </a:lnTo>
                    <a:lnTo>
                      <a:pt x="349" y="270"/>
                    </a:lnTo>
                    <a:lnTo>
                      <a:pt x="345" y="273"/>
                    </a:lnTo>
                    <a:lnTo>
                      <a:pt x="342" y="275"/>
                    </a:lnTo>
                    <a:lnTo>
                      <a:pt x="340" y="277"/>
                    </a:lnTo>
                    <a:lnTo>
                      <a:pt x="337" y="278"/>
                    </a:lnTo>
                    <a:lnTo>
                      <a:pt x="334" y="279"/>
                    </a:lnTo>
                    <a:lnTo>
                      <a:pt x="332" y="279"/>
                    </a:lnTo>
                    <a:lnTo>
                      <a:pt x="325" y="279"/>
                    </a:lnTo>
                    <a:lnTo>
                      <a:pt x="320" y="279"/>
                    </a:lnTo>
                    <a:lnTo>
                      <a:pt x="313" y="279"/>
                    </a:lnTo>
                    <a:lnTo>
                      <a:pt x="307" y="279"/>
                    </a:lnTo>
                    <a:lnTo>
                      <a:pt x="304" y="279"/>
                    </a:lnTo>
                    <a:lnTo>
                      <a:pt x="301" y="280"/>
                    </a:lnTo>
                    <a:lnTo>
                      <a:pt x="298" y="280"/>
                    </a:lnTo>
                    <a:lnTo>
                      <a:pt x="296" y="282"/>
                    </a:lnTo>
                    <a:lnTo>
                      <a:pt x="292" y="284"/>
                    </a:lnTo>
                    <a:lnTo>
                      <a:pt x="289" y="287"/>
                    </a:lnTo>
                    <a:lnTo>
                      <a:pt x="284" y="290"/>
                    </a:lnTo>
                    <a:lnTo>
                      <a:pt x="278" y="291"/>
                    </a:lnTo>
                    <a:lnTo>
                      <a:pt x="275" y="293"/>
                    </a:lnTo>
                    <a:lnTo>
                      <a:pt x="272" y="294"/>
                    </a:lnTo>
                    <a:lnTo>
                      <a:pt x="269" y="295"/>
                    </a:lnTo>
                    <a:lnTo>
                      <a:pt x="267" y="297"/>
                    </a:lnTo>
                    <a:lnTo>
                      <a:pt x="266" y="299"/>
                    </a:lnTo>
                    <a:lnTo>
                      <a:pt x="265" y="302"/>
                    </a:lnTo>
                    <a:lnTo>
                      <a:pt x="262" y="303"/>
                    </a:lnTo>
                    <a:lnTo>
                      <a:pt x="259" y="303"/>
                    </a:lnTo>
                    <a:lnTo>
                      <a:pt x="256" y="303"/>
                    </a:lnTo>
                    <a:lnTo>
                      <a:pt x="253" y="304"/>
                    </a:lnTo>
                    <a:lnTo>
                      <a:pt x="243" y="311"/>
                    </a:lnTo>
                    <a:lnTo>
                      <a:pt x="233" y="319"/>
                    </a:lnTo>
                    <a:lnTo>
                      <a:pt x="228" y="323"/>
                    </a:lnTo>
                    <a:lnTo>
                      <a:pt x="224" y="327"/>
                    </a:lnTo>
                    <a:lnTo>
                      <a:pt x="219" y="331"/>
                    </a:lnTo>
                    <a:lnTo>
                      <a:pt x="215" y="336"/>
                    </a:lnTo>
                    <a:lnTo>
                      <a:pt x="208" y="331"/>
                    </a:lnTo>
                    <a:lnTo>
                      <a:pt x="200" y="327"/>
                    </a:lnTo>
                    <a:lnTo>
                      <a:pt x="196" y="325"/>
                    </a:lnTo>
                    <a:lnTo>
                      <a:pt x="192" y="323"/>
                    </a:lnTo>
                    <a:lnTo>
                      <a:pt x="189" y="323"/>
                    </a:lnTo>
                    <a:lnTo>
                      <a:pt x="187" y="323"/>
                    </a:lnTo>
                    <a:lnTo>
                      <a:pt x="184" y="323"/>
                    </a:lnTo>
                    <a:lnTo>
                      <a:pt x="181" y="323"/>
                    </a:lnTo>
                    <a:lnTo>
                      <a:pt x="180" y="324"/>
                    </a:lnTo>
                    <a:lnTo>
                      <a:pt x="179" y="327"/>
                    </a:lnTo>
                    <a:lnTo>
                      <a:pt x="176" y="329"/>
                    </a:lnTo>
                    <a:lnTo>
                      <a:pt x="174" y="332"/>
                    </a:lnTo>
                    <a:lnTo>
                      <a:pt x="169" y="338"/>
                    </a:lnTo>
                    <a:lnTo>
                      <a:pt x="164" y="343"/>
                    </a:lnTo>
                    <a:lnTo>
                      <a:pt x="157" y="348"/>
                    </a:lnTo>
                    <a:lnTo>
                      <a:pt x="151" y="353"/>
                    </a:lnTo>
                    <a:lnTo>
                      <a:pt x="148" y="355"/>
                    </a:lnTo>
                    <a:lnTo>
                      <a:pt x="146" y="357"/>
                    </a:lnTo>
                    <a:lnTo>
                      <a:pt x="143" y="358"/>
                    </a:lnTo>
                    <a:lnTo>
                      <a:pt x="141" y="359"/>
                    </a:lnTo>
                    <a:lnTo>
                      <a:pt x="140" y="360"/>
                    </a:lnTo>
                    <a:lnTo>
                      <a:pt x="138" y="360"/>
                    </a:lnTo>
                    <a:lnTo>
                      <a:pt x="137" y="359"/>
                    </a:lnTo>
                    <a:lnTo>
                      <a:pt x="136" y="359"/>
                    </a:lnTo>
                    <a:lnTo>
                      <a:pt x="134" y="358"/>
                    </a:lnTo>
                    <a:lnTo>
                      <a:pt x="132" y="357"/>
                    </a:lnTo>
                    <a:lnTo>
                      <a:pt x="129" y="356"/>
                    </a:lnTo>
                    <a:lnTo>
                      <a:pt x="126" y="356"/>
                    </a:lnTo>
                    <a:lnTo>
                      <a:pt x="124" y="356"/>
                    </a:lnTo>
                    <a:lnTo>
                      <a:pt x="121" y="356"/>
                    </a:lnTo>
                    <a:lnTo>
                      <a:pt x="117" y="356"/>
                    </a:lnTo>
                    <a:lnTo>
                      <a:pt x="114" y="356"/>
                    </a:lnTo>
                    <a:lnTo>
                      <a:pt x="113" y="356"/>
                    </a:lnTo>
                    <a:lnTo>
                      <a:pt x="112" y="356"/>
                    </a:lnTo>
                    <a:lnTo>
                      <a:pt x="110" y="356"/>
                    </a:lnTo>
                    <a:lnTo>
                      <a:pt x="108" y="355"/>
                    </a:lnTo>
                    <a:lnTo>
                      <a:pt x="107" y="354"/>
                    </a:lnTo>
                    <a:lnTo>
                      <a:pt x="105" y="352"/>
                    </a:lnTo>
                    <a:lnTo>
                      <a:pt x="103" y="351"/>
                    </a:lnTo>
                    <a:lnTo>
                      <a:pt x="100" y="347"/>
                    </a:lnTo>
                    <a:lnTo>
                      <a:pt x="98" y="346"/>
                    </a:lnTo>
                    <a:lnTo>
                      <a:pt x="97" y="345"/>
                    </a:lnTo>
                    <a:lnTo>
                      <a:pt x="96" y="345"/>
                    </a:lnTo>
                    <a:lnTo>
                      <a:pt x="96" y="343"/>
                    </a:lnTo>
                    <a:lnTo>
                      <a:pt x="96" y="343"/>
                    </a:lnTo>
                    <a:lnTo>
                      <a:pt x="96" y="340"/>
                    </a:lnTo>
                    <a:lnTo>
                      <a:pt x="98" y="339"/>
                    </a:lnTo>
                    <a:lnTo>
                      <a:pt x="101" y="336"/>
                    </a:lnTo>
                    <a:lnTo>
                      <a:pt x="104" y="334"/>
                    </a:lnTo>
                    <a:lnTo>
                      <a:pt x="107" y="331"/>
                    </a:lnTo>
                    <a:lnTo>
                      <a:pt x="111" y="330"/>
                    </a:lnTo>
                    <a:lnTo>
                      <a:pt x="115" y="328"/>
                    </a:lnTo>
                    <a:lnTo>
                      <a:pt x="119" y="327"/>
                    </a:lnTo>
                    <a:lnTo>
                      <a:pt x="122" y="325"/>
                    </a:lnTo>
                    <a:lnTo>
                      <a:pt x="131" y="323"/>
                    </a:lnTo>
                    <a:lnTo>
                      <a:pt x="138" y="320"/>
                    </a:lnTo>
                    <a:lnTo>
                      <a:pt x="141" y="319"/>
                    </a:lnTo>
                    <a:lnTo>
                      <a:pt x="144" y="319"/>
                    </a:lnTo>
                    <a:lnTo>
                      <a:pt x="148" y="318"/>
                    </a:lnTo>
                    <a:lnTo>
                      <a:pt x="152" y="318"/>
                    </a:lnTo>
                    <a:lnTo>
                      <a:pt x="155" y="317"/>
                    </a:lnTo>
                    <a:lnTo>
                      <a:pt x="158" y="316"/>
                    </a:lnTo>
                    <a:lnTo>
                      <a:pt x="160" y="315"/>
                    </a:lnTo>
                    <a:lnTo>
                      <a:pt x="160" y="315"/>
                    </a:lnTo>
                    <a:lnTo>
                      <a:pt x="162" y="315"/>
                    </a:lnTo>
                    <a:lnTo>
                      <a:pt x="163" y="314"/>
                    </a:lnTo>
                    <a:lnTo>
                      <a:pt x="165" y="311"/>
                    </a:lnTo>
                    <a:lnTo>
                      <a:pt x="166" y="309"/>
                    </a:lnTo>
                    <a:lnTo>
                      <a:pt x="167" y="307"/>
                    </a:lnTo>
                    <a:lnTo>
                      <a:pt x="167" y="304"/>
                    </a:lnTo>
                    <a:lnTo>
                      <a:pt x="167" y="303"/>
                    </a:lnTo>
                    <a:lnTo>
                      <a:pt x="167" y="299"/>
                    </a:lnTo>
                    <a:lnTo>
                      <a:pt x="167" y="297"/>
                    </a:lnTo>
                    <a:lnTo>
                      <a:pt x="166" y="295"/>
                    </a:lnTo>
                    <a:lnTo>
                      <a:pt x="165" y="288"/>
                    </a:lnTo>
                    <a:lnTo>
                      <a:pt x="164" y="283"/>
                    </a:lnTo>
                    <a:lnTo>
                      <a:pt x="164" y="279"/>
                    </a:lnTo>
                    <a:lnTo>
                      <a:pt x="164" y="276"/>
                    </a:lnTo>
                    <a:lnTo>
                      <a:pt x="164" y="274"/>
                    </a:lnTo>
                    <a:lnTo>
                      <a:pt x="165" y="270"/>
                    </a:lnTo>
                    <a:lnTo>
                      <a:pt x="168" y="263"/>
                    </a:lnTo>
                    <a:lnTo>
                      <a:pt x="172" y="254"/>
                    </a:lnTo>
                    <a:lnTo>
                      <a:pt x="176" y="246"/>
                    </a:lnTo>
                    <a:lnTo>
                      <a:pt x="180" y="238"/>
                    </a:lnTo>
                    <a:lnTo>
                      <a:pt x="184" y="230"/>
                    </a:lnTo>
                    <a:lnTo>
                      <a:pt x="188" y="221"/>
                    </a:lnTo>
                    <a:lnTo>
                      <a:pt x="189" y="217"/>
                    </a:lnTo>
                    <a:lnTo>
                      <a:pt x="190" y="214"/>
                    </a:lnTo>
                    <a:lnTo>
                      <a:pt x="191" y="210"/>
                    </a:lnTo>
                    <a:lnTo>
                      <a:pt x="191" y="206"/>
                    </a:lnTo>
                    <a:lnTo>
                      <a:pt x="188" y="205"/>
                    </a:lnTo>
                    <a:lnTo>
                      <a:pt x="184" y="203"/>
                    </a:lnTo>
                    <a:lnTo>
                      <a:pt x="182" y="201"/>
                    </a:lnTo>
                    <a:lnTo>
                      <a:pt x="179" y="200"/>
                    </a:lnTo>
                    <a:lnTo>
                      <a:pt x="178" y="199"/>
                    </a:lnTo>
                    <a:lnTo>
                      <a:pt x="176" y="199"/>
                    </a:lnTo>
                    <a:lnTo>
                      <a:pt x="175" y="199"/>
                    </a:lnTo>
                    <a:lnTo>
                      <a:pt x="174" y="199"/>
                    </a:lnTo>
                    <a:lnTo>
                      <a:pt x="172" y="200"/>
                    </a:lnTo>
                    <a:lnTo>
                      <a:pt x="169" y="201"/>
                    </a:lnTo>
                    <a:lnTo>
                      <a:pt x="166" y="204"/>
                    </a:lnTo>
                    <a:lnTo>
                      <a:pt x="163" y="206"/>
                    </a:lnTo>
                    <a:lnTo>
                      <a:pt x="159" y="206"/>
                    </a:lnTo>
                    <a:lnTo>
                      <a:pt x="155" y="207"/>
                    </a:lnTo>
                    <a:lnTo>
                      <a:pt x="151" y="208"/>
                    </a:lnTo>
                    <a:lnTo>
                      <a:pt x="147" y="209"/>
                    </a:lnTo>
                    <a:lnTo>
                      <a:pt x="144" y="212"/>
                    </a:lnTo>
                    <a:lnTo>
                      <a:pt x="142" y="216"/>
                    </a:lnTo>
                    <a:lnTo>
                      <a:pt x="140" y="217"/>
                    </a:lnTo>
                    <a:lnTo>
                      <a:pt x="139" y="217"/>
                    </a:lnTo>
                    <a:lnTo>
                      <a:pt x="138" y="217"/>
                    </a:lnTo>
                    <a:lnTo>
                      <a:pt x="136" y="217"/>
                    </a:lnTo>
                    <a:lnTo>
                      <a:pt x="135" y="217"/>
                    </a:lnTo>
                    <a:lnTo>
                      <a:pt x="133" y="217"/>
                    </a:lnTo>
                    <a:lnTo>
                      <a:pt x="132" y="217"/>
                    </a:lnTo>
                    <a:lnTo>
                      <a:pt x="130" y="218"/>
                    </a:lnTo>
                    <a:lnTo>
                      <a:pt x="115" y="229"/>
                    </a:lnTo>
                    <a:lnTo>
                      <a:pt x="106" y="235"/>
                    </a:lnTo>
                    <a:lnTo>
                      <a:pt x="101" y="238"/>
                    </a:lnTo>
                    <a:lnTo>
                      <a:pt x="100" y="239"/>
                    </a:lnTo>
                    <a:lnTo>
                      <a:pt x="96" y="241"/>
                    </a:lnTo>
                    <a:lnTo>
                      <a:pt x="92" y="243"/>
                    </a:lnTo>
                    <a:lnTo>
                      <a:pt x="90" y="243"/>
                    </a:lnTo>
                    <a:lnTo>
                      <a:pt x="87" y="246"/>
                    </a:lnTo>
                    <a:lnTo>
                      <a:pt x="83" y="248"/>
                    </a:lnTo>
                    <a:lnTo>
                      <a:pt x="79" y="250"/>
                    </a:lnTo>
                    <a:lnTo>
                      <a:pt x="80" y="250"/>
                    </a:lnTo>
                    <a:lnTo>
                      <a:pt x="80" y="250"/>
                    </a:lnTo>
                    <a:lnTo>
                      <a:pt x="80" y="251"/>
                    </a:lnTo>
                    <a:lnTo>
                      <a:pt x="79" y="251"/>
                    </a:lnTo>
                    <a:lnTo>
                      <a:pt x="78" y="252"/>
                    </a:lnTo>
                    <a:lnTo>
                      <a:pt x="77" y="253"/>
                    </a:lnTo>
                    <a:lnTo>
                      <a:pt x="76" y="254"/>
                    </a:lnTo>
                    <a:lnTo>
                      <a:pt x="75" y="254"/>
                    </a:lnTo>
                    <a:lnTo>
                      <a:pt x="74" y="254"/>
                    </a:lnTo>
                    <a:lnTo>
                      <a:pt x="74" y="254"/>
                    </a:lnTo>
                    <a:lnTo>
                      <a:pt x="74" y="254"/>
                    </a:lnTo>
                    <a:lnTo>
                      <a:pt x="74" y="254"/>
                    </a:lnTo>
                    <a:lnTo>
                      <a:pt x="69" y="255"/>
                    </a:lnTo>
                    <a:lnTo>
                      <a:pt x="64" y="257"/>
                    </a:lnTo>
                    <a:lnTo>
                      <a:pt x="63" y="257"/>
                    </a:lnTo>
                    <a:lnTo>
                      <a:pt x="58" y="257"/>
                    </a:lnTo>
                    <a:lnTo>
                      <a:pt x="53" y="258"/>
                    </a:lnTo>
                    <a:lnTo>
                      <a:pt x="52" y="257"/>
                    </a:lnTo>
                    <a:lnTo>
                      <a:pt x="50" y="257"/>
                    </a:lnTo>
                    <a:lnTo>
                      <a:pt x="48" y="256"/>
                    </a:lnTo>
                    <a:lnTo>
                      <a:pt x="46" y="255"/>
                    </a:lnTo>
                    <a:lnTo>
                      <a:pt x="44" y="254"/>
                    </a:lnTo>
                    <a:lnTo>
                      <a:pt x="42" y="252"/>
                    </a:lnTo>
                    <a:lnTo>
                      <a:pt x="40" y="25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6" name="iṣľíḍê"/>
              <p:cNvSpPr/>
              <p:nvPr userDrawn="1"/>
            </p:nvSpPr>
            <p:spPr bwMode="auto">
              <a:xfrm>
                <a:off x="5662613" y="3254376"/>
                <a:ext cx="147638" cy="69850"/>
              </a:xfrm>
              <a:custGeom>
                <a:avLst/>
                <a:gdLst>
                  <a:gd name="T0" fmla="*/ 68 w 93"/>
                  <a:gd name="T1" fmla="*/ 0 h 44"/>
                  <a:gd name="T2" fmla="*/ 70 w 93"/>
                  <a:gd name="T3" fmla="*/ 0 h 44"/>
                  <a:gd name="T4" fmla="*/ 72 w 93"/>
                  <a:gd name="T5" fmla="*/ 0 h 44"/>
                  <a:gd name="T6" fmla="*/ 75 w 93"/>
                  <a:gd name="T7" fmla="*/ 1 h 44"/>
                  <a:gd name="T8" fmla="*/ 76 w 93"/>
                  <a:gd name="T9" fmla="*/ 1 h 44"/>
                  <a:gd name="T10" fmla="*/ 79 w 93"/>
                  <a:gd name="T11" fmla="*/ 3 h 44"/>
                  <a:gd name="T12" fmla="*/ 81 w 93"/>
                  <a:gd name="T13" fmla="*/ 4 h 44"/>
                  <a:gd name="T14" fmla="*/ 83 w 93"/>
                  <a:gd name="T15" fmla="*/ 5 h 44"/>
                  <a:gd name="T16" fmla="*/ 85 w 93"/>
                  <a:gd name="T17" fmla="*/ 7 h 44"/>
                  <a:gd name="T18" fmla="*/ 87 w 93"/>
                  <a:gd name="T19" fmla="*/ 8 h 44"/>
                  <a:gd name="T20" fmla="*/ 88 w 93"/>
                  <a:gd name="T21" fmla="*/ 10 h 44"/>
                  <a:gd name="T22" fmla="*/ 89 w 93"/>
                  <a:gd name="T23" fmla="*/ 12 h 44"/>
                  <a:gd name="T24" fmla="*/ 91 w 93"/>
                  <a:gd name="T25" fmla="*/ 14 h 44"/>
                  <a:gd name="T26" fmla="*/ 92 w 93"/>
                  <a:gd name="T27" fmla="*/ 16 h 44"/>
                  <a:gd name="T28" fmla="*/ 93 w 93"/>
                  <a:gd name="T29" fmla="*/ 18 h 44"/>
                  <a:gd name="T30" fmla="*/ 93 w 93"/>
                  <a:gd name="T31" fmla="*/ 20 h 44"/>
                  <a:gd name="T32" fmla="*/ 93 w 93"/>
                  <a:gd name="T33" fmla="*/ 22 h 44"/>
                  <a:gd name="T34" fmla="*/ 91 w 93"/>
                  <a:gd name="T35" fmla="*/ 25 h 44"/>
                  <a:gd name="T36" fmla="*/ 88 w 93"/>
                  <a:gd name="T37" fmla="*/ 30 h 44"/>
                  <a:gd name="T38" fmla="*/ 86 w 93"/>
                  <a:gd name="T39" fmla="*/ 32 h 44"/>
                  <a:gd name="T40" fmla="*/ 84 w 93"/>
                  <a:gd name="T41" fmla="*/ 33 h 44"/>
                  <a:gd name="T42" fmla="*/ 83 w 93"/>
                  <a:gd name="T43" fmla="*/ 35 h 44"/>
                  <a:gd name="T44" fmla="*/ 81 w 93"/>
                  <a:gd name="T45" fmla="*/ 36 h 44"/>
                  <a:gd name="T46" fmla="*/ 78 w 93"/>
                  <a:gd name="T47" fmla="*/ 38 h 44"/>
                  <a:gd name="T48" fmla="*/ 72 w 93"/>
                  <a:gd name="T49" fmla="*/ 39 h 44"/>
                  <a:gd name="T50" fmla="*/ 65 w 93"/>
                  <a:gd name="T51" fmla="*/ 40 h 44"/>
                  <a:gd name="T52" fmla="*/ 57 w 93"/>
                  <a:gd name="T53" fmla="*/ 42 h 44"/>
                  <a:gd name="T54" fmla="*/ 49 w 93"/>
                  <a:gd name="T55" fmla="*/ 43 h 44"/>
                  <a:gd name="T56" fmla="*/ 42 w 93"/>
                  <a:gd name="T57" fmla="*/ 44 h 44"/>
                  <a:gd name="T58" fmla="*/ 37 w 93"/>
                  <a:gd name="T59" fmla="*/ 44 h 44"/>
                  <a:gd name="T60" fmla="*/ 35 w 93"/>
                  <a:gd name="T61" fmla="*/ 44 h 44"/>
                  <a:gd name="T62" fmla="*/ 31 w 93"/>
                  <a:gd name="T63" fmla="*/ 39 h 44"/>
                  <a:gd name="T64" fmla="*/ 28 w 93"/>
                  <a:gd name="T65" fmla="*/ 34 h 44"/>
                  <a:gd name="T66" fmla="*/ 23 w 93"/>
                  <a:gd name="T67" fmla="*/ 32 h 44"/>
                  <a:gd name="T68" fmla="*/ 18 w 93"/>
                  <a:gd name="T69" fmla="*/ 30 h 44"/>
                  <a:gd name="T70" fmla="*/ 14 w 93"/>
                  <a:gd name="T71" fmla="*/ 29 h 44"/>
                  <a:gd name="T72" fmla="*/ 10 w 93"/>
                  <a:gd name="T73" fmla="*/ 28 h 44"/>
                  <a:gd name="T74" fmla="*/ 8 w 93"/>
                  <a:gd name="T75" fmla="*/ 27 h 44"/>
                  <a:gd name="T76" fmla="*/ 6 w 93"/>
                  <a:gd name="T77" fmla="*/ 25 h 44"/>
                  <a:gd name="T78" fmla="*/ 5 w 93"/>
                  <a:gd name="T79" fmla="*/ 24 h 44"/>
                  <a:gd name="T80" fmla="*/ 4 w 93"/>
                  <a:gd name="T81" fmla="*/ 22 h 44"/>
                  <a:gd name="T82" fmla="*/ 2 w 93"/>
                  <a:gd name="T83" fmla="*/ 20 h 44"/>
                  <a:gd name="T84" fmla="*/ 1 w 93"/>
                  <a:gd name="T85" fmla="*/ 17 h 44"/>
                  <a:gd name="T86" fmla="*/ 0 w 93"/>
                  <a:gd name="T87" fmla="*/ 15 h 44"/>
                  <a:gd name="T88" fmla="*/ 0 w 93"/>
                  <a:gd name="T89" fmla="*/ 11 h 44"/>
                  <a:gd name="T90" fmla="*/ 4 w 93"/>
                  <a:gd name="T91" fmla="*/ 9 h 44"/>
                  <a:gd name="T92" fmla="*/ 8 w 93"/>
                  <a:gd name="T93" fmla="*/ 8 h 44"/>
                  <a:gd name="T94" fmla="*/ 12 w 93"/>
                  <a:gd name="T95" fmla="*/ 7 h 44"/>
                  <a:gd name="T96" fmla="*/ 17 w 93"/>
                  <a:gd name="T97" fmla="*/ 7 h 44"/>
                  <a:gd name="T98" fmla="*/ 28 w 93"/>
                  <a:gd name="T99" fmla="*/ 6 h 44"/>
                  <a:gd name="T100" fmla="*/ 39 w 93"/>
                  <a:gd name="T101" fmla="*/ 6 h 44"/>
                  <a:gd name="T102" fmla="*/ 40 w 93"/>
                  <a:gd name="T103" fmla="*/ 5 h 44"/>
                  <a:gd name="T104" fmla="*/ 41 w 93"/>
                  <a:gd name="T105" fmla="*/ 4 h 44"/>
                  <a:gd name="T106" fmla="*/ 43 w 93"/>
                  <a:gd name="T107" fmla="*/ 3 h 44"/>
                  <a:gd name="T108" fmla="*/ 45 w 93"/>
                  <a:gd name="T109" fmla="*/ 3 h 44"/>
                  <a:gd name="T110" fmla="*/ 48 w 93"/>
                  <a:gd name="T111" fmla="*/ 2 h 44"/>
                  <a:gd name="T112" fmla="*/ 53 w 93"/>
                  <a:gd name="T113" fmla="*/ 2 h 44"/>
                  <a:gd name="T114" fmla="*/ 58 w 93"/>
                  <a:gd name="T115" fmla="*/ 3 h 44"/>
                  <a:gd name="T116" fmla="*/ 62 w 93"/>
                  <a:gd name="T117" fmla="*/ 2 h 44"/>
                  <a:gd name="T118" fmla="*/ 64 w 93"/>
                  <a:gd name="T119" fmla="*/ 2 h 44"/>
                  <a:gd name="T120" fmla="*/ 65 w 93"/>
                  <a:gd name="T121" fmla="*/ 1 h 44"/>
                  <a:gd name="T122" fmla="*/ 67 w 93"/>
                  <a:gd name="T123" fmla="*/ 0 h 44"/>
                  <a:gd name="T124" fmla="*/ 68 w 93"/>
                  <a:gd name="T1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3" h="44">
                    <a:moveTo>
                      <a:pt x="68" y="0"/>
                    </a:moveTo>
                    <a:lnTo>
                      <a:pt x="70" y="0"/>
                    </a:lnTo>
                    <a:lnTo>
                      <a:pt x="72" y="0"/>
                    </a:lnTo>
                    <a:lnTo>
                      <a:pt x="75" y="1"/>
                    </a:lnTo>
                    <a:lnTo>
                      <a:pt x="76" y="1"/>
                    </a:lnTo>
                    <a:lnTo>
                      <a:pt x="79" y="3"/>
                    </a:lnTo>
                    <a:lnTo>
                      <a:pt x="81" y="4"/>
                    </a:lnTo>
                    <a:lnTo>
                      <a:pt x="83" y="5"/>
                    </a:lnTo>
                    <a:lnTo>
                      <a:pt x="85" y="7"/>
                    </a:lnTo>
                    <a:lnTo>
                      <a:pt x="87" y="8"/>
                    </a:lnTo>
                    <a:lnTo>
                      <a:pt x="88" y="10"/>
                    </a:lnTo>
                    <a:lnTo>
                      <a:pt x="89" y="12"/>
                    </a:lnTo>
                    <a:lnTo>
                      <a:pt x="91" y="14"/>
                    </a:lnTo>
                    <a:lnTo>
                      <a:pt x="92" y="16"/>
                    </a:lnTo>
                    <a:lnTo>
                      <a:pt x="93" y="18"/>
                    </a:lnTo>
                    <a:lnTo>
                      <a:pt x="93" y="20"/>
                    </a:lnTo>
                    <a:lnTo>
                      <a:pt x="93" y="22"/>
                    </a:lnTo>
                    <a:lnTo>
                      <a:pt x="91" y="25"/>
                    </a:lnTo>
                    <a:lnTo>
                      <a:pt x="88" y="30"/>
                    </a:lnTo>
                    <a:lnTo>
                      <a:pt x="86" y="32"/>
                    </a:lnTo>
                    <a:lnTo>
                      <a:pt x="84" y="33"/>
                    </a:lnTo>
                    <a:lnTo>
                      <a:pt x="83" y="35"/>
                    </a:lnTo>
                    <a:lnTo>
                      <a:pt x="81" y="36"/>
                    </a:lnTo>
                    <a:lnTo>
                      <a:pt x="78" y="38"/>
                    </a:lnTo>
                    <a:lnTo>
                      <a:pt x="72" y="39"/>
                    </a:lnTo>
                    <a:lnTo>
                      <a:pt x="65" y="40"/>
                    </a:lnTo>
                    <a:lnTo>
                      <a:pt x="57" y="42"/>
                    </a:lnTo>
                    <a:lnTo>
                      <a:pt x="49" y="43"/>
                    </a:lnTo>
                    <a:lnTo>
                      <a:pt x="42" y="44"/>
                    </a:lnTo>
                    <a:lnTo>
                      <a:pt x="37" y="44"/>
                    </a:lnTo>
                    <a:lnTo>
                      <a:pt x="35" y="44"/>
                    </a:lnTo>
                    <a:lnTo>
                      <a:pt x="31" y="39"/>
                    </a:lnTo>
                    <a:lnTo>
                      <a:pt x="28" y="34"/>
                    </a:lnTo>
                    <a:lnTo>
                      <a:pt x="23" y="32"/>
                    </a:lnTo>
                    <a:lnTo>
                      <a:pt x="18" y="30"/>
                    </a:lnTo>
                    <a:lnTo>
                      <a:pt x="14" y="29"/>
                    </a:lnTo>
                    <a:lnTo>
                      <a:pt x="10" y="28"/>
                    </a:lnTo>
                    <a:lnTo>
                      <a:pt x="8" y="27"/>
                    </a:lnTo>
                    <a:lnTo>
                      <a:pt x="6" y="25"/>
                    </a:lnTo>
                    <a:lnTo>
                      <a:pt x="5" y="24"/>
                    </a:lnTo>
                    <a:lnTo>
                      <a:pt x="4" y="22"/>
                    </a:lnTo>
                    <a:lnTo>
                      <a:pt x="2" y="20"/>
                    </a:lnTo>
                    <a:lnTo>
                      <a:pt x="1" y="17"/>
                    </a:lnTo>
                    <a:lnTo>
                      <a:pt x="0" y="15"/>
                    </a:lnTo>
                    <a:lnTo>
                      <a:pt x="0" y="11"/>
                    </a:lnTo>
                    <a:lnTo>
                      <a:pt x="4" y="9"/>
                    </a:lnTo>
                    <a:lnTo>
                      <a:pt x="8" y="8"/>
                    </a:lnTo>
                    <a:lnTo>
                      <a:pt x="12" y="7"/>
                    </a:lnTo>
                    <a:lnTo>
                      <a:pt x="17" y="7"/>
                    </a:lnTo>
                    <a:lnTo>
                      <a:pt x="28" y="6"/>
                    </a:lnTo>
                    <a:lnTo>
                      <a:pt x="39" y="6"/>
                    </a:lnTo>
                    <a:lnTo>
                      <a:pt x="40" y="5"/>
                    </a:lnTo>
                    <a:lnTo>
                      <a:pt x="41" y="4"/>
                    </a:lnTo>
                    <a:lnTo>
                      <a:pt x="43" y="3"/>
                    </a:lnTo>
                    <a:lnTo>
                      <a:pt x="45" y="3"/>
                    </a:lnTo>
                    <a:lnTo>
                      <a:pt x="48" y="2"/>
                    </a:lnTo>
                    <a:lnTo>
                      <a:pt x="53" y="2"/>
                    </a:lnTo>
                    <a:lnTo>
                      <a:pt x="58" y="3"/>
                    </a:lnTo>
                    <a:lnTo>
                      <a:pt x="62" y="2"/>
                    </a:lnTo>
                    <a:lnTo>
                      <a:pt x="64" y="2"/>
                    </a:lnTo>
                    <a:lnTo>
                      <a:pt x="65" y="1"/>
                    </a:lnTo>
                    <a:lnTo>
                      <a:pt x="67" y="0"/>
                    </a:lnTo>
                    <a:lnTo>
                      <a:pt x="68"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7" name="ïsḻîďe"/>
              <p:cNvSpPr/>
              <p:nvPr userDrawn="1"/>
            </p:nvSpPr>
            <p:spPr bwMode="auto">
              <a:xfrm>
                <a:off x="5418138" y="3278188"/>
                <a:ext cx="92075" cy="284163"/>
              </a:xfrm>
              <a:custGeom>
                <a:avLst/>
                <a:gdLst>
                  <a:gd name="T0" fmla="*/ 28 w 58"/>
                  <a:gd name="T1" fmla="*/ 1 h 179"/>
                  <a:gd name="T2" fmla="*/ 31 w 58"/>
                  <a:gd name="T3" fmla="*/ 2 h 179"/>
                  <a:gd name="T4" fmla="*/ 33 w 58"/>
                  <a:gd name="T5" fmla="*/ 6 h 179"/>
                  <a:gd name="T6" fmla="*/ 38 w 58"/>
                  <a:gd name="T7" fmla="*/ 14 h 179"/>
                  <a:gd name="T8" fmla="*/ 43 w 58"/>
                  <a:gd name="T9" fmla="*/ 22 h 179"/>
                  <a:gd name="T10" fmla="*/ 46 w 58"/>
                  <a:gd name="T11" fmla="*/ 29 h 179"/>
                  <a:gd name="T12" fmla="*/ 47 w 58"/>
                  <a:gd name="T13" fmla="*/ 40 h 179"/>
                  <a:gd name="T14" fmla="*/ 49 w 58"/>
                  <a:gd name="T15" fmla="*/ 49 h 179"/>
                  <a:gd name="T16" fmla="*/ 49 w 58"/>
                  <a:gd name="T17" fmla="*/ 55 h 179"/>
                  <a:gd name="T18" fmla="*/ 51 w 58"/>
                  <a:gd name="T19" fmla="*/ 65 h 179"/>
                  <a:gd name="T20" fmla="*/ 55 w 58"/>
                  <a:gd name="T21" fmla="*/ 79 h 179"/>
                  <a:gd name="T22" fmla="*/ 58 w 58"/>
                  <a:gd name="T23" fmla="*/ 96 h 179"/>
                  <a:gd name="T24" fmla="*/ 58 w 58"/>
                  <a:gd name="T25" fmla="*/ 113 h 179"/>
                  <a:gd name="T26" fmla="*/ 57 w 58"/>
                  <a:gd name="T27" fmla="*/ 131 h 179"/>
                  <a:gd name="T28" fmla="*/ 54 w 58"/>
                  <a:gd name="T29" fmla="*/ 148 h 179"/>
                  <a:gd name="T30" fmla="*/ 50 w 58"/>
                  <a:gd name="T31" fmla="*/ 159 h 179"/>
                  <a:gd name="T32" fmla="*/ 46 w 58"/>
                  <a:gd name="T33" fmla="*/ 166 h 179"/>
                  <a:gd name="T34" fmla="*/ 42 w 58"/>
                  <a:gd name="T35" fmla="*/ 172 h 179"/>
                  <a:gd name="T36" fmla="*/ 38 w 58"/>
                  <a:gd name="T37" fmla="*/ 177 h 179"/>
                  <a:gd name="T38" fmla="*/ 33 w 58"/>
                  <a:gd name="T39" fmla="*/ 179 h 179"/>
                  <a:gd name="T40" fmla="*/ 27 w 58"/>
                  <a:gd name="T41" fmla="*/ 179 h 179"/>
                  <a:gd name="T42" fmla="*/ 22 w 58"/>
                  <a:gd name="T43" fmla="*/ 176 h 179"/>
                  <a:gd name="T44" fmla="*/ 16 w 58"/>
                  <a:gd name="T45" fmla="*/ 170 h 179"/>
                  <a:gd name="T46" fmla="*/ 10 w 58"/>
                  <a:gd name="T47" fmla="*/ 165 h 179"/>
                  <a:gd name="T48" fmla="*/ 5 w 58"/>
                  <a:gd name="T49" fmla="*/ 159 h 179"/>
                  <a:gd name="T50" fmla="*/ 2 w 58"/>
                  <a:gd name="T51" fmla="*/ 154 h 179"/>
                  <a:gd name="T52" fmla="*/ 1 w 58"/>
                  <a:gd name="T53" fmla="*/ 151 h 179"/>
                  <a:gd name="T54" fmla="*/ 0 w 58"/>
                  <a:gd name="T55" fmla="*/ 144 h 179"/>
                  <a:gd name="T56" fmla="*/ 2 w 58"/>
                  <a:gd name="T57" fmla="*/ 131 h 179"/>
                  <a:gd name="T58" fmla="*/ 4 w 58"/>
                  <a:gd name="T59" fmla="*/ 117 h 179"/>
                  <a:gd name="T60" fmla="*/ 10 w 58"/>
                  <a:gd name="T61" fmla="*/ 96 h 179"/>
                  <a:gd name="T62" fmla="*/ 17 w 58"/>
                  <a:gd name="T63" fmla="*/ 72 h 179"/>
                  <a:gd name="T64" fmla="*/ 20 w 58"/>
                  <a:gd name="T65" fmla="*/ 61 h 179"/>
                  <a:gd name="T66" fmla="*/ 21 w 58"/>
                  <a:gd name="T67" fmla="*/ 53 h 179"/>
                  <a:gd name="T68" fmla="*/ 19 w 58"/>
                  <a:gd name="T69" fmla="*/ 39 h 179"/>
                  <a:gd name="T70" fmla="*/ 18 w 58"/>
                  <a:gd name="T71" fmla="*/ 25 h 179"/>
                  <a:gd name="T72" fmla="*/ 17 w 58"/>
                  <a:gd name="T73" fmla="*/ 17 h 179"/>
                  <a:gd name="T74" fmla="*/ 18 w 58"/>
                  <a:gd name="T75" fmla="*/ 9 h 179"/>
                  <a:gd name="T76" fmla="*/ 18 w 58"/>
                  <a:gd name="T77" fmla="*/ 5 h 179"/>
                  <a:gd name="T78" fmla="*/ 20 w 58"/>
                  <a:gd name="T79" fmla="*/ 3 h 179"/>
                  <a:gd name="T80" fmla="*/ 22 w 58"/>
                  <a:gd name="T81" fmla="*/ 1 h 179"/>
                  <a:gd name="T82" fmla="*/ 24 w 58"/>
                  <a:gd name="T83" fmla="*/ 1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 h="179">
                    <a:moveTo>
                      <a:pt x="26" y="0"/>
                    </a:moveTo>
                    <a:lnTo>
                      <a:pt x="28" y="1"/>
                    </a:lnTo>
                    <a:lnTo>
                      <a:pt x="30" y="1"/>
                    </a:lnTo>
                    <a:lnTo>
                      <a:pt x="31" y="2"/>
                    </a:lnTo>
                    <a:lnTo>
                      <a:pt x="32" y="4"/>
                    </a:lnTo>
                    <a:lnTo>
                      <a:pt x="33" y="6"/>
                    </a:lnTo>
                    <a:lnTo>
                      <a:pt x="35" y="10"/>
                    </a:lnTo>
                    <a:lnTo>
                      <a:pt x="38" y="14"/>
                    </a:lnTo>
                    <a:lnTo>
                      <a:pt x="41" y="18"/>
                    </a:lnTo>
                    <a:lnTo>
                      <a:pt x="43" y="22"/>
                    </a:lnTo>
                    <a:lnTo>
                      <a:pt x="44" y="25"/>
                    </a:lnTo>
                    <a:lnTo>
                      <a:pt x="46" y="29"/>
                    </a:lnTo>
                    <a:lnTo>
                      <a:pt x="46" y="34"/>
                    </a:lnTo>
                    <a:lnTo>
                      <a:pt x="47" y="40"/>
                    </a:lnTo>
                    <a:lnTo>
                      <a:pt x="49" y="46"/>
                    </a:lnTo>
                    <a:lnTo>
                      <a:pt x="49" y="49"/>
                    </a:lnTo>
                    <a:lnTo>
                      <a:pt x="49" y="53"/>
                    </a:lnTo>
                    <a:lnTo>
                      <a:pt x="49" y="55"/>
                    </a:lnTo>
                    <a:lnTo>
                      <a:pt x="49" y="58"/>
                    </a:lnTo>
                    <a:lnTo>
                      <a:pt x="51" y="65"/>
                    </a:lnTo>
                    <a:lnTo>
                      <a:pt x="54" y="72"/>
                    </a:lnTo>
                    <a:lnTo>
                      <a:pt x="55" y="79"/>
                    </a:lnTo>
                    <a:lnTo>
                      <a:pt x="56" y="87"/>
                    </a:lnTo>
                    <a:lnTo>
                      <a:pt x="58" y="96"/>
                    </a:lnTo>
                    <a:lnTo>
                      <a:pt x="58" y="105"/>
                    </a:lnTo>
                    <a:lnTo>
                      <a:pt x="58" y="113"/>
                    </a:lnTo>
                    <a:lnTo>
                      <a:pt x="58" y="122"/>
                    </a:lnTo>
                    <a:lnTo>
                      <a:pt x="57" y="131"/>
                    </a:lnTo>
                    <a:lnTo>
                      <a:pt x="55" y="140"/>
                    </a:lnTo>
                    <a:lnTo>
                      <a:pt x="54" y="148"/>
                    </a:lnTo>
                    <a:lnTo>
                      <a:pt x="50" y="156"/>
                    </a:lnTo>
                    <a:lnTo>
                      <a:pt x="50" y="159"/>
                    </a:lnTo>
                    <a:lnTo>
                      <a:pt x="48" y="163"/>
                    </a:lnTo>
                    <a:lnTo>
                      <a:pt x="46" y="166"/>
                    </a:lnTo>
                    <a:lnTo>
                      <a:pt x="45" y="169"/>
                    </a:lnTo>
                    <a:lnTo>
                      <a:pt x="42" y="172"/>
                    </a:lnTo>
                    <a:lnTo>
                      <a:pt x="41" y="174"/>
                    </a:lnTo>
                    <a:lnTo>
                      <a:pt x="38" y="177"/>
                    </a:lnTo>
                    <a:lnTo>
                      <a:pt x="36" y="179"/>
                    </a:lnTo>
                    <a:lnTo>
                      <a:pt x="33" y="179"/>
                    </a:lnTo>
                    <a:lnTo>
                      <a:pt x="30" y="179"/>
                    </a:lnTo>
                    <a:lnTo>
                      <a:pt x="27" y="179"/>
                    </a:lnTo>
                    <a:lnTo>
                      <a:pt x="24" y="179"/>
                    </a:lnTo>
                    <a:lnTo>
                      <a:pt x="22" y="176"/>
                    </a:lnTo>
                    <a:lnTo>
                      <a:pt x="19" y="173"/>
                    </a:lnTo>
                    <a:lnTo>
                      <a:pt x="16" y="170"/>
                    </a:lnTo>
                    <a:lnTo>
                      <a:pt x="14" y="168"/>
                    </a:lnTo>
                    <a:lnTo>
                      <a:pt x="10" y="165"/>
                    </a:lnTo>
                    <a:lnTo>
                      <a:pt x="8" y="162"/>
                    </a:lnTo>
                    <a:lnTo>
                      <a:pt x="5" y="159"/>
                    </a:lnTo>
                    <a:lnTo>
                      <a:pt x="2" y="156"/>
                    </a:lnTo>
                    <a:lnTo>
                      <a:pt x="2" y="154"/>
                    </a:lnTo>
                    <a:lnTo>
                      <a:pt x="1" y="153"/>
                    </a:lnTo>
                    <a:lnTo>
                      <a:pt x="1" y="151"/>
                    </a:lnTo>
                    <a:lnTo>
                      <a:pt x="1" y="149"/>
                    </a:lnTo>
                    <a:lnTo>
                      <a:pt x="0" y="144"/>
                    </a:lnTo>
                    <a:lnTo>
                      <a:pt x="1" y="137"/>
                    </a:lnTo>
                    <a:lnTo>
                      <a:pt x="2" y="131"/>
                    </a:lnTo>
                    <a:lnTo>
                      <a:pt x="2" y="125"/>
                    </a:lnTo>
                    <a:lnTo>
                      <a:pt x="4" y="117"/>
                    </a:lnTo>
                    <a:lnTo>
                      <a:pt x="6" y="110"/>
                    </a:lnTo>
                    <a:lnTo>
                      <a:pt x="10" y="96"/>
                    </a:lnTo>
                    <a:lnTo>
                      <a:pt x="14" y="83"/>
                    </a:lnTo>
                    <a:lnTo>
                      <a:pt x="17" y="72"/>
                    </a:lnTo>
                    <a:lnTo>
                      <a:pt x="19" y="65"/>
                    </a:lnTo>
                    <a:lnTo>
                      <a:pt x="20" y="61"/>
                    </a:lnTo>
                    <a:lnTo>
                      <a:pt x="21" y="57"/>
                    </a:lnTo>
                    <a:lnTo>
                      <a:pt x="21" y="53"/>
                    </a:lnTo>
                    <a:lnTo>
                      <a:pt x="21" y="49"/>
                    </a:lnTo>
                    <a:lnTo>
                      <a:pt x="19" y="39"/>
                    </a:lnTo>
                    <a:lnTo>
                      <a:pt x="18" y="29"/>
                    </a:lnTo>
                    <a:lnTo>
                      <a:pt x="18" y="25"/>
                    </a:lnTo>
                    <a:lnTo>
                      <a:pt x="18" y="21"/>
                    </a:lnTo>
                    <a:lnTo>
                      <a:pt x="17" y="17"/>
                    </a:lnTo>
                    <a:lnTo>
                      <a:pt x="17" y="13"/>
                    </a:lnTo>
                    <a:lnTo>
                      <a:pt x="18" y="9"/>
                    </a:lnTo>
                    <a:lnTo>
                      <a:pt x="18" y="7"/>
                    </a:lnTo>
                    <a:lnTo>
                      <a:pt x="18" y="5"/>
                    </a:lnTo>
                    <a:lnTo>
                      <a:pt x="19" y="5"/>
                    </a:lnTo>
                    <a:lnTo>
                      <a:pt x="20" y="3"/>
                    </a:lnTo>
                    <a:lnTo>
                      <a:pt x="21" y="3"/>
                    </a:lnTo>
                    <a:lnTo>
                      <a:pt x="22" y="1"/>
                    </a:lnTo>
                    <a:lnTo>
                      <a:pt x="23" y="1"/>
                    </a:lnTo>
                    <a:lnTo>
                      <a:pt x="24" y="1"/>
                    </a:lnTo>
                    <a:lnTo>
                      <a:pt x="2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58" name="íşḻïḓe"/>
              <p:cNvSpPr/>
              <p:nvPr userDrawn="1"/>
            </p:nvSpPr>
            <p:spPr bwMode="auto">
              <a:xfrm>
                <a:off x="5619751" y="3341688"/>
                <a:ext cx="211138" cy="244475"/>
              </a:xfrm>
              <a:custGeom>
                <a:avLst/>
                <a:gdLst>
                  <a:gd name="T0" fmla="*/ 126 w 133"/>
                  <a:gd name="T1" fmla="*/ 1 h 154"/>
                  <a:gd name="T2" fmla="*/ 133 w 133"/>
                  <a:gd name="T3" fmla="*/ 5 h 154"/>
                  <a:gd name="T4" fmla="*/ 131 w 133"/>
                  <a:gd name="T5" fmla="*/ 11 h 154"/>
                  <a:gd name="T6" fmla="*/ 125 w 133"/>
                  <a:gd name="T7" fmla="*/ 23 h 154"/>
                  <a:gd name="T8" fmla="*/ 115 w 133"/>
                  <a:gd name="T9" fmla="*/ 33 h 154"/>
                  <a:gd name="T10" fmla="*/ 96 w 133"/>
                  <a:gd name="T11" fmla="*/ 49 h 154"/>
                  <a:gd name="T12" fmla="*/ 89 w 133"/>
                  <a:gd name="T13" fmla="*/ 58 h 154"/>
                  <a:gd name="T14" fmla="*/ 89 w 133"/>
                  <a:gd name="T15" fmla="*/ 67 h 154"/>
                  <a:gd name="T16" fmla="*/ 84 w 133"/>
                  <a:gd name="T17" fmla="*/ 74 h 154"/>
                  <a:gd name="T18" fmla="*/ 85 w 133"/>
                  <a:gd name="T19" fmla="*/ 85 h 154"/>
                  <a:gd name="T20" fmla="*/ 82 w 133"/>
                  <a:gd name="T21" fmla="*/ 95 h 154"/>
                  <a:gd name="T22" fmla="*/ 80 w 133"/>
                  <a:gd name="T23" fmla="*/ 108 h 154"/>
                  <a:gd name="T24" fmla="*/ 84 w 133"/>
                  <a:gd name="T25" fmla="*/ 128 h 154"/>
                  <a:gd name="T26" fmla="*/ 86 w 133"/>
                  <a:gd name="T27" fmla="*/ 139 h 154"/>
                  <a:gd name="T28" fmla="*/ 85 w 133"/>
                  <a:gd name="T29" fmla="*/ 145 h 154"/>
                  <a:gd name="T30" fmla="*/ 83 w 133"/>
                  <a:gd name="T31" fmla="*/ 149 h 154"/>
                  <a:gd name="T32" fmla="*/ 78 w 133"/>
                  <a:gd name="T33" fmla="*/ 153 h 154"/>
                  <a:gd name="T34" fmla="*/ 71 w 133"/>
                  <a:gd name="T35" fmla="*/ 154 h 154"/>
                  <a:gd name="T36" fmla="*/ 59 w 133"/>
                  <a:gd name="T37" fmla="*/ 152 h 154"/>
                  <a:gd name="T38" fmla="*/ 51 w 133"/>
                  <a:gd name="T39" fmla="*/ 149 h 154"/>
                  <a:gd name="T40" fmla="*/ 44 w 133"/>
                  <a:gd name="T41" fmla="*/ 146 h 154"/>
                  <a:gd name="T42" fmla="*/ 39 w 133"/>
                  <a:gd name="T43" fmla="*/ 141 h 154"/>
                  <a:gd name="T44" fmla="*/ 36 w 133"/>
                  <a:gd name="T45" fmla="*/ 137 h 154"/>
                  <a:gd name="T46" fmla="*/ 34 w 133"/>
                  <a:gd name="T47" fmla="*/ 123 h 154"/>
                  <a:gd name="T48" fmla="*/ 34 w 133"/>
                  <a:gd name="T49" fmla="*/ 107 h 154"/>
                  <a:gd name="T50" fmla="*/ 33 w 133"/>
                  <a:gd name="T51" fmla="*/ 83 h 154"/>
                  <a:gd name="T52" fmla="*/ 27 w 133"/>
                  <a:gd name="T53" fmla="*/ 81 h 154"/>
                  <a:gd name="T54" fmla="*/ 18 w 133"/>
                  <a:gd name="T55" fmla="*/ 85 h 154"/>
                  <a:gd name="T56" fmla="*/ 7 w 133"/>
                  <a:gd name="T57" fmla="*/ 77 h 154"/>
                  <a:gd name="T58" fmla="*/ 1 w 133"/>
                  <a:gd name="T59" fmla="*/ 69 h 154"/>
                  <a:gd name="T60" fmla="*/ 3 w 133"/>
                  <a:gd name="T61" fmla="*/ 65 h 154"/>
                  <a:gd name="T62" fmla="*/ 8 w 133"/>
                  <a:gd name="T63" fmla="*/ 61 h 154"/>
                  <a:gd name="T64" fmla="*/ 19 w 133"/>
                  <a:gd name="T65" fmla="*/ 61 h 154"/>
                  <a:gd name="T66" fmla="*/ 27 w 133"/>
                  <a:gd name="T67" fmla="*/ 60 h 154"/>
                  <a:gd name="T68" fmla="*/ 34 w 133"/>
                  <a:gd name="T69" fmla="*/ 55 h 154"/>
                  <a:gd name="T70" fmla="*/ 40 w 133"/>
                  <a:gd name="T71" fmla="*/ 46 h 154"/>
                  <a:gd name="T72" fmla="*/ 43 w 133"/>
                  <a:gd name="T73" fmla="*/ 41 h 154"/>
                  <a:gd name="T74" fmla="*/ 43 w 133"/>
                  <a:gd name="T75" fmla="*/ 28 h 154"/>
                  <a:gd name="T76" fmla="*/ 44 w 133"/>
                  <a:gd name="T77" fmla="*/ 21 h 154"/>
                  <a:gd name="T78" fmla="*/ 48 w 133"/>
                  <a:gd name="T79" fmla="*/ 17 h 154"/>
                  <a:gd name="T80" fmla="*/ 51 w 133"/>
                  <a:gd name="T81" fmla="*/ 14 h 154"/>
                  <a:gd name="T82" fmla="*/ 59 w 133"/>
                  <a:gd name="T83" fmla="*/ 15 h 154"/>
                  <a:gd name="T84" fmla="*/ 63 w 133"/>
                  <a:gd name="T85" fmla="*/ 19 h 154"/>
                  <a:gd name="T86" fmla="*/ 75 w 133"/>
                  <a:gd name="T87" fmla="*/ 25 h 154"/>
                  <a:gd name="T88" fmla="*/ 89 w 133"/>
                  <a:gd name="T89" fmla="*/ 28 h 154"/>
                  <a:gd name="T90" fmla="*/ 99 w 133"/>
                  <a:gd name="T91" fmla="*/ 17 h 154"/>
                  <a:gd name="T92" fmla="*/ 111 w 133"/>
                  <a:gd name="T93" fmla="*/ 8 h 154"/>
                  <a:gd name="T94" fmla="*/ 116 w 133"/>
                  <a:gd name="T95" fmla="*/ 2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154">
                    <a:moveTo>
                      <a:pt x="117" y="0"/>
                    </a:moveTo>
                    <a:lnTo>
                      <a:pt x="122" y="0"/>
                    </a:lnTo>
                    <a:lnTo>
                      <a:pt x="126" y="1"/>
                    </a:lnTo>
                    <a:lnTo>
                      <a:pt x="130" y="1"/>
                    </a:lnTo>
                    <a:lnTo>
                      <a:pt x="133" y="2"/>
                    </a:lnTo>
                    <a:lnTo>
                      <a:pt x="133" y="5"/>
                    </a:lnTo>
                    <a:lnTo>
                      <a:pt x="133" y="7"/>
                    </a:lnTo>
                    <a:lnTo>
                      <a:pt x="132" y="9"/>
                    </a:lnTo>
                    <a:lnTo>
                      <a:pt x="131" y="11"/>
                    </a:lnTo>
                    <a:lnTo>
                      <a:pt x="130" y="15"/>
                    </a:lnTo>
                    <a:lnTo>
                      <a:pt x="127" y="19"/>
                    </a:lnTo>
                    <a:lnTo>
                      <a:pt x="125" y="23"/>
                    </a:lnTo>
                    <a:lnTo>
                      <a:pt x="122" y="27"/>
                    </a:lnTo>
                    <a:lnTo>
                      <a:pt x="119" y="30"/>
                    </a:lnTo>
                    <a:lnTo>
                      <a:pt x="115" y="33"/>
                    </a:lnTo>
                    <a:lnTo>
                      <a:pt x="107" y="40"/>
                    </a:lnTo>
                    <a:lnTo>
                      <a:pt x="99" y="45"/>
                    </a:lnTo>
                    <a:lnTo>
                      <a:pt x="96" y="49"/>
                    </a:lnTo>
                    <a:lnTo>
                      <a:pt x="94" y="52"/>
                    </a:lnTo>
                    <a:lnTo>
                      <a:pt x="91" y="55"/>
                    </a:lnTo>
                    <a:lnTo>
                      <a:pt x="89" y="58"/>
                    </a:lnTo>
                    <a:lnTo>
                      <a:pt x="89" y="61"/>
                    </a:lnTo>
                    <a:lnTo>
                      <a:pt x="89" y="64"/>
                    </a:lnTo>
                    <a:lnTo>
                      <a:pt x="89" y="67"/>
                    </a:lnTo>
                    <a:lnTo>
                      <a:pt x="89" y="69"/>
                    </a:lnTo>
                    <a:lnTo>
                      <a:pt x="87" y="72"/>
                    </a:lnTo>
                    <a:lnTo>
                      <a:pt x="84" y="74"/>
                    </a:lnTo>
                    <a:lnTo>
                      <a:pt x="85" y="78"/>
                    </a:lnTo>
                    <a:lnTo>
                      <a:pt x="85" y="81"/>
                    </a:lnTo>
                    <a:lnTo>
                      <a:pt x="85" y="85"/>
                    </a:lnTo>
                    <a:lnTo>
                      <a:pt x="86" y="89"/>
                    </a:lnTo>
                    <a:lnTo>
                      <a:pt x="83" y="92"/>
                    </a:lnTo>
                    <a:lnTo>
                      <a:pt x="82" y="95"/>
                    </a:lnTo>
                    <a:lnTo>
                      <a:pt x="81" y="99"/>
                    </a:lnTo>
                    <a:lnTo>
                      <a:pt x="80" y="104"/>
                    </a:lnTo>
                    <a:lnTo>
                      <a:pt x="80" y="108"/>
                    </a:lnTo>
                    <a:lnTo>
                      <a:pt x="81" y="112"/>
                    </a:lnTo>
                    <a:lnTo>
                      <a:pt x="83" y="121"/>
                    </a:lnTo>
                    <a:lnTo>
                      <a:pt x="84" y="128"/>
                    </a:lnTo>
                    <a:lnTo>
                      <a:pt x="85" y="132"/>
                    </a:lnTo>
                    <a:lnTo>
                      <a:pt x="86" y="136"/>
                    </a:lnTo>
                    <a:lnTo>
                      <a:pt x="86" y="139"/>
                    </a:lnTo>
                    <a:lnTo>
                      <a:pt x="86" y="142"/>
                    </a:lnTo>
                    <a:lnTo>
                      <a:pt x="85" y="144"/>
                    </a:lnTo>
                    <a:lnTo>
                      <a:pt x="85" y="145"/>
                    </a:lnTo>
                    <a:lnTo>
                      <a:pt x="84" y="146"/>
                    </a:lnTo>
                    <a:lnTo>
                      <a:pt x="83" y="148"/>
                    </a:lnTo>
                    <a:lnTo>
                      <a:pt x="83" y="149"/>
                    </a:lnTo>
                    <a:lnTo>
                      <a:pt x="81" y="150"/>
                    </a:lnTo>
                    <a:lnTo>
                      <a:pt x="79" y="152"/>
                    </a:lnTo>
                    <a:lnTo>
                      <a:pt x="78" y="153"/>
                    </a:lnTo>
                    <a:lnTo>
                      <a:pt x="75" y="153"/>
                    </a:lnTo>
                    <a:lnTo>
                      <a:pt x="73" y="154"/>
                    </a:lnTo>
                    <a:lnTo>
                      <a:pt x="71" y="154"/>
                    </a:lnTo>
                    <a:lnTo>
                      <a:pt x="69" y="154"/>
                    </a:lnTo>
                    <a:lnTo>
                      <a:pt x="64" y="153"/>
                    </a:lnTo>
                    <a:lnTo>
                      <a:pt x="59" y="152"/>
                    </a:lnTo>
                    <a:lnTo>
                      <a:pt x="56" y="151"/>
                    </a:lnTo>
                    <a:lnTo>
                      <a:pt x="54" y="150"/>
                    </a:lnTo>
                    <a:lnTo>
                      <a:pt x="51" y="149"/>
                    </a:lnTo>
                    <a:lnTo>
                      <a:pt x="48" y="149"/>
                    </a:lnTo>
                    <a:lnTo>
                      <a:pt x="46" y="148"/>
                    </a:lnTo>
                    <a:lnTo>
                      <a:pt x="44" y="146"/>
                    </a:lnTo>
                    <a:lnTo>
                      <a:pt x="43" y="145"/>
                    </a:lnTo>
                    <a:lnTo>
                      <a:pt x="41" y="143"/>
                    </a:lnTo>
                    <a:lnTo>
                      <a:pt x="39" y="141"/>
                    </a:lnTo>
                    <a:lnTo>
                      <a:pt x="39" y="140"/>
                    </a:lnTo>
                    <a:lnTo>
                      <a:pt x="37" y="138"/>
                    </a:lnTo>
                    <a:lnTo>
                      <a:pt x="36" y="137"/>
                    </a:lnTo>
                    <a:lnTo>
                      <a:pt x="35" y="132"/>
                    </a:lnTo>
                    <a:lnTo>
                      <a:pt x="35" y="128"/>
                    </a:lnTo>
                    <a:lnTo>
                      <a:pt x="34" y="123"/>
                    </a:lnTo>
                    <a:lnTo>
                      <a:pt x="34" y="118"/>
                    </a:lnTo>
                    <a:lnTo>
                      <a:pt x="34" y="113"/>
                    </a:lnTo>
                    <a:lnTo>
                      <a:pt x="34" y="107"/>
                    </a:lnTo>
                    <a:lnTo>
                      <a:pt x="35" y="96"/>
                    </a:lnTo>
                    <a:lnTo>
                      <a:pt x="35" y="84"/>
                    </a:lnTo>
                    <a:lnTo>
                      <a:pt x="33" y="83"/>
                    </a:lnTo>
                    <a:lnTo>
                      <a:pt x="31" y="82"/>
                    </a:lnTo>
                    <a:lnTo>
                      <a:pt x="30" y="81"/>
                    </a:lnTo>
                    <a:lnTo>
                      <a:pt x="27" y="81"/>
                    </a:lnTo>
                    <a:lnTo>
                      <a:pt x="23" y="82"/>
                    </a:lnTo>
                    <a:lnTo>
                      <a:pt x="21" y="84"/>
                    </a:lnTo>
                    <a:lnTo>
                      <a:pt x="18" y="85"/>
                    </a:lnTo>
                    <a:lnTo>
                      <a:pt x="15" y="85"/>
                    </a:lnTo>
                    <a:lnTo>
                      <a:pt x="11" y="81"/>
                    </a:lnTo>
                    <a:lnTo>
                      <a:pt x="7" y="77"/>
                    </a:lnTo>
                    <a:lnTo>
                      <a:pt x="4" y="75"/>
                    </a:lnTo>
                    <a:lnTo>
                      <a:pt x="3" y="73"/>
                    </a:lnTo>
                    <a:lnTo>
                      <a:pt x="1" y="69"/>
                    </a:lnTo>
                    <a:lnTo>
                      <a:pt x="0" y="67"/>
                    </a:lnTo>
                    <a:lnTo>
                      <a:pt x="2" y="66"/>
                    </a:lnTo>
                    <a:lnTo>
                      <a:pt x="3" y="65"/>
                    </a:lnTo>
                    <a:lnTo>
                      <a:pt x="5" y="65"/>
                    </a:lnTo>
                    <a:lnTo>
                      <a:pt x="6" y="64"/>
                    </a:lnTo>
                    <a:lnTo>
                      <a:pt x="8" y="61"/>
                    </a:lnTo>
                    <a:lnTo>
                      <a:pt x="11" y="61"/>
                    </a:lnTo>
                    <a:lnTo>
                      <a:pt x="15" y="61"/>
                    </a:lnTo>
                    <a:lnTo>
                      <a:pt x="19" y="61"/>
                    </a:lnTo>
                    <a:lnTo>
                      <a:pt x="22" y="61"/>
                    </a:lnTo>
                    <a:lnTo>
                      <a:pt x="26" y="61"/>
                    </a:lnTo>
                    <a:lnTo>
                      <a:pt x="27" y="60"/>
                    </a:lnTo>
                    <a:lnTo>
                      <a:pt x="30" y="58"/>
                    </a:lnTo>
                    <a:lnTo>
                      <a:pt x="31" y="57"/>
                    </a:lnTo>
                    <a:lnTo>
                      <a:pt x="34" y="55"/>
                    </a:lnTo>
                    <a:lnTo>
                      <a:pt x="37" y="51"/>
                    </a:lnTo>
                    <a:lnTo>
                      <a:pt x="40" y="48"/>
                    </a:lnTo>
                    <a:lnTo>
                      <a:pt x="40" y="46"/>
                    </a:lnTo>
                    <a:lnTo>
                      <a:pt x="41" y="45"/>
                    </a:lnTo>
                    <a:lnTo>
                      <a:pt x="42" y="42"/>
                    </a:lnTo>
                    <a:lnTo>
                      <a:pt x="43" y="41"/>
                    </a:lnTo>
                    <a:lnTo>
                      <a:pt x="43" y="36"/>
                    </a:lnTo>
                    <a:lnTo>
                      <a:pt x="43" y="32"/>
                    </a:lnTo>
                    <a:lnTo>
                      <a:pt x="43" y="28"/>
                    </a:lnTo>
                    <a:lnTo>
                      <a:pt x="43" y="24"/>
                    </a:lnTo>
                    <a:lnTo>
                      <a:pt x="43" y="22"/>
                    </a:lnTo>
                    <a:lnTo>
                      <a:pt x="44" y="21"/>
                    </a:lnTo>
                    <a:lnTo>
                      <a:pt x="46" y="19"/>
                    </a:lnTo>
                    <a:lnTo>
                      <a:pt x="47" y="18"/>
                    </a:lnTo>
                    <a:lnTo>
                      <a:pt x="48" y="17"/>
                    </a:lnTo>
                    <a:lnTo>
                      <a:pt x="49" y="16"/>
                    </a:lnTo>
                    <a:lnTo>
                      <a:pt x="50" y="15"/>
                    </a:lnTo>
                    <a:lnTo>
                      <a:pt x="51" y="14"/>
                    </a:lnTo>
                    <a:lnTo>
                      <a:pt x="55" y="13"/>
                    </a:lnTo>
                    <a:lnTo>
                      <a:pt x="59" y="13"/>
                    </a:lnTo>
                    <a:lnTo>
                      <a:pt x="59" y="15"/>
                    </a:lnTo>
                    <a:lnTo>
                      <a:pt x="61" y="16"/>
                    </a:lnTo>
                    <a:lnTo>
                      <a:pt x="62" y="17"/>
                    </a:lnTo>
                    <a:lnTo>
                      <a:pt x="63" y="19"/>
                    </a:lnTo>
                    <a:lnTo>
                      <a:pt x="67" y="21"/>
                    </a:lnTo>
                    <a:lnTo>
                      <a:pt x="71" y="23"/>
                    </a:lnTo>
                    <a:lnTo>
                      <a:pt x="75" y="25"/>
                    </a:lnTo>
                    <a:lnTo>
                      <a:pt x="80" y="26"/>
                    </a:lnTo>
                    <a:lnTo>
                      <a:pt x="85" y="27"/>
                    </a:lnTo>
                    <a:lnTo>
                      <a:pt x="89" y="28"/>
                    </a:lnTo>
                    <a:lnTo>
                      <a:pt x="91" y="24"/>
                    </a:lnTo>
                    <a:lnTo>
                      <a:pt x="95" y="21"/>
                    </a:lnTo>
                    <a:lnTo>
                      <a:pt x="99" y="17"/>
                    </a:lnTo>
                    <a:lnTo>
                      <a:pt x="103" y="15"/>
                    </a:lnTo>
                    <a:lnTo>
                      <a:pt x="107" y="11"/>
                    </a:lnTo>
                    <a:lnTo>
                      <a:pt x="111" y="8"/>
                    </a:lnTo>
                    <a:lnTo>
                      <a:pt x="113" y="6"/>
                    </a:lnTo>
                    <a:lnTo>
                      <a:pt x="115" y="4"/>
                    </a:lnTo>
                    <a:lnTo>
                      <a:pt x="116" y="2"/>
                    </a:lnTo>
                    <a:lnTo>
                      <a:pt x="11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nvGrpSpPr>
            <p:cNvPr id="12" name="ïśľiḓê"/>
            <p:cNvGrpSpPr/>
            <p:nvPr userDrawn="1"/>
          </p:nvGrpSpPr>
          <p:grpSpPr>
            <a:xfrm>
              <a:off x="4302126" y="4013201"/>
              <a:ext cx="5973762" cy="336550"/>
              <a:chOff x="4302126" y="4013201"/>
              <a:chExt cx="5973762" cy="336550"/>
            </a:xfrm>
          </p:grpSpPr>
          <p:sp>
            <p:nvSpPr>
              <p:cNvPr id="13" name="ïşļïḍè"/>
              <p:cNvSpPr/>
              <p:nvPr userDrawn="1"/>
            </p:nvSpPr>
            <p:spPr bwMode="auto">
              <a:xfrm>
                <a:off x="4302126" y="4032251"/>
                <a:ext cx="141288" cy="234950"/>
              </a:xfrm>
              <a:custGeom>
                <a:avLst/>
                <a:gdLst>
                  <a:gd name="T0" fmla="*/ 87 w 89"/>
                  <a:gd name="T1" fmla="*/ 91 h 148"/>
                  <a:gd name="T2" fmla="*/ 82 w 89"/>
                  <a:gd name="T3" fmla="*/ 82 h 148"/>
                  <a:gd name="T4" fmla="*/ 74 w 89"/>
                  <a:gd name="T5" fmla="*/ 74 h 148"/>
                  <a:gd name="T6" fmla="*/ 63 w 89"/>
                  <a:gd name="T7" fmla="*/ 66 h 148"/>
                  <a:gd name="T8" fmla="*/ 51 w 89"/>
                  <a:gd name="T9" fmla="*/ 58 h 148"/>
                  <a:gd name="T10" fmla="*/ 35 w 89"/>
                  <a:gd name="T11" fmla="*/ 49 h 148"/>
                  <a:gd name="T12" fmla="*/ 27 w 89"/>
                  <a:gd name="T13" fmla="*/ 40 h 148"/>
                  <a:gd name="T14" fmla="*/ 26 w 89"/>
                  <a:gd name="T15" fmla="*/ 35 h 148"/>
                  <a:gd name="T16" fmla="*/ 26 w 89"/>
                  <a:gd name="T17" fmla="*/ 29 h 148"/>
                  <a:gd name="T18" fmla="*/ 27 w 89"/>
                  <a:gd name="T19" fmla="*/ 22 h 148"/>
                  <a:gd name="T20" fmla="*/ 31 w 89"/>
                  <a:gd name="T21" fmla="*/ 18 h 148"/>
                  <a:gd name="T22" fmla="*/ 36 w 89"/>
                  <a:gd name="T23" fmla="*/ 14 h 148"/>
                  <a:gd name="T24" fmla="*/ 43 w 89"/>
                  <a:gd name="T25" fmla="*/ 13 h 148"/>
                  <a:gd name="T26" fmla="*/ 52 w 89"/>
                  <a:gd name="T27" fmla="*/ 12 h 148"/>
                  <a:gd name="T28" fmla="*/ 63 w 89"/>
                  <a:gd name="T29" fmla="*/ 17 h 148"/>
                  <a:gd name="T30" fmla="*/ 71 w 89"/>
                  <a:gd name="T31" fmla="*/ 26 h 148"/>
                  <a:gd name="T32" fmla="*/ 75 w 89"/>
                  <a:gd name="T33" fmla="*/ 29 h 148"/>
                  <a:gd name="T34" fmla="*/ 79 w 89"/>
                  <a:gd name="T35" fmla="*/ 20 h 148"/>
                  <a:gd name="T36" fmla="*/ 82 w 89"/>
                  <a:gd name="T37" fmla="*/ 12 h 148"/>
                  <a:gd name="T38" fmla="*/ 75 w 89"/>
                  <a:gd name="T39" fmla="*/ 6 h 148"/>
                  <a:gd name="T40" fmla="*/ 63 w 89"/>
                  <a:gd name="T41" fmla="*/ 2 h 148"/>
                  <a:gd name="T42" fmla="*/ 49 w 89"/>
                  <a:gd name="T43" fmla="*/ 0 h 148"/>
                  <a:gd name="T44" fmla="*/ 33 w 89"/>
                  <a:gd name="T45" fmla="*/ 2 h 148"/>
                  <a:gd name="T46" fmla="*/ 21 w 89"/>
                  <a:gd name="T47" fmla="*/ 7 h 148"/>
                  <a:gd name="T48" fmla="*/ 11 w 89"/>
                  <a:gd name="T49" fmla="*/ 15 h 148"/>
                  <a:gd name="T50" fmla="*/ 5 w 89"/>
                  <a:gd name="T51" fmla="*/ 26 h 148"/>
                  <a:gd name="T52" fmla="*/ 1 w 89"/>
                  <a:gd name="T53" fmla="*/ 39 h 148"/>
                  <a:gd name="T54" fmla="*/ 2 w 89"/>
                  <a:gd name="T55" fmla="*/ 50 h 148"/>
                  <a:gd name="T56" fmla="*/ 5 w 89"/>
                  <a:gd name="T57" fmla="*/ 61 h 148"/>
                  <a:gd name="T58" fmla="*/ 10 w 89"/>
                  <a:gd name="T59" fmla="*/ 70 h 148"/>
                  <a:gd name="T60" fmla="*/ 18 w 89"/>
                  <a:gd name="T61" fmla="*/ 78 h 148"/>
                  <a:gd name="T62" fmla="*/ 28 w 89"/>
                  <a:gd name="T63" fmla="*/ 85 h 148"/>
                  <a:gd name="T64" fmla="*/ 43 w 89"/>
                  <a:gd name="T65" fmla="*/ 92 h 148"/>
                  <a:gd name="T66" fmla="*/ 56 w 89"/>
                  <a:gd name="T67" fmla="*/ 102 h 148"/>
                  <a:gd name="T68" fmla="*/ 60 w 89"/>
                  <a:gd name="T69" fmla="*/ 107 h 148"/>
                  <a:gd name="T70" fmla="*/ 63 w 89"/>
                  <a:gd name="T71" fmla="*/ 112 h 148"/>
                  <a:gd name="T72" fmla="*/ 63 w 89"/>
                  <a:gd name="T73" fmla="*/ 119 h 148"/>
                  <a:gd name="T74" fmla="*/ 61 w 89"/>
                  <a:gd name="T75" fmla="*/ 125 h 148"/>
                  <a:gd name="T76" fmla="*/ 58 w 89"/>
                  <a:gd name="T77" fmla="*/ 130 h 148"/>
                  <a:gd name="T78" fmla="*/ 53 w 89"/>
                  <a:gd name="T79" fmla="*/ 134 h 148"/>
                  <a:gd name="T80" fmla="*/ 47 w 89"/>
                  <a:gd name="T81" fmla="*/ 136 h 148"/>
                  <a:gd name="T82" fmla="*/ 39 w 89"/>
                  <a:gd name="T83" fmla="*/ 137 h 148"/>
                  <a:gd name="T84" fmla="*/ 31 w 89"/>
                  <a:gd name="T85" fmla="*/ 136 h 148"/>
                  <a:gd name="T86" fmla="*/ 23 w 89"/>
                  <a:gd name="T87" fmla="*/ 134 h 148"/>
                  <a:gd name="T88" fmla="*/ 18 w 89"/>
                  <a:gd name="T89" fmla="*/ 130 h 148"/>
                  <a:gd name="T90" fmla="*/ 14 w 89"/>
                  <a:gd name="T91" fmla="*/ 124 h 148"/>
                  <a:gd name="T92" fmla="*/ 11 w 89"/>
                  <a:gd name="T93" fmla="*/ 117 h 148"/>
                  <a:gd name="T94" fmla="*/ 5 w 89"/>
                  <a:gd name="T95" fmla="*/ 121 h 148"/>
                  <a:gd name="T96" fmla="*/ 0 w 89"/>
                  <a:gd name="T97" fmla="*/ 141 h 148"/>
                  <a:gd name="T98" fmla="*/ 12 w 89"/>
                  <a:gd name="T99" fmla="*/ 146 h 148"/>
                  <a:gd name="T100" fmla="*/ 25 w 89"/>
                  <a:gd name="T101" fmla="*/ 147 h 148"/>
                  <a:gd name="T102" fmla="*/ 40 w 89"/>
                  <a:gd name="T103" fmla="*/ 148 h 148"/>
                  <a:gd name="T104" fmla="*/ 57 w 89"/>
                  <a:gd name="T105" fmla="*/ 145 h 148"/>
                  <a:gd name="T106" fmla="*/ 70 w 89"/>
                  <a:gd name="T107" fmla="*/ 139 h 148"/>
                  <a:gd name="T108" fmla="*/ 80 w 89"/>
                  <a:gd name="T109" fmla="*/ 130 h 148"/>
                  <a:gd name="T110" fmla="*/ 86 w 89"/>
                  <a:gd name="T111" fmla="*/ 118 h 148"/>
                  <a:gd name="T112" fmla="*/ 89 w 89"/>
                  <a:gd name="T113" fmla="*/ 103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148">
                    <a:moveTo>
                      <a:pt x="88" y="97"/>
                    </a:moveTo>
                    <a:lnTo>
                      <a:pt x="87" y="94"/>
                    </a:lnTo>
                    <a:lnTo>
                      <a:pt x="87" y="91"/>
                    </a:lnTo>
                    <a:lnTo>
                      <a:pt x="85" y="88"/>
                    </a:lnTo>
                    <a:lnTo>
                      <a:pt x="83" y="85"/>
                    </a:lnTo>
                    <a:lnTo>
                      <a:pt x="82" y="82"/>
                    </a:lnTo>
                    <a:lnTo>
                      <a:pt x="79" y="79"/>
                    </a:lnTo>
                    <a:lnTo>
                      <a:pt x="77" y="77"/>
                    </a:lnTo>
                    <a:lnTo>
                      <a:pt x="74" y="74"/>
                    </a:lnTo>
                    <a:lnTo>
                      <a:pt x="71" y="71"/>
                    </a:lnTo>
                    <a:lnTo>
                      <a:pt x="67" y="69"/>
                    </a:lnTo>
                    <a:lnTo>
                      <a:pt x="63" y="66"/>
                    </a:lnTo>
                    <a:lnTo>
                      <a:pt x="59" y="63"/>
                    </a:lnTo>
                    <a:lnTo>
                      <a:pt x="55" y="61"/>
                    </a:lnTo>
                    <a:lnTo>
                      <a:pt x="51" y="58"/>
                    </a:lnTo>
                    <a:lnTo>
                      <a:pt x="45" y="55"/>
                    </a:lnTo>
                    <a:lnTo>
                      <a:pt x="40" y="52"/>
                    </a:lnTo>
                    <a:lnTo>
                      <a:pt x="35" y="49"/>
                    </a:lnTo>
                    <a:lnTo>
                      <a:pt x="32" y="46"/>
                    </a:lnTo>
                    <a:lnTo>
                      <a:pt x="29" y="42"/>
                    </a:lnTo>
                    <a:lnTo>
                      <a:pt x="27" y="40"/>
                    </a:lnTo>
                    <a:lnTo>
                      <a:pt x="27" y="38"/>
                    </a:lnTo>
                    <a:lnTo>
                      <a:pt x="26" y="36"/>
                    </a:lnTo>
                    <a:lnTo>
                      <a:pt x="26" y="35"/>
                    </a:lnTo>
                    <a:lnTo>
                      <a:pt x="26" y="34"/>
                    </a:lnTo>
                    <a:lnTo>
                      <a:pt x="26" y="30"/>
                    </a:lnTo>
                    <a:lnTo>
                      <a:pt x="26" y="29"/>
                    </a:lnTo>
                    <a:lnTo>
                      <a:pt x="27" y="26"/>
                    </a:lnTo>
                    <a:lnTo>
                      <a:pt x="27" y="25"/>
                    </a:lnTo>
                    <a:lnTo>
                      <a:pt x="27" y="22"/>
                    </a:lnTo>
                    <a:lnTo>
                      <a:pt x="29" y="21"/>
                    </a:lnTo>
                    <a:lnTo>
                      <a:pt x="30" y="19"/>
                    </a:lnTo>
                    <a:lnTo>
                      <a:pt x="31" y="18"/>
                    </a:lnTo>
                    <a:lnTo>
                      <a:pt x="33" y="17"/>
                    </a:lnTo>
                    <a:lnTo>
                      <a:pt x="35" y="15"/>
                    </a:lnTo>
                    <a:lnTo>
                      <a:pt x="36" y="14"/>
                    </a:lnTo>
                    <a:lnTo>
                      <a:pt x="39" y="14"/>
                    </a:lnTo>
                    <a:lnTo>
                      <a:pt x="40" y="13"/>
                    </a:lnTo>
                    <a:lnTo>
                      <a:pt x="43" y="13"/>
                    </a:lnTo>
                    <a:lnTo>
                      <a:pt x="46" y="12"/>
                    </a:lnTo>
                    <a:lnTo>
                      <a:pt x="48" y="12"/>
                    </a:lnTo>
                    <a:lnTo>
                      <a:pt x="52" y="12"/>
                    </a:lnTo>
                    <a:lnTo>
                      <a:pt x="56" y="14"/>
                    </a:lnTo>
                    <a:lnTo>
                      <a:pt x="59" y="14"/>
                    </a:lnTo>
                    <a:lnTo>
                      <a:pt x="63" y="17"/>
                    </a:lnTo>
                    <a:lnTo>
                      <a:pt x="66" y="19"/>
                    </a:lnTo>
                    <a:lnTo>
                      <a:pt x="68" y="22"/>
                    </a:lnTo>
                    <a:lnTo>
                      <a:pt x="71" y="26"/>
                    </a:lnTo>
                    <a:lnTo>
                      <a:pt x="73" y="30"/>
                    </a:lnTo>
                    <a:lnTo>
                      <a:pt x="75" y="30"/>
                    </a:lnTo>
                    <a:lnTo>
                      <a:pt x="75" y="29"/>
                    </a:lnTo>
                    <a:lnTo>
                      <a:pt x="77" y="26"/>
                    </a:lnTo>
                    <a:lnTo>
                      <a:pt x="77" y="24"/>
                    </a:lnTo>
                    <a:lnTo>
                      <a:pt x="79" y="20"/>
                    </a:lnTo>
                    <a:lnTo>
                      <a:pt x="79" y="18"/>
                    </a:lnTo>
                    <a:lnTo>
                      <a:pt x="81" y="14"/>
                    </a:lnTo>
                    <a:lnTo>
                      <a:pt x="82" y="12"/>
                    </a:lnTo>
                    <a:lnTo>
                      <a:pt x="83" y="10"/>
                    </a:lnTo>
                    <a:lnTo>
                      <a:pt x="79" y="8"/>
                    </a:lnTo>
                    <a:lnTo>
                      <a:pt x="75" y="6"/>
                    </a:lnTo>
                    <a:lnTo>
                      <a:pt x="71" y="4"/>
                    </a:lnTo>
                    <a:lnTo>
                      <a:pt x="67" y="2"/>
                    </a:lnTo>
                    <a:lnTo>
                      <a:pt x="63" y="2"/>
                    </a:lnTo>
                    <a:lnTo>
                      <a:pt x="59" y="1"/>
                    </a:lnTo>
                    <a:lnTo>
                      <a:pt x="54" y="0"/>
                    </a:lnTo>
                    <a:lnTo>
                      <a:pt x="49" y="0"/>
                    </a:lnTo>
                    <a:lnTo>
                      <a:pt x="43" y="1"/>
                    </a:lnTo>
                    <a:lnTo>
                      <a:pt x="38" y="1"/>
                    </a:lnTo>
                    <a:lnTo>
                      <a:pt x="33" y="2"/>
                    </a:lnTo>
                    <a:lnTo>
                      <a:pt x="29" y="3"/>
                    </a:lnTo>
                    <a:lnTo>
                      <a:pt x="25" y="6"/>
                    </a:lnTo>
                    <a:lnTo>
                      <a:pt x="21" y="7"/>
                    </a:lnTo>
                    <a:lnTo>
                      <a:pt x="17" y="10"/>
                    </a:lnTo>
                    <a:lnTo>
                      <a:pt x="14" y="12"/>
                    </a:lnTo>
                    <a:lnTo>
                      <a:pt x="11" y="15"/>
                    </a:lnTo>
                    <a:lnTo>
                      <a:pt x="8" y="18"/>
                    </a:lnTo>
                    <a:lnTo>
                      <a:pt x="7" y="22"/>
                    </a:lnTo>
                    <a:lnTo>
                      <a:pt x="5" y="26"/>
                    </a:lnTo>
                    <a:lnTo>
                      <a:pt x="3" y="30"/>
                    </a:lnTo>
                    <a:lnTo>
                      <a:pt x="3" y="34"/>
                    </a:lnTo>
                    <a:lnTo>
                      <a:pt x="1" y="39"/>
                    </a:lnTo>
                    <a:lnTo>
                      <a:pt x="1" y="44"/>
                    </a:lnTo>
                    <a:lnTo>
                      <a:pt x="1" y="47"/>
                    </a:lnTo>
                    <a:lnTo>
                      <a:pt x="2" y="50"/>
                    </a:lnTo>
                    <a:lnTo>
                      <a:pt x="3" y="54"/>
                    </a:lnTo>
                    <a:lnTo>
                      <a:pt x="3" y="58"/>
                    </a:lnTo>
                    <a:lnTo>
                      <a:pt x="5" y="61"/>
                    </a:lnTo>
                    <a:lnTo>
                      <a:pt x="6" y="64"/>
                    </a:lnTo>
                    <a:lnTo>
                      <a:pt x="8" y="66"/>
                    </a:lnTo>
                    <a:lnTo>
                      <a:pt x="10" y="70"/>
                    </a:lnTo>
                    <a:lnTo>
                      <a:pt x="12" y="72"/>
                    </a:lnTo>
                    <a:lnTo>
                      <a:pt x="15" y="75"/>
                    </a:lnTo>
                    <a:lnTo>
                      <a:pt x="18" y="78"/>
                    </a:lnTo>
                    <a:lnTo>
                      <a:pt x="21" y="80"/>
                    </a:lnTo>
                    <a:lnTo>
                      <a:pt x="24" y="82"/>
                    </a:lnTo>
                    <a:lnTo>
                      <a:pt x="28" y="85"/>
                    </a:lnTo>
                    <a:lnTo>
                      <a:pt x="32" y="86"/>
                    </a:lnTo>
                    <a:lnTo>
                      <a:pt x="36" y="89"/>
                    </a:lnTo>
                    <a:lnTo>
                      <a:pt x="43" y="92"/>
                    </a:lnTo>
                    <a:lnTo>
                      <a:pt x="48" y="95"/>
                    </a:lnTo>
                    <a:lnTo>
                      <a:pt x="53" y="99"/>
                    </a:lnTo>
                    <a:lnTo>
                      <a:pt x="56" y="102"/>
                    </a:lnTo>
                    <a:lnTo>
                      <a:pt x="58" y="103"/>
                    </a:lnTo>
                    <a:lnTo>
                      <a:pt x="59" y="105"/>
                    </a:lnTo>
                    <a:lnTo>
                      <a:pt x="60" y="107"/>
                    </a:lnTo>
                    <a:lnTo>
                      <a:pt x="62" y="109"/>
                    </a:lnTo>
                    <a:lnTo>
                      <a:pt x="62" y="111"/>
                    </a:lnTo>
                    <a:lnTo>
                      <a:pt x="63" y="112"/>
                    </a:lnTo>
                    <a:lnTo>
                      <a:pt x="63" y="114"/>
                    </a:lnTo>
                    <a:lnTo>
                      <a:pt x="63" y="115"/>
                    </a:lnTo>
                    <a:lnTo>
                      <a:pt x="63" y="119"/>
                    </a:lnTo>
                    <a:lnTo>
                      <a:pt x="63" y="121"/>
                    </a:lnTo>
                    <a:lnTo>
                      <a:pt x="62" y="123"/>
                    </a:lnTo>
                    <a:lnTo>
                      <a:pt x="61" y="125"/>
                    </a:lnTo>
                    <a:lnTo>
                      <a:pt x="60" y="127"/>
                    </a:lnTo>
                    <a:lnTo>
                      <a:pt x="59" y="128"/>
                    </a:lnTo>
                    <a:lnTo>
                      <a:pt x="58" y="130"/>
                    </a:lnTo>
                    <a:lnTo>
                      <a:pt x="56" y="131"/>
                    </a:lnTo>
                    <a:lnTo>
                      <a:pt x="55" y="132"/>
                    </a:lnTo>
                    <a:lnTo>
                      <a:pt x="53" y="134"/>
                    </a:lnTo>
                    <a:lnTo>
                      <a:pt x="51" y="135"/>
                    </a:lnTo>
                    <a:lnTo>
                      <a:pt x="49" y="135"/>
                    </a:lnTo>
                    <a:lnTo>
                      <a:pt x="47" y="136"/>
                    </a:lnTo>
                    <a:lnTo>
                      <a:pt x="44" y="136"/>
                    </a:lnTo>
                    <a:lnTo>
                      <a:pt x="42" y="137"/>
                    </a:lnTo>
                    <a:lnTo>
                      <a:pt x="39" y="137"/>
                    </a:lnTo>
                    <a:lnTo>
                      <a:pt x="36" y="137"/>
                    </a:lnTo>
                    <a:lnTo>
                      <a:pt x="33" y="136"/>
                    </a:lnTo>
                    <a:lnTo>
                      <a:pt x="31" y="136"/>
                    </a:lnTo>
                    <a:lnTo>
                      <a:pt x="28" y="135"/>
                    </a:lnTo>
                    <a:lnTo>
                      <a:pt x="26" y="135"/>
                    </a:lnTo>
                    <a:lnTo>
                      <a:pt x="23" y="134"/>
                    </a:lnTo>
                    <a:lnTo>
                      <a:pt x="21" y="132"/>
                    </a:lnTo>
                    <a:lnTo>
                      <a:pt x="19" y="131"/>
                    </a:lnTo>
                    <a:lnTo>
                      <a:pt x="18" y="130"/>
                    </a:lnTo>
                    <a:lnTo>
                      <a:pt x="16" y="128"/>
                    </a:lnTo>
                    <a:lnTo>
                      <a:pt x="15" y="126"/>
                    </a:lnTo>
                    <a:lnTo>
                      <a:pt x="14" y="124"/>
                    </a:lnTo>
                    <a:lnTo>
                      <a:pt x="12" y="122"/>
                    </a:lnTo>
                    <a:lnTo>
                      <a:pt x="11" y="119"/>
                    </a:lnTo>
                    <a:lnTo>
                      <a:pt x="11" y="117"/>
                    </a:lnTo>
                    <a:lnTo>
                      <a:pt x="10" y="114"/>
                    </a:lnTo>
                    <a:lnTo>
                      <a:pt x="6" y="114"/>
                    </a:lnTo>
                    <a:lnTo>
                      <a:pt x="5" y="121"/>
                    </a:lnTo>
                    <a:lnTo>
                      <a:pt x="3" y="128"/>
                    </a:lnTo>
                    <a:lnTo>
                      <a:pt x="3" y="135"/>
                    </a:lnTo>
                    <a:lnTo>
                      <a:pt x="0" y="141"/>
                    </a:lnTo>
                    <a:lnTo>
                      <a:pt x="4" y="143"/>
                    </a:lnTo>
                    <a:lnTo>
                      <a:pt x="8" y="144"/>
                    </a:lnTo>
                    <a:lnTo>
                      <a:pt x="12" y="146"/>
                    </a:lnTo>
                    <a:lnTo>
                      <a:pt x="17" y="147"/>
                    </a:lnTo>
                    <a:lnTo>
                      <a:pt x="21" y="147"/>
                    </a:lnTo>
                    <a:lnTo>
                      <a:pt x="25" y="147"/>
                    </a:lnTo>
                    <a:lnTo>
                      <a:pt x="29" y="148"/>
                    </a:lnTo>
                    <a:lnTo>
                      <a:pt x="34" y="148"/>
                    </a:lnTo>
                    <a:lnTo>
                      <a:pt x="40" y="148"/>
                    </a:lnTo>
                    <a:lnTo>
                      <a:pt x="46" y="147"/>
                    </a:lnTo>
                    <a:lnTo>
                      <a:pt x="51" y="146"/>
                    </a:lnTo>
                    <a:lnTo>
                      <a:pt x="57" y="145"/>
                    </a:lnTo>
                    <a:lnTo>
                      <a:pt x="62" y="143"/>
                    </a:lnTo>
                    <a:lnTo>
                      <a:pt x="66" y="141"/>
                    </a:lnTo>
                    <a:lnTo>
                      <a:pt x="70" y="139"/>
                    </a:lnTo>
                    <a:lnTo>
                      <a:pt x="74" y="136"/>
                    </a:lnTo>
                    <a:lnTo>
                      <a:pt x="77" y="133"/>
                    </a:lnTo>
                    <a:lnTo>
                      <a:pt x="80" y="130"/>
                    </a:lnTo>
                    <a:lnTo>
                      <a:pt x="83" y="127"/>
                    </a:lnTo>
                    <a:lnTo>
                      <a:pt x="84" y="123"/>
                    </a:lnTo>
                    <a:lnTo>
                      <a:pt x="86" y="118"/>
                    </a:lnTo>
                    <a:lnTo>
                      <a:pt x="87" y="114"/>
                    </a:lnTo>
                    <a:lnTo>
                      <a:pt x="88" y="109"/>
                    </a:lnTo>
                    <a:lnTo>
                      <a:pt x="89" y="103"/>
                    </a:lnTo>
                    <a:lnTo>
                      <a:pt x="89" y="100"/>
                    </a:lnTo>
                    <a:lnTo>
                      <a:pt x="88" y="9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4" name="ïśḷíḓé"/>
              <p:cNvSpPr/>
              <p:nvPr userDrawn="1"/>
            </p:nvSpPr>
            <p:spPr bwMode="auto">
              <a:xfrm>
                <a:off x="4483101" y="4102101"/>
                <a:ext cx="161925" cy="163513"/>
              </a:xfrm>
              <a:custGeom>
                <a:avLst/>
                <a:gdLst>
                  <a:gd name="T0" fmla="*/ 100 w 102"/>
                  <a:gd name="T1" fmla="*/ 34 h 103"/>
                  <a:gd name="T2" fmla="*/ 97 w 102"/>
                  <a:gd name="T3" fmla="*/ 25 h 103"/>
                  <a:gd name="T4" fmla="*/ 92 w 102"/>
                  <a:gd name="T5" fmla="*/ 17 h 103"/>
                  <a:gd name="T6" fmla="*/ 85 w 102"/>
                  <a:gd name="T7" fmla="*/ 10 h 103"/>
                  <a:gd name="T8" fmla="*/ 77 w 102"/>
                  <a:gd name="T9" fmla="*/ 6 h 103"/>
                  <a:gd name="T10" fmla="*/ 68 w 102"/>
                  <a:gd name="T11" fmla="*/ 2 h 103"/>
                  <a:gd name="T12" fmla="*/ 57 w 102"/>
                  <a:gd name="T13" fmla="*/ 1 h 103"/>
                  <a:gd name="T14" fmla="*/ 45 w 102"/>
                  <a:gd name="T15" fmla="*/ 1 h 103"/>
                  <a:gd name="T16" fmla="*/ 34 w 102"/>
                  <a:gd name="T17" fmla="*/ 2 h 103"/>
                  <a:gd name="T18" fmla="*/ 25 w 102"/>
                  <a:gd name="T19" fmla="*/ 6 h 103"/>
                  <a:gd name="T20" fmla="*/ 17 w 102"/>
                  <a:gd name="T21" fmla="*/ 12 h 103"/>
                  <a:gd name="T22" fmla="*/ 10 w 102"/>
                  <a:gd name="T23" fmla="*/ 18 h 103"/>
                  <a:gd name="T24" fmla="*/ 5 w 102"/>
                  <a:gd name="T25" fmla="*/ 27 h 103"/>
                  <a:gd name="T26" fmla="*/ 2 w 102"/>
                  <a:gd name="T27" fmla="*/ 37 h 103"/>
                  <a:gd name="T28" fmla="*/ 0 w 102"/>
                  <a:gd name="T29" fmla="*/ 48 h 103"/>
                  <a:gd name="T30" fmla="*/ 0 w 102"/>
                  <a:gd name="T31" fmla="*/ 61 h 103"/>
                  <a:gd name="T32" fmla="*/ 2 w 102"/>
                  <a:gd name="T33" fmla="*/ 71 h 103"/>
                  <a:gd name="T34" fmla="*/ 5 w 102"/>
                  <a:gd name="T35" fmla="*/ 80 h 103"/>
                  <a:gd name="T36" fmla="*/ 10 w 102"/>
                  <a:gd name="T37" fmla="*/ 87 h 103"/>
                  <a:gd name="T38" fmla="*/ 17 w 102"/>
                  <a:gd name="T39" fmla="*/ 94 h 103"/>
                  <a:gd name="T40" fmla="*/ 25 w 102"/>
                  <a:gd name="T41" fmla="*/ 98 h 103"/>
                  <a:gd name="T42" fmla="*/ 34 w 102"/>
                  <a:gd name="T43" fmla="*/ 102 h 103"/>
                  <a:gd name="T44" fmla="*/ 45 w 102"/>
                  <a:gd name="T45" fmla="*/ 103 h 103"/>
                  <a:gd name="T46" fmla="*/ 57 w 102"/>
                  <a:gd name="T47" fmla="*/ 103 h 103"/>
                  <a:gd name="T48" fmla="*/ 68 w 102"/>
                  <a:gd name="T49" fmla="*/ 102 h 103"/>
                  <a:gd name="T50" fmla="*/ 77 w 102"/>
                  <a:gd name="T51" fmla="*/ 98 h 103"/>
                  <a:gd name="T52" fmla="*/ 85 w 102"/>
                  <a:gd name="T53" fmla="*/ 92 h 103"/>
                  <a:gd name="T54" fmla="*/ 92 w 102"/>
                  <a:gd name="T55" fmla="*/ 86 h 103"/>
                  <a:gd name="T56" fmla="*/ 97 w 102"/>
                  <a:gd name="T57" fmla="*/ 78 h 103"/>
                  <a:gd name="T58" fmla="*/ 100 w 102"/>
                  <a:gd name="T59" fmla="*/ 68 h 103"/>
                  <a:gd name="T60" fmla="*/ 102 w 102"/>
                  <a:gd name="T61" fmla="*/ 56 h 103"/>
                  <a:gd name="T62" fmla="*/ 102 w 102"/>
                  <a:gd name="T63" fmla="*/ 44 h 103"/>
                  <a:gd name="T64" fmla="*/ 71 w 102"/>
                  <a:gd name="T65" fmla="*/ 58 h 103"/>
                  <a:gd name="T66" fmla="*/ 69 w 102"/>
                  <a:gd name="T67" fmla="*/ 72 h 103"/>
                  <a:gd name="T68" fmla="*/ 67 w 102"/>
                  <a:gd name="T69" fmla="*/ 79 h 103"/>
                  <a:gd name="T70" fmla="*/ 65 w 102"/>
                  <a:gd name="T71" fmla="*/ 86 h 103"/>
                  <a:gd name="T72" fmla="*/ 61 w 102"/>
                  <a:gd name="T73" fmla="*/ 91 h 103"/>
                  <a:gd name="T74" fmla="*/ 57 w 102"/>
                  <a:gd name="T75" fmla="*/ 94 h 103"/>
                  <a:gd name="T76" fmla="*/ 53 w 102"/>
                  <a:gd name="T77" fmla="*/ 95 h 103"/>
                  <a:gd name="T78" fmla="*/ 49 w 102"/>
                  <a:gd name="T79" fmla="*/ 95 h 103"/>
                  <a:gd name="T80" fmla="*/ 45 w 102"/>
                  <a:gd name="T81" fmla="*/ 94 h 103"/>
                  <a:gd name="T82" fmla="*/ 41 w 102"/>
                  <a:gd name="T83" fmla="*/ 91 h 103"/>
                  <a:gd name="T84" fmla="*/ 37 w 102"/>
                  <a:gd name="T85" fmla="*/ 87 h 103"/>
                  <a:gd name="T86" fmla="*/ 35 w 102"/>
                  <a:gd name="T87" fmla="*/ 83 h 103"/>
                  <a:gd name="T88" fmla="*/ 33 w 102"/>
                  <a:gd name="T89" fmla="*/ 75 h 103"/>
                  <a:gd name="T90" fmla="*/ 32 w 102"/>
                  <a:gd name="T91" fmla="*/ 68 h 103"/>
                  <a:gd name="T92" fmla="*/ 31 w 102"/>
                  <a:gd name="T93" fmla="*/ 59 h 103"/>
                  <a:gd name="T94" fmla="*/ 31 w 102"/>
                  <a:gd name="T95" fmla="*/ 49 h 103"/>
                  <a:gd name="T96" fmla="*/ 32 w 102"/>
                  <a:gd name="T97" fmla="*/ 38 h 103"/>
                  <a:gd name="T98" fmla="*/ 33 w 102"/>
                  <a:gd name="T99" fmla="*/ 30 h 103"/>
                  <a:gd name="T100" fmla="*/ 35 w 102"/>
                  <a:gd name="T101" fmla="*/ 23 h 103"/>
                  <a:gd name="T102" fmla="*/ 37 w 102"/>
                  <a:gd name="T103" fmla="*/ 18 h 103"/>
                  <a:gd name="T104" fmla="*/ 41 w 102"/>
                  <a:gd name="T105" fmla="*/ 14 h 103"/>
                  <a:gd name="T106" fmla="*/ 45 w 102"/>
                  <a:gd name="T107" fmla="*/ 10 h 103"/>
                  <a:gd name="T108" fmla="*/ 49 w 102"/>
                  <a:gd name="T109" fmla="*/ 9 h 103"/>
                  <a:gd name="T110" fmla="*/ 54 w 102"/>
                  <a:gd name="T111" fmla="*/ 9 h 103"/>
                  <a:gd name="T112" fmla="*/ 58 w 102"/>
                  <a:gd name="T113" fmla="*/ 10 h 103"/>
                  <a:gd name="T114" fmla="*/ 62 w 102"/>
                  <a:gd name="T115" fmla="*/ 13 h 103"/>
                  <a:gd name="T116" fmla="*/ 65 w 102"/>
                  <a:gd name="T117" fmla="*/ 16 h 103"/>
                  <a:gd name="T118" fmla="*/ 68 w 102"/>
                  <a:gd name="T119" fmla="*/ 22 h 103"/>
                  <a:gd name="T120" fmla="*/ 69 w 102"/>
                  <a:gd name="T121" fmla="*/ 27 h 103"/>
                  <a:gd name="T122" fmla="*/ 71 w 102"/>
                  <a:gd name="T123" fmla="*/ 38 h 103"/>
                  <a:gd name="T124" fmla="*/ 71 w 102"/>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2" h="103">
                    <a:moveTo>
                      <a:pt x="101" y="38"/>
                    </a:moveTo>
                    <a:lnTo>
                      <a:pt x="100" y="34"/>
                    </a:lnTo>
                    <a:lnTo>
                      <a:pt x="98" y="29"/>
                    </a:lnTo>
                    <a:lnTo>
                      <a:pt x="97" y="25"/>
                    </a:lnTo>
                    <a:lnTo>
                      <a:pt x="94" y="21"/>
                    </a:lnTo>
                    <a:lnTo>
                      <a:pt x="92" y="17"/>
                    </a:lnTo>
                    <a:lnTo>
                      <a:pt x="89" y="14"/>
                    </a:lnTo>
                    <a:lnTo>
                      <a:pt x="85" y="10"/>
                    </a:lnTo>
                    <a:lnTo>
                      <a:pt x="81" y="8"/>
                    </a:lnTo>
                    <a:lnTo>
                      <a:pt x="77" y="6"/>
                    </a:lnTo>
                    <a:lnTo>
                      <a:pt x="73" y="4"/>
                    </a:lnTo>
                    <a:lnTo>
                      <a:pt x="68" y="2"/>
                    </a:lnTo>
                    <a:lnTo>
                      <a:pt x="63" y="1"/>
                    </a:lnTo>
                    <a:lnTo>
                      <a:pt x="57" y="1"/>
                    </a:lnTo>
                    <a:lnTo>
                      <a:pt x="51" y="0"/>
                    </a:lnTo>
                    <a:lnTo>
                      <a:pt x="45" y="1"/>
                    </a:lnTo>
                    <a:lnTo>
                      <a:pt x="40" y="1"/>
                    </a:lnTo>
                    <a:lnTo>
                      <a:pt x="34" y="2"/>
                    </a:lnTo>
                    <a:lnTo>
                      <a:pt x="29" y="4"/>
                    </a:lnTo>
                    <a:lnTo>
                      <a:pt x="25" y="6"/>
                    </a:lnTo>
                    <a:lnTo>
                      <a:pt x="21" y="9"/>
                    </a:lnTo>
                    <a:lnTo>
                      <a:pt x="17" y="12"/>
                    </a:lnTo>
                    <a:lnTo>
                      <a:pt x="13" y="14"/>
                    </a:lnTo>
                    <a:lnTo>
                      <a:pt x="10" y="18"/>
                    </a:lnTo>
                    <a:lnTo>
                      <a:pt x="8" y="22"/>
                    </a:lnTo>
                    <a:lnTo>
                      <a:pt x="5" y="27"/>
                    </a:lnTo>
                    <a:lnTo>
                      <a:pt x="4" y="31"/>
                    </a:lnTo>
                    <a:lnTo>
                      <a:pt x="2" y="37"/>
                    </a:lnTo>
                    <a:lnTo>
                      <a:pt x="1" y="42"/>
                    </a:lnTo>
                    <a:lnTo>
                      <a:pt x="0" y="48"/>
                    </a:lnTo>
                    <a:lnTo>
                      <a:pt x="0" y="55"/>
                    </a:lnTo>
                    <a:lnTo>
                      <a:pt x="0" y="61"/>
                    </a:lnTo>
                    <a:lnTo>
                      <a:pt x="1" y="66"/>
                    </a:lnTo>
                    <a:lnTo>
                      <a:pt x="2" y="71"/>
                    </a:lnTo>
                    <a:lnTo>
                      <a:pt x="4" y="75"/>
                    </a:lnTo>
                    <a:lnTo>
                      <a:pt x="5" y="80"/>
                    </a:lnTo>
                    <a:lnTo>
                      <a:pt x="8" y="84"/>
                    </a:lnTo>
                    <a:lnTo>
                      <a:pt x="10" y="87"/>
                    </a:lnTo>
                    <a:lnTo>
                      <a:pt x="13" y="91"/>
                    </a:lnTo>
                    <a:lnTo>
                      <a:pt x="17" y="94"/>
                    </a:lnTo>
                    <a:lnTo>
                      <a:pt x="21" y="96"/>
                    </a:lnTo>
                    <a:lnTo>
                      <a:pt x="25" y="98"/>
                    </a:lnTo>
                    <a:lnTo>
                      <a:pt x="29" y="100"/>
                    </a:lnTo>
                    <a:lnTo>
                      <a:pt x="34" y="102"/>
                    </a:lnTo>
                    <a:lnTo>
                      <a:pt x="40" y="103"/>
                    </a:lnTo>
                    <a:lnTo>
                      <a:pt x="45" y="103"/>
                    </a:lnTo>
                    <a:lnTo>
                      <a:pt x="51" y="103"/>
                    </a:lnTo>
                    <a:lnTo>
                      <a:pt x="57" y="103"/>
                    </a:lnTo>
                    <a:lnTo>
                      <a:pt x="63" y="103"/>
                    </a:lnTo>
                    <a:lnTo>
                      <a:pt x="68" y="102"/>
                    </a:lnTo>
                    <a:lnTo>
                      <a:pt x="73" y="99"/>
                    </a:lnTo>
                    <a:lnTo>
                      <a:pt x="77" y="98"/>
                    </a:lnTo>
                    <a:lnTo>
                      <a:pt x="81" y="95"/>
                    </a:lnTo>
                    <a:lnTo>
                      <a:pt x="85" y="92"/>
                    </a:lnTo>
                    <a:lnTo>
                      <a:pt x="89" y="90"/>
                    </a:lnTo>
                    <a:lnTo>
                      <a:pt x="92" y="86"/>
                    </a:lnTo>
                    <a:lnTo>
                      <a:pt x="94" y="82"/>
                    </a:lnTo>
                    <a:lnTo>
                      <a:pt x="97" y="78"/>
                    </a:lnTo>
                    <a:lnTo>
                      <a:pt x="98" y="73"/>
                    </a:lnTo>
                    <a:lnTo>
                      <a:pt x="100" y="68"/>
                    </a:lnTo>
                    <a:lnTo>
                      <a:pt x="101" y="63"/>
                    </a:lnTo>
                    <a:lnTo>
                      <a:pt x="102" y="56"/>
                    </a:lnTo>
                    <a:lnTo>
                      <a:pt x="102" y="50"/>
                    </a:lnTo>
                    <a:lnTo>
                      <a:pt x="102" y="44"/>
                    </a:lnTo>
                    <a:lnTo>
                      <a:pt x="101" y="38"/>
                    </a:lnTo>
                    <a:close/>
                    <a:moveTo>
                      <a:pt x="71" y="58"/>
                    </a:moveTo>
                    <a:lnTo>
                      <a:pt x="69" y="68"/>
                    </a:lnTo>
                    <a:lnTo>
                      <a:pt x="69" y="72"/>
                    </a:lnTo>
                    <a:lnTo>
                      <a:pt x="68" y="76"/>
                    </a:lnTo>
                    <a:lnTo>
                      <a:pt x="67" y="79"/>
                    </a:lnTo>
                    <a:lnTo>
                      <a:pt x="65" y="83"/>
                    </a:lnTo>
                    <a:lnTo>
                      <a:pt x="65" y="86"/>
                    </a:lnTo>
                    <a:lnTo>
                      <a:pt x="63" y="88"/>
                    </a:lnTo>
                    <a:lnTo>
                      <a:pt x="61" y="91"/>
                    </a:lnTo>
                    <a:lnTo>
                      <a:pt x="59" y="92"/>
                    </a:lnTo>
                    <a:lnTo>
                      <a:pt x="57" y="94"/>
                    </a:lnTo>
                    <a:lnTo>
                      <a:pt x="56" y="95"/>
                    </a:lnTo>
                    <a:lnTo>
                      <a:pt x="53" y="95"/>
                    </a:lnTo>
                    <a:lnTo>
                      <a:pt x="51" y="95"/>
                    </a:lnTo>
                    <a:lnTo>
                      <a:pt x="49" y="95"/>
                    </a:lnTo>
                    <a:lnTo>
                      <a:pt x="46" y="95"/>
                    </a:lnTo>
                    <a:lnTo>
                      <a:pt x="45" y="94"/>
                    </a:lnTo>
                    <a:lnTo>
                      <a:pt x="42" y="93"/>
                    </a:lnTo>
                    <a:lnTo>
                      <a:pt x="41" y="91"/>
                    </a:lnTo>
                    <a:lnTo>
                      <a:pt x="39" y="90"/>
                    </a:lnTo>
                    <a:lnTo>
                      <a:pt x="37" y="87"/>
                    </a:lnTo>
                    <a:lnTo>
                      <a:pt x="36" y="85"/>
                    </a:lnTo>
                    <a:lnTo>
                      <a:pt x="35" y="83"/>
                    </a:lnTo>
                    <a:lnTo>
                      <a:pt x="33" y="79"/>
                    </a:lnTo>
                    <a:lnTo>
                      <a:pt x="33" y="75"/>
                    </a:lnTo>
                    <a:lnTo>
                      <a:pt x="32" y="72"/>
                    </a:lnTo>
                    <a:lnTo>
                      <a:pt x="32" y="68"/>
                    </a:lnTo>
                    <a:lnTo>
                      <a:pt x="31" y="63"/>
                    </a:lnTo>
                    <a:lnTo>
                      <a:pt x="31" y="59"/>
                    </a:lnTo>
                    <a:lnTo>
                      <a:pt x="31" y="54"/>
                    </a:lnTo>
                    <a:lnTo>
                      <a:pt x="31" y="49"/>
                    </a:lnTo>
                    <a:lnTo>
                      <a:pt x="31" y="43"/>
                    </a:lnTo>
                    <a:lnTo>
                      <a:pt x="32" y="38"/>
                    </a:lnTo>
                    <a:lnTo>
                      <a:pt x="32" y="34"/>
                    </a:lnTo>
                    <a:lnTo>
                      <a:pt x="33" y="30"/>
                    </a:lnTo>
                    <a:lnTo>
                      <a:pt x="33" y="27"/>
                    </a:lnTo>
                    <a:lnTo>
                      <a:pt x="35" y="23"/>
                    </a:lnTo>
                    <a:lnTo>
                      <a:pt x="36" y="21"/>
                    </a:lnTo>
                    <a:lnTo>
                      <a:pt x="37" y="18"/>
                    </a:lnTo>
                    <a:lnTo>
                      <a:pt x="39" y="16"/>
                    </a:lnTo>
                    <a:lnTo>
                      <a:pt x="41" y="14"/>
                    </a:lnTo>
                    <a:lnTo>
                      <a:pt x="43" y="12"/>
                    </a:lnTo>
                    <a:lnTo>
                      <a:pt x="45" y="10"/>
                    </a:lnTo>
                    <a:lnTo>
                      <a:pt x="47" y="10"/>
                    </a:lnTo>
                    <a:lnTo>
                      <a:pt x="49" y="9"/>
                    </a:lnTo>
                    <a:lnTo>
                      <a:pt x="52" y="9"/>
                    </a:lnTo>
                    <a:lnTo>
                      <a:pt x="54" y="9"/>
                    </a:lnTo>
                    <a:lnTo>
                      <a:pt x="57" y="10"/>
                    </a:lnTo>
                    <a:lnTo>
                      <a:pt x="58" y="10"/>
                    </a:lnTo>
                    <a:lnTo>
                      <a:pt x="61" y="11"/>
                    </a:lnTo>
                    <a:lnTo>
                      <a:pt x="62" y="13"/>
                    </a:lnTo>
                    <a:lnTo>
                      <a:pt x="64" y="14"/>
                    </a:lnTo>
                    <a:lnTo>
                      <a:pt x="65" y="16"/>
                    </a:lnTo>
                    <a:lnTo>
                      <a:pt x="66" y="18"/>
                    </a:lnTo>
                    <a:lnTo>
                      <a:pt x="68" y="22"/>
                    </a:lnTo>
                    <a:lnTo>
                      <a:pt x="69" y="24"/>
                    </a:lnTo>
                    <a:lnTo>
                      <a:pt x="69" y="27"/>
                    </a:lnTo>
                    <a:lnTo>
                      <a:pt x="70" y="30"/>
                    </a:lnTo>
                    <a:lnTo>
                      <a:pt x="71" y="38"/>
                    </a:lnTo>
                    <a:lnTo>
                      <a:pt x="72" y="47"/>
                    </a:lnTo>
                    <a:lnTo>
                      <a:pt x="71"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5" name="ïSļïďè"/>
              <p:cNvSpPr/>
              <p:nvPr userDrawn="1"/>
            </p:nvSpPr>
            <p:spPr bwMode="auto">
              <a:xfrm>
                <a:off x="4689476" y="4105276"/>
                <a:ext cx="150813" cy="160338"/>
              </a:xfrm>
              <a:custGeom>
                <a:avLst/>
                <a:gdLst>
                  <a:gd name="T0" fmla="*/ 84 w 95"/>
                  <a:gd name="T1" fmla="*/ 0 h 101"/>
                  <a:gd name="T2" fmla="*/ 76 w 95"/>
                  <a:gd name="T3" fmla="*/ 0 h 101"/>
                  <a:gd name="T4" fmla="*/ 69 w 95"/>
                  <a:gd name="T5" fmla="*/ 0 h 101"/>
                  <a:gd name="T6" fmla="*/ 66 w 95"/>
                  <a:gd name="T7" fmla="*/ 54 h 101"/>
                  <a:gd name="T8" fmla="*/ 66 w 95"/>
                  <a:gd name="T9" fmla="*/ 62 h 101"/>
                  <a:gd name="T10" fmla="*/ 65 w 95"/>
                  <a:gd name="T11" fmla="*/ 68 h 101"/>
                  <a:gd name="T12" fmla="*/ 64 w 95"/>
                  <a:gd name="T13" fmla="*/ 73 h 101"/>
                  <a:gd name="T14" fmla="*/ 61 w 95"/>
                  <a:gd name="T15" fmla="*/ 78 h 101"/>
                  <a:gd name="T16" fmla="*/ 59 w 95"/>
                  <a:gd name="T17" fmla="*/ 81 h 101"/>
                  <a:gd name="T18" fmla="*/ 56 w 95"/>
                  <a:gd name="T19" fmla="*/ 84 h 101"/>
                  <a:gd name="T20" fmla="*/ 52 w 95"/>
                  <a:gd name="T21" fmla="*/ 85 h 101"/>
                  <a:gd name="T22" fmla="*/ 47 w 95"/>
                  <a:gd name="T23" fmla="*/ 85 h 101"/>
                  <a:gd name="T24" fmla="*/ 43 w 95"/>
                  <a:gd name="T25" fmla="*/ 85 h 101"/>
                  <a:gd name="T26" fmla="*/ 39 w 95"/>
                  <a:gd name="T27" fmla="*/ 83 h 101"/>
                  <a:gd name="T28" fmla="*/ 35 w 95"/>
                  <a:gd name="T29" fmla="*/ 80 h 101"/>
                  <a:gd name="T30" fmla="*/ 32 w 95"/>
                  <a:gd name="T31" fmla="*/ 75 h 101"/>
                  <a:gd name="T32" fmla="*/ 31 w 95"/>
                  <a:gd name="T33" fmla="*/ 68 h 101"/>
                  <a:gd name="T34" fmla="*/ 30 w 95"/>
                  <a:gd name="T35" fmla="*/ 57 h 101"/>
                  <a:gd name="T36" fmla="*/ 26 w 95"/>
                  <a:gd name="T37" fmla="*/ 0 h 101"/>
                  <a:gd name="T38" fmla="*/ 20 w 95"/>
                  <a:gd name="T39" fmla="*/ 0 h 101"/>
                  <a:gd name="T40" fmla="*/ 12 w 95"/>
                  <a:gd name="T41" fmla="*/ 0 h 101"/>
                  <a:gd name="T42" fmla="*/ 5 w 95"/>
                  <a:gd name="T43" fmla="*/ 0 h 101"/>
                  <a:gd name="T44" fmla="*/ 2 w 95"/>
                  <a:gd name="T45" fmla="*/ 57 h 101"/>
                  <a:gd name="T46" fmla="*/ 0 w 95"/>
                  <a:gd name="T47" fmla="*/ 61 h 101"/>
                  <a:gd name="T48" fmla="*/ 1 w 95"/>
                  <a:gd name="T49" fmla="*/ 71 h 101"/>
                  <a:gd name="T50" fmla="*/ 2 w 95"/>
                  <a:gd name="T51" fmla="*/ 79 h 101"/>
                  <a:gd name="T52" fmla="*/ 4 w 95"/>
                  <a:gd name="T53" fmla="*/ 85 h 101"/>
                  <a:gd name="T54" fmla="*/ 8 w 95"/>
                  <a:gd name="T55" fmla="*/ 90 h 101"/>
                  <a:gd name="T56" fmla="*/ 12 w 95"/>
                  <a:gd name="T57" fmla="*/ 95 h 101"/>
                  <a:gd name="T58" fmla="*/ 18 w 95"/>
                  <a:gd name="T59" fmla="*/ 98 h 101"/>
                  <a:gd name="T60" fmla="*/ 26 w 95"/>
                  <a:gd name="T61" fmla="*/ 101 h 101"/>
                  <a:gd name="T62" fmla="*/ 35 w 95"/>
                  <a:gd name="T63" fmla="*/ 101 h 101"/>
                  <a:gd name="T64" fmla="*/ 43 w 95"/>
                  <a:gd name="T65" fmla="*/ 101 h 101"/>
                  <a:gd name="T66" fmla="*/ 51 w 95"/>
                  <a:gd name="T67" fmla="*/ 98 h 101"/>
                  <a:gd name="T68" fmla="*/ 59 w 95"/>
                  <a:gd name="T69" fmla="*/ 93 h 101"/>
                  <a:gd name="T70" fmla="*/ 67 w 95"/>
                  <a:gd name="T71" fmla="*/ 86 h 101"/>
                  <a:gd name="T72" fmla="*/ 70 w 95"/>
                  <a:gd name="T73" fmla="*/ 100 h 101"/>
                  <a:gd name="T74" fmla="*/ 77 w 95"/>
                  <a:gd name="T75" fmla="*/ 100 h 101"/>
                  <a:gd name="T76" fmla="*/ 84 w 95"/>
                  <a:gd name="T77" fmla="*/ 100 h 101"/>
                  <a:gd name="T78" fmla="*/ 91 w 95"/>
                  <a:gd name="T79" fmla="*/ 100 h 101"/>
                  <a:gd name="T80" fmla="*/ 95 w 95"/>
                  <a:gd name="T81" fmla="*/ 0 h 101"/>
                  <a:gd name="T82" fmla="*/ 87 w 95"/>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5" h="101">
                    <a:moveTo>
                      <a:pt x="87" y="0"/>
                    </a:moveTo>
                    <a:lnTo>
                      <a:pt x="84" y="0"/>
                    </a:lnTo>
                    <a:lnTo>
                      <a:pt x="80" y="0"/>
                    </a:lnTo>
                    <a:lnTo>
                      <a:pt x="76" y="0"/>
                    </a:lnTo>
                    <a:lnTo>
                      <a:pt x="72" y="0"/>
                    </a:lnTo>
                    <a:lnTo>
                      <a:pt x="69" y="0"/>
                    </a:lnTo>
                    <a:lnTo>
                      <a:pt x="66" y="0"/>
                    </a:lnTo>
                    <a:lnTo>
                      <a:pt x="66" y="54"/>
                    </a:lnTo>
                    <a:lnTo>
                      <a:pt x="66" y="58"/>
                    </a:lnTo>
                    <a:lnTo>
                      <a:pt x="66" y="62"/>
                    </a:lnTo>
                    <a:lnTo>
                      <a:pt x="65" y="65"/>
                    </a:lnTo>
                    <a:lnTo>
                      <a:pt x="65" y="68"/>
                    </a:lnTo>
                    <a:lnTo>
                      <a:pt x="64" y="71"/>
                    </a:lnTo>
                    <a:lnTo>
                      <a:pt x="64" y="73"/>
                    </a:lnTo>
                    <a:lnTo>
                      <a:pt x="63" y="76"/>
                    </a:lnTo>
                    <a:lnTo>
                      <a:pt x="61" y="78"/>
                    </a:lnTo>
                    <a:lnTo>
                      <a:pt x="60" y="80"/>
                    </a:lnTo>
                    <a:lnTo>
                      <a:pt x="59" y="81"/>
                    </a:lnTo>
                    <a:lnTo>
                      <a:pt x="57" y="83"/>
                    </a:lnTo>
                    <a:lnTo>
                      <a:pt x="56" y="84"/>
                    </a:lnTo>
                    <a:lnTo>
                      <a:pt x="54" y="85"/>
                    </a:lnTo>
                    <a:lnTo>
                      <a:pt x="52" y="85"/>
                    </a:lnTo>
                    <a:lnTo>
                      <a:pt x="50" y="85"/>
                    </a:lnTo>
                    <a:lnTo>
                      <a:pt x="47" y="85"/>
                    </a:lnTo>
                    <a:lnTo>
                      <a:pt x="44" y="85"/>
                    </a:lnTo>
                    <a:lnTo>
                      <a:pt x="43" y="85"/>
                    </a:lnTo>
                    <a:lnTo>
                      <a:pt x="40" y="85"/>
                    </a:lnTo>
                    <a:lnTo>
                      <a:pt x="39" y="83"/>
                    </a:lnTo>
                    <a:lnTo>
                      <a:pt x="37" y="81"/>
                    </a:lnTo>
                    <a:lnTo>
                      <a:pt x="35" y="80"/>
                    </a:lnTo>
                    <a:lnTo>
                      <a:pt x="34" y="77"/>
                    </a:lnTo>
                    <a:lnTo>
                      <a:pt x="32" y="75"/>
                    </a:lnTo>
                    <a:lnTo>
                      <a:pt x="32" y="72"/>
                    </a:lnTo>
                    <a:lnTo>
                      <a:pt x="31" y="68"/>
                    </a:lnTo>
                    <a:lnTo>
                      <a:pt x="30" y="63"/>
                    </a:lnTo>
                    <a:lnTo>
                      <a:pt x="30" y="57"/>
                    </a:lnTo>
                    <a:lnTo>
                      <a:pt x="30" y="0"/>
                    </a:lnTo>
                    <a:lnTo>
                      <a:pt x="26" y="0"/>
                    </a:lnTo>
                    <a:lnTo>
                      <a:pt x="23" y="0"/>
                    </a:lnTo>
                    <a:lnTo>
                      <a:pt x="20" y="0"/>
                    </a:lnTo>
                    <a:lnTo>
                      <a:pt x="16" y="0"/>
                    </a:lnTo>
                    <a:lnTo>
                      <a:pt x="12" y="0"/>
                    </a:lnTo>
                    <a:lnTo>
                      <a:pt x="9" y="0"/>
                    </a:lnTo>
                    <a:lnTo>
                      <a:pt x="5" y="0"/>
                    </a:lnTo>
                    <a:lnTo>
                      <a:pt x="2" y="0"/>
                    </a:lnTo>
                    <a:lnTo>
                      <a:pt x="2" y="57"/>
                    </a:lnTo>
                    <a:lnTo>
                      <a:pt x="1" y="59"/>
                    </a:lnTo>
                    <a:lnTo>
                      <a:pt x="0" y="61"/>
                    </a:lnTo>
                    <a:lnTo>
                      <a:pt x="0" y="66"/>
                    </a:lnTo>
                    <a:lnTo>
                      <a:pt x="1" y="71"/>
                    </a:lnTo>
                    <a:lnTo>
                      <a:pt x="2" y="75"/>
                    </a:lnTo>
                    <a:lnTo>
                      <a:pt x="2" y="79"/>
                    </a:lnTo>
                    <a:lnTo>
                      <a:pt x="4" y="83"/>
                    </a:lnTo>
                    <a:lnTo>
                      <a:pt x="4" y="85"/>
                    </a:lnTo>
                    <a:lnTo>
                      <a:pt x="5" y="89"/>
                    </a:lnTo>
                    <a:lnTo>
                      <a:pt x="8" y="90"/>
                    </a:lnTo>
                    <a:lnTo>
                      <a:pt x="9" y="93"/>
                    </a:lnTo>
                    <a:lnTo>
                      <a:pt x="12" y="95"/>
                    </a:lnTo>
                    <a:lnTo>
                      <a:pt x="15" y="97"/>
                    </a:lnTo>
                    <a:lnTo>
                      <a:pt x="18" y="98"/>
                    </a:lnTo>
                    <a:lnTo>
                      <a:pt x="21" y="100"/>
                    </a:lnTo>
                    <a:lnTo>
                      <a:pt x="26" y="101"/>
                    </a:lnTo>
                    <a:lnTo>
                      <a:pt x="30" y="101"/>
                    </a:lnTo>
                    <a:lnTo>
                      <a:pt x="35" y="101"/>
                    </a:lnTo>
                    <a:lnTo>
                      <a:pt x="39" y="101"/>
                    </a:lnTo>
                    <a:lnTo>
                      <a:pt x="43" y="101"/>
                    </a:lnTo>
                    <a:lnTo>
                      <a:pt x="47" y="100"/>
                    </a:lnTo>
                    <a:lnTo>
                      <a:pt x="51" y="98"/>
                    </a:lnTo>
                    <a:lnTo>
                      <a:pt x="55" y="96"/>
                    </a:lnTo>
                    <a:lnTo>
                      <a:pt x="59" y="93"/>
                    </a:lnTo>
                    <a:lnTo>
                      <a:pt x="63" y="90"/>
                    </a:lnTo>
                    <a:lnTo>
                      <a:pt x="67" y="86"/>
                    </a:lnTo>
                    <a:lnTo>
                      <a:pt x="67" y="100"/>
                    </a:lnTo>
                    <a:lnTo>
                      <a:pt x="70" y="100"/>
                    </a:lnTo>
                    <a:lnTo>
                      <a:pt x="73" y="100"/>
                    </a:lnTo>
                    <a:lnTo>
                      <a:pt x="77" y="100"/>
                    </a:lnTo>
                    <a:lnTo>
                      <a:pt x="80" y="100"/>
                    </a:lnTo>
                    <a:lnTo>
                      <a:pt x="84" y="100"/>
                    </a:lnTo>
                    <a:lnTo>
                      <a:pt x="88" y="100"/>
                    </a:lnTo>
                    <a:lnTo>
                      <a:pt x="91" y="100"/>
                    </a:lnTo>
                    <a:lnTo>
                      <a:pt x="95" y="100"/>
                    </a:lnTo>
                    <a:lnTo>
                      <a:pt x="95" y="0"/>
                    </a:lnTo>
                    <a:lnTo>
                      <a:pt x="91" y="0"/>
                    </a:lnTo>
                    <a:lnTo>
                      <a:pt x="87"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6" name="îšļîḑê"/>
              <p:cNvSpPr/>
              <p:nvPr userDrawn="1"/>
            </p:nvSpPr>
            <p:spPr bwMode="auto">
              <a:xfrm>
                <a:off x="4883151" y="4046538"/>
                <a:ext cx="98425" cy="219075"/>
              </a:xfrm>
              <a:custGeom>
                <a:avLst/>
                <a:gdLst>
                  <a:gd name="T0" fmla="*/ 57 w 62"/>
                  <a:gd name="T1" fmla="*/ 129 h 138"/>
                  <a:gd name="T2" fmla="*/ 54 w 62"/>
                  <a:gd name="T3" fmla="*/ 129 h 138"/>
                  <a:gd name="T4" fmla="*/ 53 w 62"/>
                  <a:gd name="T5" fmla="*/ 129 h 138"/>
                  <a:gd name="T6" fmla="*/ 50 w 62"/>
                  <a:gd name="T7" fmla="*/ 129 h 138"/>
                  <a:gd name="T8" fmla="*/ 49 w 62"/>
                  <a:gd name="T9" fmla="*/ 129 h 138"/>
                  <a:gd name="T10" fmla="*/ 47 w 62"/>
                  <a:gd name="T11" fmla="*/ 128 h 138"/>
                  <a:gd name="T12" fmla="*/ 46 w 62"/>
                  <a:gd name="T13" fmla="*/ 127 h 138"/>
                  <a:gd name="T14" fmla="*/ 45 w 62"/>
                  <a:gd name="T15" fmla="*/ 126 h 138"/>
                  <a:gd name="T16" fmla="*/ 44 w 62"/>
                  <a:gd name="T17" fmla="*/ 124 h 138"/>
                  <a:gd name="T18" fmla="*/ 43 w 62"/>
                  <a:gd name="T19" fmla="*/ 122 h 138"/>
                  <a:gd name="T20" fmla="*/ 43 w 62"/>
                  <a:gd name="T21" fmla="*/ 120 h 138"/>
                  <a:gd name="T22" fmla="*/ 42 w 62"/>
                  <a:gd name="T23" fmla="*/ 118 h 138"/>
                  <a:gd name="T24" fmla="*/ 42 w 62"/>
                  <a:gd name="T25" fmla="*/ 115 h 138"/>
                  <a:gd name="T26" fmla="*/ 42 w 62"/>
                  <a:gd name="T27" fmla="*/ 112 h 138"/>
                  <a:gd name="T28" fmla="*/ 43 w 62"/>
                  <a:gd name="T29" fmla="*/ 110 h 138"/>
                  <a:gd name="T30" fmla="*/ 43 w 62"/>
                  <a:gd name="T31" fmla="*/ 50 h 138"/>
                  <a:gd name="T32" fmla="*/ 61 w 62"/>
                  <a:gd name="T33" fmla="*/ 50 h 138"/>
                  <a:gd name="T34" fmla="*/ 60 w 62"/>
                  <a:gd name="T35" fmla="*/ 47 h 138"/>
                  <a:gd name="T36" fmla="*/ 60 w 62"/>
                  <a:gd name="T37" fmla="*/ 44 h 138"/>
                  <a:gd name="T38" fmla="*/ 60 w 62"/>
                  <a:gd name="T39" fmla="*/ 40 h 138"/>
                  <a:gd name="T40" fmla="*/ 61 w 62"/>
                  <a:gd name="T41" fmla="*/ 37 h 138"/>
                  <a:gd name="T42" fmla="*/ 43 w 62"/>
                  <a:gd name="T43" fmla="*/ 37 h 138"/>
                  <a:gd name="T44" fmla="*/ 43 w 62"/>
                  <a:gd name="T45" fmla="*/ 0 h 138"/>
                  <a:gd name="T46" fmla="*/ 35 w 62"/>
                  <a:gd name="T47" fmla="*/ 4 h 138"/>
                  <a:gd name="T48" fmla="*/ 28 w 62"/>
                  <a:gd name="T49" fmla="*/ 7 h 138"/>
                  <a:gd name="T50" fmla="*/ 21 w 62"/>
                  <a:gd name="T51" fmla="*/ 10 h 138"/>
                  <a:gd name="T52" fmla="*/ 14 w 62"/>
                  <a:gd name="T53" fmla="*/ 13 h 138"/>
                  <a:gd name="T54" fmla="*/ 14 w 62"/>
                  <a:gd name="T55" fmla="*/ 37 h 138"/>
                  <a:gd name="T56" fmla="*/ 0 w 62"/>
                  <a:gd name="T57" fmla="*/ 37 h 138"/>
                  <a:gd name="T58" fmla="*/ 0 w 62"/>
                  <a:gd name="T59" fmla="*/ 40 h 138"/>
                  <a:gd name="T60" fmla="*/ 0 w 62"/>
                  <a:gd name="T61" fmla="*/ 44 h 138"/>
                  <a:gd name="T62" fmla="*/ 0 w 62"/>
                  <a:gd name="T63" fmla="*/ 47 h 138"/>
                  <a:gd name="T64" fmla="*/ 0 w 62"/>
                  <a:gd name="T65" fmla="*/ 50 h 138"/>
                  <a:gd name="T66" fmla="*/ 14 w 62"/>
                  <a:gd name="T67" fmla="*/ 50 h 138"/>
                  <a:gd name="T68" fmla="*/ 14 w 62"/>
                  <a:gd name="T69" fmla="*/ 106 h 138"/>
                  <a:gd name="T70" fmla="*/ 14 w 62"/>
                  <a:gd name="T71" fmla="*/ 110 h 138"/>
                  <a:gd name="T72" fmla="*/ 14 w 62"/>
                  <a:gd name="T73" fmla="*/ 114 h 138"/>
                  <a:gd name="T74" fmla="*/ 14 w 62"/>
                  <a:gd name="T75" fmla="*/ 118 h 138"/>
                  <a:gd name="T76" fmla="*/ 15 w 62"/>
                  <a:gd name="T77" fmla="*/ 121 h 138"/>
                  <a:gd name="T78" fmla="*/ 16 w 62"/>
                  <a:gd name="T79" fmla="*/ 123 h 138"/>
                  <a:gd name="T80" fmla="*/ 17 w 62"/>
                  <a:gd name="T81" fmla="*/ 126 h 138"/>
                  <a:gd name="T82" fmla="*/ 18 w 62"/>
                  <a:gd name="T83" fmla="*/ 129 h 138"/>
                  <a:gd name="T84" fmla="*/ 20 w 62"/>
                  <a:gd name="T85" fmla="*/ 131 h 138"/>
                  <a:gd name="T86" fmla="*/ 22 w 62"/>
                  <a:gd name="T87" fmla="*/ 133 h 138"/>
                  <a:gd name="T88" fmla="*/ 24 w 62"/>
                  <a:gd name="T89" fmla="*/ 134 h 138"/>
                  <a:gd name="T90" fmla="*/ 26 w 62"/>
                  <a:gd name="T91" fmla="*/ 136 h 138"/>
                  <a:gd name="T92" fmla="*/ 28 w 62"/>
                  <a:gd name="T93" fmla="*/ 137 h 138"/>
                  <a:gd name="T94" fmla="*/ 31 w 62"/>
                  <a:gd name="T95" fmla="*/ 138 h 138"/>
                  <a:gd name="T96" fmla="*/ 34 w 62"/>
                  <a:gd name="T97" fmla="*/ 138 h 138"/>
                  <a:gd name="T98" fmla="*/ 37 w 62"/>
                  <a:gd name="T99" fmla="*/ 138 h 138"/>
                  <a:gd name="T100" fmla="*/ 41 w 62"/>
                  <a:gd name="T101" fmla="*/ 138 h 138"/>
                  <a:gd name="T102" fmla="*/ 43 w 62"/>
                  <a:gd name="T103" fmla="*/ 138 h 138"/>
                  <a:gd name="T104" fmla="*/ 46 w 62"/>
                  <a:gd name="T105" fmla="*/ 138 h 138"/>
                  <a:gd name="T106" fmla="*/ 50 w 62"/>
                  <a:gd name="T107" fmla="*/ 138 h 138"/>
                  <a:gd name="T108" fmla="*/ 55 w 62"/>
                  <a:gd name="T109" fmla="*/ 137 h 138"/>
                  <a:gd name="T110" fmla="*/ 59 w 62"/>
                  <a:gd name="T111" fmla="*/ 137 h 138"/>
                  <a:gd name="T112" fmla="*/ 62 w 62"/>
                  <a:gd name="T113" fmla="*/ 135 h 138"/>
                  <a:gd name="T114" fmla="*/ 62 w 62"/>
                  <a:gd name="T115" fmla="*/ 127 h 138"/>
                  <a:gd name="T116" fmla="*/ 59 w 62"/>
                  <a:gd name="T117" fmla="*/ 128 h 138"/>
                  <a:gd name="T118" fmla="*/ 57 w 62"/>
                  <a:gd name="T119" fmla="*/ 12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138">
                    <a:moveTo>
                      <a:pt x="57" y="129"/>
                    </a:moveTo>
                    <a:lnTo>
                      <a:pt x="54" y="129"/>
                    </a:lnTo>
                    <a:lnTo>
                      <a:pt x="53" y="129"/>
                    </a:lnTo>
                    <a:lnTo>
                      <a:pt x="50" y="129"/>
                    </a:lnTo>
                    <a:lnTo>
                      <a:pt x="49" y="129"/>
                    </a:lnTo>
                    <a:lnTo>
                      <a:pt x="47" y="128"/>
                    </a:lnTo>
                    <a:lnTo>
                      <a:pt x="46" y="127"/>
                    </a:lnTo>
                    <a:lnTo>
                      <a:pt x="45" y="126"/>
                    </a:lnTo>
                    <a:lnTo>
                      <a:pt x="44" y="124"/>
                    </a:lnTo>
                    <a:lnTo>
                      <a:pt x="43" y="122"/>
                    </a:lnTo>
                    <a:lnTo>
                      <a:pt x="43" y="120"/>
                    </a:lnTo>
                    <a:lnTo>
                      <a:pt x="42" y="118"/>
                    </a:lnTo>
                    <a:lnTo>
                      <a:pt x="42" y="115"/>
                    </a:lnTo>
                    <a:lnTo>
                      <a:pt x="42" y="112"/>
                    </a:lnTo>
                    <a:lnTo>
                      <a:pt x="43" y="110"/>
                    </a:lnTo>
                    <a:lnTo>
                      <a:pt x="43" y="50"/>
                    </a:lnTo>
                    <a:lnTo>
                      <a:pt x="61" y="50"/>
                    </a:lnTo>
                    <a:lnTo>
                      <a:pt x="60" y="47"/>
                    </a:lnTo>
                    <a:lnTo>
                      <a:pt x="60" y="44"/>
                    </a:lnTo>
                    <a:lnTo>
                      <a:pt x="60" y="40"/>
                    </a:lnTo>
                    <a:lnTo>
                      <a:pt x="61" y="37"/>
                    </a:lnTo>
                    <a:lnTo>
                      <a:pt x="43" y="37"/>
                    </a:lnTo>
                    <a:lnTo>
                      <a:pt x="43" y="0"/>
                    </a:lnTo>
                    <a:lnTo>
                      <a:pt x="35" y="4"/>
                    </a:lnTo>
                    <a:lnTo>
                      <a:pt x="28" y="7"/>
                    </a:lnTo>
                    <a:lnTo>
                      <a:pt x="21" y="10"/>
                    </a:lnTo>
                    <a:lnTo>
                      <a:pt x="14" y="13"/>
                    </a:lnTo>
                    <a:lnTo>
                      <a:pt x="14" y="37"/>
                    </a:lnTo>
                    <a:lnTo>
                      <a:pt x="0" y="37"/>
                    </a:lnTo>
                    <a:lnTo>
                      <a:pt x="0" y="40"/>
                    </a:lnTo>
                    <a:lnTo>
                      <a:pt x="0" y="44"/>
                    </a:lnTo>
                    <a:lnTo>
                      <a:pt x="0" y="47"/>
                    </a:lnTo>
                    <a:lnTo>
                      <a:pt x="0" y="50"/>
                    </a:lnTo>
                    <a:lnTo>
                      <a:pt x="14" y="50"/>
                    </a:lnTo>
                    <a:lnTo>
                      <a:pt x="14" y="106"/>
                    </a:lnTo>
                    <a:lnTo>
                      <a:pt x="14" y="110"/>
                    </a:lnTo>
                    <a:lnTo>
                      <a:pt x="14" y="114"/>
                    </a:lnTo>
                    <a:lnTo>
                      <a:pt x="14" y="118"/>
                    </a:lnTo>
                    <a:lnTo>
                      <a:pt x="15" y="121"/>
                    </a:lnTo>
                    <a:lnTo>
                      <a:pt x="16" y="123"/>
                    </a:lnTo>
                    <a:lnTo>
                      <a:pt x="17" y="126"/>
                    </a:lnTo>
                    <a:lnTo>
                      <a:pt x="18" y="129"/>
                    </a:lnTo>
                    <a:lnTo>
                      <a:pt x="20" y="131"/>
                    </a:lnTo>
                    <a:lnTo>
                      <a:pt x="22" y="133"/>
                    </a:lnTo>
                    <a:lnTo>
                      <a:pt x="24" y="134"/>
                    </a:lnTo>
                    <a:lnTo>
                      <a:pt x="26" y="136"/>
                    </a:lnTo>
                    <a:lnTo>
                      <a:pt x="28" y="137"/>
                    </a:lnTo>
                    <a:lnTo>
                      <a:pt x="31" y="138"/>
                    </a:lnTo>
                    <a:lnTo>
                      <a:pt x="34" y="138"/>
                    </a:lnTo>
                    <a:lnTo>
                      <a:pt x="37" y="138"/>
                    </a:lnTo>
                    <a:lnTo>
                      <a:pt x="41" y="138"/>
                    </a:lnTo>
                    <a:lnTo>
                      <a:pt x="43" y="138"/>
                    </a:lnTo>
                    <a:lnTo>
                      <a:pt x="46" y="138"/>
                    </a:lnTo>
                    <a:lnTo>
                      <a:pt x="50" y="138"/>
                    </a:lnTo>
                    <a:lnTo>
                      <a:pt x="55" y="137"/>
                    </a:lnTo>
                    <a:lnTo>
                      <a:pt x="59" y="137"/>
                    </a:lnTo>
                    <a:lnTo>
                      <a:pt x="62" y="135"/>
                    </a:lnTo>
                    <a:lnTo>
                      <a:pt x="62" y="127"/>
                    </a:lnTo>
                    <a:lnTo>
                      <a:pt x="59" y="128"/>
                    </a:lnTo>
                    <a:lnTo>
                      <a:pt x="57" y="12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7" name="ïṧļîḓe"/>
              <p:cNvSpPr/>
              <p:nvPr userDrawn="1"/>
            </p:nvSpPr>
            <p:spPr bwMode="auto">
              <a:xfrm>
                <a:off x="5024438" y="4014788"/>
                <a:ext cx="147638" cy="249238"/>
              </a:xfrm>
              <a:custGeom>
                <a:avLst/>
                <a:gdLst>
                  <a:gd name="T0" fmla="*/ 90 w 93"/>
                  <a:gd name="T1" fmla="*/ 75 h 157"/>
                  <a:gd name="T2" fmla="*/ 88 w 93"/>
                  <a:gd name="T3" fmla="*/ 69 h 157"/>
                  <a:gd name="T4" fmla="*/ 84 w 93"/>
                  <a:gd name="T5" fmla="*/ 65 h 157"/>
                  <a:gd name="T6" fmla="*/ 79 w 93"/>
                  <a:gd name="T7" fmla="*/ 61 h 157"/>
                  <a:gd name="T8" fmla="*/ 73 w 93"/>
                  <a:gd name="T9" fmla="*/ 57 h 157"/>
                  <a:gd name="T10" fmla="*/ 67 w 93"/>
                  <a:gd name="T11" fmla="*/ 56 h 157"/>
                  <a:gd name="T12" fmla="*/ 59 w 93"/>
                  <a:gd name="T13" fmla="*/ 55 h 157"/>
                  <a:gd name="T14" fmla="*/ 51 w 93"/>
                  <a:gd name="T15" fmla="*/ 56 h 157"/>
                  <a:gd name="T16" fmla="*/ 43 w 93"/>
                  <a:gd name="T17" fmla="*/ 60 h 157"/>
                  <a:gd name="T18" fmla="*/ 36 w 93"/>
                  <a:gd name="T19" fmla="*/ 65 h 157"/>
                  <a:gd name="T20" fmla="*/ 28 w 93"/>
                  <a:gd name="T21" fmla="*/ 71 h 157"/>
                  <a:gd name="T22" fmla="*/ 25 w 93"/>
                  <a:gd name="T23" fmla="*/ 0 h 157"/>
                  <a:gd name="T24" fmla="*/ 17 w 93"/>
                  <a:gd name="T25" fmla="*/ 1 h 157"/>
                  <a:gd name="T26" fmla="*/ 13 w 93"/>
                  <a:gd name="T27" fmla="*/ 1 h 157"/>
                  <a:gd name="T28" fmla="*/ 9 w 93"/>
                  <a:gd name="T29" fmla="*/ 1 h 157"/>
                  <a:gd name="T30" fmla="*/ 3 w 93"/>
                  <a:gd name="T31" fmla="*/ 0 h 157"/>
                  <a:gd name="T32" fmla="*/ 0 w 93"/>
                  <a:gd name="T33" fmla="*/ 157 h 157"/>
                  <a:gd name="T34" fmla="*/ 7 w 93"/>
                  <a:gd name="T35" fmla="*/ 157 h 157"/>
                  <a:gd name="T36" fmla="*/ 14 w 93"/>
                  <a:gd name="T37" fmla="*/ 157 h 157"/>
                  <a:gd name="T38" fmla="*/ 21 w 93"/>
                  <a:gd name="T39" fmla="*/ 157 h 157"/>
                  <a:gd name="T40" fmla="*/ 28 w 93"/>
                  <a:gd name="T41" fmla="*/ 157 h 157"/>
                  <a:gd name="T42" fmla="*/ 28 w 93"/>
                  <a:gd name="T43" fmla="*/ 106 h 157"/>
                  <a:gd name="T44" fmla="*/ 28 w 93"/>
                  <a:gd name="T45" fmla="*/ 97 h 157"/>
                  <a:gd name="T46" fmla="*/ 29 w 93"/>
                  <a:gd name="T47" fmla="*/ 89 h 157"/>
                  <a:gd name="T48" fmla="*/ 30 w 93"/>
                  <a:gd name="T49" fmla="*/ 84 h 157"/>
                  <a:gd name="T50" fmla="*/ 33 w 93"/>
                  <a:gd name="T51" fmla="*/ 79 h 157"/>
                  <a:gd name="T52" fmla="*/ 36 w 93"/>
                  <a:gd name="T53" fmla="*/ 76 h 157"/>
                  <a:gd name="T54" fmla="*/ 40 w 93"/>
                  <a:gd name="T55" fmla="*/ 73 h 157"/>
                  <a:gd name="T56" fmla="*/ 45 w 93"/>
                  <a:gd name="T57" fmla="*/ 73 h 157"/>
                  <a:gd name="T58" fmla="*/ 49 w 93"/>
                  <a:gd name="T59" fmla="*/ 72 h 157"/>
                  <a:gd name="T60" fmla="*/ 53 w 93"/>
                  <a:gd name="T61" fmla="*/ 73 h 157"/>
                  <a:gd name="T62" fmla="*/ 57 w 93"/>
                  <a:gd name="T63" fmla="*/ 75 h 157"/>
                  <a:gd name="T64" fmla="*/ 59 w 93"/>
                  <a:gd name="T65" fmla="*/ 78 h 157"/>
                  <a:gd name="T66" fmla="*/ 61 w 93"/>
                  <a:gd name="T67" fmla="*/ 82 h 157"/>
                  <a:gd name="T68" fmla="*/ 63 w 93"/>
                  <a:gd name="T69" fmla="*/ 88 h 157"/>
                  <a:gd name="T70" fmla="*/ 64 w 93"/>
                  <a:gd name="T71" fmla="*/ 98 h 157"/>
                  <a:gd name="T72" fmla="*/ 64 w 93"/>
                  <a:gd name="T73" fmla="*/ 157 h 157"/>
                  <a:gd name="T74" fmla="*/ 71 w 93"/>
                  <a:gd name="T75" fmla="*/ 157 h 157"/>
                  <a:gd name="T76" fmla="*/ 78 w 93"/>
                  <a:gd name="T77" fmla="*/ 157 h 157"/>
                  <a:gd name="T78" fmla="*/ 85 w 93"/>
                  <a:gd name="T79" fmla="*/ 157 h 157"/>
                  <a:gd name="T80" fmla="*/ 93 w 93"/>
                  <a:gd name="T81" fmla="*/ 157 h 157"/>
                  <a:gd name="T82" fmla="*/ 93 w 93"/>
                  <a:gd name="T83" fmla="*/ 86 h 157"/>
                  <a:gd name="T84" fmla="*/ 91 w 93"/>
                  <a:gd name="T8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1" y="79"/>
                    </a:moveTo>
                    <a:lnTo>
                      <a:pt x="90" y="75"/>
                    </a:lnTo>
                    <a:lnTo>
                      <a:pt x="89" y="73"/>
                    </a:lnTo>
                    <a:lnTo>
                      <a:pt x="88" y="69"/>
                    </a:lnTo>
                    <a:lnTo>
                      <a:pt x="85" y="67"/>
                    </a:lnTo>
                    <a:lnTo>
                      <a:pt x="84" y="65"/>
                    </a:lnTo>
                    <a:lnTo>
                      <a:pt x="81" y="62"/>
                    </a:lnTo>
                    <a:lnTo>
                      <a:pt x="79" y="61"/>
                    </a:lnTo>
                    <a:lnTo>
                      <a:pt x="76" y="59"/>
                    </a:lnTo>
                    <a:lnTo>
                      <a:pt x="73" y="57"/>
                    </a:lnTo>
                    <a:lnTo>
                      <a:pt x="70" y="56"/>
                    </a:lnTo>
                    <a:lnTo>
                      <a:pt x="67" y="56"/>
                    </a:lnTo>
                    <a:lnTo>
                      <a:pt x="63" y="55"/>
                    </a:lnTo>
                    <a:lnTo>
                      <a:pt x="59" y="55"/>
                    </a:lnTo>
                    <a:lnTo>
                      <a:pt x="55" y="55"/>
                    </a:lnTo>
                    <a:lnTo>
                      <a:pt x="51" y="56"/>
                    </a:lnTo>
                    <a:lnTo>
                      <a:pt x="47" y="57"/>
                    </a:lnTo>
                    <a:lnTo>
                      <a:pt x="43" y="60"/>
                    </a:lnTo>
                    <a:lnTo>
                      <a:pt x="39" y="61"/>
                    </a:lnTo>
                    <a:lnTo>
                      <a:pt x="36" y="65"/>
                    </a:lnTo>
                    <a:lnTo>
                      <a:pt x="32" y="68"/>
                    </a:lnTo>
                    <a:lnTo>
                      <a:pt x="28" y="71"/>
                    </a:lnTo>
                    <a:lnTo>
                      <a:pt x="28" y="0"/>
                    </a:lnTo>
                    <a:lnTo>
                      <a:pt x="25" y="0"/>
                    </a:lnTo>
                    <a:lnTo>
                      <a:pt x="21" y="1"/>
                    </a:lnTo>
                    <a:lnTo>
                      <a:pt x="17"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8" y="157"/>
                    </a:lnTo>
                    <a:lnTo>
                      <a:pt x="21" y="157"/>
                    </a:lnTo>
                    <a:lnTo>
                      <a:pt x="25" y="157"/>
                    </a:lnTo>
                    <a:lnTo>
                      <a:pt x="28" y="157"/>
                    </a:lnTo>
                    <a:lnTo>
                      <a:pt x="28" y="110"/>
                    </a:lnTo>
                    <a:lnTo>
                      <a:pt x="28" y="106"/>
                    </a:lnTo>
                    <a:lnTo>
                      <a:pt x="28" y="101"/>
                    </a:lnTo>
                    <a:lnTo>
                      <a:pt x="28" y="97"/>
                    </a:lnTo>
                    <a:lnTo>
                      <a:pt x="29" y="93"/>
                    </a:lnTo>
                    <a:lnTo>
                      <a:pt x="29" y="89"/>
                    </a:lnTo>
                    <a:lnTo>
                      <a:pt x="30" y="87"/>
                    </a:lnTo>
                    <a:lnTo>
                      <a:pt x="30" y="84"/>
                    </a:lnTo>
                    <a:lnTo>
                      <a:pt x="32" y="81"/>
                    </a:lnTo>
                    <a:lnTo>
                      <a:pt x="33" y="79"/>
                    </a:lnTo>
                    <a:lnTo>
                      <a:pt x="34" y="77"/>
                    </a:lnTo>
                    <a:lnTo>
                      <a:pt x="36" y="76"/>
                    </a:lnTo>
                    <a:lnTo>
                      <a:pt x="37" y="74"/>
                    </a:lnTo>
                    <a:lnTo>
                      <a:pt x="40" y="73"/>
                    </a:lnTo>
                    <a:lnTo>
                      <a:pt x="42" y="73"/>
                    </a:lnTo>
                    <a:lnTo>
                      <a:pt x="45" y="73"/>
                    </a:lnTo>
                    <a:lnTo>
                      <a:pt x="47" y="72"/>
                    </a:lnTo>
                    <a:lnTo>
                      <a:pt x="49" y="72"/>
                    </a:lnTo>
                    <a:lnTo>
                      <a:pt x="51" y="73"/>
                    </a:lnTo>
                    <a:lnTo>
                      <a:pt x="53" y="73"/>
                    </a:lnTo>
                    <a:lnTo>
                      <a:pt x="55" y="74"/>
                    </a:lnTo>
                    <a:lnTo>
                      <a:pt x="57" y="75"/>
                    </a:lnTo>
                    <a:lnTo>
                      <a:pt x="57" y="77"/>
                    </a:lnTo>
                    <a:lnTo>
                      <a:pt x="59" y="78"/>
                    </a:lnTo>
                    <a:lnTo>
                      <a:pt x="60" y="81"/>
                    </a:lnTo>
                    <a:lnTo>
                      <a:pt x="61" y="82"/>
                    </a:lnTo>
                    <a:lnTo>
                      <a:pt x="62" y="85"/>
                    </a:lnTo>
                    <a:lnTo>
                      <a:pt x="63" y="88"/>
                    </a:lnTo>
                    <a:lnTo>
                      <a:pt x="63" y="91"/>
                    </a:lnTo>
                    <a:lnTo>
                      <a:pt x="64" y="98"/>
                    </a:lnTo>
                    <a:lnTo>
                      <a:pt x="64" y="106"/>
                    </a:lnTo>
                    <a:lnTo>
                      <a:pt x="64" y="157"/>
                    </a:lnTo>
                    <a:lnTo>
                      <a:pt x="67" y="157"/>
                    </a:lnTo>
                    <a:lnTo>
                      <a:pt x="71" y="157"/>
                    </a:lnTo>
                    <a:lnTo>
                      <a:pt x="74" y="157"/>
                    </a:lnTo>
                    <a:lnTo>
                      <a:pt x="78" y="157"/>
                    </a:lnTo>
                    <a:lnTo>
                      <a:pt x="81" y="157"/>
                    </a:lnTo>
                    <a:lnTo>
                      <a:pt x="85" y="157"/>
                    </a:lnTo>
                    <a:lnTo>
                      <a:pt x="89" y="157"/>
                    </a:lnTo>
                    <a:lnTo>
                      <a:pt x="93" y="157"/>
                    </a:lnTo>
                    <a:lnTo>
                      <a:pt x="93" y="91"/>
                    </a:lnTo>
                    <a:lnTo>
                      <a:pt x="93" y="86"/>
                    </a:lnTo>
                    <a:lnTo>
                      <a:pt x="92" y="82"/>
                    </a:lnTo>
                    <a:lnTo>
                      <a:pt x="91" y="7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8" name="í$1idé"/>
              <p:cNvSpPr/>
              <p:nvPr userDrawn="1"/>
            </p:nvSpPr>
            <p:spPr bwMode="auto">
              <a:xfrm>
                <a:off x="5291138" y="4032251"/>
                <a:ext cx="200025" cy="234950"/>
              </a:xfrm>
              <a:custGeom>
                <a:avLst/>
                <a:gdLst>
                  <a:gd name="T0" fmla="*/ 106 w 126"/>
                  <a:gd name="T1" fmla="*/ 3 h 148"/>
                  <a:gd name="T2" fmla="*/ 89 w 126"/>
                  <a:gd name="T3" fmla="*/ 0 h 148"/>
                  <a:gd name="T4" fmla="*/ 64 w 126"/>
                  <a:gd name="T5" fmla="*/ 2 h 148"/>
                  <a:gd name="T6" fmla="*/ 51 w 126"/>
                  <a:gd name="T7" fmla="*/ 5 h 148"/>
                  <a:gd name="T8" fmla="*/ 40 w 126"/>
                  <a:gd name="T9" fmla="*/ 10 h 148"/>
                  <a:gd name="T10" fmla="*/ 30 w 126"/>
                  <a:gd name="T11" fmla="*/ 15 h 148"/>
                  <a:gd name="T12" fmla="*/ 22 w 126"/>
                  <a:gd name="T13" fmla="*/ 22 h 148"/>
                  <a:gd name="T14" fmla="*/ 14 w 126"/>
                  <a:gd name="T15" fmla="*/ 30 h 148"/>
                  <a:gd name="T16" fmla="*/ 9 w 126"/>
                  <a:gd name="T17" fmla="*/ 39 h 148"/>
                  <a:gd name="T18" fmla="*/ 5 w 126"/>
                  <a:gd name="T19" fmla="*/ 50 h 148"/>
                  <a:gd name="T20" fmla="*/ 2 w 126"/>
                  <a:gd name="T21" fmla="*/ 62 h 148"/>
                  <a:gd name="T22" fmla="*/ 0 w 126"/>
                  <a:gd name="T23" fmla="*/ 74 h 148"/>
                  <a:gd name="T24" fmla="*/ 2 w 126"/>
                  <a:gd name="T25" fmla="*/ 95 h 148"/>
                  <a:gd name="T26" fmla="*/ 5 w 126"/>
                  <a:gd name="T27" fmla="*/ 105 h 148"/>
                  <a:gd name="T28" fmla="*/ 9 w 126"/>
                  <a:gd name="T29" fmla="*/ 115 h 148"/>
                  <a:gd name="T30" fmla="*/ 14 w 126"/>
                  <a:gd name="T31" fmla="*/ 123 h 148"/>
                  <a:gd name="T32" fmla="*/ 22 w 126"/>
                  <a:gd name="T33" fmla="*/ 130 h 148"/>
                  <a:gd name="T34" fmla="*/ 29 w 126"/>
                  <a:gd name="T35" fmla="*/ 136 h 148"/>
                  <a:gd name="T36" fmla="*/ 38 w 126"/>
                  <a:gd name="T37" fmla="*/ 141 h 148"/>
                  <a:gd name="T38" fmla="*/ 53 w 126"/>
                  <a:gd name="T39" fmla="*/ 146 h 148"/>
                  <a:gd name="T40" fmla="*/ 78 w 126"/>
                  <a:gd name="T41" fmla="*/ 148 h 148"/>
                  <a:gd name="T42" fmla="*/ 94 w 126"/>
                  <a:gd name="T43" fmla="*/ 147 h 148"/>
                  <a:gd name="T44" fmla="*/ 110 w 126"/>
                  <a:gd name="T45" fmla="*/ 144 h 148"/>
                  <a:gd name="T46" fmla="*/ 124 w 126"/>
                  <a:gd name="T47" fmla="*/ 123 h 148"/>
                  <a:gd name="T48" fmla="*/ 112 w 126"/>
                  <a:gd name="T49" fmla="*/ 128 h 148"/>
                  <a:gd name="T50" fmla="*/ 98 w 126"/>
                  <a:gd name="T51" fmla="*/ 135 h 148"/>
                  <a:gd name="T52" fmla="*/ 84 w 126"/>
                  <a:gd name="T53" fmla="*/ 137 h 148"/>
                  <a:gd name="T54" fmla="*/ 68 w 126"/>
                  <a:gd name="T55" fmla="*/ 135 h 148"/>
                  <a:gd name="T56" fmla="*/ 54 w 126"/>
                  <a:gd name="T57" fmla="*/ 128 h 148"/>
                  <a:gd name="T58" fmla="*/ 45 w 126"/>
                  <a:gd name="T59" fmla="*/ 117 h 148"/>
                  <a:gd name="T60" fmla="*/ 38 w 126"/>
                  <a:gd name="T61" fmla="*/ 103 h 148"/>
                  <a:gd name="T62" fmla="*/ 34 w 126"/>
                  <a:gd name="T63" fmla="*/ 84 h 148"/>
                  <a:gd name="T64" fmla="*/ 35 w 126"/>
                  <a:gd name="T65" fmla="*/ 62 h 148"/>
                  <a:gd name="T66" fmla="*/ 40 w 126"/>
                  <a:gd name="T67" fmla="*/ 43 h 148"/>
                  <a:gd name="T68" fmla="*/ 47 w 126"/>
                  <a:gd name="T69" fmla="*/ 30 h 148"/>
                  <a:gd name="T70" fmla="*/ 58 w 126"/>
                  <a:gd name="T71" fmla="*/ 19 h 148"/>
                  <a:gd name="T72" fmla="*/ 72 w 126"/>
                  <a:gd name="T73" fmla="*/ 14 h 148"/>
                  <a:gd name="T74" fmla="*/ 88 w 126"/>
                  <a:gd name="T75" fmla="*/ 13 h 148"/>
                  <a:gd name="T76" fmla="*/ 102 w 126"/>
                  <a:gd name="T77" fmla="*/ 18 h 148"/>
                  <a:gd name="T78" fmla="*/ 114 w 126"/>
                  <a:gd name="T79" fmla="*/ 27 h 148"/>
                  <a:gd name="T80" fmla="*/ 121 w 126"/>
                  <a:gd name="T81" fmla="*/ 29 h 148"/>
                  <a:gd name="T82" fmla="*/ 123 w 126"/>
                  <a:gd name="T83" fmla="*/ 17 h 148"/>
                  <a:gd name="T84" fmla="*/ 121 w 126"/>
                  <a:gd name="T85" fmla="*/ 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6" h="148">
                    <a:moveTo>
                      <a:pt x="116" y="6"/>
                    </a:moveTo>
                    <a:lnTo>
                      <a:pt x="111" y="4"/>
                    </a:lnTo>
                    <a:lnTo>
                      <a:pt x="106" y="3"/>
                    </a:lnTo>
                    <a:lnTo>
                      <a:pt x="101" y="2"/>
                    </a:lnTo>
                    <a:lnTo>
                      <a:pt x="95" y="1"/>
                    </a:lnTo>
                    <a:lnTo>
                      <a:pt x="89" y="0"/>
                    </a:lnTo>
                    <a:lnTo>
                      <a:pt x="83" y="0"/>
                    </a:lnTo>
                    <a:lnTo>
                      <a:pt x="74" y="1"/>
                    </a:lnTo>
                    <a:lnTo>
                      <a:pt x="64" y="2"/>
                    </a:lnTo>
                    <a:lnTo>
                      <a:pt x="60" y="2"/>
                    </a:lnTo>
                    <a:lnTo>
                      <a:pt x="55" y="4"/>
                    </a:lnTo>
                    <a:lnTo>
                      <a:pt x="51" y="5"/>
                    </a:lnTo>
                    <a:lnTo>
                      <a:pt x="47" y="6"/>
                    </a:lnTo>
                    <a:lnTo>
                      <a:pt x="44" y="8"/>
                    </a:lnTo>
                    <a:lnTo>
                      <a:pt x="40" y="10"/>
                    </a:lnTo>
                    <a:lnTo>
                      <a:pt x="37" y="11"/>
                    </a:lnTo>
                    <a:lnTo>
                      <a:pt x="34" y="13"/>
                    </a:lnTo>
                    <a:lnTo>
                      <a:pt x="30" y="15"/>
                    </a:lnTo>
                    <a:lnTo>
                      <a:pt x="27" y="17"/>
                    </a:lnTo>
                    <a:lnTo>
                      <a:pt x="25" y="19"/>
                    </a:lnTo>
                    <a:lnTo>
                      <a:pt x="22" y="22"/>
                    </a:lnTo>
                    <a:lnTo>
                      <a:pt x="19" y="24"/>
                    </a:lnTo>
                    <a:lnTo>
                      <a:pt x="17" y="26"/>
                    </a:lnTo>
                    <a:lnTo>
                      <a:pt x="14" y="30"/>
                    </a:lnTo>
                    <a:lnTo>
                      <a:pt x="13" y="33"/>
                    </a:lnTo>
                    <a:lnTo>
                      <a:pt x="10" y="36"/>
                    </a:lnTo>
                    <a:lnTo>
                      <a:pt x="9" y="39"/>
                    </a:lnTo>
                    <a:lnTo>
                      <a:pt x="7" y="42"/>
                    </a:lnTo>
                    <a:lnTo>
                      <a:pt x="6" y="46"/>
                    </a:lnTo>
                    <a:lnTo>
                      <a:pt x="5" y="50"/>
                    </a:lnTo>
                    <a:lnTo>
                      <a:pt x="3" y="54"/>
                    </a:lnTo>
                    <a:lnTo>
                      <a:pt x="2" y="58"/>
                    </a:lnTo>
                    <a:lnTo>
                      <a:pt x="2" y="62"/>
                    </a:lnTo>
                    <a:lnTo>
                      <a:pt x="1" y="66"/>
                    </a:lnTo>
                    <a:lnTo>
                      <a:pt x="1" y="70"/>
                    </a:lnTo>
                    <a:lnTo>
                      <a:pt x="0" y="74"/>
                    </a:lnTo>
                    <a:lnTo>
                      <a:pt x="0" y="79"/>
                    </a:lnTo>
                    <a:lnTo>
                      <a:pt x="1" y="87"/>
                    </a:lnTo>
                    <a:lnTo>
                      <a:pt x="2" y="95"/>
                    </a:lnTo>
                    <a:lnTo>
                      <a:pt x="3" y="99"/>
                    </a:lnTo>
                    <a:lnTo>
                      <a:pt x="3" y="102"/>
                    </a:lnTo>
                    <a:lnTo>
                      <a:pt x="5" y="105"/>
                    </a:lnTo>
                    <a:lnTo>
                      <a:pt x="6" y="108"/>
                    </a:lnTo>
                    <a:lnTo>
                      <a:pt x="7" y="112"/>
                    </a:lnTo>
                    <a:lnTo>
                      <a:pt x="9" y="115"/>
                    </a:lnTo>
                    <a:lnTo>
                      <a:pt x="10" y="118"/>
                    </a:lnTo>
                    <a:lnTo>
                      <a:pt x="12" y="120"/>
                    </a:lnTo>
                    <a:lnTo>
                      <a:pt x="14" y="123"/>
                    </a:lnTo>
                    <a:lnTo>
                      <a:pt x="17" y="125"/>
                    </a:lnTo>
                    <a:lnTo>
                      <a:pt x="18" y="127"/>
                    </a:lnTo>
                    <a:lnTo>
                      <a:pt x="22" y="130"/>
                    </a:lnTo>
                    <a:lnTo>
                      <a:pt x="23" y="132"/>
                    </a:lnTo>
                    <a:lnTo>
                      <a:pt x="26" y="134"/>
                    </a:lnTo>
                    <a:lnTo>
                      <a:pt x="29" y="136"/>
                    </a:lnTo>
                    <a:lnTo>
                      <a:pt x="32" y="138"/>
                    </a:lnTo>
                    <a:lnTo>
                      <a:pt x="35" y="139"/>
                    </a:lnTo>
                    <a:lnTo>
                      <a:pt x="38" y="141"/>
                    </a:lnTo>
                    <a:lnTo>
                      <a:pt x="42" y="142"/>
                    </a:lnTo>
                    <a:lnTo>
                      <a:pt x="46" y="143"/>
                    </a:lnTo>
                    <a:lnTo>
                      <a:pt x="53" y="146"/>
                    </a:lnTo>
                    <a:lnTo>
                      <a:pt x="61" y="147"/>
                    </a:lnTo>
                    <a:lnTo>
                      <a:pt x="69" y="148"/>
                    </a:lnTo>
                    <a:lnTo>
                      <a:pt x="78" y="148"/>
                    </a:lnTo>
                    <a:lnTo>
                      <a:pt x="84" y="148"/>
                    </a:lnTo>
                    <a:lnTo>
                      <a:pt x="90" y="147"/>
                    </a:lnTo>
                    <a:lnTo>
                      <a:pt x="94" y="147"/>
                    </a:lnTo>
                    <a:lnTo>
                      <a:pt x="100" y="147"/>
                    </a:lnTo>
                    <a:lnTo>
                      <a:pt x="105" y="146"/>
                    </a:lnTo>
                    <a:lnTo>
                      <a:pt x="110" y="144"/>
                    </a:lnTo>
                    <a:lnTo>
                      <a:pt x="115" y="143"/>
                    </a:lnTo>
                    <a:lnTo>
                      <a:pt x="120" y="141"/>
                    </a:lnTo>
                    <a:lnTo>
                      <a:pt x="124" y="123"/>
                    </a:lnTo>
                    <a:lnTo>
                      <a:pt x="122" y="122"/>
                    </a:lnTo>
                    <a:lnTo>
                      <a:pt x="117" y="125"/>
                    </a:lnTo>
                    <a:lnTo>
                      <a:pt x="112" y="128"/>
                    </a:lnTo>
                    <a:lnTo>
                      <a:pt x="108" y="131"/>
                    </a:lnTo>
                    <a:lnTo>
                      <a:pt x="103" y="133"/>
                    </a:lnTo>
                    <a:lnTo>
                      <a:pt x="98" y="135"/>
                    </a:lnTo>
                    <a:lnTo>
                      <a:pt x="94" y="136"/>
                    </a:lnTo>
                    <a:lnTo>
                      <a:pt x="89" y="137"/>
                    </a:lnTo>
                    <a:lnTo>
                      <a:pt x="84" y="137"/>
                    </a:lnTo>
                    <a:lnTo>
                      <a:pt x="78" y="137"/>
                    </a:lnTo>
                    <a:lnTo>
                      <a:pt x="73" y="136"/>
                    </a:lnTo>
                    <a:lnTo>
                      <a:pt x="68" y="135"/>
                    </a:lnTo>
                    <a:lnTo>
                      <a:pt x="62" y="132"/>
                    </a:lnTo>
                    <a:lnTo>
                      <a:pt x="58" y="131"/>
                    </a:lnTo>
                    <a:lnTo>
                      <a:pt x="54" y="128"/>
                    </a:lnTo>
                    <a:lnTo>
                      <a:pt x="51" y="125"/>
                    </a:lnTo>
                    <a:lnTo>
                      <a:pt x="47" y="121"/>
                    </a:lnTo>
                    <a:lnTo>
                      <a:pt x="45" y="117"/>
                    </a:lnTo>
                    <a:lnTo>
                      <a:pt x="42" y="113"/>
                    </a:lnTo>
                    <a:lnTo>
                      <a:pt x="40" y="108"/>
                    </a:lnTo>
                    <a:lnTo>
                      <a:pt x="38" y="103"/>
                    </a:lnTo>
                    <a:lnTo>
                      <a:pt x="36" y="97"/>
                    </a:lnTo>
                    <a:lnTo>
                      <a:pt x="35" y="91"/>
                    </a:lnTo>
                    <a:lnTo>
                      <a:pt x="34" y="84"/>
                    </a:lnTo>
                    <a:lnTo>
                      <a:pt x="34" y="77"/>
                    </a:lnTo>
                    <a:lnTo>
                      <a:pt x="34" y="69"/>
                    </a:lnTo>
                    <a:lnTo>
                      <a:pt x="35" y="62"/>
                    </a:lnTo>
                    <a:lnTo>
                      <a:pt x="37" y="55"/>
                    </a:lnTo>
                    <a:lnTo>
                      <a:pt x="38" y="49"/>
                    </a:lnTo>
                    <a:lnTo>
                      <a:pt x="40" y="43"/>
                    </a:lnTo>
                    <a:lnTo>
                      <a:pt x="42" y="38"/>
                    </a:lnTo>
                    <a:lnTo>
                      <a:pt x="45" y="34"/>
                    </a:lnTo>
                    <a:lnTo>
                      <a:pt x="47" y="30"/>
                    </a:lnTo>
                    <a:lnTo>
                      <a:pt x="51" y="26"/>
                    </a:lnTo>
                    <a:lnTo>
                      <a:pt x="54" y="22"/>
                    </a:lnTo>
                    <a:lnTo>
                      <a:pt x="58" y="19"/>
                    </a:lnTo>
                    <a:lnTo>
                      <a:pt x="62" y="17"/>
                    </a:lnTo>
                    <a:lnTo>
                      <a:pt x="67" y="15"/>
                    </a:lnTo>
                    <a:lnTo>
                      <a:pt x="72" y="14"/>
                    </a:lnTo>
                    <a:lnTo>
                      <a:pt x="78" y="13"/>
                    </a:lnTo>
                    <a:lnTo>
                      <a:pt x="83" y="12"/>
                    </a:lnTo>
                    <a:lnTo>
                      <a:pt x="88" y="13"/>
                    </a:lnTo>
                    <a:lnTo>
                      <a:pt x="93" y="14"/>
                    </a:lnTo>
                    <a:lnTo>
                      <a:pt x="98" y="15"/>
                    </a:lnTo>
                    <a:lnTo>
                      <a:pt x="102" y="18"/>
                    </a:lnTo>
                    <a:lnTo>
                      <a:pt x="106" y="21"/>
                    </a:lnTo>
                    <a:lnTo>
                      <a:pt x="110" y="24"/>
                    </a:lnTo>
                    <a:lnTo>
                      <a:pt x="114" y="27"/>
                    </a:lnTo>
                    <a:lnTo>
                      <a:pt x="118" y="32"/>
                    </a:lnTo>
                    <a:lnTo>
                      <a:pt x="121" y="32"/>
                    </a:lnTo>
                    <a:lnTo>
                      <a:pt x="121" y="29"/>
                    </a:lnTo>
                    <a:lnTo>
                      <a:pt x="122" y="25"/>
                    </a:lnTo>
                    <a:lnTo>
                      <a:pt x="122" y="21"/>
                    </a:lnTo>
                    <a:lnTo>
                      <a:pt x="123" y="17"/>
                    </a:lnTo>
                    <a:lnTo>
                      <a:pt x="124" y="14"/>
                    </a:lnTo>
                    <a:lnTo>
                      <a:pt x="126" y="10"/>
                    </a:lnTo>
                    <a:lnTo>
                      <a:pt x="121" y="8"/>
                    </a:lnTo>
                    <a:lnTo>
                      <a:pt x="116" y="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19" name="i$lïḍe"/>
              <p:cNvSpPr/>
              <p:nvPr userDrawn="1"/>
            </p:nvSpPr>
            <p:spPr bwMode="auto">
              <a:xfrm>
                <a:off x="5538788" y="4014788"/>
                <a:ext cx="147638" cy="249238"/>
              </a:xfrm>
              <a:custGeom>
                <a:avLst/>
                <a:gdLst>
                  <a:gd name="T0" fmla="*/ 91 w 93"/>
                  <a:gd name="T1" fmla="*/ 79 h 157"/>
                  <a:gd name="T2" fmla="*/ 90 w 93"/>
                  <a:gd name="T3" fmla="*/ 73 h 157"/>
                  <a:gd name="T4" fmla="*/ 86 w 93"/>
                  <a:gd name="T5" fmla="*/ 67 h 157"/>
                  <a:gd name="T6" fmla="*/ 82 w 93"/>
                  <a:gd name="T7" fmla="*/ 62 h 157"/>
                  <a:gd name="T8" fmla="*/ 76 w 93"/>
                  <a:gd name="T9" fmla="*/ 59 h 157"/>
                  <a:gd name="T10" fmla="*/ 70 w 93"/>
                  <a:gd name="T11" fmla="*/ 56 h 157"/>
                  <a:gd name="T12" fmla="*/ 63 w 93"/>
                  <a:gd name="T13" fmla="*/ 55 h 157"/>
                  <a:gd name="T14" fmla="*/ 55 w 93"/>
                  <a:gd name="T15" fmla="*/ 55 h 157"/>
                  <a:gd name="T16" fmla="*/ 47 w 93"/>
                  <a:gd name="T17" fmla="*/ 57 h 157"/>
                  <a:gd name="T18" fmla="*/ 39 w 93"/>
                  <a:gd name="T19" fmla="*/ 61 h 157"/>
                  <a:gd name="T20" fmla="*/ 32 w 93"/>
                  <a:gd name="T21" fmla="*/ 68 h 157"/>
                  <a:gd name="T22" fmla="*/ 29 w 93"/>
                  <a:gd name="T23" fmla="*/ 0 h 157"/>
                  <a:gd name="T24" fmla="*/ 22 w 93"/>
                  <a:gd name="T25" fmla="*/ 1 h 157"/>
                  <a:gd name="T26" fmla="*/ 14 w 93"/>
                  <a:gd name="T27" fmla="*/ 1 h 157"/>
                  <a:gd name="T28" fmla="*/ 11 w 93"/>
                  <a:gd name="T29" fmla="*/ 1 h 157"/>
                  <a:gd name="T30" fmla="*/ 7 w 93"/>
                  <a:gd name="T31" fmla="*/ 1 h 157"/>
                  <a:gd name="T32" fmla="*/ 0 w 93"/>
                  <a:gd name="T33" fmla="*/ 0 h 157"/>
                  <a:gd name="T34" fmla="*/ 3 w 93"/>
                  <a:gd name="T35" fmla="*/ 157 h 157"/>
                  <a:gd name="T36" fmla="*/ 11 w 93"/>
                  <a:gd name="T37" fmla="*/ 157 h 157"/>
                  <a:gd name="T38" fmla="*/ 18 w 93"/>
                  <a:gd name="T39" fmla="*/ 157 h 157"/>
                  <a:gd name="T40" fmla="*/ 25 w 93"/>
                  <a:gd name="T41" fmla="*/ 157 h 157"/>
                  <a:gd name="T42" fmla="*/ 29 w 93"/>
                  <a:gd name="T43" fmla="*/ 110 h 157"/>
                  <a:gd name="T44" fmla="*/ 28 w 93"/>
                  <a:gd name="T45" fmla="*/ 101 h 157"/>
                  <a:gd name="T46" fmla="*/ 29 w 93"/>
                  <a:gd name="T47" fmla="*/ 93 h 157"/>
                  <a:gd name="T48" fmla="*/ 30 w 93"/>
                  <a:gd name="T49" fmla="*/ 87 h 157"/>
                  <a:gd name="T50" fmla="*/ 32 w 93"/>
                  <a:gd name="T51" fmla="*/ 81 h 157"/>
                  <a:gd name="T52" fmla="*/ 34 w 93"/>
                  <a:gd name="T53" fmla="*/ 77 h 157"/>
                  <a:gd name="T54" fmla="*/ 38 w 93"/>
                  <a:gd name="T55" fmla="*/ 74 h 157"/>
                  <a:gd name="T56" fmla="*/ 42 w 93"/>
                  <a:gd name="T57" fmla="*/ 73 h 157"/>
                  <a:gd name="T58" fmla="*/ 47 w 93"/>
                  <a:gd name="T59" fmla="*/ 72 h 157"/>
                  <a:gd name="T60" fmla="*/ 51 w 93"/>
                  <a:gd name="T61" fmla="*/ 73 h 157"/>
                  <a:gd name="T62" fmla="*/ 55 w 93"/>
                  <a:gd name="T63" fmla="*/ 74 h 157"/>
                  <a:gd name="T64" fmla="*/ 58 w 93"/>
                  <a:gd name="T65" fmla="*/ 77 h 157"/>
                  <a:gd name="T66" fmla="*/ 60 w 93"/>
                  <a:gd name="T67" fmla="*/ 81 h 157"/>
                  <a:gd name="T68" fmla="*/ 62 w 93"/>
                  <a:gd name="T69" fmla="*/ 85 h 157"/>
                  <a:gd name="T70" fmla="*/ 64 w 93"/>
                  <a:gd name="T71" fmla="*/ 91 h 157"/>
                  <a:gd name="T72" fmla="*/ 64 w 93"/>
                  <a:gd name="T73" fmla="*/ 106 h 157"/>
                  <a:gd name="T74" fmla="*/ 67 w 93"/>
                  <a:gd name="T75" fmla="*/ 157 h 157"/>
                  <a:gd name="T76" fmla="*/ 74 w 93"/>
                  <a:gd name="T77" fmla="*/ 157 h 157"/>
                  <a:gd name="T78" fmla="*/ 82 w 93"/>
                  <a:gd name="T79" fmla="*/ 157 h 157"/>
                  <a:gd name="T80" fmla="*/ 90 w 93"/>
                  <a:gd name="T81" fmla="*/ 157 h 157"/>
                  <a:gd name="T82" fmla="*/ 93 w 93"/>
                  <a:gd name="T83" fmla="*/ 91 h 157"/>
                  <a:gd name="T84" fmla="*/ 92 w 93"/>
                  <a:gd name="T85" fmla="*/ 8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2" y="82"/>
                    </a:moveTo>
                    <a:lnTo>
                      <a:pt x="91" y="79"/>
                    </a:lnTo>
                    <a:lnTo>
                      <a:pt x="90" y="75"/>
                    </a:lnTo>
                    <a:lnTo>
                      <a:pt x="90" y="73"/>
                    </a:lnTo>
                    <a:lnTo>
                      <a:pt x="88" y="69"/>
                    </a:lnTo>
                    <a:lnTo>
                      <a:pt x="86" y="67"/>
                    </a:lnTo>
                    <a:lnTo>
                      <a:pt x="84" y="65"/>
                    </a:lnTo>
                    <a:lnTo>
                      <a:pt x="82" y="62"/>
                    </a:lnTo>
                    <a:lnTo>
                      <a:pt x="79" y="61"/>
                    </a:lnTo>
                    <a:lnTo>
                      <a:pt x="76" y="59"/>
                    </a:lnTo>
                    <a:lnTo>
                      <a:pt x="73" y="57"/>
                    </a:lnTo>
                    <a:lnTo>
                      <a:pt x="70" y="56"/>
                    </a:lnTo>
                    <a:lnTo>
                      <a:pt x="66" y="56"/>
                    </a:lnTo>
                    <a:lnTo>
                      <a:pt x="63" y="55"/>
                    </a:lnTo>
                    <a:lnTo>
                      <a:pt x="59" y="55"/>
                    </a:lnTo>
                    <a:lnTo>
                      <a:pt x="55" y="55"/>
                    </a:lnTo>
                    <a:lnTo>
                      <a:pt x="51" y="56"/>
                    </a:lnTo>
                    <a:lnTo>
                      <a:pt x="47" y="57"/>
                    </a:lnTo>
                    <a:lnTo>
                      <a:pt x="43" y="60"/>
                    </a:lnTo>
                    <a:lnTo>
                      <a:pt x="39" y="61"/>
                    </a:lnTo>
                    <a:lnTo>
                      <a:pt x="36" y="65"/>
                    </a:lnTo>
                    <a:lnTo>
                      <a:pt x="32" y="68"/>
                    </a:lnTo>
                    <a:lnTo>
                      <a:pt x="29" y="71"/>
                    </a:lnTo>
                    <a:lnTo>
                      <a:pt x="29" y="0"/>
                    </a:lnTo>
                    <a:lnTo>
                      <a:pt x="26" y="0"/>
                    </a:lnTo>
                    <a:lnTo>
                      <a:pt x="22" y="1"/>
                    </a:lnTo>
                    <a:lnTo>
                      <a:pt x="18" y="1"/>
                    </a:lnTo>
                    <a:lnTo>
                      <a:pt x="14" y="1"/>
                    </a:lnTo>
                    <a:lnTo>
                      <a:pt x="13" y="1"/>
                    </a:lnTo>
                    <a:lnTo>
                      <a:pt x="11" y="1"/>
                    </a:lnTo>
                    <a:lnTo>
                      <a:pt x="9" y="1"/>
                    </a:lnTo>
                    <a:lnTo>
                      <a:pt x="7" y="1"/>
                    </a:lnTo>
                    <a:lnTo>
                      <a:pt x="2" y="0"/>
                    </a:lnTo>
                    <a:lnTo>
                      <a:pt x="0" y="0"/>
                    </a:lnTo>
                    <a:lnTo>
                      <a:pt x="0" y="157"/>
                    </a:lnTo>
                    <a:lnTo>
                      <a:pt x="3" y="157"/>
                    </a:lnTo>
                    <a:lnTo>
                      <a:pt x="7" y="157"/>
                    </a:lnTo>
                    <a:lnTo>
                      <a:pt x="11" y="157"/>
                    </a:lnTo>
                    <a:lnTo>
                      <a:pt x="14" y="157"/>
                    </a:lnTo>
                    <a:lnTo>
                      <a:pt x="18" y="157"/>
                    </a:lnTo>
                    <a:lnTo>
                      <a:pt x="22" y="157"/>
                    </a:lnTo>
                    <a:lnTo>
                      <a:pt x="25" y="157"/>
                    </a:lnTo>
                    <a:lnTo>
                      <a:pt x="29" y="157"/>
                    </a:lnTo>
                    <a:lnTo>
                      <a:pt x="29" y="110"/>
                    </a:lnTo>
                    <a:lnTo>
                      <a:pt x="28" y="106"/>
                    </a:lnTo>
                    <a:lnTo>
                      <a:pt x="28" y="101"/>
                    </a:lnTo>
                    <a:lnTo>
                      <a:pt x="29" y="97"/>
                    </a:lnTo>
                    <a:lnTo>
                      <a:pt x="29" y="93"/>
                    </a:lnTo>
                    <a:lnTo>
                      <a:pt x="29" y="89"/>
                    </a:lnTo>
                    <a:lnTo>
                      <a:pt x="30" y="87"/>
                    </a:lnTo>
                    <a:lnTo>
                      <a:pt x="30" y="84"/>
                    </a:lnTo>
                    <a:lnTo>
                      <a:pt x="32" y="81"/>
                    </a:lnTo>
                    <a:lnTo>
                      <a:pt x="33" y="79"/>
                    </a:lnTo>
                    <a:lnTo>
                      <a:pt x="34" y="77"/>
                    </a:lnTo>
                    <a:lnTo>
                      <a:pt x="36" y="76"/>
                    </a:lnTo>
                    <a:lnTo>
                      <a:pt x="38" y="74"/>
                    </a:lnTo>
                    <a:lnTo>
                      <a:pt x="40" y="73"/>
                    </a:lnTo>
                    <a:lnTo>
                      <a:pt x="42" y="73"/>
                    </a:lnTo>
                    <a:lnTo>
                      <a:pt x="45" y="73"/>
                    </a:lnTo>
                    <a:lnTo>
                      <a:pt x="47" y="72"/>
                    </a:lnTo>
                    <a:lnTo>
                      <a:pt x="50" y="72"/>
                    </a:lnTo>
                    <a:lnTo>
                      <a:pt x="51" y="73"/>
                    </a:lnTo>
                    <a:lnTo>
                      <a:pt x="53" y="73"/>
                    </a:lnTo>
                    <a:lnTo>
                      <a:pt x="55" y="74"/>
                    </a:lnTo>
                    <a:lnTo>
                      <a:pt x="56" y="75"/>
                    </a:lnTo>
                    <a:lnTo>
                      <a:pt x="58" y="77"/>
                    </a:lnTo>
                    <a:lnTo>
                      <a:pt x="59" y="78"/>
                    </a:lnTo>
                    <a:lnTo>
                      <a:pt x="60" y="81"/>
                    </a:lnTo>
                    <a:lnTo>
                      <a:pt x="62" y="82"/>
                    </a:lnTo>
                    <a:lnTo>
                      <a:pt x="62" y="85"/>
                    </a:lnTo>
                    <a:lnTo>
                      <a:pt x="63" y="88"/>
                    </a:lnTo>
                    <a:lnTo>
                      <a:pt x="64" y="91"/>
                    </a:lnTo>
                    <a:lnTo>
                      <a:pt x="64" y="98"/>
                    </a:lnTo>
                    <a:lnTo>
                      <a:pt x="64" y="106"/>
                    </a:lnTo>
                    <a:lnTo>
                      <a:pt x="64" y="157"/>
                    </a:lnTo>
                    <a:lnTo>
                      <a:pt x="67" y="157"/>
                    </a:lnTo>
                    <a:lnTo>
                      <a:pt x="71" y="157"/>
                    </a:lnTo>
                    <a:lnTo>
                      <a:pt x="74" y="157"/>
                    </a:lnTo>
                    <a:lnTo>
                      <a:pt x="78" y="157"/>
                    </a:lnTo>
                    <a:lnTo>
                      <a:pt x="82" y="157"/>
                    </a:lnTo>
                    <a:lnTo>
                      <a:pt x="86" y="157"/>
                    </a:lnTo>
                    <a:lnTo>
                      <a:pt x="90" y="157"/>
                    </a:lnTo>
                    <a:lnTo>
                      <a:pt x="93" y="157"/>
                    </a:lnTo>
                    <a:lnTo>
                      <a:pt x="93" y="91"/>
                    </a:lnTo>
                    <a:lnTo>
                      <a:pt x="93" y="86"/>
                    </a:lnTo>
                    <a:lnTo>
                      <a:pt x="92" y="8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0" name="iṥľiḓê"/>
              <p:cNvSpPr/>
              <p:nvPr userDrawn="1"/>
            </p:nvSpPr>
            <p:spPr bwMode="auto">
              <a:xfrm>
                <a:off x="5745163" y="4105276"/>
                <a:ext cx="46038" cy="158750"/>
              </a:xfrm>
              <a:custGeom>
                <a:avLst/>
                <a:gdLst>
                  <a:gd name="T0" fmla="*/ 21 w 29"/>
                  <a:gd name="T1" fmla="*/ 0 h 100"/>
                  <a:gd name="T2" fmla="*/ 18 w 29"/>
                  <a:gd name="T3" fmla="*/ 0 h 100"/>
                  <a:gd name="T4" fmla="*/ 16 w 29"/>
                  <a:gd name="T5" fmla="*/ 0 h 100"/>
                  <a:gd name="T6" fmla="*/ 12 w 29"/>
                  <a:gd name="T7" fmla="*/ 0 h 100"/>
                  <a:gd name="T8" fmla="*/ 8 w 29"/>
                  <a:gd name="T9" fmla="*/ 0 h 100"/>
                  <a:gd name="T10" fmla="*/ 4 w 29"/>
                  <a:gd name="T11" fmla="*/ 0 h 100"/>
                  <a:gd name="T12" fmla="*/ 0 w 29"/>
                  <a:gd name="T13" fmla="*/ 0 h 100"/>
                  <a:gd name="T14" fmla="*/ 0 w 29"/>
                  <a:gd name="T15" fmla="*/ 100 h 100"/>
                  <a:gd name="T16" fmla="*/ 4 w 29"/>
                  <a:gd name="T17" fmla="*/ 100 h 100"/>
                  <a:gd name="T18" fmla="*/ 8 w 29"/>
                  <a:gd name="T19" fmla="*/ 100 h 100"/>
                  <a:gd name="T20" fmla="*/ 12 w 29"/>
                  <a:gd name="T21" fmla="*/ 100 h 100"/>
                  <a:gd name="T22" fmla="*/ 16 w 29"/>
                  <a:gd name="T23" fmla="*/ 100 h 100"/>
                  <a:gd name="T24" fmla="*/ 18 w 29"/>
                  <a:gd name="T25" fmla="*/ 100 h 100"/>
                  <a:gd name="T26" fmla="*/ 21 w 29"/>
                  <a:gd name="T27" fmla="*/ 100 h 100"/>
                  <a:gd name="T28" fmla="*/ 25 w 29"/>
                  <a:gd name="T29" fmla="*/ 100 h 100"/>
                  <a:gd name="T30" fmla="*/ 29 w 29"/>
                  <a:gd name="T31" fmla="*/ 100 h 100"/>
                  <a:gd name="T32" fmla="*/ 29 w 29"/>
                  <a:gd name="T33" fmla="*/ 0 h 100"/>
                  <a:gd name="T34" fmla="*/ 25 w 29"/>
                  <a:gd name="T35" fmla="*/ 0 h 100"/>
                  <a:gd name="T36" fmla="*/ 21 w 29"/>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100">
                    <a:moveTo>
                      <a:pt x="21" y="0"/>
                    </a:moveTo>
                    <a:lnTo>
                      <a:pt x="18" y="0"/>
                    </a:lnTo>
                    <a:lnTo>
                      <a:pt x="16" y="0"/>
                    </a:lnTo>
                    <a:lnTo>
                      <a:pt x="12" y="0"/>
                    </a:lnTo>
                    <a:lnTo>
                      <a:pt x="8" y="0"/>
                    </a:lnTo>
                    <a:lnTo>
                      <a:pt x="4" y="0"/>
                    </a:lnTo>
                    <a:lnTo>
                      <a:pt x="0" y="0"/>
                    </a:lnTo>
                    <a:lnTo>
                      <a:pt x="0" y="100"/>
                    </a:lnTo>
                    <a:lnTo>
                      <a:pt x="4" y="100"/>
                    </a:lnTo>
                    <a:lnTo>
                      <a:pt x="8" y="100"/>
                    </a:lnTo>
                    <a:lnTo>
                      <a:pt x="12" y="100"/>
                    </a:lnTo>
                    <a:lnTo>
                      <a:pt x="16" y="100"/>
                    </a:lnTo>
                    <a:lnTo>
                      <a:pt x="18" y="100"/>
                    </a:lnTo>
                    <a:lnTo>
                      <a:pt x="21" y="100"/>
                    </a:lnTo>
                    <a:lnTo>
                      <a:pt x="25" y="100"/>
                    </a:lnTo>
                    <a:lnTo>
                      <a:pt x="29" y="100"/>
                    </a:lnTo>
                    <a:lnTo>
                      <a:pt x="29" y="0"/>
                    </a:lnTo>
                    <a:lnTo>
                      <a:pt x="25" y="0"/>
                    </a:lnTo>
                    <a:lnTo>
                      <a:pt x="2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1" name="îŝ1îḋê"/>
              <p:cNvSpPr/>
              <p:nvPr userDrawn="1"/>
            </p:nvSpPr>
            <p:spPr bwMode="auto">
              <a:xfrm>
                <a:off x="5741988" y="4017963"/>
                <a:ext cx="53975" cy="50800"/>
              </a:xfrm>
              <a:custGeom>
                <a:avLst/>
                <a:gdLst>
                  <a:gd name="T0" fmla="*/ 32 w 34"/>
                  <a:gd name="T1" fmla="*/ 10 h 32"/>
                  <a:gd name="T2" fmla="*/ 30 w 34"/>
                  <a:gd name="T3" fmla="*/ 7 h 32"/>
                  <a:gd name="T4" fmla="*/ 28 w 34"/>
                  <a:gd name="T5" fmla="*/ 5 h 32"/>
                  <a:gd name="T6" fmla="*/ 26 w 34"/>
                  <a:gd name="T7" fmla="*/ 3 h 32"/>
                  <a:gd name="T8" fmla="*/ 23 w 34"/>
                  <a:gd name="T9" fmla="*/ 2 h 32"/>
                  <a:gd name="T10" fmla="*/ 20 w 34"/>
                  <a:gd name="T11" fmla="*/ 0 h 32"/>
                  <a:gd name="T12" fmla="*/ 16 w 34"/>
                  <a:gd name="T13" fmla="*/ 0 h 32"/>
                  <a:gd name="T14" fmla="*/ 13 w 34"/>
                  <a:gd name="T15" fmla="*/ 0 h 32"/>
                  <a:gd name="T16" fmla="*/ 10 w 34"/>
                  <a:gd name="T17" fmla="*/ 2 h 32"/>
                  <a:gd name="T18" fmla="*/ 7 w 34"/>
                  <a:gd name="T19" fmla="*/ 3 h 32"/>
                  <a:gd name="T20" fmla="*/ 5 w 34"/>
                  <a:gd name="T21" fmla="*/ 5 h 32"/>
                  <a:gd name="T22" fmla="*/ 3 w 34"/>
                  <a:gd name="T23" fmla="*/ 7 h 32"/>
                  <a:gd name="T24" fmla="*/ 2 w 34"/>
                  <a:gd name="T25" fmla="*/ 10 h 32"/>
                  <a:gd name="T26" fmla="*/ 1 w 34"/>
                  <a:gd name="T27" fmla="*/ 13 h 32"/>
                  <a:gd name="T28" fmla="*/ 0 w 34"/>
                  <a:gd name="T29" fmla="*/ 16 h 32"/>
                  <a:gd name="T30" fmla="*/ 1 w 34"/>
                  <a:gd name="T31" fmla="*/ 20 h 32"/>
                  <a:gd name="T32" fmla="*/ 2 w 34"/>
                  <a:gd name="T33" fmla="*/ 23 h 32"/>
                  <a:gd name="T34" fmla="*/ 2 w 34"/>
                  <a:gd name="T35" fmla="*/ 26 h 32"/>
                  <a:gd name="T36" fmla="*/ 5 w 34"/>
                  <a:gd name="T37" fmla="*/ 28 h 32"/>
                  <a:gd name="T38" fmla="*/ 6 w 34"/>
                  <a:gd name="T39" fmla="*/ 30 h 32"/>
                  <a:gd name="T40" fmla="*/ 10 w 34"/>
                  <a:gd name="T41" fmla="*/ 31 h 32"/>
                  <a:gd name="T42" fmla="*/ 13 w 34"/>
                  <a:gd name="T43" fmla="*/ 32 h 32"/>
                  <a:gd name="T44" fmla="*/ 16 w 34"/>
                  <a:gd name="T45" fmla="*/ 32 h 32"/>
                  <a:gd name="T46" fmla="*/ 20 w 34"/>
                  <a:gd name="T47" fmla="*/ 32 h 32"/>
                  <a:gd name="T48" fmla="*/ 23 w 34"/>
                  <a:gd name="T49" fmla="*/ 31 h 32"/>
                  <a:gd name="T50" fmla="*/ 26 w 34"/>
                  <a:gd name="T51" fmla="*/ 30 h 32"/>
                  <a:gd name="T52" fmla="*/ 28 w 34"/>
                  <a:gd name="T53" fmla="*/ 27 h 32"/>
                  <a:gd name="T54" fmla="*/ 30 w 34"/>
                  <a:gd name="T55" fmla="*/ 25 h 32"/>
                  <a:gd name="T56" fmla="*/ 32 w 34"/>
                  <a:gd name="T57" fmla="*/ 23 h 32"/>
                  <a:gd name="T58" fmla="*/ 33 w 34"/>
                  <a:gd name="T59" fmla="*/ 19 h 32"/>
                  <a:gd name="T60" fmla="*/ 34 w 34"/>
                  <a:gd name="T61" fmla="*/ 16 h 32"/>
                  <a:gd name="T62" fmla="*/ 33 w 34"/>
                  <a:gd name="T63" fmla="*/ 13 h 32"/>
                  <a:gd name="T64" fmla="*/ 32 w 34"/>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 h="32">
                    <a:moveTo>
                      <a:pt x="32" y="10"/>
                    </a:moveTo>
                    <a:lnTo>
                      <a:pt x="30" y="7"/>
                    </a:lnTo>
                    <a:lnTo>
                      <a:pt x="28" y="5"/>
                    </a:lnTo>
                    <a:lnTo>
                      <a:pt x="26" y="3"/>
                    </a:lnTo>
                    <a:lnTo>
                      <a:pt x="23" y="2"/>
                    </a:lnTo>
                    <a:lnTo>
                      <a:pt x="20" y="0"/>
                    </a:lnTo>
                    <a:lnTo>
                      <a:pt x="16" y="0"/>
                    </a:lnTo>
                    <a:lnTo>
                      <a:pt x="13" y="0"/>
                    </a:lnTo>
                    <a:lnTo>
                      <a:pt x="10" y="2"/>
                    </a:lnTo>
                    <a:lnTo>
                      <a:pt x="7" y="3"/>
                    </a:lnTo>
                    <a:lnTo>
                      <a:pt x="5" y="5"/>
                    </a:lnTo>
                    <a:lnTo>
                      <a:pt x="3" y="7"/>
                    </a:lnTo>
                    <a:lnTo>
                      <a:pt x="2" y="10"/>
                    </a:lnTo>
                    <a:lnTo>
                      <a:pt x="1" y="13"/>
                    </a:lnTo>
                    <a:lnTo>
                      <a:pt x="0" y="16"/>
                    </a:lnTo>
                    <a:lnTo>
                      <a:pt x="1" y="20"/>
                    </a:lnTo>
                    <a:lnTo>
                      <a:pt x="2" y="23"/>
                    </a:lnTo>
                    <a:lnTo>
                      <a:pt x="2" y="26"/>
                    </a:lnTo>
                    <a:lnTo>
                      <a:pt x="5" y="28"/>
                    </a:lnTo>
                    <a:lnTo>
                      <a:pt x="6" y="30"/>
                    </a:lnTo>
                    <a:lnTo>
                      <a:pt x="10" y="31"/>
                    </a:lnTo>
                    <a:lnTo>
                      <a:pt x="13" y="32"/>
                    </a:lnTo>
                    <a:lnTo>
                      <a:pt x="16" y="32"/>
                    </a:lnTo>
                    <a:lnTo>
                      <a:pt x="20" y="32"/>
                    </a:lnTo>
                    <a:lnTo>
                      <a:pt x="23" y="31"/>
                    </a:lnTo>
                    <a:lnTo>
                      <a:pt x="26" y="30"/>
                    </a:lnTo>
                    <a:lnTo>
                      <a:pt x="28" y="27"/>
                    </a:lnTo>
                    <a:lnTo>
                      <a:pt x="30" y="25"/>
                    </a:lnTo>
                    <a:lnTo>
                      <a:pt x="32" y="23"/>
                    </a:lnTo>
                    <a:lnTo>
                      <a:pt x="33" y="19"/>
                    </a:lnTo>
                    <a:lnTo>
                      <a:pt x="34" y="16"/>
                    </a:lnTo>
                    <a:lnTo>
                      <a:pt x="33" y="13"/>
                    </a:lnTo>
                    <a:lnTo>
                      <a:pt x="32"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2" name="íśľîdé"/>
              <p:cNvSpPr/>
              <p:nvPr userDrawn="1"/>
            </p:nvSpPr>
            <p:spPr bwMode="auto">
              <a:xfrm>
                <a:off x="5851526" y="4102101"/>
                <a:ext cx="147638" cy="161925"/>
              </a:xfrm>
              <a:custGeom>
                <a:avLst/>
                <a:gdLst>
                  <a:gd name="T0" fmla="*/ 91 w 93"/>
                  <a:gd name="T1" fmla="*/ 23 h 102"/>
                  <a:gd name="T2" fmla="*/ 89 w 93"/>
                  <a:gd name="T3" fmla="*/ 16 h 102"/>
                  <a:gd name="T4" fmla="*/ 86 w 93"/>
                  <a:gd name="T5" fmla="*/ 10 h 102"/>
                  <a:gd name="T6" fmla="*/ 81 w 93"/>
                  <a:gd name="T7" fmla="*/ 6 h 102"/>
                  <a:gd name="T8" fmla="*/ 74 w 93"/>
                  <a:gd name="T9" fmla="*/ 2 h 102"/>
                  <a:gd name="T10" fmla="*/ 68 w 93"/>
                  <a:gd name="T11" fmla="*/ 1 h 102"/>
                  <a:gd name="T12" fmla="*/ 60 w 93"/>
                  <a:gd name="T13" fmla="*/ 0 h 102"/>
                  <a:gd name="T14" fmla="*/ 51 w 93"/>
                  <a:gd name="T15" fmla="*/ 1 h 102"/>
                  <a:gd name="T16" fmla="*/ 43 w 93"/>
                  <a:gd name="T17" fmla="*/ 5 h 102"/>
                  <a:gd name="T18" fmla="*/ 35 w 93"/>
                  <a:gd name="T19" fmla="*/ 10 h 102"/>
                  <a:gd name="T20" fmla="*/ 28 w 93"/>
                  <a:gd name="T21" fmla="*/ 17 h 102"/>
                  <a:gd name="T22" fmla="*/ 24 w 93"/>
                  <a:gd name="T23" fmla="*/ 2 h 102"/>
                  <a:gd name="T24" fmla="*/ 17 w 93"/>
                  <a:gd name="T25" fmla="*/ 2 h 102"/>
                  <a:gd name="T26" fmla="*/ 10 w 93"/>
                  <a:gd name="T27" fmla="*/ 2 h 102"/>
                  <a:gd name="T28" fmla="*/ 3 w 93"/>
                  <a:gd name="T29" fmla="*/ 2 h 102"/>
                  <a:gd name="T30" fmla="*/ 0 w 93"/>
                  <a:gd name="T31" fmla="*/ 102 h 102"/>
                  <a:gd name="T32" fmla="*/ 7 w 93"/>
                  <a:gd name="T33" fmla="*/ 102 h 102"/>
                  <a:gd name="T34" fmla="*/ 14 w 93"/>
                  <a:gd name="T35" fmla="*/ 102 h 102"/>
                  <a:gd name="T36" fmla="*/ 22 w 93"/>
                  <a:gd name="T37" fmla="*/ 102 h 102"/>
                  <a:gd name="T38" fmla="*/ 28 w 93"/>
                  <a:gd name="T39" fmla="*/ 102 h 102"/>
                  <a:gd name="T40" fmla="*/ 28 w 93"/>
                  <a:gd name="T41" fmla="*/ 51 h 102"/>
                  <a:gd name="T42" fmla="*/ 29 w 93"/>
                  <a:gd name="T43" fmla="*/ 42 h 102"/>
                  <a:gd name="T44" fmla="*/ 30 w 93"/>
                  <a:gd name="T45" fmla="*/ 34 h 102"/>
                  <a:gd name="T46" fmla="*/ 31 w 93"/>
                  <a:gd name="T47" fmla="*/ 29 h 102"/>
                  <a:gd name="T48" fmla="*/ 34 w 93"/>
                  <a:gd name="T49" fmla="*/ 24 h 102"/>
                  <a:gd name="T50" fmla="*/ 37 w 93"/>
                  <a:gd name="T51" fmla="*/ 21 h 102"/>
                  <a:gd name="T52" fmla="*/ 41 w 93"/>
                  <a:gd name="T53" fmla="*/ 18 h 102"/>
                  <a:gd name="T54" fmla="*/ 45 w 93"/>
                  <a:gd name="T55" fmla="*/ 18 h 102"/>
                  <a:gd name="T56" fmla="*/ 50 w 93"/>
                  <a:gd name="T57" fmla="*/ 17 h 102"/>
                  <a:gd name="T58" fmla="*/ 54 w 93"/>
                  <a:gd name="T59" fmla="*/ 18 h 102"/>
                  <a:gd name="T60" fmla="*/ 57 w 93"/>
                  <a:gd name="T61" fmla="*/ 20 h 102"/>
                  <a:gd name="T62" fmla="*/ 59 w 93"/>
                  <a:gd name="T63" fmla="*/ 23 h 102"/>
                  <a:gd name="T64" fmla="*/ 62 w 93"/>
                  <a:gd name="T65" fmla="*/ 27 h 102"/>
                  <a:gd name="T66" fmla="*/ 63 w 93"/>
                  <a:gd name="T67" fmla="*/ 33 h 102"/>
                  <a:gd name="T68" fmla="*/ 64 w 93"/>
                  <a:gd name="T69" fmla="*/ 43 h 102"/>
                  <a:gd name="T70" fmla="*/ 65 w 93"/>
                  <a:gd name="T71" fmla="*/ 102 h 102"/>
                  <a:gd name="T72" fmla="*/ 71 w 93"/>
                  <a:gd name="T73" fmla="*/ 102 h 102"/>
                  <a:gd name="T74" fmla="*/ 78 w 93"/>
                  <a:gd name="T75" fmla="*/ 102 h 102"/>
                  <a:gd name="T76" fmla="*/ 86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0" y="20"/>
                    </a:lnTo>
                    <a:lnTo>
                      <a:pt x="89" y="16"/>
                    </a:lnTo>
                    <a:lnTo>
                      <a:pt x="87" y="13"/>
                    </a:lnTo>
                    <a:lnTo>
                      <a:pt x="86" y="10"/>
                    </a:lnTo>
                    <a:lnTo>
                      <a:pt x="83" y="8"/>
                    </a:lnTo>
                    <a:lnTo>
                      <a:pt x="81" y="6"/>
                    </a:lnTo>
                    <a:lnTo>
                      <a:pt x="78" y="4"/>
                    </a:lnTo>
                    <a:lnTo>
                      <a:pt x="74" y="2"/>
                    </a:lnTo>
                    <a:lnTo>
                      <a:pt x="72" y="2"/>
                    </a:lnTo>
                    <a:lnTo>
                      <a:pt x="68" y="1"/>
                    </a:lnTo>
                    <a:lnTo>
                      <a:pt x="64" y="0"/>
                    </a:lnTo>
                    <a:lnTo>
                      <a:pt x="60" y="0"/>
                    </a:lnTo>
                    <a:lnTo>
                      <a:pt x="56" y="0"/>
                    </a:lnTo>
                    <a:lnTo>
                      <a:pt x="51" y="1"/>
                    </a:lnTo>
                    <a:lnTo>
                      <a:pt x="46" y="3"/>
                    </a:lnTo>
                    <a:lnTo>
                      <a:pt x="43" y="5"/>
                    </a:lnTo>
                    <a:lnTo>
                      <a:pt x="39" y="7"/>
                    </a:lnTo>
                    <a:lnTo>
                      <a:pt x="35" y="10"/>
                    </a:lnTo>
                    <a:lnTo>
                      <a:pt x="31" y="14"/>
                    </a:lnTo>
                    <a:lnTo>
                      <a:pt x="28" y="17"/>
                    </a:lnTo>
                    <a:lnTo>
                      <a:pt x="28" y="2"/>
                    </a:lnTo>
                    <a:lnTo>
                      <a:pt x="24" y="2"/>
                    </a:lnTo>
                    <a:lnTo>
                      <a:pt x="21" y="2"/>
                    </a:lnTo>
                    <a:lnTo>
                      <a:pt x="17" y="2"/>
                    </a:lnTo>
                    <a:lnTo>
                      <a:pt x="14" y="2"/>
                    </a:lnTo>
                    <a:lnTo>
                      <a:pt x="10" y="2"/>
                    </a:lnTo>
                    <a:lnTo>
                      <a:pt x="6" y="2"/>
                    </a:lnTo>
                    <a:lnTo>
                      <a:pt x="3" y="2"/>
                    </a:lnTo>
                    <a:lnTo>
                      <a:pt x="0" y="2"/>
                    </a:lnTo>
                    <a:lnTo>
                      <a:pt x="0" y="102"/>
                    </a:lnTo>
                    <a:lnTo>
                      <a:pt x="4" y="102"/>
                    </a:lnTo>
                    <a:lnTo>
                      <a:pt x="7" y="102"/>
                    </a:lnTo>
                    <a:lnTo>
                      <a:pt x="11" y="102"/>
                    </a:lnTo>
                    <a:lnTo>
                      <a:pt x="14" y="102"/>
                    </a:lnTo>
                    <a:lnTo>
                      <a:pt x="18" y="102"/>
                    </a:lnTo>
                    <a:lnTo>
                      <a:pt x="22" y="102"/>
                    </a:lnTo>
                    <a:lnTo>
                      <a:pt x="25" y="102"/>
                    </a:lnTo>
                    <a:lnTo>
                      <a:pt x="28" y="102"/>
                    </a:lnTo>
                    <a:lnTo>
                      <a:pt x="28" y="55"/>
                    </a:lnTo>
                    <a:lnTo>
                      <a:pt x="28" y="51"/>
                    </a:lnTo>
                    <a:lnTo>
                      <a:pt x="28" y="46"/>
                    </a:lnTo>
                    <a:lnTo>
                      <a:pt x="29" y="42"/>
                    </a:lnTo>
                    <a:lnTo>
                      <a:pt x="29" y="38"/>
                    </a:lnTo>
                    <a:lnTo>
                      <a:pt x="30" y="34"/>
                    </a:lnTo>
                    <a:lnTo>
                      <a:pt x="30" y="32"/>
                    </a:lnTo>
                    <a:lnTo>
                      <a:pt x="31" y="29"/>
                    </a:lnTo>
                    <a:lnTo>
                      <a:pt x="32" y="26"/>
                    </a:lnTo>
                    <a:lnTo>
                      <a:pt x="34" y="24"/>
                    </a:lnTo>
                    <a:lnTo>
                      <a:pt x="35" y="22"/>
                    </a:lnTo>
                    <a:lnTo>
                      <a:pt x="37" y="21"/>
                    </a:lnTo>
                    <a:lnTo>
                      <a:pt x="38" y="19"/>
                    </a:lnTo>
                    <a:lnTo>
                      <a:pt x="41" y="18"/>
                    </a:lnTo>
                    <a:lnTo>
                      <a:pt x="42" y="18"/>
                    </a:lnTo>
                    <a:lnTo>
                      <a:pt x="45" y="18"/>
                    </a:lnTo>
                    <a:lnTo>
                      <a:pt x="47" y="17"/>
                    </a:lnTo>
                    <a:lnTo>
                      <a:pt x="50" y="17"/>
                    </a:lnTo>
                    <a:lnTo>
                      <a:pt x="51" y="18"/>
                    </a:lnTo>
                    <a:lnTo>
                      <a:pt x="54" y="18"/>
                    </a:lnTo>
                    <a:lnTo>
                      <a:pt x="55" y="19"/>
                    </a:lnTo>
                    <a:lnTo>
                      <a:pt x="57" y="20"/>
                    </a:lnTo>
                    <a:lnTo>
                      <a:pt x="58" y="22"/>
                    </a:lnTo>
                    <a:lnTo>
                      <a:pt x="59" y="23"/>
                    </a:lnTo>
                    <a:lnTo>
                      <a:pt x="61" y="26"/>
                    </a:lnTo>
                    <a:lnTo>
                      <a:pt x="62" y="27"/>
                    </a:lnTo>
                    <a:lnTo>
                      <a:pt x="62" y="30"/>
                    </a:lnTo>
                    <a:lnTo>
                      <a:pt x="63" y="33"/>
                    </a:lnTo>
                    <a:lnTo>
                      <a:pt x="63" y="36"/>
                    </a:lnTo>
                    <a:lnTo>
                      <a:pt x="64" y="43"/>
                    </a:lnTo>
                    <a:lnTo>
                      <a:pt x="65" y="51"/>
                    </a:lnTo>
                    <a:lnTo>
                      <a:pt x="65" y="102"/>
                    </a:lnTo>
                    <a:lnTo>
                      <a:pt x="68" y="102"/>
                    </a:lnTo>
                    <a:lnTo>
                      <a:pt x="71" y="102"/>
                    </a:lnTo>
                    <a:lnTo>
                      <a:pt x="74" y="102"/>
                    </a:lnTo>
                    <a:lnTo>
                      <a:pt x="78" y="102"/>
                    </a:lnTo>
                    <a:lnTo>
                      <a:pt x="82" y="102"/>
                    </a:lnTo>
                    <a:lnTo>
                      <a:pt x="86" y="102"/>
                    </a:lnTo>
                    <a:lnTo>
                      <a:pt x="90" y="102"/>
                    </a:lnTo>
                    <a:lnTo>
                      <a:pt x="93" y="102"/>
                    </a:lnTo>
                    <a:lnTo>
                      <a:pt x="93" y="42"/>
                    </a:lnTo>
                    <a:lnTo>
                      <a:pt x="93" y="36"/>
                    </a:lnTo>
                    <a:lnTo>
                      <a:pt x="93"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3" name="ïśļîḋé"/>
              <p:cNvSpPr/>
              <p:nvPr userDrawn="1"/>
            </p:nvSpPr>
            <p:spPr bwMode="auto">
              <a:xfrm>
                <a:off x="6043613" y="4102101"/>
                <a:ext cx="152400" cy="163513"/>
              </a:xfrm>
              <a:custGeom>
                <a:avLst/>
                <a:gdLst>
                  <a:gd name="T0" fmla="*/ 88 w 96"/>
                  <a:gd name="T1" fmla="*/ 93 h 103"/>
                  <a:gd name="T2" fmla="*/ 85 w 96"/>
                  <a:gd name="T3" fmla="*/ 87 h 103"/>
                  <a:gd name="T4" fmla="*/ 85 w 96"/>
                  <a:gd name="T5" fmla="*/ 25 h 103"/>
                  <a:gd name="T6" fmla="*/ 82 w 96"/>
                  <a:gd name="T7" fmla="*/ 16 h 103"/>
                  <a:gd name="T8" fmla="*/ 77 w 96"/>
                  <a:gd name="T9" fmla="*/ 10 h 103"/>
                  <a:gd name="T10" fmla="*/ 69 w 96"/>
                  <a:gd name="T11" fmla="*/ 5 h 103"/>
                  <a:gd name="T12" fmla="*/ 59 w 96"/>
                  <a:gd name="T13" fmla="*/ 2 h 103"/>
                  <a:gd name="T14" fmla="*/ 45 w 96"/>
                  <a:gd name="T15" fmla="*/ 0 h 103"/>
                  <a:gd name="T16" fmla="*/ 29 w 96"/>
                  <a:gd name="T17" fmla="*/ 2 h 103"/>
                  <a:gd name="T18" fmla="*/ 15 w 96"/>
                  <a:gd name="T19" fmla="*/ 8 h 103"/>
                  <a:gd name="T20" fmla="*/ 9 w 96"/>
                  <a:gd name="T21" fmla="*/ 26 h 103"/>
                  <a:gd name="T22" fmla="*/ 17 w 96"/>
                  <a:gd name="T23" fmla="*/ 21 h 103"/>
                  <a:gd name="T24" fmla="*/ 25 w 96"/>
                  <a:gd name="T25" fmla="*/ 15 h 103"/>
                  <a:gd name="T26" fmla="*/ 37 w 96"/>
                  <a:gd name="T27" fmla="*/ 13 h 103"/>
                  <a:gd name="T28" fmla="*/ 48 w 96"/>
                  <a:gd name="T29" fmla="*/ 17 h 103"/>
                  <a:gd name="T30" fmla="*/ 55 w 96"/>
                  <a:gd name="T31" fmla="*/ 25 h 103"/>
                  <a:gd name="T32" fmla="*/ 57 w 96"/>
                  <a:gd name="T33" fmla="*/ 34 h 103"/>
                  <a:gd name="T34" fmla="*/ 53 w 96"/>
                  <a:gd name="T35" fmla="*/ 40 h 103"/>
                  <a:gd name="T36" fmla="*/ 46 w 96"/>
                  <a:gd name="T37" fmla="*/ 44 h 103"/>
                  <a:gd name="T38" fmla="*/ 38 w 96"/>
                  <a:gd name="T39" fmla="*/ 46 h 103"/>
                  <a:gd name="T40" fmla="*/ 24 w 96"/>
                  <a:gd name="T41" fmla="*/ 49 h 103"/>
                  <a:gd name="T42" fmla="*/ 13 w 96"/>
                  <a:gd name="T43" fmla="*/ 54 h 103"/>
                  <a:gd name="T44" fmla="*/ 5 w 96"/>
                  <a:gd name="T45" fmla="*/ 59 h 103"/>
                  <a:gd name="T46" fmla="*/ 1 w 96"/>
                  <a:gd name="T47" fmla="*/ 67 h 103"/>
                  <a:gd name="T48" fmla="*/ 0 w 96"/>
                  <a:gd name="T49" fmla="*/ 75 h 103"/>
                  <a:gd name="T50" fmla="*/ 1 w 96"/>
                  <a:gd name="T51" fmla="*/ 83 h 103"/>
                  <a:gd name="T52" fmla="*/ 3 w 96"/>
                  <a:gd name="T53" fmla="*/ 91 h 103"/>
                  <a:gd name="T54" fmla="*/ 8 w 96"/>
                  <a:gd name="T55" fmla="*/ 96 h 103"/>
                  <a:gd name="T56" fmla="*/ 14 w 96"/>
                  <a:gd name="T57" fmla="*/ 100 h 103"/>
                  <a:gd name="T58" fmla="*/ 23 w 96"/>
                  <a:gd name="T59" fmla="*/ 103 h 103"/>
                  <a:gd name="T60" fmla="*/ 34 w 96"/>
                  <a:gd name="T61" fmla="*/ 103 h 103"/>
                  <a:gd name="T62" fmla="*/ 46 w 96"/>
                  <a:gd name="T63" fmla="*/ 99 h 103"/>
                  <a:gd name="T64" fmla="*/ 54 w 96"/>
                  <a:gd name="T65" fmla="*/ 93 h 103"/>
                  <a:gd name="T66" fmla="*/ 60 w 96"/>
                  <a:gd name="T67" fmla="*/ 95 h 103"/>
                  <a:gd name="T68" fmla="*/ 67 w 96"/>
                  <a:gd name="T69" fmla="*/ 102 h 103"/>
                  <a:gd name="T70" fmla="*/ 77 w 96"/>
                  <a:gd name="T71" fmla="*/ 103 h 103"/>
                  <a:gd name="T72" fmla="*/ 88 w 96"/>
                  <a:gd name="T73" fmla="*/ 103 h 103"/>
                  <a:gd name="T74" fmla="*/ 96 w 96"/>
                  <a:gd name="T75" fmla="*/ 99 h 103"/>
                  <a:gd name="T76" fmla="*/ 91 w 96"/>
                  <a:gd name="T77" fmla="*/ 95 h 103"/>
                  <a:gd name="T78" fmla="*/ 55 w 96"/>
                  <a:gd name="T79" fmla="*/ 79 h 103"/>
                  <a:gd name="T80" fmla="*/ 53 w 96"/>
                  <a:gd name="T81" fmla="*/ 85 h 103"/>
                  <a:gd name="T82" fmla="*/ 50 w 96"/>
                  <a:gd name="T83" fmla="*/ 88 h 103"/>
                  <a:gd name="T84" fmla="*/ 45 w 96"/>
                  <a:gd name="T85" fmla="*/ 91 h 103"/>
                  <a:gd name="T86" fmla="*/ 41 w 96"/>
                  <a:gd name="T87" fmla="*/ 91 h 103"/>
                  <a:gd name="T88" fmla="*/ 33 w 96"/>
                  <a:gd name="T89" fmla="*/ 89 h 103"/>
                  <a:gd name="T90" fmla="*/ 30 w 96"/>
                  <a:gd name="T91" fmla="*/ 82 h 103"/>
                  <a:gd name="T92" fmla="*/ 29 w 96"/>
                  <a:gd name="T93" fmla="*/ 71 h 103"/>
                  <a:gd name="T94" fmla="*/ 30 w 96"/>
                  <a:gd name="T95" fmla="*/ 65 h 103"/>
                  <a:gd name="T96" fmla="*/ 34 w 96"/>
                  <a:gd name="T97" fmla="*/ 59 h 103"/>
                  <a:gd name="T98" fmla="*/ 41 w 96"/>
                  <a:gd name="T99" fmla="*/ 54 h 103"/>
                  <a:gd name="T100" fmla="*/ 54 w 96"/>
                  <a:gd name="T101" fmla="*/ 5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6" h="103">
                    <a:moveTo>
                      <a:pt x="91" y="95"/>
                    </a:moveTo>
                    <a:lnTo>
                      <a:pt x="89" y="94"/>
                    </a:lnTo>
                    <a:lnTo>
                      <a:pt x="88" y="93"/>
                    </a:lnTo>
                    <a:lnTo>
                      <a:pt x="87" y="91"/>
                    </a:lnTo>
                    <a:lnTo>
                      <a:pt x="86" y="90"/>
                    </a:lnTo>
                    <a:lnTo>
                      <a:pt x="85" y="87"/>
                    </a:lnTo>
                    <a:lnTo>
                      <a:pt x="85" y="85"/>
                    </a:lnTo>
                    <a:lnTo>
                      <a:pt x="85" y="27"/>
                    </a:lnTo>
                    <a:lnTo>
                      <a:pt x="85" y="25"/>
                    </a:lnTo>
                    <a:lnTo>
                      <a:pt x="85" y="22"/>
                    </a:lnTo>
                    <a:lnTo>
                      <a:pt x="84" y="19"/>
                    </a:lnTo>
                    <a:lnTo>
                      <a:pt x="82" y="16"/>
                    </a:lnTo>
                    <a:lnTo>
                      <a:pt x="81" y="14"/>
                    </a:lnTo>
                    <a:lnTo>
                      <a:pt x="79" y="12"/>
                    </a:lnTo>
                    <a:lnTo>
                      <a:pt x="77" y="10"/>
                    </a:lnTo>
                    <a:lnTo>
                      <a:pt x="75" y="8"/>
                    </a:lnTo>
                    <a:lnTo>
                      <a:pt x="72" y="6"/>
                    </a:lnTo>
                    <a:lnTo>
                      <a:pt x="69" y="5"/>
                    </a:lnTo>
                    <a:lnTo>
                      <a:pt x="66" y="4"/>
                    </a:lnTo>
                    <a:lnTo>
                      <a:pt x="62" y="2"/>
                    </a:lnTo>
                    <a:lnTo>
                      <a:pt x="59" y="2"/>
                    </a:lnTo>
                    <a:lnTo>
                      <a:pt x="54" y="1"/>
                    </a:lnTo>
                    <a:lnTo>
                      <a:pt x="50" y="0"/>
                    </a:lnTo>
                    <a:lnTo>
                      <a:pt x="45" y="0"/>
                    </a:lnTo>
                    <a:lnTo>
                      <a:pt x="40" y="0"/>
                    </a:lnTo>
                    <a:lnTo>
                      <a:pt x="34" y="1"/>
                    </a:lnTo>
                    <a:lnTo>
                      <a:pt x="29" y="2"/>
                    </a:lnTo>
                    <a:lnTo>
                      <a:pt x="24" y="4"/>
                    </a:lnTo>
                    <a:lnTo>
                      <a:pt x="20" y="6"/>
                    </a:lnTo>
                    <a:lnTo>
                      <a:pt x="15" y="8"/>
                    </a:lnTo>
                    <a:lnTo>
                      <a:pt x="11" y="10"/>
                    </a:lnTo>
                    <a:lnTo>
                      <a:pt x="7" y="14"/>
                    </a:lnTo>
                    <a:lnTo>
                      <a:pt x="9" y="26"/>
                    </a:lnTo>
                    <a:lnTo>
                      <a:pt x="11" y="26"/>
                    </a:lnTo>
                    <a:lnTo>
                      <a:pt x="14" y="23"/>
                    </a:lnTo>
                    <a:lnTo>
                      <a:pt x="17" y="21"/>
                    </a:lnTo>
                    <a:lnTo>
                      <a:pt x="20" y="18"/>
                    </a:lnTo>
                    <a:lnTo>
                      <a:pt x="22" y="17"/>
                    </a:lnTo>
                    <a:lnTo>
                      <a:pt x="25" y="15"/>
                    </a:lnTo>
                    <a:lnTo>
                      <a:pt x="29" y="14"/>
                    </a:lnTo>
                    <a:lnTo>
                      <a:pt x="33" y="14"/>
                    </a:lnTo>
                    <a:lnTo>
                      <a:pt x="37" y="13"/>
                    </a:lnTo>
                    <a:lnTo>
                      <a:pt x="41" y="14"/>
                    </a:lnTo>
                    <a:lnTo>
                      <a:pt x="45" y="15"/>
                    </a:lnTo>
                    <a:lnTo>
                      <a:pt x="48" y="17"/>
                    </a:lnTo>
                    <a:lnTo>
                      <a:pt x="50" y="19"/>
                    </a:lnTo>
                    <a:lnTo>
                      <a:pt x="53" y="22"/>
                    </a:lnTo>
                    <a:lnTo>
                      <a:pt x="55" y="25"/>
                    </a:lnTo>
                    <a:lnTo>
                      <a:pt x="56" y="28"/>
                    </a:lnTo>
                    <a:lnTo>
                      <a:pt x="57" y="32"/>
                    </a:lnTo>
                    <a:lnTo>
                      <a:pt x="57" y="34"/>
                    </a:lnTo>
                    <a:lnTo>
                      <a:pt x="56" y="36"/>
                    </a:lnTo>
                    <a:lnTo>
                      <a:pt x="55" y="38"/>
                    </a:lnTo>
                    <a:lnTo>
                      <a:pt x="53" y="40"/>
                    </a:lnTo>
                    <a:lnTo>
                      <a:pt x="52" y="42"/>
                    </a:lnTo>
                    <a:lnTo>
                      <a:pt x="49" y="42"/>
                    </a:lnTo>
                    <a:lnTo>
                      <a:pt x="46" y="44"/>
                    </a:lnTo>
                    <a:lnTo>
                      <a:pt x="42" y="45"/>
                    </a:lnTo>
                    <a:lnTo>
                      <a:pt x="40" y="46"/>
                    </a:lnTo>
                    <a:lnTo>
                      <a:pt x="38" y="46"/>
                    </a:lnTo>
                    <a:lnTo>
                      <a:pt x="33" y="47"/>
                    </a:lnTo>
                    <a:lnTo>
                      <a:pt x="29" y="47"/>
                    </a:lnTo>
                    <a:lnTo>
                      <a:pt x="24" y="49"/>
                    </a:lnTo>
                    <a:lnTo>
                      <a:pt x="20" y="51"/>
                    </a:lnTo>
                    <a:lnTo>
                      <a:pt x="17" y="52"/>
                    </a:lnTo>
                    <a:lnTo>
                      <a:pt x="13" y="54"/>
                    </a:lnTo>
                    <a:lnTo>
                      <a:pt x="10" y="55"/>
                    </a:lnTo>
                    <a:lnTo>
                      <a:pt x="8" y="57"/>
                    </a:lnTo>
                    <a:lnTo>
                      <a:pt x="5" y="59"/>
                    </a:lnTo>
                    <a:lnTo>
                      <a:pt x="4" y="62"/>
                    </a:lnTo>
                    <a:lnTo>
                      <a:pt x="2" y="64"/>
                    </a:lnTo>
                    <a:lnTo>
                      <a:pt x="1" y="67"/>
                    </a:lnTo>
                    <a:lnTo>
                      <a:pt x="0" y="69"/>
                    </a:lnTo>
                    <a:lnTo>
                      <a:pt x="0" y="71"/>
                    </a:lnTo>
                    <a:lnTo>
                      <a:pt x="0" y="75"/>
                    </a:lnTo>
                    <a:lnTo>
                      <a:pt x="0" y="78"/>
                    </a:lnTo>
                    <a:lnTo>
                      <a:pt x="0" y="81"/>
                    </a:lnTo>
                    <a:lnTo>
                      <a:pt x="1" y="83"/>
                    </a:lnTo>
                    <a:lnTo>
                      <a:pt x="1" y="86"/>
                    </a:lnTo>
                    <a:lnTo>
                      <a:pt x="2" y="88"/>
                    </a:lnTo>
                    <a:lnTo>
                      <a:pt x="3" y="91"/>
                    </a:lnTo>
                    <a:lnTo>
                      <a:pt x="5" y="93"/>
                    </a:lnTo>
                    <a:lnTo>
                      <a:pt x="6" y="95"/>
                    </a:lnTo>
                    <a:lnTo>
                      <a:pt x="8" y="96"/>
                    </a:lnTo>
                    <a:lnTo>
                      <a:pt x="9" y="98"/>
                    </a:lnTo>
                    <a:lnTo>
                      <a:pt x="12" y="99"/>
                    </a:lnTo>
                    <a:lnTo>
                      <a:pt x="14" y="100"/>
                    </a:lnTo>
                    <a:lnTo>
                      <a:pt x="17" y="102"/>
                    </a:lnTo>
                    <a:lnTo>
                      <a:pt x="20" y="103"/>
                    </a:lnTo>
                    <a:lnTo>
                      <a:pt x="23" y="103"/>
                    </a:lnTo>
                    <a:lnTo>
                      <a:pt x="26" y="103"/>
                    </a:lnTo>
                    <a:lnTo>
                      <a:pt x="30" y="103"/>
                    </a:lnTo>
                    <a:lnTo>
                      <a:pt x="34" y="103"/>
                    </a:lnTo>
                    <a:lnTo>
                      <a:pt x="38" y="103"/>
                    </a:lnTo>
                    <a:lnTo>
                      <a:pt x="42" y="102"/>
                    </a:lnTo>
                    <a:lnTo>
                      <a:pt x="46" y="99"/>
                    </a:lnTo>
                    <a:lnTo>
                      <a:pt x="49" y="98"/>
                    </a:lnTo>
                    <a:lnTo>
                      <a:pt x="52" y="95"/>
                    </a:lnTo>
                    <a:lnTo>
                      <a:pt x="54" y="93"/>
                    </a:lnTo>
                    <a:lnTo>
                      <a:pt x="57" y="90"/>
                    </a:lnTo>
                    <a:lnTo>
                      <a:pt x="58" y="93"/>
                    </a:lnTo>
                    <a:lnTo>
                      <a:pt x="60" y="95"/>
                    </a:lnTo>
                    <a:lnTo>
                      <a:pt x="62" y="98"/>
                    </a:lnTo>
                    <a:lnTo>
                      <a:pt x="65" y="99"/>
                    </a:lnTo>
                    <a:lnTo>
                      <a:pt x="67" y="102"/>
                    </a:lnTo>
                    <a:lnTo>
                      <a:pt x="70" y="103"/>
                    </a:lnTo>
                    <a:lnTo>
                      <a:pt x="73" y="103"/>
                    </a:lnTo>
                    <a:lnTo>
                      <a:pt x="77" y="103"/>
                    </a:lnTo>
                    <a:lnTo>
                      <a:pt x="80" y="103"/>
                    </a:lnTo>
                    <a:lnTo>
                      <a:pt x="84" y="103"/>
                    </a:lnTo>
                    <a:lnTo>
                      <a:pt x="88" y="103"/>
                    </a:lnTo>
                    <a:lnTo>
                      <a:pt x="93" y="102"/>
                    </a:lnTo>
                    <a:lnTo>
                      <a:pt x="94" y="100"/>
                    </a:lnTo>
                    <a:lnTo>
                      <a:pt x="96" y="99"/>
                    </a:lnTo>
                    <a:lnTo>
                      <a:pt x="96" y="95"/>
                    </a:lnTo>
                    <a:lnTo>
                      <a:pt x="93" y="95"/>
                    </a:lnTo>
                    <a:lnTo>
                      <a:pt x="91" y="95"/>
                    </a:lnTo>
                    <a:close/>
                    <a:moveTo>
                      <a:pt x="57" y="68"/>
                    </a:moveTo>
                    <a:lnTo>
                      <a:pt x="57" y="74"/>
                    </a:lnTo>
                    <a:lnTo>
                      <a:pt x="55" y="79"/>
                    </a:lnTo>
                    <a:lnTo>
                      <a:pt x="55" y="81"/>
                    </a:lnTo>
                    <a:lnTo>
                      <a:pt x="53" y="83"/>
                    </a:lnTo>
                    <a:lnTo>
                      <a:pt x="53" y="85"/>
                    </a:lnTo>
                    <a:lnTo>
                      <a:pt x="52" y="87"/>
                    </a:lnTo>
                    <a:lnTo>
                      <a:pt x="51" y="87"/>
                    </a:lnTo>
                    <a:lnTo>
                      <a:pt x="50" y="88"/>
                    </a:lnTo>
                    <a:lnTo>
                      <a:pt x="49" y="90"/>
                    </a:lnTo>
                    <a:lnTo>
                      <a:pt x="47" y="91"/>
                    </a:lnTo>
                    <a:lnTo>
                      <a:pt x="45" y="91"/>
                    </a:lnTo>
                    <a:lnTo>
                      <a:pt x="45" y="91"/>
                    </a:lnTo>
                    <a:lnTo>
                      <a:pt x="42" y="91"/>
                    </a:lnTo>
                    <a:lnTo>
                      <a:pt x="41" y="91"/>
                    </a:lnTo>
                    <a:lnTo>
                      <a:pt x="38" y="91"/>
                    </a:lnTo>
                    <a:lnTo>
                      <a:pt x="36" y="91"/>
                    </a:lnTo>
                    <a:lnTo>
                      <a:pt x="33" y="89"/>
                    </a:lnTo>
                    <a:lnTo>
                      <a:pt x="32" y="87"/>
                    </a:lnTo>
                    <a:lnTo>
                      <a:pt x="31" y="85"/>
                    </a:lnTo>
                    <a:lnTo>
                      <a:pt x="30" y="82"/>
                    </a:lnTo>
                    <a:lnTo>
                      <a:pt x="29" y="79"/>
                    </a:lnTo>
                    <a:lnTo>
                      <a:pt x="29" y="75"/>
                    </a:lnTo>
                    <a:lnTo>
                      <a:pt x="29" y="71"/>
                    </a:lnTo>
                    <a:lnTo>
                      <a:pt x="29" y="70"/>
                    </a:lnTo>
                    <a:lnTo>
                      <a:pt x="29" y="67"/>
                    </a:lnTo>
                    <a:lnTo>
                      <a:pt x="30" y="65"/>
                    </a:lnTo>
                    <a:lnTo>
                      <a:pt x="31" y="63"/>
                    </a:lnTo>
                    <a:lnTo>
                      <a:pt x="33" y="61"/>
                    </a:lnTo>
                    <a:lnTo>
                      <a:pt x="34" y="59"/>
                    </a:lnTo>
                    <a:lnTo>
                      <a:pt x="36" y="57"/>
                    </a:lnTo>
                    <a:lnTo>
                      <a:pt x="38" y="55"/>
                    </a:lnTo>
                    <a:lnTo>
                      <a:pt x="41" y="54"/>
                    </a:lnTo>
                    <a:lnTo>
                      <a:pt x="45" y="52"/>
                    </a:lnTo>
                    <a:lnTo>
                      <a:pt x="50" y="51"/>
                    </a:lnTo>
                    <a:lnTo>
                      <a:pt x="54" y="50"/>
                    </a:lnTo>
                    <a:lnTo>
                      <a:pt x="57" y="48"/>
                    </a:lnTo>
                    <a:lnTo>
                      <a:pt x="57" y="6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4" name="îŝḻïḓé"/>
              <p:cNvSpPr/>
              <p:nvPr userDrawn="1"/>
            </p:nvSpPr>
            <p:spPr bwMode="auto">
              <a:xfrm>
                <a:off x="6323013" y="4038601"/>
                <a:ext cx="200025" cy="228600"/>
              </a:xfrm>
              <a:custGeom>
                <a:avLst/>
                <a:gdLst>
                  <a:gd name="T0" fmla="*/ 121 w 126"/>
                  <a:gd name="T1" fmla="*/ 0 h 144"/>
                  <a:gd name="T2" fmla="*/ 113 w 126"/>
                  <a:gd name="T3" fmla="*/ 0 h 144"/>
                  <a:gd name="T4" fmla="*/ 109 w 126"/>
                  <a:gd name="T5" fmla="*/ 63 h 144"/>
                  <a:gd name="T6" fmla="*/ 107 w 126"/>
                  <a:gd name="T7" fmla="*/ 91 h 144"/>
                  <a:gd name="T8" fmla="*/ 106 w 126"/>
                  <a:gd name="T9" fmla="*/ 100 h 144"/>
                  <a:gd name="T10" fmla="*/ 105 w 126"/>
                  <a:gd name="T11" fmla="*/ 107 h 144"/>
                  <a:gd name="T12" fmla="*/ 102 w 126"/>
                  <a:gd name="T13" fmla="*/ 112 h 144"/>
                  <a:gd name="T14" fmla="*/ 98 w 126"/>
                  <a:gd name="T15" fmla="*/ 118 h 144"/>
                  <a:gd name="T16" fmla="*/ 94 w 126"/>
                  <a:gd name="T17" fmla="*/ 123 h 144"/>
                  <a:gd name="T18" fmla="*/ 90 w 126"/>
                  <a:gd name="T19" fmla="*/ 126 h 144"/>
                  <a:gd name="T20" fmla="*/ 86 w 126"/>
                  <a:gd name="T21" fmla="*/ 128 h 144"/>
                  <a:gd name="T22" fmla="*/ 80 w 126"/>
                  <a:gd name="T23" fmla="*/ 131 h 144"/>
                  <a:gd name="T24" fmla="*/ 74 w 126"/>
                  <a:gd name="T25" fmla="*/ 131 h 144"/>
                  <a:gd name="T26" fmla="*/ 68 w 126"/>
                  <a:gd name="T27" fmla="*/ 131 h 144"/>
                  <a:gd name="T28" fmla="*/ 61 w 126"/>
                  <a:gd name="T29" fmla="*/ 131 h 144"/>
                  <a:gd name="T30" fmla="*/ 54 w 126"/>
                  <a:gd name="T31" fmla="*/ 130 h 144"/>
                  <a:gd name="T32" fmla="*/ 49 w 126"/>
                  <a:gd name="T33" fmla="*/ 127 h 144"/>
                  <a:gd name="T34" fmla="*/ 45 w 126"/>
                  <a:gd name="T35" fmla="*/ 123 h 144"/>
                  <a:gd name="T36" fmla="*/ 40 w 126"/>
                  <a:gd name="T37" fmla="*/ 119 h 144"/>
                  <a:gd name="T38" fmla="*/ 37 w 126"/>
                  <a:gd name="T39" fmla="*/ 113 h 144"/>
                  <a:gd name="T40" fmla="*/ 34 w 126"/>
                  <a:gd name="T41" fmla="*/ 107 h 144"/>
                  <a:gd name="T42" fmla="*/ 33 w 126"/>
                  <a:gd name="T43" fmla="*/ 99 h 144"/>
                  <a:gd name="T44" fmla="*/ 31 w 126"/>
                  <a:gd name="T45" fmla="*/ 83 h 144"/>
                  <a:gd name="T46" fmla="*/ 31 w 126"/>
                  <a:gd name="T47" fmla="*/ 58 h 144"/>
                  <a:gd name="T48" fmla="*/ 28 w 126"/>
                  <a:gd name="T49" fmla="*/ 0 h 144"/>
                  <a:gd name="T50" fmla="*/ 21 w 126"/>
                  <a:gd name="T51" fmla="*/ 1 h 144"/>
                  <a:gd name="T52" fmla="*/ 17 w 126"/>
                  <a:gd name="T53" fmla="*/ 1 h 144"/>
                  <a:gd name="T54" fmla="*/ 13 w 126"/>
                  <a:gd name="T55" fmla="*/ 1 h 144"/>
                  <a:gd name="T56" fmla="*/ 9 w 126"/>
                  <a:gd name="T57" fmla="*/ 1 h 144"/>
                  <a:gd name="T58" fmla="*/ 3 w 126"/>
                  <a:gd name="T59" fmla="*/ 0 h 144"/>
                  <a:gd name="T60" fmla="*/ 0 w 126"/>
                  <a:gd name="T61" fmla="*/ 85 h 144"/>
                  <a:gd name="T62" fmla="*/ 1 w 126"/>
                  <a:gd name="T63" fmla="*/ 99 h 144"/>
                  <a:gd name="T64" fmla="*/ 4 w 126"/>
                  <a:gd name="T65" fmla="*/ 111 h 144"/>
                  <a:gd name="T66" fmla="*/ 6 w 126"/>
                  <a:gd name="T67" fmla="*/ 119 h 144"/>
                  <a:gd name="T68" fmla="*/ 10 w 126"/>
                  <a:gd name="T69" fmla="*/ 125 h 144"/>
                  <a:gd name="T70" fmla="*/ 16 w 126"/>
                  <a:gd name="T71" fmla="*/ 131 h 144"/>
                  <a:gd name="T72" fmla="*/ 23 w 126"/>
                  <a:gd name="T73" fmla="*/ 136 h 144"/>
                  <a:gd name="T74" fmla="*/ 31 w 126"/>
                  <a:gd name="T75" fmla="*/ 139 h 144"/>
                  <a:gd name="T76" fmla="*/ 41 w 126"/>
                  <a:gd name="T77" fmla="*/ 142 h 144"/>
                  <a:gd name="T78" fmla="*/ 52 w 126"/>
                  <a:gd name="T79" fmla="*/ 143 h 144"/>
                  <a:gd name="T80" fmla="*/ 64 w 126"/>
                  <a:gd name="T81" fmla="*/ 144 h 144"/>
                  <a:gd name="T82" fmla="*/ 74 w 126"/>
                  <a:gd name="T83" fmla="*/ 143 h 144"/>
                  <a:gd name="T84" fmla="*/ 85 w 126"/>
                  <a:gd name="T85" fmla="*/ 142 h 144"/>
                  <a:gd name="T86" fmla="*/ 94 w 126"/>
                  <a:gd name="T87" fmla="*/ 139 h 144"/>
                  <a:gd name="T88" fmla="*/ 103 w 126"/>
                  <a:gd name="T89" fmla="*/ 135 h 144"/>
                  <a:gd name="T90" fmla="*/ 109 w 126"/>
                  <a:gd name="T91" fmla="*/ 131 h 144"/>
                  <a:gd name="T92" fmla="*/ 114 w 126"/>
                  <a:gd name="T93" fmla="*/ 126 h 144"/>
                  <a:gd name="T94" fmla="*/ 118 w 126"/>
                  <a:gd name="T95" fmla="*/ 119 h 144"/>
                  <a:gd name="T96" fmla="*/ 121 w 126"/>
                  <a:gd name="T97" fmla="*/ 113 h 144"/>
                  <a:gd name="T98" fmla="*/ 123 w 126"/>
                  <a:gd name="T99" fmla="*/ 104 h 144"/>
                  <a:gd name="T100" fmla="*/ 125 w 126"/>
                  <a:gd name="T101" fmla="*/ 95 h 144"/>
                  <a:gd name="T102" fmla="*/ 126 w 126"/>
                  <a:gd name="T103" fmla="*/ 86 h 144"/>
                  <a:gd name="T104" fmla="*/ 125 w 126"/>
                  <a:gd name="T105" fmla="*/ 7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6" h="144">
                    <a:moveTo>
                      <a:pt x="125" y="0"/>
                    </a:moveTo>
                    <a:lnTo>
                      <a:pt x="121" y="0"/>
                    </a:lnTo>
                    <a:lnTo>
                      <a:pt x="117" y="0"/>
                    </a:lnTo>
                    <a:lnTo>
                      <a:pt x="113" y="0"/>
                    </a:lnTo>
                    <a:lnTo>
                      <a:pt x="109" y="0"/>
                    </a:lnTo>
                    <a:lnTo>
                      <a:pt x="109" y="63"/>
                    </a:lnTo>
                    <a:lnTo>
                      <a:pt x="109" y="78"/>
                    </a:lnTo>
                    <a:lnTo>
                      <a:pt x="107" y="91"/>
                    </a:lnTo>
                    <a:lnTo>
                      <a:pt x="107" y="96"/>
                    </a:lnTo>
                    <a:lnTo>
                      <a:pt x="106" y="100"/>
                    </a:lnTo>
                    <a:lnTo>
                      <a:pt x="106" y="103"/>
                    </a:lnTo>
                    <a:lnTo>
                      <a:pt x="105" y="107"/>
                    </a:lnTo>
                    <a:lnTo>
                      <a:pt x="103" y="110"/>
                    </a:lnTo>
                    <a:lnTo>
                      <a:pt x="102" y="112"/>
                    </a:lnTo>
                    <a:lnTo>
                      <a:pt x="100" y="115"/>
                    </a:lnTo>
                    <a:lnTo>
                      <a:pt x="98" y="118"/>
                    </a:lnTo>
                    <a:lnTo>
                      <a:pt x="97" y="120"/>
                    </a:lnTo>
                    <a:lnTo>
                      <a:pt x="94" y="123"/>
                    </a:lnTo>
                    <a:lnTo>
                      <a:pt x="93" y="124"/>
                    </a:lnTo>
                    <a:lnTo>
                      <a:pt x="90" y="126"/>
                    </a:lnTo>
                    <a:lnTo>
                      <a:pt x="88" y="127"/>
                    </a:lnTo>
                    <a:lnTo>
                      <a:pt x="86" y="128"/>
                    </a:lnTo>
                    <a:lnTo>
                      <a:pt x="83" y="130"/>
                    </a:lnTo>
                    <a:lnTo>
                      <a:pt x="80" y="131"/>
                    </a:lnTo>
                    <a:lnTo>
                      <a:pt x="78" y="131"/>
                    </a:lnTo>
                    <a:lnTo>
                      <a:pt x="74" y="131"/>
                    </a:lnTo>
                    <a:lnTo>
                      <a:pt x="71" y="131"/>
                    </a:lnTo>
                    <a:lnTo>
                      <a:pt x="68" y="131"/>
                    </a:lnTo>
                    <a:lnTo>
                      <a:pt x="65" y="131"/>
                    </a:lnTo>
                    <a:lnTo>
                      <a:pt x="61" y="131"/>
                    </a:lnTo>
                    <a:lnTo>
                      <a:pt x="57" y="131"/>
                    </a:lnTo>
                    <a:lnTo>
                      <a:pt x="54" y="130"/>
                    </a:lnTo>
                    <a:lnTo>
                      <a:pt x="52" y="128"/>
                    </a:lnTo>
                    <a:lnTo>
                      <a:pt x="49" y="127"/>
                    </a:lnTo>
                    <a:lnTo>
                      <a:pt x="46" y="125"/>
                    </a:lnTo>
                    <a:lnTo>
                      <a:pt x="45" y="123"/>
                    </a:lnTo>
                    <a:lnTo>
                      <a:pt x="42" y="121"/>
                    </a:lnTo>
                    <a:lnTo>
                      <a:pt x="40" y="119"/>
                    </a:lnTo>
                    <a:lnTo>
                      <a:pt x="38" y="115"/>
                    </a:lnTo>
                    <a:lnTo>
                      <a:pt x="37" y="113"/>
                    </a:lnTo>
                    <a:lnTo>
                      <a:pt x="35" y="110"/>
                    </a:lnTo>
                    <a:lnTo>
                      <a:pt x="34" y="107"/>
                    </a:lnTo>
                    <a:lnTo>
                      <a:pt x="33" y="103"/>
                    </a:lnTo>
                    <a:lnTo>
                      <a:pt x="33" y="99"/>
                    </a:lnTo>
                    <a:lnTo>
                      <a:pt x="32" y="92"/>
                    </a:lnTo>
                    <a:lnTo>
                      <a:pt x="31" y="83"/>
                    </a:lnTo>
                    <a:lnTo>
                      <a:pt x="31" y="72"/>
                    </a:lnTo>
                    <a:lnTo>
                      <a:pt x="31" y="58"/>
                    </a:lnTo>
                    <a:lnTo>
                      <a:pt x="31" y="0"/>
                    </a:lnTo>
                    <a:lnTo>
                      <a:pt x="28" y="0"/>
                    </a:lnTo>
                    <a:lnTo>
                      <a:pt x="23" y="1"/>
                    </a:lnTo>
                    <a:lnTo>
                      <a:pt x="21" y="1"/>
                    </a:lnTo>
                    <a:lnTo>
                      <a:pt x="18" y="1"/>
                    </a:lnTo>
                    <a:lnTo>
                      <a:pt x="17" y="1"/>
                    </a:lnTo>
                    <a:lnTo>
                      <a:pt x="16" y="1"/>
                    </a:lnTo>
                    <a:lnTo>
                      <a:pt x="13" y="1"/>
                    </a:lnTo>
                    <a:lnTo>
                      <a:pt x="12" y="1"/>
                    </a:lnTo>
                    <a:lnTo>
                      <a:pt x="9" y="1"/>
                    </a:lnTo>
                    <a:lnTo>
                      <a:pt x="7" y="1"/>
                    </a:lnTo>
                    <a:lnTo>
                      <a:pt x="3" y="0"/>
                    </a:lnTo>
                    <a:lnTo>
                      <a:pt x="0" y="0"/>
                    </a:lnTo>
                    <a:lnTo>
                      <a:pt x="0" y="85"/>
                    </a:lnTo>
                    <a:lnTo>
                      <a:pt x="0" y="92"/>
                    </a:lnTo>
                    <a:lnTo>
                      <a:pt x="1" y="99"/>
                    </a:lnTo>
                    <a:lnTo>
                      <a:pt x="1" y="106"/>
                    </a:lnTo>
                    <a:lnTo>
                      <a:pt x="4" y="111"/>
                    </a:lnTo>
                    <a:lnTo>
                      <a:pt x="5" y="115"/>
                    </a:lnTo>
                    <a:lnTo>
                      <a:pt x="6" y="119"/>
                    </a:lnTo>
                    <a:lnTo>
                      <a:pt x="8" y="123"/>
                    </a:lnTo>
                    <a:lnTo>
                      <a:pt x="10" y="125"/>
                    </a:lnTo>
                    <a:lnTo>
                      <a:pt x="13" y="128"/>
                    </a:lnTo>
                    <a:lnTo>
                      <a:pt x="16" y="131"/>
                    </a:lnTo>
                    <a:lnTo>
                      <a:pt x="19" y="134"/>
                    </a:lnTo>
                    <a:lnTo>
                      <a:pt x="23" y="136"/>
                    </a:lnTo>
                    <a:lnTo>
                      <a:pt x="27" y="138"/>
                    </a:lnTo>
                    <a:lnTo>
                      <a:pt x="31" y="139"/>
                    </a:lnTo>
                    <a:lnTo>
                      <a:pt x="36" y="141"/>
                    </a:lnTo>
                    <a:lnTo>
                      <a:pt x="41" y="142"/>
                    </a:lnTo>
                    <a:lnTo>
                      <a:pt x="46" y="143"/>
                    </a:lnTo>
                    <a:lnTo>
                      <a:pt x="52" y="143"/>
                    </a:lnTo>
                    <a:lnTo>
                      <a:pt x="57" y="144"/>
                    </a:lnTo>
                    <a:lnTo>
                      <a:pt x="64" y="144"/>
                    </a:lnTo>
                    <a:lnTo>
                      <a:pt x="70" y="144"/>
                    </a:lnTo>
                    <a:lnTo>
                      <a:pt x="74" y="143"/>
                    </a:lnTo>
                    <a:lnTo>
                      <a:pt x="80" y="143"/>
                    </a:lnTo>
                    <a:lnTo>
                      <a:pt x="85" y="142"/>
                    </a:lnTo>
                    <a:lnTo>
                      <a:pt x="90" y="140"/>
                    </a:lnTo>
                    <a:lnTo>
                      <a:pt x="94" y="139"/>
                    </a:lnTo>
                    <a:lnTo>
                      <a:pt x="98" y="137"/>
                    </a:lnTo>
                    <a:lnTo>
                      <a:pt x="103" y="135"/>
                    </a:lnTo>
                    <a:lnTo>
                      <a:pt x="106" y="133"/>
                    </a:lnTo>
                    <a:lnTo>
                      <a:pt x="109" y="131"/>
                    </a:lnTo>
                    <a:lnTo>
                      <a:pt x="111" y="128"/>
                    </a:lnTo>
                    <a:lnTo>
                      <a:pt x="114" y="126"/>
                    </a:lnTo>
                    <a:lnTo>
                      <a:pt x="116" y="123"/>
                    </a:lnTo>
                    <a:lnTo>
                      <a:pt x="118" y="119"/>
                    </a:lnTo>
                    <a:lnTo>
                      <a:pt x="119" y="116"/>
                    </a:lnTo>
                    <a:lnTo>
                      <a:pt x="121" y="113"/>
                    </a:lnTo>
                    <a:lnTo>
                      <a:pt x="122" y="109"/>
                    </a:lnTo>
                    <a:lnTo>
                      <a:pt x="123" y="104"/>
                    </a:lnTo>
                    <a:lnTo>
                      <a:pt x="124" y="100"/>
                    </a:lnTo>
                    <a:lnTo>
                      <a:pt x="125" y="95"/>
                    </a:lnTo>
                    <a:lnTo>
                      <a:pt x="125" y="91"/>
                    </a:lnTo>
                    <a:lnTo>
                      <a:pt x="126" y="86"/>
                    </a:lnTo>
                    <a:lnTo>
                      <a:pt x="126" y="80"/>
                    </a:lnTo>
                    <a:lnTo>
                      <a:pt x="125" y="74"/>
                    </a:lnTo>
                    <a:lnTo>
                      <a:pt x="125"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5" name="iṧľîḑê"/>
              <p:cNvSpPr/>
              <p:nvPr userDrawn="1"/>
            </p:nvSpPr>
            <p:spPr bwMode="auto">
              <a:xfrm>
                <a:off x="6588126" y="4102101"/>
                <a:ext cx="147638" cy="161925"/>
              </a:xfrm>
              <a:custGeom>
                <a:avLst/>
                <a:gdLst>
                  <a:gd name="T0" fmla="*/ 91 w 93"/>
                  <a:gd name="T1" fmla="*/ 23 h 102"/>
                  <a:gd name="T2" fmla="*/ 89 w 93"/>
                  <a:gd name="T3" fmla="*/ 16 h 102"/>
                  <a:gd name="T4" fmla="*/ 85 w 93"/>
                  <a:gd name="T5" fmla="*/ 10 h 102"/>
                  <a:gd name="T6" fmla="*/ 80 w 93"/>
                  <a:gd name="T7" fmla="*/ 6 h 102"/>
                  <a:gd name="T8" fmla="*/ 75 w 93"/>
                  <a:gd name="T9" fmla="*/ 2 h 102"/>
                  <a:gd name="T10" fmla="*/ 68 w 93"/>
                  <a:gd name="T11" fmla="*/ 1 h 102"/>
                  <a:gd name="T12" fmla="*/ 60 w 93"/>
                  <a:gd name="T13" fmla="*/ 0 h 102"/>
                  <a:gd name="T14" fmla="*/ 51 w 93"/>
                  <a:gd name="T15" fmla="*/ 1 h 102"/>
                  <a:gd name="T16" fmla="*/ 43 w 93"/>
                  <a:gd name="T17" fmla="*/ 5 h 102"/>
                  <a:gd name="T18" fmla="*/ 35 w 93"/>
                  <a:gd name="T19" fmla="*/ 10 h 102"/>
                  <a:gd name="T20" fmla="*/ 27 w 93"/>
                  <a:gd name="T21" fmla="*/ 17 h 102"/>
                  <a:gd name="T22" fmla="*/ 24 w 93"/>
                  <a:gd name="T23" fmla="*/ 2 h 102"/>
                  <a:gd name="T24" fmla="*/ 17 w 93"/>
                  <a:gd name="T25" fmla="*/ 2 h 102"/>
                  <a:gd name="T26" fmla="*/ 10 w 93"/>
                  <a:gd name="T27" fmla="*/ 2 h 102"/>
                  <a:gd name="T28" fmla="*/ 3 w 93"/>
                  <a:gd name="T29" fmla="*/ 2 h 102"/>
                  <a:gd name="T30" fmla="*/ 0 w 93"/>
                  <a:gd name="T31" fmla="*/ 102 h 102"/>
                  <a:gd name="T32" fmla="*/ 7 w 93"/>
                  <a:gd name="T33" fmla="*/ 102 h 102"/>
                  <a:gd name="T34" fmla="*/ 15 w 93"/>
                  <a:gd name="T35" fmla="*/ 102 h 102"/>
                  <a:gd name="T36" fmla="*/ 22 w 93"/>
                  <a:gd name="T37" fmla="*/ 102 h 102"/>
                  <a:gd name="T38" fmla="*/ 28 w 93"/>
                  <a:gd name="T39" fmla="*/ 102 h 102"/>
                  <a:gd name="T40" fmla="*/ 28 w 93"/>
                  <a:gd name="T41" fmla="*/ 51 h 102"/>
                  <a:gd name="T42" fmla="*/ 28 w 93"/>
                  <a:gd name="T43" fmla="*/ 42 h 102"/>
                  <a:gd name="T44" fmla="*/ 30 w 93"/>
                  <a:gd name="T45" fmla="*/ 34 h 102"/>
                  <a:gd name="T46" fmla="*/ 31 w 93"/>
                  <a:gd name="T47" fmla="*/ 29 h 102"/>
                  <a:gd name="T48" fmla="*/ 33 w 93"/>
                  <a:gd name="T49" fmla="*/ 24 h 102"/>
                  <a:gd name="T50" fmla="*/ 37 w 93"/>
                  <a:gd name="T51" fmla="*/ 21 h 102"/>
                  <a:gd name="T52" fmla="*/ 40 w 93"/>
                  <a:gd name="T53" fmla="*/ 18 h 102"/>
                  <a:gd name="T54" fmla="*/ 44 w 93"/>
                  <a:gd name="T55" fmla="*/ 18 h 102"/>
                  <a:gd name="T56" fmla="*/ 49 w 93"/>
                  <a:gd name="T57" fmla="*/ 17 h 102"/>
                  <a:gd name="T58" fmla="*/ 53 w 93"/>
                  <a:gd name="T59" fmla="*/ 18 h 102"/>
                  <a:gd name="T60" fmla="*/ 56 w 93"/>
                  <a:gd name="T61" fmla="*/ 20 h 102"/>
                  <a:gd name="T62" fmla="*/ 59 w 93"/>
                  <a:gd name="T63" fmla="*/ 23 h 102"/>
                  <a:gd name="T64" fmla="*/ 61 w 93"/>
                  <a:gd name="T65" fmla="*/ 27 h 102"/>
                  <a:gd name="T66" fmla="*/ 63 w 93"/>
                  <a:gd name="T67" fmla="*/ 33 h 102"/>
                  <a:gd name="T68" fmla="*/ 64 w 93"/>
                  <a:gd name="T69" fmla="*/ 43 h 102"/>
                  <a:gd name="T70" fmla="*/ 64 w 93"/>
                  <a:gd name="T71" fmla="*/ 102 h 102"/>
                  <a:gd name="T72" fmla="*/ 71 w 93"/>
                  <a:gd name="T73" fmla="*/ 102 h 102"/>
                  <a:gd name="T74" fmla="*/ 78 w 93"/>
                  <a:gd name="T75" fmla="*/ 102 h 102"/>
                  <a:gd name="T76" fmla="*/ 85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0" y="20"/>
                    </a:lnTo>
                    <a:lnTo>
                      <a:pt x="89" y="16"/>
                    </a:lnTo>
                    <a:lnTo>
                      <a:pt x="87" y="13"/>
                    </a:lnTo>
                    <a:lnTo>
                      <a:pt x="85" y="10"/>
                    </a:lnTo>
                    <a:lnTo>
                      <a:pt x="83" y="8"/>
                    </a:lnTo>
                    <a:lnTo>
                      <a:pt x="80" y="6"/>
                    </a:lnTo>
                    <a:lnTo>
                      <a:pt x="78" y="4"/>
                    </a:lnTo>
                    <a:lnTo>
                      <a:pt x="75" y="2"/>
                    </a:lnTo>
                    <a:lnTo>
                      <a:pt x="71" y="2"/>
                    </a:lnTo>
                    <a:lnTo>
                      <a:pt x="68" y="1"/>
                    </a:lnTo>
                    <a:lnTo>
                      <a:pt x="64" y="0"/>
                    </a:lnTo>
                    <a:lnTo>
                      <a:pt x="60" y="0"/>
                    </a:lnTo>
                    <a:lnTo>
                      <a:pt x="55" y="0"/>
                    </a:lnTo>
                    <a:lnTo>
                      <a:pt x="51" y="1"/>
                    </a:lnTo>
                    <a:lnTo>
                      <a:pt x="47" y="3"/>
                    </a:lnTo>
                    <a:lnTo>
                      <a:pt x="43" y="5"/>
                    </a:lnTo>
                    <a:lnTo>
                      <a:pt x="39" y="7"/>
                    </a:lnTo>
                    <a:lnTo>
                      <a:pt x="35" y="10"/>
                    </a:lnTo>
                    <a:lnTo>
                      <a:pt x="31" y="14"/>
                    </a:lnTo>
                    <a:lnTo>
                      <a:pt x="27" y="17"/>
                    </a:lnTo>
                    <a:lnTo>
                      <a:pt x="27" y="2"/>
                    </a:lnTo>
                    <a:lnTo>
                      <a:pt x="24" y="2"/>
                    </a:lnTo>
                    <a:lnTo>
                      <a:pt x="20" y="2"/>
                    </a:lnTo>
                    <a:lnTo>
                      <a:pt x="17" y="2"/>
                    </a:lnTo>
                    <a:lnTo>
                      <a:pt x="14" y="2"/>
                    </a:lnTo>
                    <a:lnTo>
                      <a:pt x="10" y="2"/>
                    </a:lnTo>
                    <a:lnTo>
                      <a:pt x="7" y="2"/>
                    </a:lnTo>
                    <a:lnTo>
                      <a:pt x="3" y="2"/>
                    </a:lnTo>
                    <a:lnTo>
                      <a:pt x="0" y="2"/>
                    </a:lnTo>
                    <a:lnTo>
                      <a:pt x="0" y="102"/>
                    </a:lnTo>
                    <a:lnTo>
                      <a:pt x="3" y="102"/>
                    </a:lnTo>
                    <a:lnTo>
                      <a:pt x="7" y="102"/>
                    </a:lnTo>
                    <a:lnTo>
                      <a:pt x="11" y="102"/>
                    </a:lnTo>
                    <a:lnTo>
                      <a:pt x="15" y="102"/>
                    </a:lnTo>
                    <a:lnTo>
                      <a:pt x="19" y="102"/>
                    </a:lnTo>
                    <a:lnTo>
                      <a:pt x="22" y="102"/>
                    </a:lnTo>
                    <a:lnTo>
                      <a:pt x="25" y="102"/>
                    </a:lnTo>
                    <a:lnTo>
                      <a:pt x="28" y="102"/>
                    </a:lnTo>
                    <a:lnTo>
                      <a:pt x="28" y="55"/>
                    </a:lnTo>
                    <a:lnTo>
                      <a:pt x="28" y="51"/>
                    </a:lnTo>
                    <a:lnTo>
                      <a:pt x="28" y="46"/>
                    </a:lnTo>
                    <a:lnTo>
                      <a:pt x="28" y="42"/>
                    </a:lnTo>
                    <a:lnTo>
                      <a:pt x="29" y="38"/>
                    </a:lnTo>
                    <a:lnTo>
                      <a:pt x="30" y="34"/>
                    </a:lnTo>
                    <a:lnTo>
                      <a:pt x="30" y="32"/>
                    </a:lnTo>
                    <a:lnTo>
                      <a:pt x="31" y="29"/>
                    </a:lnTo>
                    <a:lnTo>
                      <a:pt x="32" y="26"/>
                    </a:lnTo>
                    <a:lnTo>
                      <a:pt x="33" y="24"/>
                    </a:lnTo>
                    <a:lnTo>
                      <a:pt x="35" y="22"/>
                    </a:lnTo>
                    <a:lnTo>
                      <a:pt x="37" y="21"/>
                    </a:lnTo>
                    <a:lnTo>
                      <a:pt x="39" y="19"/>
                    </a:lnTo>
                    <a:lnTo>
                      <a:pt x="40" y="18"/>
                    </a:lnTo>
                    <a:lnTo>
                      <a:pt x="43" y="18"/>
                    </a:lnTo>
                    <a:lnTo>
                      <a:pt x="44" y="18"/>
                    </a:lnTo>
                    <a:lnTo>
                      <a:pt x="47" y="17"/>
                    </a:lnTo>
                    <a:lnTo>
                      <a:pt x="49" y="17"/>
                    </a:lnTo>
                    <a:lnTo>
                      <a:pt x="51" y="18"/>
                    </a:lnTo>
                    <a:lnTo>
                      <a:pt x="53" y="18"/>
                    </a:lnTo>
                    <a:lnTo>
                      <a:pt x="55" y="19"/>
                    </a:lnTo>
                    <a:lnTo>
                      <a:pt x="56" y="20"/>
                    </a:lnTo>
                    <a:lnTo>
                      <a:pt x="58" y="22"/>
                    </a:lnTo>
                    <a:lnTo>
                      <a:pt x="59" y="23"/>
                    </a:lnTo>
                    <a:lnTo>
                      <a:pt x="60" y="26"/>
                    </a:lnTo>
                    <a:lnTo>
                      <a:pt x="61" y="27"/>
                    </a:lnTo>
                    <a:lnTo>
                      <a:pt x="63" y="30"/>
                    </a:lnTo>
                    <a:lnTo>
                      <a:pt x="63" y="33"/>
                    </a:lnTo>
                    <a:lnTo>
                      <a:pt x="63" y="36"/>
                    </a:lnTo>
                    <a:lnTo>
                      <a:pt x="64" y="43"/>
                    </a:lnTo>
                    <a:lnTo>
                      <a:pt x="64" y="51"/>
                    </a:lnTo>
                    <a:lnTo>
                      <a:pt x="64" y="102"/>
                    </a:lnTo>
                    <a:lnTo>
                      <a:pt x="67" y="102"/>
                    </a:lnTo>
                    <a:lnTo>
                      <a:pt x="71" y="102"/>
                    </a:lnTo>
                    <a:lnTo>
                      <a:pt x="75" y="102"/>
                    </a:lnTo>
                    <a:lnTo>
                      <a:pt x="78" y="102"/>
                    </a:lnTo>
                    <a:lnTo>
                      <a:pt x="82" y="102"/>
                    </a:lnTo>
                    <a:lnTo>
                      <a:pt x="85" y="102"/>
                    </a:lnTo>
                    <a:lnTo>
                      <a:pt x="89" y="102"/>
                    </a:lnTo>
                    <a:lnTo>
                      <a:pt x="93" y="102"/>
                    </a:lnTo>
                    <a:lnTo>
                      <a:pt x="93" y="42"/>
                    </a:lnTo>
                    <a:lnTo>
                      <a:pt x="93" y="36"/>
                    </a:lnTo>
                    <a:lnTo>
                      <a:pt x="92"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6" name="îŝ1îde"/>
              <p:cNvSpPr/>
              <p:nvPr userDrawn="1"/>
            </p:nvSpPr>
            <p:spPr bwMode="auto">
              <a:xfrm>
                <a:off x="6796088" y="4105276"/>
                <a:ext cx="44450" cy="158750"/>
              </a:xfrm>
              <a:custGeom>
                <a:avLst/>
                <a:gdLst>
                  <a:gd name="T0" fmla="*/ 20 w 28"/>
                  <a:gd name="T1" fmla="*/ 0 h 100"/>
                  <a:gd name="T2" fmla="*/ 17 w 28"/>
                  <a:gd name="T3" fmla="*/ 0 h 100"/>
                  <a:gd name="T4" fmla="*/ 14 w 28"/>
                  <a:gd name="T5" fmla="*/ 0 h 100"/>
                  <a:gd name="T6" fmla="*/ 11 w 28"/>
                  <a:gd name="T7" fmla="*/ 0 h 100"/>
                  <a:gd name="T8" fmla="*/ 7 w 28"/>
                  <a:gd name="T9" fmla="*/ 0 h 100"/>
                  <a:gd name="T10" fmla="*/ 3 w 28"/>
                  <a:gd name="T11" fmla="*/ 0 h 100"/>
                  <a:gd name="T12" fmla="*/ 0 w 28"/>
                  <a:gd name="T13" fmla="*/ 0 h 100"/>
                  <a:gd name="T14" fmla="*/ 0 w 28"/>
                  <a:gd name="T15" fmla="*/ 100 h 100"/>
                  <a:gd name="T16" fmla="*/ 3 w 28"/>
                  <a:gd name="T17" fmla="*/ 100 h 100"/>
                  <a:gd name="T18" fmla="*/ 7 w 28"/>
                  <a:gd name="T19" fmla="*/ 100 h 100"/>
                  <a:gd name="T20" fmla="*/ 11 w 28"/>
                  <a:gd name="T21" fmla="*/ 100 h 100"/>
                  <a:gd name="T22" fmla="*/ 14 w 28"/>
                  <a:gd name="T23" fmla="*/ 100 h 100"/>
                  <a:gd name="T24" fmla="*/ 17 w 28"/>
                  <a:gd name="T25" fmla="*/ 100 h 100"/>
                  <a:gd name="T26" fmla="*/ 20 w 28"/>
                  <a:gd name="T27" fmla="*/ 100 h 100"/>
                  <a:gd name="T28" fmla="*/ 24 w 28"/>
                  <a:gd name="T29" fmla="*/ 100 h 100"/>
                  <a:gd name="T30" fmla="*/ 28 w 28"/>
                  <a:gd name="T31" fmla="*/ 100 h 100"/>
                  <a:gd name="T32" fmla="*/ 28 w 28"/>
                  <a:gd name="T33" fmla="*/ 0 h 100"/>
                  <a:gd name="T34" fmla="*/ 24 w 28"/>
                  <a:gd name="T35" fmla="*/ 0 h 100"/>
                  <a:gd name="T36" fmla="*/ 20 w 28"/>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100">
                    <a:moveTo>
                      <a:pt x="20" y="0"/>
                    </a:moveTo>
                    <a:lnTo>
                      <a:pt x="17" y="0"/>
                    </a:lnTo>
                    <a:lnTo>
                      <a:pt x="14" y="0"/>
                    </a:lnTo>
                    <a:lnTo>
                      <a:pt x="11" y="0"/>
                    </a:lnTo>
                    <a:lnTo>
                      <a:pt x="7" y="0"/>
                    </a:lnTo>
                    <a:lnTo>
                      <a:pt x="3" y="0"/>
                    </a:lnTo>
                    <a:lnTo>
                      <a:pt x="0" y="0"/>
                    </a:lnTo>
                    <a:lnTo>
                      <a:pt x="0" y="100"/>
                    </a:lnTo>
                    <a:lnTo>
                      <a:pt x="3" y="100"/>
                    </a:lnTo>
                    <a:lnTo>
                      <a:pt x="7" y="100"/>
                    </a:lnTo>
                    <a:lnTo>
                      <a:pt x="11" y="100"/>
                    </a:lnTo>
                    <a:lnTo>
                      <a:pt x="14" y="100"/>
                    </a:lnTo>
                    <a:lnTo>
                      <a:pt x="17" y="100"/>
                    </a:lnTo>
                    <a:lnTo>
                      <a:pt x="20" y="100"/>
                    </a:lnTo>
                    <a:lnTo>
                      <a:pt x="24" y="100"/>
                    </a:lnTo>
                    <a:lnTo>
                      <a:pt x="28" y="100"/>
                    </a:lnTo>
                    <a:lnTo>
                      <a:pt x="28" y="0"/>
                    </a:lnTo>
                    <a:lnTo>
                      <a:pt x="24" y="0"/>
                    </a:lnTo>
                    <a:lnTo>
                      <a:pt x="20"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7" name="iṣḻiḓê"/>
              <p:cNvSpPr/>
              <p:nvPr userDrawn="1"/>
            </p:nvSpPr>
            <p:spPr bwMode="auto">
              <a:xfrm>
                <a:off x="6791326" y="4017963"/>
                <a:ext cx="52388" cy="50800"/>
              </a:xfrm>
              <a:custGeom>
                <a:avLst/>
                <a:gdLst>
                  <a:gd name="T0" fmla="*/ 31 w 33"/>
                  <a:gd name="T1" fmla="*/ 10 h 32"/>
                  <a:gd name="T2" fmla="*/ 31 w 33"/>
                  <a:gd name="T3" fmla="*/ 7 h 32"/>
                  <a:gd name="T4" fmla="*/ 28 w 33"/>
                  <a:gd name="T5" fmla="*/ 5 h 32"/>
                  <a:gd name="T6" fmla="*/ 26 w 33"/>
                  <a:gd name="T7" fmla="*/ 3 h 32"/>
                  <a:gd name="T8" fmla="*/ 23 w 33"/>
                  <a:gd name="T9" fmla="*/ 2 h 32"/>
                  <a:gd name="T10" fmla="*/ 20 w 33"/>
                  <a:gd name="T11" fmla="*/ 0 h 32"/>
                  <a:gd name="T12" fmla="*/ 16 w 33"/>
                  <a:gd name="T13" fmla="*/ 0 h 32"/>
                  <a:gd name="T14" fmla="*/ 13 w 33"/>
                  <a:gd name="T15" fmla="*/ 0 h 32"/>
                  <a:gd name="T16" fmla="*/ 10 w 33"/>
                  <a:gd name="T17" fmla="*/ 2 h 32"/>
                  <a:gd name="T18" fmla="*/ 7 w 33"/>
                  <a:gd name="T19" fmla="*/ 3 h 32"/>
                  <a:gd name="T20" fmla="*/ 5 w 33"/>
                  <a:gd name="T21" fmla="*/ 5 h 32"/>
                  <a:gd name="T22" fmla="*/ 3 w 33"/>
                  <a:gd name="T23" fmla="*/ 7 h 32"/>
                  <a:gd name="T24" fmla="*/ 2 w 33"/>
                  <a:gd name="T25" fmla="*/ 10 h 32"/>
                  <a:gd name="T26" fmla="*/ 1 w 33"/>
                  <a:gd name="T27" fmla="*/ 13 h 32"/>
                  <a:gd name="T28" fmla="*/ 0 w 33"/>
                  <a:gd name="T29" fmla="*/ 16 h 32"/>
                  <a:gd name="T30" fmla="*/ 0 w 33"/>
                  <a:gd name="T31" fmla="*/ 20 h 32"/>
                  <a:gd name="T32" fmla="*/ 2 w 33"/>
                  <a:gd name="T33" fmla="*/ 23 h 32"/>
                  <a:gd name="T34" fmla="*/ 3 w 33"/>
                  <a:gd name="T35" fmla="*/ 26 h 32"/>
                  <a:gd name="T36" fmla="*/ 4 w 33"/>
                  <a:gd name="T37" fmla="*/ 28 h 32"/>
                  <a:gd name="T38" fmla="*/ 7 w 33"/>
                  <a:gd name="T39" fmla="*/ 30 h 32"/>
                  <a:gd name="T40" fmla="*/ 10 w 33"/>
                  <a:gd name="T41" fmla="*/ 31 h 32"/>
                  <a:gd name="T42" fmla="*/ 13 w 33"/>
                  <a:gd name="T43" fmla="*/ 32 h 32"/>
                  <a:gd name="T44" fmla="*/ 16 w 33"/>
                  <a:gd name="T45" fmla="*/ 32 h 32"/>
                  <a:gd name="T46" fmla="*/ 20 w 33"/>
                  <a:gd name="T47" fmla="*/ 32 h 32"/>
                  <a:gd name="T48" fmla="*/ 23 w 33"/>
                  <a:gd name="T49" fmla="*/ 31 h 32"/>
                  <a:gd name="T50" fmla="*/ 26 w 33"/>
                  <a:gd name="T51" fmla="*/ 30 h 32"/>
                  <a:gd name="T52" fmla="*/ 28 w 33"/>
                  <a:gd name="T53" fmla="*/ 27 h 32"/>
                  <a:gd name="T54" fmla="*/ 31 w 33"/>
                  <a:gd name="T55" fmla="*/ 25 h 32"/>
                  <a:gd name="T56" fmla="*/ 31 w 33"/>
                  <a:gd name="T57" fmla="*/ 23 h 32"/>
                  <a:gd name="T58" fmla="*/ 33 w 33"/>
                  <a:gd name="T59" fmla="*/ 19 h 32"/>
                  <a:gd name="T60" fmla="*/ 33 w 33"/>
                  <a:gd name="T61" fmla="*/ 16 h 32"/>
                  <a:gd name="T62" fmla="*/ 33 w 33"/>
                  <a:gd name="T63" fmla="*/ 13 h 32"/>
                  <a:gd name="T64" fmla="*/ 31 w 33"/>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 h="32">
                    <a:moveTo>
                      <a:pt x="31" y="10"/>
                    </a:moveTo>
                    <a:lnTo>
                      <a:pt x="31" y="7"/>
                    </a:lnTo>
                    <a:lnTo>
                      <a:pt x="28" y="5"/>
                    </a:lnTo>
                    <a:lnTo>
                      <a:pt x="26" y="3"/>
                    </a:lnTo>
                    <a:lnTo>
                      <a:pt x="23" y="2"/>
                    </a:lnTo>
                    <a:lnTo>
                      <a:pt x="20" y="0"/>
                    </a:lnTo>
                    <a:lnTo>
                      <a:pt x="16" y="0"/>
                    </a:lnTo>
                    <a:lnTo>
                      <a:pt x="13" y="0"/>
                    </a:lnTo>
                    <a:lnTo>
                      <a:pt x="10" y="2"/>
                    </a:lnTo>
                    <a:lnTo>
                      <a:pt x="7" y="3"/>
                    </a:lnTo>
                    <a:lnTo>
                      <a:pt x="5" y="5"/>
                    </a:lnTo>
                    <a:lnTo>
                      <a:pt x="3" y="7"/>
                    </a:lnTo>
                    <a:lnTo>
                      <a:pt x="2" y="10"/>
                    </a:lnTo>
                    <a:lnTo>
                      <a:pt x="1" y="13"/>
                    </a:lnTo>
                    <a:lnTo>
                      <a:pt x="0" y="16"/>
                    </a:lnTo>
                    <a:lnTo>
                      <a:pt x="0" y="20"/>
                    </a:lnTo>
                    <a:lnTo>
                      <a:pt x="2" y="23"/>
                    </a:lnTo>
                    <a:lnTo>
                      <a:pt x="3" y="26"/>
                    </a:lnTo>
                    <a:lnTo>
                      <a:pt x="4" y="28"/>
                    </a:lnTo>
                    <a:lnTo>
                      <a:pt x="7" y="30"/>
                    </a:lnTo>
                    <a:lnTo>
                      <a:pt x="10" y="31"/>
                    </a:lnTo>
                    <a:lnTo>
                      <a:pt x="13" y="32"/>
                    </a:lnTo>
                    <a:lnTo>
                      <a:pt x="16" y="32"/>
                    </a:lnTo>
                    <a:lnTo>
                      <a:pt x="20" y="32"/>
                    </a:lnTo>
                    <a:lnTo>
                      <a:pt x="23" y="31"/>
                    </a:lnTo>
                    <a:lnTo>
                      <a:pt x="26" y="30"/>
                    </a:lnTo>
                    <a:lnTo>
                      <a:pt x="28" y="27"/>
                    </a:lnTo>
                    <a:lnTo>
                      <a:pt x="31" y="25"/>
                    </a:lnTo>
                    <a:lnTo>
                      <a:pt x="31" y="23"/>
                    </a:lnTo>
                    <a:lnTo>
                      <a:pt x="33" y="19"/>
                    </a:lnTo>
                    <a:lnTo>
                      <a:pt x="33" y="16"/>
                    </a:lnTo>
                    <a:lnTo>
                      <a:pt x="33" y="13"/>
                    </a:lnTo>
                    <a:lnTo>
                      <a:pt x="31"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8" name="iṡ1îde"/>
              <p:cNvSpPr/>
              <p:nvPr userDrawn="1"/>
            </p:nvSpPr>
            <p:spPr bwMode="auto">
              <a:xfrm>
                <a:off x="6888163" y="4105276"/>
                <a:ext cx="155575" cy="158750"/>
              </a:xfrm>
              <a:custGeom>
                <a:avLst/>
                <a:gdLst>
                  <a:gd name="T0" fmla="*/ 91 w 98"/>
                  <a:gd name="T1" fmla="*/ 0 h 100"/>
                  <a:gd name="T2" fmla="*/ 87 w 98"/>
                  <a:gd name="T3" fmla="*/ 0 h 100"/>
                  <a:gd name="T4" fmla="*/ 82 w 98"/>
                  <a:gd name="T5" fmla="*/ 0 h 100"/>
                  <a:gd name="T6" fmla="*/ 78 w 98"/>
                  <a:gd name="T7" fmla="*/ 8 h 100"/>
                  <a:gd name="T8" fmla="*/ 71 w 98"/>
                  <a:gd name="T9" fmla="*/ 28 h 100"/>
                  <a:gd name="T10" fmla="*/ 65 w 98"/>
                  <a:gd name="T11" fmla="*/ 45 h 100"/>
                  <a:gd name="T12" fmla="*/ 58 w 98"/>
                  <a:gd name="T13" fmla="*/ 64 h 100"/>
                  <a:gd name="T14" fmla="*/ 32 w 98"/>
                  <a:gd name="T15" fmla="*/ 0 h 100"/>
                  <a:gd name="T16" fmla="*/ 24 w 98"/>
                  <a:gd name="T17" fmla="*/ 0 h 100"/>
                  <a:gd name="T18" fmla="*/ 16 w 98"/>
                  <a:gd name="T19" fmla="*/ 0 h 100"/>
                  <a:gd name="T20" fmla="*/ 8 w 98"/>
                  <a:gd name="T21" fmla="*/ 0 h 100"/>
                  <a:gd name="T22" fmla="*/ 0 w 98"/>
                  <a:gd name="T23" fmla="*/ 0 h 100"/>
                  <a:gd name="T24" fmla="*/ 6 w 98"/>
                  <a:gd name="T25" fmla="*/ 17 h 100"/>
                  <a:gd name="T26" fmla="*/ 14 w 98"/>
                  <a:gd name="T27" fmla="*/ 38 h 100"/>
                  <a:gd name="T28" fmla="*/ 22 w 98"/>
                  <a:gd name="T29" fmla="*/ 61 h 100"/>
                  <a:gd name="T30" fmla="*/ 32 w 98"/>
                  <a:gd name="T31" fmla="*/ 89 h 100"/>
                  <a:gd name="T32" fmla="*/ 34 w 98"/>
                  <a:gd name="T33" fmla="*/ 95 h 100"/>
                  <a:gd name="T34" fmla="*/ 36 w 98"/>
                  <a:gd name="T35" fmla="*/ 100 h 100"/>
                  <a:gd name="T36" fmla="*/ 42 w 98"/>
                  <a:gd name="T37" fmla="*/ 100 h 100"/>
                  <a:gd name="T38" fmla="*/ 47 w 98"/>
                  <a:gd name="T39" fmla="*/ 100 h 100"/>
                  <a:gd name="T40" fmla="*/ 52 w 98"/>
                  <a:gd name="T41" fmla="*/ 100 h 100"/>
                  <a:gd name="T42" fmla="*/ 58 w 98"/>
                  <a:gd name="T43" fmla="*/ 100 h 100"/>
                  <a:gd name="T44" fmla="*/ 62 w 98"/>
                  <a:gd name="T45" fmla="*/ 88 h 100"/>
                  <a:gd name="T46" fmla="*/ 66 w 98"/>
                  <a:gd name="T47" fmla="*/ 73 h 100"/>
                  <a:gd name="T48" fmla="*/ 74 w 98"/>
                  <a:gd name="T49" fmla="*/ 57 h 100"/>
                  <a:gd name="T50" fmla="*/ 82 w 98"/>
                  <a:gd name="T51" fmla="*/ 39 h 100"/>
                  <a:gd name="T52" fmla="*/ 85 w 98"/>
                  <a:gd name="T53" fmla="*/ 29 h 100"/>
                  <a:gd name="T54" fmla="*/ 90 w 98"/>
                  <a:gd name="T55" fmla="*/ 16 h 100"/>
                  <a:gd name="T56" fmla="*/ 96 w 98"/>
                  <a:gd name="T57" fmla="*/ 4 h 100"/>
                  <a:gd name="T58" fmla="*/ 96 w 98"/>
                  <a:gd name="T59" fmla="*/ 3 h 100"/>
                  <a:gd name="T60" fmla="*/ 98 w 98"/>
                  <a:gd name="T61" fmla="*/ 1 h 100"/>
                  <a:gd name="T62" fmla="*/ 95 w 98"/>
                  <a:gd name="T6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 h="100">
                    <a:moveTo>
                      <a:pt x="93" y="0"/>
                    </a:moveTo>
                    <a:lnTo>
                      <a:pt x="91" y="0"/>
                    </a:lnTo>
                    <a:lnTo>
                      <a:pt x="90" y="0"/>
                    </a:lnTo>
                    <a:lnTo>
                      <a:pt x="87" y="0"/>
                    </a:lnTo>
                    <a:lnTo>
                      <a:pt x="85" y="0"/>
                    </a:lnTo>
                    <a:lnTo>
                      <a:pt x="82" y="0"/>
                    </a:lnTo>
                    <a:lnTo>
                      <a:pt x="80" y="0"/>
                    </a:lnTo>
                    <a:lnTo>
                      <a:pt x="78" y="8"/>
                    </a:lnTo>
                    <a:lnTo>
                      <a:pt x="74" y="18"/>
                    </a:lnTo>
                    <a:lnTo>
                      <a:pt x="71" y="28"/>
                    </a:lnTo>
                    <a:lnTo>
                      <a:pt x="68" y="36"/>
                    </a:lnTo>
                    <a:lnTo>
                      <a:pt x="65" y="45"/>
                    </a:lnTo>
                    <a:lnTo>
                      <a:pt x="62" y="55"/>
                    </a:lnTo>
                    <a:lnTo>
                      <a:pt x="58" y="64"/>
                    </a:lnTo>
                    <a:lnTo>
                      <a:pt x="55" y="73"/>
                    </a:lnTo>
                    <a:lnTo>
                      <a:pt x="32" y="0"/>
                    </a:lnTo>
                    <a:lnTo>
                      <a:pt x="28" y="0"/>
                    </a:lnTo>
                    <a:lnTo>
                      <a:pt x="24" y="0"/>
                    </a:lnTo>
                    <a:lnTo>
                      <a:pt x="20" y="0"/>
                    </a:lnTo>
                    <a:lnTo>
                      <a:pt x="16" y="0"/>
                    </a:lnTo>
                    <a:lnTo>
                      <a:pt x="12" y="0"/>
                    </a:lnTo>
                    <a:lnTo>
                      <a:pt x="8" y="0"/>
                    </a:lnTo>
                    <a:lnTo>
                      <a:pt x="3" y="0"/>
                    </a:lnTo>
                    <a:lnTo>
                      <a:pt x="0" y="0"/>
                    </a:lnTo>
                    <a:lnTo>
                      <a:pt x="2" y="8"/>
                    </a:lnTo>
                    <a:lnTo>
                      <a:pt x="6" y="17"/>
                    </a:lnTo>
                    <a:lnTo>
                      <a:pt x="10" y="27"/>
                    </a:lnTo>
                    <a:lnTo>
                      <a:pt x="14" y="38"/>
                    </a:lnTo>
                    <a:lnTo>
                      <a:pt x="18" y="49"/>
                    </a:lnTo>
                    <a:lnTo>
                      <a:pt x="22" y="61"/>
                    </a:lnTo>
                    <a:lnTo>
                      <a:pt x="27" y="75"/>
                    </a:lnTo>
                    <a:lnTo>
                      <a:pt x="32" y="89"/>
                    </a:lnTo>
                    <a:lnTo>
                      <a:pt x="33" y="92"/>
                    </a:lnTo>
                    <a:lnTo>
                      <a:pt x="34" y="95"/>
                    </a:lnTo>
                    <a:lnTo>
                      <a:pt x="35" y="97"/>
                    </a:lnTo>
                    <a:lnTo>
                      <a:pt x="36" y="100"/>
                    </a:lnTo>
                    <a:lnTo>
                      <a:pt x="39" y="100"/>
                    </a:lnTo>
                    <a:lnTo>
                      <a:pt x="42" y="100"/>
                    </a:lnTo>
                    <a:lnTo>
                      <a:pt x="44" y="100"/>
                    </a:lnTo>
                    <a:lnTo>
                      <a:pt x="47" y="100"/>
                    </a:lnTo>
                    <a:lnTo>
                      <a:pt x="50" y="100"/>
                    </a:lnTo>
                    <a:lnTo>
                      <a:pt x="52" y="100"/>
                    </a:lnTo>
                    <a:lnTo>
                      <a:pt x="55" y="100"/>
                    </a:lnTo>
                    <a:lnTo>
                      <a:pt x="58" y="100"/>
                    </a:lnTo>
                    <a:lnTo>
                      <a:pt x="59" y="94"/>
                    </a:lnTo>
                    <a:lnTo>
                      <a:pt x="62" y="88"/>
                    </a:lnTo>
                    <a:lnTo>
                      <a:pt x="64" y="81"/>
                    </a:lnTo>
                    <a:lnTo>
                      <a:pt x="66" y="73"/>
                    </a:lnTo>
                    <a:lnTo>
                      <a:pt x="70" y="66"/>
                    </a:lnTo>
                    <a:lnTo>
                      <a:pt x="74" y="57"/>
                    </a:lnTo>
                    <a:lnTo>
                      <a:pt x="77" y="49"/>
                    </a:lnTo>
                    <a:lnTo>
                      <a:pt x="82" y="39"/>
                    </a:lnTo>
                    <a:lnTo>
                      <a:pt x="83" y="33"/>
                    </a:lnTo>
                    <a:lnTo>
                      <a:pt x="85" y="29"/>
                    </a:lnTo>
                    <a:lnTo>
                      <a:pt x="87" y="23"/>
                    </a:lnTo>
                    <a:lnTo>
                      <a:pt x="90" y="16"/>
                    </a:lnTo>
                    <a:lnTo>
                      <a:pt x="93" y="11"/>
                    </a:lnTo>
                    <a:lnTo>
                      <a:pt x="96" y="4"/>
                    </a:lnTo>
                    <a:lnTo>
                      <a:pt x="96" y="4"/>
                    </a:lnTo>
                    <a:lnTo>
                      <a:pt x="96" y="3"/>
                    </a:lnTo>
                    <a:lnTo>
                      <a:pt x="97" y="2"/>
                    </a:lnTo>
                    <a:lnTo>
                      <a:pt x="98" y="1"/>
                    </a:lnTo>
                    <a:lnTo>
                      <a:pt x="98" y="0"/>
                    </a:lnTo>
                    <a:lnTo>
                      <a:pt x="95" y="0"/>
                    </a:lnTo>
                    <a:lnTo>
                      <a:pt x="93"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29" name="îṥľïḑê"/>
              <p:cNvSpPr/>
              <p:nvPr userDrawn="1"/>
            </p:nvSpPr>
            <p:spPr bwMode="auto">
              <a:xfrm>
                <a:off x="7078663" y="4102101"/>
                <a:ext cx="144463" cy="163513"/>
              </a:xfrm>
              <a:custGeom>
                <a:avLst/>
                <a:gdLst>
                  <a:gd name="T0" fmla="*/ 87 w 91"/>
                  <a:gd name="T1" fmla="*/ 26 h 103"/>
                  <a:gd name="T2" fmla="*/ 83 w 91"/>
                  <a:gd name="T3" fmla="*/ 18 h 103"/>
                  <a:gd name="T4" fmla="*/ 79 w 91"/>
                  <a:gd name="T5" fmla="*/ 10 h 103"/>
                  <a:gd name="T6" fmla="*/ 71 w 91"/>
                  <a:gd name="T7" fmla="*/ 6 h 103"/>
                  <a:gd name="T8" fmla="*/ 63 w 91"/>
                  <a:gd name="T9" fmla="*/ 2 h 103"/>
                  <a:gd name="T10" fmla="*/ 54 w 91"/>
                  <a:gd name="T11" fmla="*/ 0 h 103"/>
                  <a:gd name="T12" fmla="*/ 43 w 91"/>
                  <a:gd name="T13" fmla="*/ 1 h 103"/>
                  <a:gd name="T14" fmla="*/ 32 w 91"/>
                  <a:gd name="T15" fmla="*/ 2 h 103"/>
                  <a:gd name="T16" fmla="*/ 23 w 91"/>
                  <a:gd name="T17" fmla="*/ 6 h 103"/>
                  <a:gd name="T18" fmla="*/ 15 w 91"/>
                  <a:gd name="T19" fmla="*/ 10 h 103"/>
                  <a:gd name="T20" fmla="*/ 10 w 91"/>
                  <a:gd name="T21" fmla="*/ 17 h 103"/>
                  <a:gd name="T22" fmla="*/ 5 w 91"/>
                  <a:gd name="T23" fmla="*/ 25 h 103"/>
                  <a:gd name="T24" fmla="*/ 2 w 91"/>
                  <a:gd name="T25" fmla="*/ 34 h 103"/>
                  <a:gd name="T26" fmla="*/ 0 w 91"/>
                  <a:gd name="T27" fmla="*/ 44 h 103"/>
                  <a:gd name="T28" fmla="*/ 0 w 91"/>
                  <a:gd name="T29" fmla="*/ 56 h 103"/>
                  <a:gd name="T30" fmla="*/ 2 w 91"/>
                  <a:gd name="T31" fmla="*/ 68 h 103"/>
                  <a:gd name="T32" fmla="*/ 5 w 91"/>
                  <a:gd name="T33" fmla="*/ 78 h 103"/>
                  <a:gd name="T34" fmla="*/ 10 w 91"/>
                  <a:gd name="T35" fmla="*/ 86 h 103"/>
                  <a:gd name="T36" fmla="*/ 17 w 91"/>
                  <a:gd name="T37" fmla="*/ 92 h 103"/>
                  <a:gd name="T38" fmla="*/ 25 w 91"/>
                  <a:gd name="T39" fmla="*/ 98 h 103"/>
                  <a:gd name="T40" fmla="*/ 35 w 91"/>
                  <a:gd name="T41" fmla="*/ 102 h 103"/>
                  <a:gd name="T42" fmla="*/ 46 w 91"/>
                  <a:gd name="T43" fmla="*/ 103 h 103"/>
                  <a:gd name="T44" fmla="*/ 56 w 91"/>
                  <a:gd name="T45" fmla="*/ 103 h 103"/>
                  <a:gd name="T46" fmla="*/ 64 w 91"/>
                  <a:gd name="T47" fmla="*/ 102 h 103"/>
                  <a:gd name="T48" fmla="*/ 72 w 91"/>
                  <a:gd name="T49" fmla="*/ 100 h 103"/>
                  <a:gd name="T50" fmla="*/ 79 w 91"/>
                  <a:gd name="T51" fmla="*/ 97 h 103"/>
                  <a:gd name="T52" fmla="*/ 87 w 91"/>
                  <a:gd name="T53" fmla="*/ 84 h 103"/>
                  <a:gd name="T54" fmla="*/ 81 w 91"/>
                  <a:gd name="T55" fmla="*/ 84 h 103"/>
                  <a:gd name="T56" fmla="*/ 75 w 91"/>
                  <a:gd name="T57" fmla="*/ 87 h 103"/>
                  <a:gd name="T58" fmla="*/ 69 w 91"/>
                  <a:gd name="T59" fmla="*/ 91 h 103"/>
                  <a:gd name="T60" fmla="*/ 63 w 91"/>
                  <a:gd name="T61" fmla="*/ 91 h 103"/>
                  <a:gd name="T62" fmla="*/ 56 w 91"/>
                  <a:gd name="T63" fmla="*/ 91 h 103"/>
                  <a:gd name="T64" fmla="*/ 49 w 91"/>
                  <a:gd name="T65" fmla="*/ 91 h 103"/>
                  <a:gd name="T66" fmla="*/ 43 w 91"/>
                  <a:gd name="T67" fmla="*/ 87 h 103"/>
                  <a:gd name="T68" fmla="*/ 39 w 91"/>
                  <a:gd name="T69" fmla="*/ 84 h 103"/>
                  <a:gd name="T70" fmla="*/ 35 w 91"/>
                  <a:gd name="T71" fmla="*/ 79 h 103"/>
                  <a:gd name="T72" fmla="*/ 33 w 91"/>
                  <a:gd name="T73" fmla="*/ 73 h 103"/>
                  <a:gd name="T74" fmla="*/ 31 w 91"/>
                  <a:gd name="T75" fmla="*/ 66 h 103"/>
                  <a:gd name="T76" fmla="*/ 31 w 91"/>
                  <a:gd name="T77" fmla="*/ 57 h 103"/>
                  <a:gd name="T78" fmla="*/ 91 w 91"/>
                  <a:gd name="T79" fmla="*/ 52 h 103"/>
                  <a:gd name="T80" fmla="*/ 91 w 91"/>
                  <a:gd name="T81" fmla="*/ 40 h 103"/>
                  <a:gd name="T82" fmla="*/ 89 w 91"/>
                  <a:gd name="T83" fmla="*/ 30 h 103"/>
                  <a:gd name="T84" fmla="*/ 31 w 91"/>
                  <a:gd name="T85" fmla="*/ 34 h 103"/>
                  <a:gd name="T86" fmla="*/ 32 w 91"/>
                  <a:gd name="T87" fmla="*/ 26 h 103"/>
                  <a:gd name="T88" fmla="*/ 34 w 91"/>
                  <a:gd name="T89" fmla="*/ 20 h 103"/>
                  <a:gd name="T90" fmla="*/ 36 w 91"/>
                  <a:gd name="T91" fmla="*/ 16 h 103"/>
                  <a:gd name="T92" fmla="*/ 39 w 91"/>
                  <a:gd name="T93" fmla="*/ 12 h 103"/>
                  <a:gd name="T94" fmla="*/ 42 w 91"/>
                  <a:gd name="T95" fmla="*/ 10 h 103"/>
                  <a:gd name="T96" fmla="*/ 46 w 91"/>
                  <a:gd name="T97" fmla="*/ 9 h 103"/>
                  <a:gd name="T98" fmla="*/ 50 w 91"/>
                  <a:gd name="T99" fmla="*/ 9 h 103"/>
                  <a:gd name="T100" fmla="*/ 52 w 91"/>
                  <a:gd name="T101" fmla="*/ 10 h 103"/>
                  <a:gd name="T102" fmla="*/ 55 w 91"/>
                  <a:gd name="T103" fmla="*/ 12 h 103"/>
                  <a:gd name="T104" fmla="*/ 57 w 91"/>
                  <a:gd name="T105" fmla="*/ 16 h 103"/>
                  <a:gd name="T106" fmla="*/ 59 w 91"/>
                  <a:gd name="T107" fmla="*/ 22 h 103"/>
                  <a:gd name="T108" fmla="*/ 62 w 91"/>
                  <a:gd name="T109" fmla="*/ 34 h 103"/>
                  <a:gd name="T110" fmla="*/ 31 w 91"/>
                  <a:gd name="T111" fmla="*/ 4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1" h="103">
                    <a:moveTo>
                      <a:pt x="89" y="30"/>
                    </a:moveTo>
                    <a:lnTo>
                      <a:pt x="87" y="26"/>
                    </a:lnTo>
                    <a:lnTo>
                      <a:pt x="86" y="21"/>
                    </a:lnTo>
                    <a:lnTo>
                      <a:pt x="83" y="18"/>
                    </a:lnTo>
                    <a:lnTo>
                      <a:pt x="81" y="14"/>
                    </a:lnTo>
                    <a:lnTo>
                      <a:pt x="79" y="10"/>
                    </a:lnTo>
                    <a:lnTo>
                      <a:pt x="75" y="8"/>
                    </a:lnTo>
                    <a:lnTo>
                      <a:pt x="71" y="6"/>
                    </a:lnTo>
                    <a:lnTo>
                      <a:pt x="67" y="4"/>
                    </a:lnTo>
                    <a:lnTo>
                      <a:pt x="63" y="2"/>
                    </a:lnTo>
                    <a:lnTo>
                      <a:pt x="59" y="1"/>
                    </a:lnTo>
                    <a:lnTo>
                      <a:pt x="54" y="0"/>
                    </a:lnTo>
                    <a:lnTo>
                      <a:pt x="48" y="0"/>
                    </a:lnTo>
                    <a:lnTo>
                      <a:pt x="43" y="1"/>
                    </a:lnTo>
                    <a:lnTo>
                      <a:pt x="37" y="1"/>
                    </a:lnTo>
                    <a:lnTo>
                      <a:pt x="32" y="2"/>
                    </a:lnTo>
                    <a:lnTo>
                      <a:pt x="27" y="4"/>
                    </a:lnTo>
                    <a:lnTo>
                      <a:pt x="23" y="6"/>
                    </a:lnTo>
                    <a:lnTo>
                      <a:pt x="19" y="8"/>
                    </a:lnTo>
                    <a:lnTo>
                      <a:pt x="15" y="10"/>
                    </a:lnTo>
                    <a:lnTo>
                      <a:pt x="13" y="14"/>
                    </a:lnTo>
                    <a:lnTo>
                      <a:pt x="10" y="17"/>
                    </a:lnTo>
                    <a:lnTo>
                      <a:pt x="7" y="21"/>
                    </a:lnTo>
                    <a:lnTo>
                      <a:pt x="5" y="25"/>
                    </a:lnTo>
                    <a:lnTo>
                      <a:pt x="3" y="29"/>
                    </a:lnTo>
                    <a:lnTo>
                      <a:pt x="2" y="34"/>
                    </a:lnTo>
                    <a:lnTo>
                      <a:pt x="1" y="38"/>
                    </a:lnTo>
                    <a:lnTo>
                      <a:pt x="0" y="44"/>
                    </a:lnTo>
                    <a:lnTo>
                      <a:pt x="0" y="50"/>
                    </a:lnTo>
                    <a:lnTo>
                      <a:pt x="0" y="56"/>
                    </a:lnTo>
                    <a:lnTo>
                      <a:pt x="1" y="63"/>
                    </a:lnTo>
                    <a:lnTo>
                      <a:pt x="2" y="68"/>
                    </a:lnTo>
                    <a:lnTo>
                      <a:pt x="3" y="73"/>
                    </a:lnTo>
                    <a:lnTo>
                      <a:pt x="5" y="78"/>
                    </a:lnTo>
                    <a:lnTo>
                      <a:pt x="7" y="82"/>
                    </a:lnTo>
                    <a:lnTo>
                      <a:pt x="10" y="86"/>
                    </a:lnTo>
                    <a:lnTo>
                      <a:pt x="14" y="90"/>
                    </a:lnTo>
                    <a:lnTo>
                      <a:pt x="17" y="92"/>
                    </a:lnTo>
                    <a:lnTo>
                      <a:pt x="21" y="95"/>
                    </a:lnTo>
                    <a:lnTo>
                      <a:pt x="25" y="98"/>
                    </a:lnTo>
                    <a:lnTo>
                      <a:pt x="30" y="99"/>
                    </a:lnTo>
                    <a:lnTo>
                      <a:pt x="35" y="102"/>
                    </a:lnTo>
                    <a:lnTo>
                      <a:pt x="40" y="103"/>
                    </a:lnTo>
                    <a:lnTo>
                      <a:pt x="46" y="103"/>
                    </a:lnTo>
                    <a:lnTo>
                      <a:pt x="52" y="103"/>
                    </a:lnTo>
                    <a:lnTo>
                      <a:pt x="56" y="103"/>
                    </a:lnTo>
                    <a:lnTo>
                      <a:pt x="60" y="103"/>
                    </a:lnTo>
                    <a:lnTo>
                      <a:pt x="64" y="102"/>
                    </a:lnTo>
                    <a:lnTo>
                      <a:pt x="68" y="102"/>
                    </a:lnTo>
                    <a:lnTo>
                      <a:pt x="72" y="100"/>
                    </a:lnTo>
                    <a:lnTo>
                      <a:pt x="75" y="99"/>
                    </a:lnTo>
                    <a:lnTo>
                      <a:pt x="79" y="97"/>
                    </a:lnTo>
                    <a:lnTo>
                      <a:pt x="82" y="95"/>
                    </a:lnTo>
                    <a:lnTo>
                      <a:pt x="87" y="84"/>
                    </a:lnTo>
                    <a:lnTo>
                      <a:pt x="84" y="82"/>
                    </a:lnTo>
                    <a:lnTo>
                      <a:pt x="81" y="84"/>
                    </a:lnTo>
                    <a:lnTo>
                      <a:pt x="78" y="86"/>
                    </a:lnTo>
                    <a:lnTo>
                      <a:pt x="75" y="87"/>
                    </a:lnTo>
                    <a:lnTo>
                      <a:pt x="72" y="89"/>
                    </a:lnTo>
                    <a:lnTo>
                      <a:pt x="69" y="91"/>
                    </a:lnTo>
                    <a:lnTo>
                      <a:pt x="66" y="91"/>
                    </a:lnTo>
                    <a:lnTo>
                      <a:pt x="63" y="91"/>
                    </a:lnTo>
                    <a:lnTo>
                      <a:pt x="59" y="91"/>
                    </a:lnTo>
                    <a:lnTo>
                      <a:pt x="56" y="91"/>
                    </a:lnTo>
                    <a:lnTo>
                      <a:pt x="52" y="91"/>
                    </a:lnTo>
                    <a:lnTo>
                      <a:pt x="49" y="91"/>
                    </a:lnTo>
                    <a:lnTo>
                      <a:pt x="47" y="89"/>
                    </a:lnTo>
                    <a:lnTo>
                      <a:pt x="43" y="87"/>
                    </a:lnTo>
                    <a:lnTo>
                      <a:pt x="41" y="86"/>
                    </a:lnTo>
                    <a:lnTo>
                      <a:pt x="39" y="84"/>
                    </a:lnTo>
                    <a:lnTo>
                      <a:pt x="37" y="82"/>
                    </a:lnTo>
                    <a:lnTo>
                      <a:pt x="35" y="79"/>
                    </a:lnTo>
                    <a:lnTo>
                      <a:pt x="34" y="76"/>
                    </a:lnTo>
                    <a:lnTo>
                      <a:pt x="33" y="73"/>
                    </a:lnTo>
                    <a:lnTo>
                      <a:pt x="32" y="70"/>
                    </a:lnTo>
                    <a:lnTo>
                      <a:pt x="31" y="66"/>
                    </a:lnTo>
                    <a:lnTo>
                      <a:pt x="31" y="62"/>
                    </a:lnTo>
                    <a:lnTo>
                      <a:pt x="31" y="57"/>
                    </a:lnTo>
                    <a:lnTo>
                      <a:pt x="31" y="52"/>
                    </a:lnTo>
                    <a:lnTo>
                      <a:pt x="91" y="52"/>
                    </a:lnTo>
                    <a:lnTo>
                      <a:pt x="91" y="46"/>
                    </a:lnTo>
                    <a:lnTo>
                      <a:pt x="91" y="40"/>
                    </a:lnTo>
                    <a:lnTo>
                      <a:pt x="90" y="34"/>
                    </a:lnTo>
                    <a:lnTo>
                      <a:pt x="89" y="30"/>
                    </a:lnTo>
                    <a:close/>
                    <a:moveTo>
                      <a:pt x="31" y="42"/>
                    </a:moveTo>
                    <a:lnTo>
                      <a:pt x="31" y="34"/>
                    </a:lnTo>
                    <a:lnTo>
                      <a:pt x="32" y="28"/>
                    </a:lnTo>
                    <a:lnTo>
                      <a:pt x="32" y="26"/>
                    </a:lnTo>
                    <a:lnTo>
                      <a:pt x="33" y="22"/>
                    </a:lnTo>
                    <a:lnTo>
                      <a:pt x="34" y="20"/>
                    </a:lnTo>
                    <a:lnTo>
                      <a:pt x="35" y="18"/>
                    </a:lnTo>
                    <a:lnTo>
                      <a:pt x="36" y="16"/>
                    </a:lnTo>
                    <a:lnTo>
                      <a:pt x="38" y="14"/>
                    </a:lnTo>
                    <a:lnTo>
                      <a:pt x="39" y="12"/>
                    </a:lnTo>
                    <a:lnTo>
                      <a:pt x="40" y="11"/>
                    </a:lnTo>
                    <a:lnTo>
                      <a:pt x="42" y="10"/>
                    </a:lnTo>
                    <a:lnTo>
                      <a:pt x="44" y="10"/>
                    </a:lnTo>
                    <a:lnTo>
                      <a:pt x="46" y="9"/>
                    </a:lnTo>
                    <a:lnTo>
                      <a:pt x="48" y="9"/>
                    </a:lnTo>
                    <a:lnTo>
                      <a:pt x="50" y="9"/>
                    </a:lnTo>
                    <a:lnTo>
                      <a:pt x="51" y="10"/>
                    </a:lnTo>
                    <a:lnTo>
                      <a:pt x="52" y="10"/>
                    </a:lnTo>
                    <a:lnTo>
                      <a:pt x="54" y="11"/>
                    </a:lnTo>
                    <a:lnTo>
                      <a:pt x="55" y="12"/>
                    </a:lnTo>
                    <a:lnTo>
                      <a:pt x="56" y="14"/>
                    </a:lnTo>
                    <a:lnTo>
                      <a:pt x="57" y="16"/>
                    </a:lnTo>
                    <a:lnTo>
                      <a:pt x="58" y="18"/>
                    </a:lnTo>
                    <a:lnTo>
                      <a:pt x="59" y="22"/>
                    </a:lnTo>
                    <a:lnTo>
                      <a:pt x="61" y="28"/>
                    </a:lnTo>
                    <a:lnTo>
                      <a:pt x="62" y="34"/>
                    </a:lnTo>
                    <a:lnTo>
                      <a:pt x="62" y="42"/>
                    </a:lnTo>
                    <a:lnTo>
                      <a:pt x="31" y="4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0" name="iŝḻíḑè"/>
              <p:cNvSpPr/>
              <p:nvPr userDrawn="1"/>
            </p:nvSpPr>
            <p:spPr bwMode="auto">
              <a:xfrm>
                <a:off x="7273926" y="4102101"/>
                <a:ext cx="98425" cy="161925"/>
              </a:xfrm>
              <a:custGeom>
                <a:avLst/>
                <a:gdLst>
                  <a:gd name="T0" fmla="*/ 56 w 62"/>
                  <a:gd name="T1" fmla="*/ 0 h 102"/>
                  <a:gd name="T2" fmla="*/ 53 w 62"/>
                  <a:gd name="T3" fmla="*/ 1 h 102"/>
                  <a:gd name="T4" fmla="*/ 50 w 62"/>
                  <a:gd name="T5" fmla="*/ 2 h 102"/>
                  <a:gd name="T6" fmla="*/ 48 w 62"/>
                  <a:gd name="T7" fmla="*/ 2 h 102"/>
                  <a:gd name="T8" fmla="*/ 45 w 62"/>
                  <a:gd name="T9" fmla="*/ 4 h 102"/>
                  <a:gd name="T10" fmla="*/ 43 w 62"/>
                  <a:gd name="T11" fmla="*/ 5 h 102"/>
                  <a:gd name="T12" fmla="*/ 40 w 62"/>
                  <a:gd name="T13" fmla="*/ 6 h 102"/>
                  <a:gd name="T14" fmla="*/ 39 w 62"/>
                  <a:gd name="T15" fmla="*/ 9 h 102"/>
                  <a:gd name="T16" fmla="*/ 36 w 62"/>
                  <a:gd name="T17" fmla="*/ 10 h 102"/>
                  <a:gd name="T18" fmla="*/ 35 w 62"/>
                  <a:gd name="T19" fmla="*/ 13 h 102"/>
                  <a:gd name="T20" fmla="*/ 33 w 62"/>
                  <a:gd name="T21" fmla="*/ 16 h 102"/>
                  <a:gd name="T22" fmla="*/ 32 w 62"/>
                  <a:gd name="T23" fmla="*/ 18 h 102"/>
                  <a:gd name="T24" fmla="*/ 30 w 62"/>
                  <a:gd name="T25" fmla="*/ 22 h 102"/>
                  <a:gd name="T26" fmla="*/ 29 w 62"/>
                  <a:gd name="T27" fmla="*/ 24 h 102"/>
                  <a:gd name="T28" fmla="*/ 28 w 62"/>
                  <a:gd name="T29" fmla="*/ 27 h 102"/>
                  <a:gd name="T30" fmla="*/ 28 w 62"/>
                  <a:gd name="T31" fmla="*/ 2 h 102"/>
                  <a:gd name="T32" fmla="*/ 24 w 62"/>
                  <a:gd name="T33" fmla="*/ 2 h 102"/>
                  <a:gd name="T34" fmla="*/ 21 w 62"/>
                  <a:gd name="T35" fmla="*/ 2 h 102"/>
                  <a:gd name="T36" fmla="*/ 18 w 62"/>
                  <a:gd name="T37" fmla="*/ 2 h 102"/>
                  <a:gd name="T38" fmla="*/ 14 w 62"/>
                  <a:gd name="T39" fmla="*/ 2 h 102"/>
                  <a:gd name="T40" fmla="*/ 11 w 62"/>
                  <a:gd name="T41" fmla="*/ 2 h 102"/>
                  <a:gd name="T42" fmla="*/ 7 w 62"/>
                  <a:gd name="T43" fmla="*/ 2 h 102"/>
                  <a:gd name="T44" fmla="*/ 3 w 62"/>
                  <a:gd name="T45" fmla="*/ 2 h 102"/>
                  <a:gd name="T46" fmla="*/ 0 w 62"/>
                  <a:gd name="T47" fmla="*/ 2 h 102"/>
                  <a:gd name="T48" fmla="*/ 0 w 62"/>
                  <a:gd name="T49" fmla="*/ 102 h 102"/>
                  <a:gd name="T50" fmla="*/ 3 w 62"/>
                  <a:gd name="T51" fmla="*/ 102 h 102"/>
                  <a:gd name="T52" fmla="*/ 7 w 62"/>
                  <a:gd name="T53" fmla="*/ 102 h 102"/>
                  <a:gd name="T54" fmla="*/ 11 w 62"/>
                  <a:gd name="T55" fmla="*/ 102 h 102"/>
                  <a:gd name="T56" fmla="*/ 14 w 62"/>
                  <a:gd name="T57" fmla="*/ 102 h 102"/>
                  <a:gd name="T58" fmla="*/ 18 w 62"/>
                  <a:gd name="T59" fmla="*/ 102 h 102"/>
                  <a:gd name="T60" fmla="*/ 21 w 62"/>
                  <a:gd name="T61" fmla="*/ 102 h 102"/>
                  <a:gd name="T62" fmla="*/ 24 w 62"/>
                  <a:gd name="T63" fmla="*/ 102 h 102"/>
                  <a:gd name="T64" fmla="*/ 28 w 62"/>
                  <a:gd name="T65" fmla="*/ 102 h 102"/>
                  <a:gd name="T66" fmla="*/ 28 w 62"/>
                  <a:gd name="T67" fmla="*/ 65 h 102"/>
                  <a:gd name="T68" fmla="*/ 28 w 62"/>
                  <a:gd name="T69" fmla="*/ 57 h 102"/>
                  <a:gd name="T70" fmla="*/ 28 w 62"/>
                  <a:gd name="T71" fmla="*/ 51 h 102"/>
                  <a:gd name="T72" fmla="*/ 28 w 62"/>
                  <a:gd name="T73" fmla="*/ 45 h 102"/>
                  <a:gd name="T74" fmla="*/ 29 w 62"/>
                  <a:gd name="T75" fmla="*/ 41 h 102"/>
                  <a:gd name="T76" fmla="*/ 31 w 62"/>
                  <a:gd name="T77" fmla="*/ 38 h 102"/>
                  <a:gd name="T78" fmla="*/ 32 w 62"/>
                  <a:gd name="T79" fmla="*/ 35 h 102"/>
                  <a:gd name="T80" fmla="*/ 34 w 62"/>
                  <a:gd name="T81" fmla="*/ 33 h 102"/>
                  <a:gd name="T82" fmla="*/ 36 w 62"/>
                  <a:gd name="T83" fmla="*/ 31 h 102"/>
                  <a:gd name="T84" fmla="*/ 39 w 62"/>
                  <a:gd name="T85" fmla="*/ 29 h 102"/>
                  <a:gd name="T86" fmla="*/ 42 w 62"/>
                  <a:gd name="T87" fmla="*/ 28 h 102"/>
                  <a:gd name="T88" fmla="*/ 45 w 62"/>
                  <a:gd name="T89" fmla="*/ 27 h 102"/>
                  <a:gd name="T90" fmla="*/ 49 w 62"/>
                  <a:gd name="T91" fmla="*/ 27 h 102"/>
                  <a:gd name="T92" fmla="*/ 52 w 62"/>
                  <a:gd name="T93" fmla="*/ 27 h 102"/>
                  <a:gd name="T94" fmla="*/ 54 w 62"/>
                  <a:gd name="T95" fmla="*/ 27 h 102"/>
                  <a:gd name="T96" fmla="*/ 57 w 62"/>
                  <a:gd name="T97" fmla="*/ 29 h 102"/>
                  <a:gd name="T98" fmla="*/ 60 w 62"/>
                  <a:gd name="T99" fmla="*/ 30 h 102"/>
                  <a:gd name="T100" fmla="*/ 61 w 62"/>
                  <a:gd name="T101" fmla="*/ 29 h 102"/>
                  <a:gd name="T102" fmla="*/ 61 w 62"/>
                  <a:gd name="T103" fmla="*/ 22 h 102"/>
                  <a:gd name="T104" fmla="*/ 61 w 62"/>
                  <a:gd name="T105" fmla="*/ 14 h 102"/>
                  <a:gd name="T106" fmla="*/ 61 w 62"/>
                  <a:gd name="T107" fmla="*/ 7 h 102"/>
                  <a:gd name="T108" fmla="*/ 62 w 62"/>
                  <a:gd name="T109" fmla="*/ 0 h 102"/>
                  <a:gd name="T110" fmla="*/ 59 w 62"/>
                  <a:gd name="T111" fmla="*/ 0 h 102"/>
                  <a:gd name="T112" fmla="*/ 56 w 62"/>
                  <a:gd name="T113"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 h="102">
                    <a:moveTo>
                      <a:pt x="56" y="0"/>
                    </a:moveTo>
                    <a:lnTo>
                      <a:pt x="53" y="1"/>
                    </a:lnTo>
                    <a:lnTo>
                      <a:pt x="50" y="2"/>
                    </a:lnTo>
                    <a:lnTo>
                      <a:pt x="48" y="2"/>
                    </a:lnTo>
                    <a:lnTo>
                      <a:pt x="45" y="4"/>
                    </a:lnTo>
                    <a:lnTo>
                      <a:pt x="43" y="5"/>
                    </a:lnTo>
                    <a:lnTo>
                      <a:pt x="40" y="6"/>
                    </a:lnTo>
                    <a:lnTo>
                      <a:pt x="39" y="9"/>
                    </a:lnTo>
                    <a:lnTo>
                      <a:pt x="36" y="10"/>
                    </a:lnTo>
                    <a:lnTo>
                      <a:pt x="35" y="13"/>
                    </a:lnTo>
                    <a:lnTo>
                      <a:pt x="33" y="16"/>
                    </a:lnTo>
                    <a:lnTo>
                      <a:pt x="32" y="18"/>
                    </a:lnTo>
                    <a:lnTo>
                      <a:pt x="30" y="22"/>
                    </a:lnTo>
                    <a:lnTo>
                      <a:pt x="29" y="24"/>
                    </a:lnTo>
                    <a:lnTo>
                      <a:pt x="28" y="27"/>
                    </a:lnTo>
                    <a:lnTo>
                      <a:pt x="28" y="2"/>
                    </a:lnTo>
                    <a:lnTo>
                      <a:pt x="24" y="2"/>
                    </a:lnTo>
                    <a:lnTo>
                      <a:pt x="21" y="2"/>
                    </a:lnTo>
                    <a:lnTo>
                      <a:pt x="18" y="2"/>
                    </a:lnTo>
                    <a:lnTo>
                      <a:pt x="14" y="2"/>
                    </a:lnTo>
                    <a:lnTo>
                      <a:pt x="11" y="2"/>
                    </a:lnTo>
                    <a:lnTo>
                      <a:pt x="7" y="2"/>
                    </a:lnTo>
                    <a:lnTo>
                      <a:pt x="3" y="2"/>
                    </a:lnTo>
                    <a:lnTo>
                      <a:pt x="0" y="2"/>
                    </a:lnTo>
                    <a:lnTo>
                      <a:pt x="0" y="102"/>
                    </a:lnTo>
                    <a:lnTo>
                      <a:pt x="3" y="102"/>
                    </a:lnTo>
                    <a:lnTo>
                      <a:pt x="7" y="102"/>
                    </a:lnTo>
                    <a:lnTo>
                      <a:pt x="11" y="102"/>
                    </a:lnTo>
                    <a:lnTo>
                      <a:pt x="14" y="102"/>
                    </a:lnTo>
                    <a:lnTo>
                      <a:pt x="18" y="102"/>
                    </a:lnTo>
                    <a:lnTo>
                      <a:pt x="21" y="102"/>
                    </a:lnTo>
                    <a:lnTo>
                      <a:pt x="24" y="102"/>
                    </a:lnTo>
                    <a:lnTo>
                      <a:pt x="28" y="102"/>
                    </a:lnTo>
                    <a:lnTo>
                      <a:pt x="28" y="65"/>
                    </a:lnTo>
                    <a:lnTo>
                      <a:pt x="28" y="57"/>
                    </a:lnTo>
                    <a:lnTo>
                      <a:pt x="28" y="51"/>
                    </a:lnTo>
                    <a:lnTo>
                      <a:pt x="28" y="45"/>
                    </a:lnTo>
                    <a:lnTo>
                      <a:pt x="29" y="41"/>
                    </a:lnTo>
                    <a:lnTo>
                      <a:pt x="31" y="38"/>
                    </a:lnTo>
                    <a:lnTo>
                      <a:pt x="32" y="35"/>
                    </a:lnTo>
                    <a:lnTo>
                      <a:pt x="34" y="33"/>
                    </a:lnTo>
                    <a:lnTo>
                      <a:pt x="36" y="31"/>
                    </a:lnTo>
                    <a:lnTo>
                      <a:pt x="39" y="29"/>
                    </a:lnTo>
                    <a:lnTo>
                      <a:pt x="42" y="28"/>
                    </a:lnTo>
                    <a:lnTo>
                      <a:pt x="45" y="27"/>
                    </a:lnTo>
                    <a:lnTo>
                      <a:pt x="49" y="27"/>
                    </a:lnTo>
                    <a:lnTo>
                      <a:pt x="52" y="27"/>
                    </a:lnTo>
                    <a:lnTo>
                      <a:pt x="54" y="27"/>
                    </a:lnTo>
                    <a:lnTo>
                      <a:pt x="57" y="29"/>
                    </a:lnTo>
                    <a:lnTo>
                      <a:pt x="60" y="30"/>
                    </a:lnTo>
                    <a:lnTo>
                      <a:pt x="61" y="29"/>
                    </a:lnTo>
                    <a:lnTo>
                      <a:pt x="61" y="22"/>
                    </a:lnTo>
                    <a:lnTo>
                      <a:pt x="61" y="14"/>
                    </a:lnTo>
                    <a:lnTo>
                      <a:pt x="61" y="7"/>
                    </a:lnTo>
                    <a:lnTo>
                      <a:pt x="62" y="0"/>
                    </a:lnTo>
                    <a:lnTo>
                      <a:pt x="59" y="0"/>
                    </a:lnTo>
                    <a:lnTo>
                      <a:pt x="5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1" name="íṧḷídè"/>
              <p:cNvSpPr/>
              <p:nvPr userDrawn="1"/>
            </p:nvSpPr>
            <p:spPr bwMode="auto">
              <a:xfrm>
                <a:off x="7407276" y="4102101"/>
                <a:ext cx="109538" cy="163513"/>
              </a:xfrm>
              <a:custGeom>
                <a:avLst/>
                <a:gdLst>
                  <a:gd name="T0" fmla="*/ 67 w 69"/>
                  <a:gd name="T1" fmla="*/ 59 h 103"/>
                  <a:gd name="T2" fmla="*/ 62 w 69"/>
                  <a:gd name="T3" fmla="*/ 52 h 103"/>
                  <a:gd name="T4" fmla="*/ 55 w 69"/>
                  <a:gd name="T5" fmla="*/ 47 h 103"/>
                  <a:gd name="T6" fmla="*/ 46 w 69"/>
                  <a:gd name="T7" fmla="*/ 42 h 103"/>
                  <a:gd name="T8" fmla="*/ 34 w 69"/>
                  <a:gd name="T9" fmla="*/ 37 h 103"/>
                  <a:gd name="T10" fmla="*/ 25 w 69"/>
                  <a:gd name="T11" fmla="*/ 31 h 103"/>
                  <a:gd name="T12" fmla="*/ 21 w 69"/>
                  <a:gd name="T13" fmla="*/ 25 h 103"/>
                  <a:gd name="T14" fmla="*/ 21 w 69"/>
                  <a:gd name="T15" fmla="*/ 18 h 103"/>
                  <a:gd name="T16" fmla="*/ 27 w 69"/>
                  <a:gd name="T17" fmla="*/ 13 h 103"/>
                  <a:gd name="T18" fmla="*/ 36 w 69"/>
                  <a:gd name="T19" fmla="*/ 10 h 103"/>
                  <a:gd name="T20" fmla="*/ 45 w 69"/>
                  <a:gd name="T21" fmla="*/ 14 h 103"/>
                  <a:gd name="T22" fmla="*/ 53 w 69"/>
                  <a:gd name="T23" fmla="*/ 21 h 103"/>
                  <a:gd name="T24" fmla="*/ 61 w 69"/>
                  <a:gd name="T25" fmla="*/ 27 h 103"/>
                  <a:gd name="T26" fmla="*/ 65 w 69"/>
                  <a:gd name="T27" fmla="*/ 14 h 103"/>
                  <a:gd name="T28" fmla="*/ 60 w 69"/>
                  <a:gd name="T29" fmla="*/ 6 h 103"/>
                  <a:gd name="T30" fmla="*/ 48 w 69"/>
                  <a:gd name="T31" fmla="*/ 2 h 103"/>
                  <a:gd name="T32" fmla="*/ 36 w 69"/>
                  <a:gd name="T33" fmla="*/ 0 h 103"/>
                  <a:gd name="T34" fmla="*/ 24 w 69"/>
                  <a:gd name="T35" fmla="*/ 2 h 103"/>
                  <a:gd name="T36" fmla="*/ 15 w 69"/>
                  <a:gd name="T37" fmla="*/ 6 h 103"/>
                  <a:gd name="T38" fmla="*/ 8 w 69"/>
                  <a:gd name="T39" fmla="*/ 12 h 103"/>
                  <a:gd name="T40" fmla="*/ 3 w 69"/>
                  <a:gd name="T41" fmla="*/ 20 h 103"/>
                  <a:gd name="T42" fmla="*/ 1 w 69"/>
                  <a:gd name="T43" fmla="*/ 30 h 103"/>
                  <a:gd name="T44" fmla="*/ 1 w 69"/>
                  <a:gd name="T45" fmla="*/ 38 h 103"/>
                  <a:gd name="T46" fmla="*/ 3 w 69"/>
                  <a:gd name="T47" fmla="*/ 46 h 103"/>
                  <a:gd name="T48" fmla="*/ 8 w 69"/>
                  <a:gd name="T49" fmla="*/ 52 h 103"/>
                  <a:gd name="T50" fmla="*/ 14 w 69"/>
                  <a:gd name="T51" fmla="*/ 58 h 103"/>
                  <a:gd name="T52" fmla="*/ 23 w 69"/>
                  <a:gd name="T53" fmla="*/ 63 h 103"/>
                  <a:gd name="T54" fmla="*/ 34 w 69"/>
                  <a:gd name="T55" fmla="*/ 68 h 103"/>
                  <a:gd name="T56" fmla="*/ 44 w 69"/>
                  <a:gd name="T57" fmla="*/ 74 h 103"/>
                  <a:gd name="T58" fmla="*/ 48 w 69"/>
                  <a:gd name="T59" fmla="*/ 79 h 103"/>
                  <a:gd name="T60" fmla="*/ 47 w 69"/>
                  <a:gd name="T61" fmla="*/ 87 h 103"/>
                  <a:gd name="T62" fmla="*/ 41 w 69"/>
                  <a:gd name="T63" fmla="*/ 92 h 103"/>
                  <a:gd name="T64" fmla="*/ 32 w 69"/>
                  <a:gd name="T65" fmla="*/ 95 h 103"/>
                  <a:gd name="T66" fmla="*/ 21 w 69"/>
                  <a:gd name="T67" fmla="*/ 92 h 103"/>
                  <a:gd name="T68" fmla="*/ 12 w 69"/>
                  <a:gd name="T69" fmla="*/ 85 h 103"/>
                  <a:gd name="T70" fmla="*/ 4 w 69"/>
                  <a:gd name="T71" fmla="*/ 77 h 103"/>
                  <a:gd name="T72" fmla="*/ 1 w 69"/>
                  <a:gd name="T73" fmla="*/ 92 h 103"/>
                  <a:gd name="T74" fmla="*/ 7 w 69"/>
                  <a:gd name="T75" fmla="*/ 99 h 103"/>
                  <a:gd name="T76" fmla="*/ 17 w 69"/>
                  <a:gd name="T77" fmla="*/ 103 h 103"/>
                  <a:gd name="T78" fmla="*/ 29 w 69"/>
                  <a:gd name="T79" fmla="*/ 103 h 103"/>
                  <a:gd name="T80" fmla="*/ 42 w 69"/>
                  <a:gd name="T81" fmla="*/ 102 h 103"/>
                  <a:gd name="T82" fmla="*/ 52 w 69"/>
                  <a:gd name="T83" fmla="*/ 99 h 103"/>
                  <a:gd name="T84" fmla="*/ 60 w 69"/>
                  <a:gd name="T85" fmla="*/ 93 h 103"/>
                  <a:gd name="T86" fmla="*/ 66 w 69"/>
                  <a:gd name="T87" fmla="*/ 85 h 103"/>
                  <a:gd name="T88" fmla="*/ 69 w 69"/>
                  <a:gd name="T89" fmla="*/ 75 h 103"/>
                  <a:gd name="T90" fmla="*/ 69 w 69"/>
                  <a:gd name="T91" fmla="*/ 6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9" h="103">
                    <a:moveTo>
                      <a:pt x="68" y="64"/>
                    </a:moveTo>
                    <a:lnTo>
                      <a:pt x="68" y="62"/>
                    </a:lnTo>
                    <a:lnTo>
                      <a:pt x="67" y="59"/>
                    </a:lnTo>
                    <a:lnTo>
                      <a:pt x="65" y="57"/>
                    </a:lnTo>
                    <a:lnTo>
                      <a:pt x="64" y="55"/>
                    </a:lnTo>
                    <a:lnTo>
                      <a:pt x="62" y="52"/>
                    </a:lnTo>
                    <a:lnTo>
                      <a:pt x="60" y="51"/>
                    </a:lnTo>
                    <a:lnTo>
                      <a:pt x="57" y="48"/>
                    </a:lnTo>
                    <a:lnTo>
                      <a:pt x="55" y="47"/>
                    </a:lnTo>
                    <a:lnTo>
                      <a:pt x="52" y="45"/>
                    </a:lnTo>
                    <a:lnTo>
                      <a:pt x="49" y="43"/>
                    </a:lnTo>
                    <a:lnTo>
                      <a:pt x="46" y="42"/>
                    </a:lnTo>
                    <a:lnTo>
                      <a:pt x="42" y="40"/>
                    </a:lnTo>
                    <a:lnTo>
                      <a:pt x="39" y="38"/>
                    </a:lnTo>
                    <a:lnTo>
                      <a:pt x="34" y="37"/>
                    </a:lnTo>
                    <a:lnTo>
                      <a:pt x="31" y="34"/>
                    </a:lnTo>
                    <a:lnTo>
                      <a:pt x="28" y="33"/>
                    </a:lnTo>
                    <a:lnTo>
                      <a:pt x="25" y="31"/>
                    </a:lnTo>
                    <a:lnTo>
                      <a:pt x="24" y="29"/>
                    </a:lnTo>
                    <a:lnTo>
                      <a:pt x="22" y="27"/>
                    </a:lnTo>
                    <a:lnTo>
                      <a:pt x="21" y="25"/>
                    </a:lnTo>
                    <a:lnTo>
                      <a:pt x="20" y="23"/>
                    </a:lnTo>
                    <a:lnTo>
                      <a:pt x="21" y="20"/>
                    </a:lnTo>
                    <a:lnTo>
                      <a:pt x="21" y="18"/>
                    </a:lnTo>
                    <a:lnTo>
                      <a:pt x="23" y="16"/>
                    </a:lnTo>
                    <a:lnTo>
                      <a:pt x="24" y="14"/>
                    </a:lnTo>
                    <a:lnTo>
                      <a:pt x="27" y="13"/>
                    </a:lnTo>
                    <a:lnTo>
                      <a:pt x="29" y="12"/>
                    </a:lnTo>
                    <a:lnTo>
                      <a:pt x="32" y="11"/>
                    </a:lnTo>
                    <a:lnTo>
                      <a:pt x="36" y="10"/>
                    </a:lnTo>
                    <a:lnTo>
                      <a:pt x="39" y="11"/>
                    </a:lnTo>
                    <a:lnTo>
                      <a:pt x="43" y="12"/>
                    </a:lnTo>
                    <a:lnTo>
                      <a:pt x="45" y="14"/>
                    </a:lnTo>
                    <a:lnTo>
                      <a:pt x="48" y="16"/>
                    </a:lnTo>
                    <a:lnTo>
                      <a:pt x="51" y="18"/>
                    </a:lnTo>
                    <a:lnTo>
                      <a:pt x="53" y="21"/>
                    </a:lnTo>
                    <a:lnTo>
                      <a:pt x="55" y="24"/>
                    </a:lnTo>
                    <a:lnTo>
                      <a:pt x="56" y="27"/>
                    </a:lnTo>
                    <a:lnTo>
                      <a:pt x="61" y="27"/>
                    </a:lnTo>
                    <a:lnTo>
                      <a:pt x="63" y="23"/>
                    </a:lnTo>
                    <a:lnTo>
                      <a:pt x="64" y="19"/>
                    </a:lnTo>
                    <a:lnTo>
                      <a:pt x="65" y="14"/>
                    </a:lnTo>
                    <a:lnTo>
                      <a:pt x="66" y="10"/>
                    </a:lnTo>
                    <a:lnTo>
                      <a:pt x="63" y="8"/>
                    </a:lnTo>
                    <a:lnTo>
                      <a:pt x="60" y="6"/>
                    </a:lnTo>
                    <a:lnTo>
                      <a:pt x="56" y="4"/>
                    </a:lnTo>
                    <a:lnTo>
                      <a:pt x="52" y="3"/>
                    </a:lnTo>
                    <a:lnTo>
                      <a:pt x="48" y="2"/>
                    </a:lnTo>
                    <a:lnTo>
                      <a:pt x="44" y="1"/>
                    </a:lnTo>
                    <a:lnTo>
                      <a:pt x="40" y="0"/>
                    </a:lnTo>
                    <a:lnTo>
                      <a:pt x="36" y="0"/>
                    </a:lnTo>
                    <a:lnTo>
                      <a:pt x="32" y="0"/>
                    </a:lnTo>
                    <a:lnTo>
                      <a:pt x="28" y="1"/>
                    </a:lnTo>
                    <a:lnTo>
                      <a:pt x="24" y="2"/>
                    </a:lnTo>
                    <a:lnTo>
                      <a:pt x="21" y="3"/>
                    </a:lnTo>
                    <a:lnTo>
                      <a:pt x="18" y="4"/>
                    </a:lnTo>
                    <a:lnTo>
                      <a:pt x="15" y="6"/>
                    </a:lnTo>
                    <a:lnTo>
                      <a:pt x="12" y="7"/>
                    </a:lnTo>
                    <a:lnTo>
                      <a:pt x="10" y="10"/>
                    </a:lnTo>
                    <a:lnTo>
                      <a:pt x="8" y="12"/>
                    </a:lnTo>
                    <a:lnTo>
                      <a:pt x="6" y="14"/>
                    </a:lnTo>
                    <a:lnTo>
                      <a:pt x="4" y="17"/>
                    </a:lnTo>
                    <a:lnTo>
                      <a:pt x="3" y="20"/>
                    </a:lnTo>
                    <a:lnTo>
                      <a:pt x="2" y="22"/>
                    </a:lnTo>
                    <a:lnTo>
                      <a:pt x="1" y="26"/>
                    </a:lnTo>
                    <a:lnTo>
                      <a:pt x="1" y="30"/>
                    </a:lnTo>
                    <a:lnTo>
                      <a:pt x="0" y="34"/>
                    </a:lnTo>
                    <a:lnTo>
                      <a:pt x="0" y="36"/>
                    </a:lnTo>
                    <a:lnTo>
                      <a:pt x="1" y="38"/>
                    </a:lnTo>
                    <a:lnTo>
                      <a:pt x="1" y="41"/>
                    </a:lnTo>
                    <a:lnTo>
                      <a:pt x="2" y="43"/>
                    </a:lnTo>
                    <a:lnTo>
                      <a:pt x="3" y="46"/>
                    </a:lnTo>
                    <a:lnTo>
                      <a:pt x="4" y="48"/>
                    </a:lnTo>
                    <a:lnTo>
                      <a:pt x="6" y="51"/>
                    </a:lnTo>
                    <a:lnTo>
                      <a:pt x="8" y="52"/>
                    </a:lnTo>
                    <a:lnTo>
                      <a:pt x="10" y="55"/>
                    </a:lnTo>
                    <a:lnTo>
                      <a:pt x="12" y="56"/>
                    </a:lnTo>
                    <a:lnTo>
                      <a:pt x="14" y="58"/>
                    </a:lnTo>
                    <a:lnTo>
                      <a:pt x="17" y="60"/>
                    </a:lnTo>
                    <a:lnTo>
                      <a:pt x="20" y="62"/>
                    </a:lnTo>
                    <a:lnTo>
                      <a:pt x="23" y="63"/>
                    </a:lnTo>
                    <a:lnTo>
                      <a:pt x="26" y="65"/>
                    </a:lnTo>
                    <a:lnTo>
                      <a:pt x="30" y="67"/>
                    </a:lnTo>
                    <a:lnTo>
                      <a:pt x="34" y="68"/>
                    </a:lnTo>
                    <a:lnTo>
                      <a:pt x="38" y="70"/>
                    </a:lnTo>
                    <a:lnTo>
                      <a:pt x="41" y="71"/>
                    </a:lnTo>
                    <a:lnTo>
                      <a:pt x="44" y="74"/>
                    </a:lnTo>
                    <a:lnTo>
                      <a:pt x="46" y="75"/>
                    </a:lnTo>
                    <a:lnTo>
                      <a:pt x="48" y="78"/>
                    </a:lnTo>
                    <a:lnTo>
                      <a:pt x="48" y="79"/>
                    </a:lnTo>
                    <a:lnTo>
                      <a:pt x="48" y="82"/>
                    </a:lnTo>
                    <a:lnTo>
                      <a:pt x="48" y="84"/>
                    </a:lnTo>
                    <a:lnTo>
                      <a:pt x="47" y="87"/>
                    </a:lnTo>
                    <a:lnTo>
                      <a:pt x="45" y="89"/>
                    </a:lnTo>
                    <a:lnTo>
                      <a:pt x="44" y="91"/>
                    </a:lnTo>
                    <a:lnTo>
                      <a:pt x="41" y="92"/>
                    </a:lnTo>
                    <a:lnTo>
                      <a:pt x="39" y="93"/>
                    </a:lnTo>
                    <a:lnTo>
                      <a:pt x="36" y="94"/>
                    </a:lnTo>
                    <a:lnTo>
                      <a:pt x="32" y="95"/>
                    </a:lnTo>
                    <a:lnTo>
                      <a:pt x="28" y="95"/>
                    </a:lnTo>
                    <a:lnTo>
                      <a:pt x="24" y="94"/>
                    </a:lnTo>
                    <a:lnTo>
                      <a:pt x="21" y="92"/>
                    </a:lnTo>
                    <a:lnTo>
                      <a:pt x="18" y="91"/>
                    </a:lnTo>
                    <a:lnTo>
                      <a:pt x="16" y="87"/>
                    </a:lnTo>
                    <a:lnTo>
                      <a:pt x="12" y="85"/>
                    </a:lnTo>
                    <a:lnTo>
                      <a:pt x="10" y="81"/>
                    </a:lnTo>
                    <a:lnTo>
                      <a:pt x="8" y="77"/>
                    </a:lnTo>
                    <a:lnTo>
                      <a:pt x="4" y="77"/>
                    </a:lnTo>
                    <a:lnTo>
                      <a:pt x="3" y="81"/>
                    </a:lnTo>
                    <a:lnTo>
                      <a:pt x="2" y="87"/>
                    </a:lnTo>
                    <a:lnTo>
                      <a:pt x="1" y="92"/>
                    </a:lnTo>
                    <a:lnTo>
                      <a:pt x="0" y="96"/>
                    </a:lnTo>
                    <a:lnTo>
                      <a:pt x="3" y="98"/>
                    </a:lnTo>
                    <a:lnTo>
                      <a:pt x="7" y="99"/>
                    </a:lnTo>
                    <a:lnTo>
                      <a:pt x="10" y="100"/>
                    </a:lnTo>
                    <a:lnTo>
                      <a:pt x="13" y="102"/>
                    </a:lnTo>
                    <a:lnTo>
                      <a:pt x="17" y="103"/>
                    </a:lnTo>
                    <a:lnTo>
                      <a:pt x="20" y="103"/>
                    </a:lnTo>
                    <a:lnTo>
                      <a:pt x="25" y="103"/>
                    </a:lnTo>
                    <a:lnTo>
                      <a:pt x="29" y="103"/>
                    </a:lnTo>
                    <a:lnTo>
                      <a:pt x="33" y="103"/>
                    </a:lnTo>
                    <a:lnTo>
                      <a:pt x="38" y="103"/>
                    </a:lnTo>
                    <a:lnTo>
                      <a:pt x="42" y="102"/>
                    </a:lnTo>
                    <a:lnTo>
                      <a:pt x="46" y="101"/>
                    </a:lnTo>
                    <a:lnTo>
                      <a:pt x="49" y="100"/>
                    </a:lnTo>
                    <a:lnTo>
                      <a:pt x="52" y="99"/>
                    </a:lnTo>
                    <a:lnTo>
                      <a:pt x="56" y="97"/>
                    </a:lnTo>
                    <a:lnTo>
                      <a:pt x="59" y="95"/>
                    </a:lnTo>
                    <a:lnTo>
                      <a:pt x="60" y="93"/>
                    </a:lnTo>
                    <a:lnTo>
                      <a:pt x="63" y="91"/>
                    </a:lnTo>
                    <a:lnTo>
                      <a:pt x="64" y="88"/>
                    </a:lnTo>
                    <a:lnTo>
                      <a:pt x="66" y="85"/>
                    </a:lnTo>
                    <a:lnTo>
                      <a:pt x="68" y="83"/>
                    </a:lnTo>
                    <a:lnTo>
                      <a:pt x="68" y="79"/>
                    </a:lnTo>
                    <a:lnTo>
                      <a:pt x="69" y="75"/>
                    </a:lnTo>
                    <a:lnTo>
                      <a:pt x="69" y="71"/>
                    </a:lnTo>
                    <a:lnTo>
                      <a:pt x="69" y="69"/>
                    </a:lnTo>
                    <a:lnTo>
                      <a:pt x="69" y="67"/>
                    </a:lnTo>
                    <a:lnTo>
                      <a:pt x="68" y="64"/>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2" name="î$líḋé"/>
              <p:cNvSpPr/>
              <p:nvPr userDrawn="1"/>
            </p:nvSpPr>
            <p:spPr bwMode="auto">
              <a:xfrm>
                <a:off x="7567613" y="4105276"/>
                <a:ext cx="44450" cy="158750"/>
              </a:xfrm>
              <a:custGeom>
                <a:avLst/>
                <a:gdLst>
                  <a:gd name="T0" fmla="*/ 21 w 28"/>
                  <a:gd name="T1" fmla="*/ 0 h 100"/>
                  <a:gd name="T2" fmla="*/ 18 w 28"/>
                  <a:gd name="T3" fmla="*/ 0 h 100"/>
                  <a:gd name="T4" fmla="*/ 15 w 28"/>
                  <a:gd name="T5" fmla="*/ 0 h 100"/>
                  <a:gd name="T6" fmla="*/ 11 w 28"/>
                  <a:gd name="T7" fmla="*/ 0 h 100"/>
                  <a:gd name="T8" fmla="*/ 7 w 28"/>
                  <a:gd name="T9" fmla="*/ 0 h 100"/>
                  <a:gd name="T10" fmla="*/ 3 w 28"/>
                  <a:gd name="T11" fmla="*/ 0 h 100"/>
                  <a:gd name="T12" fmla="*/ 0 w 28"/>
                  <a:gd name="T13" fmla="*/ 0 h 100"/>
                  <a:gd name="T14" fmla="*/ 0 w 28"/>
                  <a:gd name="T15" fmla="*/ 100 h 100"/>
                  <a:gd name="T16" fmla="*/ 3 w 28"/>
                  <a:gd name="T17" fmla="*/ 100 h 100"/>
                  <a:gd name="T18" fmla="*/ 7 w 28"/>
                  <a:gd name="T19" fmla="*/ 100 h 100"/>
                  <a:gd name="T20" fmla="*/ 11 w 28"/>
                  <a:gd name="T21" fmla="*/ 100 h 100"/>
                  <a:gd name="T22" fmla="*/ 15 w 28"/>
                  <a:gd name="T23" fmla="*/ 100 h 100"/>
                  <a:gd name="T24" fmla="*/ 18 w 28"/>
                  <a:gd name="T25" fmla="*/ 100 h 100"/>
                  <a:gd name="T26" fmla="*/ 21 w 28"/>
                  <a:gd name="T27" fmla="*/ 100 h 100"/>
                  <a:gd name="T28" fmla="*/ 24 w 28"/>
                  <a:gd name="T29" fmla="*/ 100 h 100"/>
                  <a:gd name="T30" fmla="*/ 28 w 28"/>
                  <a:gd name="T31" fmla="*/ 100 h 100"/>
                  <a:gd name="T32" fmla="*/ 28 w 28"/>
                  <a:gd name="T33" fmla="*/ 0 h 100"/>
                  <a:gd name="T34" fmla="*/ 24 w 28"/>
                  <a:gd name="T35" fmla="*/ 0 h 100"/>
                  <a:gd name="T36" fmla="*/ 21 w 28"/>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100">
                    <a:moveTo>
                      <a:pt x="21" y="0"/>
                    </a:moveTo>
                    <a:lnTo>
                      <a:pt x="18" y="0"/>
                    </a:lnTo>
                    <a:lnTo>
                      <a:pt x="15" y="0"/>
                    </a:lnTo>
                    <a:lnTo>
                      <a:pt x="11" y="0"/>
                    </a:lnTo>
                    <a:lnTo>
                      <a:pt x="7" y="0"/>
                    </a:lnTo>
                    <a:lnTo>
                      <a:pt x="3" y="0"/>
                    </a:lnTo>
                    <a:lnTo>
                      <a:pt x="0" y="0"/>
                    </a:lnTo>
                    <a:lnTo>
                      <a:pt x="0" y="100"/>
                    </a:lnTo>
                    <a:lnTo>
                      <a:pt x="3" y="100"/>
                    </a:lnTo>
                    <a:lnTo>
                      <a:pt x="7" y="100"/>
                    </a:lnTo>
                    <a:lnTo>
                      <a:pt x="11" y="100"/>
                    </a:lnTo>
                    <a:lnTo>
                      <a:pt x="15" y="100"/>
                    </a:lnTo>
                    <a:lnTo>
                      <a:pt x="18" y="100"/>
                    </a:lnTo>
                    <a:lnTo>
                      <a:pt x="21" y="100"/>
                    </a:lnTo>
                    <a:lnTo>
                      <a:pt x="24" y="100"/>
                    </a:lnTo>
                    <a:lnTo>
                      <a:pt x="28" y="100"/>
                    </a:lnTo>
                    <a:lnTo>
                      <a:pt x="28" y="0"/>
                    </a:lnTo>
                    <a:lnTo>
                      <a:pt x="24" y="0"/>
                    </a:lnTo>
                    <a:lnTo>
                      <a:pt x="21"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3" name="îṩḻïḓè"/>
              <p:cNvSpPr/>
              <p:nvPr userDrawn="1"/>
            </p:nvSpPr>
            <p:spPr bwMode="auto">
              <a:xfrm>
                <a:off x="7564438" y="4017963"/>
                <a:ext cx="52388" cy="50800"/>
              </a:xfrm>
              <a:custGeom>
                <a:avLst/>
                <a:gdLst>
                  <a:gd name="T0" fmla="*/ 31 w 33"/>
                  <a:gd name="T1" fmla="*/ 10 h 32"/>
                  <a:gd name="T2" fmla="*/ 29 w 33"/>
                  <a:gd name="T3" fmla="*/ 7 h 32"/>
                  <a:gd name="T4" fmla="*/ 28 w 33"/>
                  <a:gd name="T5" fmla="*/ 5 h 32"/>
                  <a:gd name="T6" fmla="*/ 25 w 33"/>
                  <a:gd name="T7" fmla="*/ 3 h 32"/>
                  <a:gd name="T8" fmla="*/ 22 w 33"/>
                  <a:gd name="T9" fmla="*/ 2 h 32"/>
                  <a:gd name="T10" fmla="*/ 19 w 33"/>
                  <a:gd name="T11" fmla="*/ 0 h 32"/>
                  <a:gd name="T12" fmla="*/ 16 w 33"/>
                  <a:gd name="T13" fmla="*/ 0 h 32"/>
                  <a:gd name="T14" fmla="*/ 13 w 33"/>
                  <a:gd name="T15" fmla="*/ 0 h 32"/>
                  <a:gd name="T16" fmla="*/ 9 w 33"/>
                  <a:gd name="T17" fmla="*/ 2 h 32"/>
                  <a:gd name="T18" fmla="*/ 6 w 33"/>
                  <a:gd name="T19" fmla="*/ 3 h 32"/>
                  <a:gd name="T20" fmla="*/ 4 w 33"/>
                  <a:gd name="T21" fmla="*/ 5 h 32"/>
                  <a:gd name="T22" fmla="*/ 2 w 33"/>
                  <a:gd name="T23" fmla="*/ 7 h 32"/>
                  <a:gd name="T24" fmla="*/ 1 w 33"/>
                  <a:gd name="T25" fmla="*/ 10 h 32"/>
                  <a:gd name="T26" fmla="*/ 0 w 33"/>
                  <a:gd name="T27" fmla="*/ 13 h 32"/>
                  <a:gd name="T28" fmla="*/ 0 w 33"/>
                  <a:gd name="T29" fmla="*/ 16 h 32"/>
                  <a:gd name="T30" fmla="*/ 0 w 33"/>
                  <a:gd name="T31" fmla="*/ 20 h 32"/>
                  <a:gd name="T32" fmla="*/ 1 w 33"/>
                  <a:gd name="T33" fmla="*/ 23 h 32"/>
                  <a:gd name="T34" fmla="*/ 2 w 33"/>
                  <a:gd name="T35" fmla="*/ 26 h 32"/>
                  <a:gd name="T36" fmla="*/ 4 w 33"/>
                  <a:gd name="T37" fmla="*/ 28 h 32"/>
                  <a:gd name="T38" fmla="*/ 6 w 33"/>
                  <a:gd name="T39" fmla="*/ 30 h 32"/>
                  <a:gd name="T40" fmla="*/ 9 w 33"/>
                  <a:gd name="T41" fmla="*/ 31 h 32"/>
                  <a:gd name="T42" fmla="*/ 12 w 33"/>
                  <a:gd name="T43" fmla="*/ 32 h 32"/>
                  <a:gd name="T44" fmla="*/ 16 w 33"/>
                  <a:gd name="T45" fmla="*/ 32 h 32"/>
                  <a:gd name="T46" fmla="*/ 19 w 33"/>
                  <a:gd name="T47" fmla="*/ 32 h 32"/>
                  <a:gd name="T48" fmla="*/ 22 w 33"/>
                  <a:gd name="T49" fmla="*/ 31 h 32"/>
                  <a:gd name="T50" fmla="*/ 25 w 33"/>
                  <a:gd name="T51" fmla="*/ 30 h 32"/>
                  <a:gd name="T52" fmla="*/ 28 w 33"/>
                  <a:gd name="T53" fmla="*/ 27 h 32"/>
                  <a:gd name="T54" fmla="*/ 29 w 33"/>
                  <a:gd name="T55" fmla="*/ 25 h 32"/>
                  <a:gd name="T56" fmla="*/ 31 w 33"/>
                  <a:gd name="T57" fmla="*/ 23 h 32"/>
                  <a:gd name="T58" fmla="*/ 32 w 33"/>
                  <a:gd name="T59" fmla="*/ 19 h 32"/>
                  <a:gd name="T60" fmla="*/ 33 w 33"/>
                  <a:gd name="T61" fmla="*/ 16 h 32"/>
                  <a:gd name="T62" fmla="*/ 32 w 33"/>
                  <a:gd name="T63" fmla="*/ 13 h 32"/>
                  <a:gd name="T64" fmla="*/ 31 w 33"/>
                  <a:gd name="T65"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 h="32">
                    <a:moveTo>
                      <a:pt x="31" y="10"/>
                    </a:moveTo>
                    <a:lnTo>
                      <a:pt x="29" y="7"/>
                    </a:lnTo>
                    <a:lnTo>
                      <a:pt x="28" y="5"/>
                    </a:lnTo>
                    <a:lnTo>
                      <a:pt x="25" y="3"/>
                    </a:lnTo>
                    <a:lnTo>
                      <a:pt x="22" y="2"/>
                    </a:lnTo>
                    <a:lnTo>
                      <a:pt x="19" y="0"/>
                    </a:lnTo>
                    <a:lnTo>
                      <a:pt x="16" y="0"/>
                    </a:lnTo>
                    <a:lnTo>
                      <a:pt x="13" y="0"/>
                    </a:lnTo>
                    <a:lnTo>
                      <a:pt x="9" y="2"/>
                    </a:lnTo>
                    <a:lnTo>
                      <a:pt x="6" y="3"/>
                    </a:lnTo>
                    <a:lnTo>
                      <a:pt x="4" y="5"/>
                    </a:lnTo>
                    <a:lnTo>
                      <a:pt x="2" y="7"/>
                    </a:lnTo>
                    <a:lnTo>
                      <a:pt x="1" y="10"/>
                    </a:lnTo>
                    <a:lnTo>
                      <a:pt x="0" y="13"/>
                    </a:lnTo>
                    <a:lnTo>
                      <a:pt x="0" y="16"/>
                    </a:lnTo>
                    <a:lnTo>
                      <a:pt x="0" y="20"/>
                    </a:lnTo>
                    <a:lnTo>
                      <a:pt x="1" y="23"/>
                    </a:lnTo>
                    <a:lnTo>
                      <a:pt x="2" y="26"/>
                    </a:lnTo>
                    <a:lnTo>
                      <a:pt x="4" y="28"/>
                    </a:lnTo>
                    <a:lnTo>
                      <a:pt x="6" y="30"/>
                    </a:lnTo>
                    <a:lnTo>
                      <a:pt x="9" y="31"/>
                    </a:lnTo>
                    <a:lnTo>
                      <a:pt x="12" y="32"/>
                    </a:lnTo>
                    <a:lnTo>
                      <a:pt x="16" y="32"/>
                    </a:lnTo>
                    <a:lnTo>
                      <a:pt x="19" y="32"/>
                    </a:lnTo>
                    <a:lnTo>
                      <a:pt x="22" y="31"/>
                    </a:lnTo>
                    <a:lnTo>
                      <a:pt x="25" y="30"/>
                    </a:lnTo>
                    <a:lnTo>
                      <a:pt x="28" y="27"/>
                    </a:lnTo>
                    <a:lnTo>
                      <a:pt x="29" y="25"/>
                    </a:lnTo>
                    <a:lnTo>
                      <a:pt x="31" y="23"/>
                    </a:lnTo>
                    <a:lnTo>
                      <a:pt x="32" y="19"/>
                    </a:lnTo>
                    <a:lnTo>
                      <a:pt x="33" y="16"/>
                    </a:lnTo>
                    <a:lnTo>
                      <a:pt x="32" y="13"/>
                    </a:lnTo>
                    <a:lnTo>
                      <a:pt x="31" y="1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4" name="îṥḷíde"/>
              <p:cNvSpPr/>
              <p:nvPr userDrawn="1"/>
            </p:nvSpPr>
            <p:spPr bwMode="auto">
              <a:xfrm>
                <a:off x="7659688" y="4046538"/>
                <a:ext cx="98425" cy="219075"/>
              </a:xfrm>
              <a:custGeom>
                <a:avLst/>
                <a:gdLst>
                  <a:gd name="T0" fmla="*/ 58 w 62"/>
                  <a:gd name="T1" fmla="*/ 129 h 138"/>
                  <a:gd name="T2" fmla="*/ 55 w 62"/>
                  <a:gd name="T3" fmla="*/ 129 h 138"/>
                  <a:gd name="T4" fmla="*/ 54 w 62"/>
                  <a:gd name="T5" fmla="*/ 129 h 138"/>
                  <a:gd name="T6" fmla="*/ 51 w 62"/>
                  <a:gd name="T7" fmla="*/ 129 h 138"/>
                  <a:gd name="T8" fmla="*/ 50 w 62"/>
                  <a:gd name="T9" fmla="*/ 129 h 138"/>
                  <a:gd name="T10" fmla="*/ 48 w 62"/>
                  <a:gd name="T11" fmla="*/ 128 h 138"/>
                  <a:gd name="T12" fmla="*/ 46 w 62"/>
                  <a:gd name="T13" fmla="*/ 127 h 138"/>
                  <a:gd name="T14" fmla="*/ 46 w 62"/>
                  <a:gd name="T15" fmla="*/ 126 h 138"/>
                  <a:gd name="T16" fmla="*/ 45 w 62"/>
                  <a:gd name="T17" fmla="*/ 124 h 138"/>
                  <a:gd name="T18" fmla="*/ 44 w 62"/>
                  <a:gd name="T19" fmla="*/ 122 h 138"/>
                  <a:gd name="T20" fmla="*/ 43 w 62"/>
                  <a:gd name="T21" fmla="*/ 120 h 138"/>
                  <a:gd name="T22" fmla="*/ 43 w 62"/>
                  <a:gd name="T23" fmla="*/ 118 h 138"/>
                  <a:gd name="T24" fmla="*/ 43 w 62"/>
                  <a:gd name="T25" fmla="*/ 115 h 138"/>
                  <a:gd name="T26" fmla="*/ 43 w 62"/>
                  <a:gd name="T27" fmla="*/ 112 h 138"/>
                  <a:gd name="T28" fmla="*/ 43 w 62"/>
                  <a:gd name="T29" fmla="*/ 110 h 138"/>
                  <a:gd name="T30" fmla="*/ 43 w 62"/>
                  <a:gd name="T31" fmla="*/ 50 h 138"/>
                  <a:gd name="T32" fmla="*/ 61 w 62"/>
                  <a:gd name="T33" fmla="*/ 50 h 138"/>
                  <a:gd name="T34" fmla="*/ 61 w 62"/>
                  <a:gd name="T35" fmla="*/ 47 h 138"/>
                  <a:gd name="T36" fmla="*/ 61 w 62"/>
                  <a:gd name="T37" fmla="*/ 44 h 138"/>
                  <a:gd name="T38" fmla="*/ 61 w 62"/>
                  <a:gd name="T39" fmla="*/ 40 h 138"/>
                  <a:gd name="T40" fmla="*/ 61 w 62"/>
                  <a:gd name="T41" fmla="*/ 37 h 138"/>
                  <a:gd name="T42" fmla="*/ 43 w 62"/>
                  <a:gd name="T43" fmla="*/ 37 h 138"/>
                  <a:gd name="T44" fmla="*/ 43 w 62"/>
                  <a:gd name="T45" fmla="*/ 0 h 138"/>
                  <a:gd name="T46" fmla="*/ 36 w 62"/>
                  <a:gd name="T47" fmla="*/ 4 h 138"/>
                  <a:gd name="T48" fmla="*/ 29 w 62"/>
                  <a:gd name="T49" fmla="*/ 7 h 138"/>
                  <a:gd name="T50" fmla="*/ 22 w 62"/>
                  <a:gd name="T51" fmla="*/ 10 h 138"/>
                  <a:gd name="T52" fmla="*/ 14 w 62"/>
                  <a:gd name="T53" fmla="*/ 13 h 138"/>
                  <a:gd name="T54" fmla="*/ 14 w 62"/>
                  <a:gd name="T55" fmla="*/ 37 h 138"/>
                  <a:gd name="T56" fmla="*/ 0 w 62"/>
                  <a:gd name="T57" fmla="*/ 37 h 138"/>
                  <a:gd name="T58" fmla="*/ 0 w 62"/>
                  <a:gd name="T59" fmla="*/ 40 h 138"/>
                  <a:gd name="T60" fmla="*/ 1 w 62"/>
                  <a:gd name="T61" fmla="*/ 44 h 138"/>
                  <a:gd name="T62" fmla="*/ 0 w 62"/>
                  <a:gd name="T63" fmla="*/ 47 h 138"/>
                  <a:gd name="T64" fmla="*/ 0 w 62"/>
                  <a:gd name="T65" fmla="*/ 50 h 138"/>
                  <a:gd name="T66" fmla="*/ 14 w 62"/>
                  <a:gd name="T67" fmla="*/ 50 h 138"/>
                  <a:gd name="T68" fmla="*/ 14 w 62"/>
                  <a:gd name="T69" fmla="*/ 106 h 138"/>
                  <a:gd name="T70" fmla="*/ 14 w 62"/>
                  <a:gd name="T71" fmla="*/ 110 h 138"/>
                  <a:gd name="T72" fmla="*/ 14 w 62"/>
                  <a:gd name="T73" fmla="*/ 114 h 138"/>
                  <a:gd name="T74" fmla="*/ 15 w 62"/>
                  <a:gd name="T75" fmla="*/ 118 h 138"/>
                  <a:gd name="T76" fmla="*/ 16 w 62"/>
                  <a:gd name="T77" fmla="*/ 121 h 138"/>
                  <a:gd name="T78" fmla="*/ 17 w 62"/>
                  <a:gd name="T79" fmla="*/ 123 h 138"/>
                  <a:gd name="T80" fmla="*/ 18 w 62"/>
                  <a:gd name="T81" fmla="*/ 126 h 138"/>
                  <a:gd name="T82" fmla="*/ 19 w 62"/>
                  <a:gd name="T83" fmla="*/ 129 h 138"/>
                  <a:gd name="T84" fmla="*/ 20 w 62"/>
                  <a:gd name="T85" fmla="*/ 131 h 138"/>
                  <a:gd name="T86" fmla="*/ 22 w 62"/>
                  <a:gd name="T87" fmla="*/ 133 h 138"/>
                  <a:gd name="T88" fmla="*/ 24 w 62"/>
                  <a:gd name="T89" fmla="*/ 134 h 138"/>
                  <a:gd name="T90" fmla="*/ 26 w 62"/>
                  <a:gd name="T91" fmla="*/ 136 h 138"/>
                  <a:gd name="T92" fmla="*/ 29 w 62"/>
                  <a:gd name="T93" fmla="*/ 137 h 138"/>
                  <a:gd name="T94" fmla="*/ 31 w 62"/>
                  <a:gd name="T95" fmla="*/ 138 h 138"/>
                  <a:gd name="T96" fmla="*/ 34 w 62"/>
                  <a:gd name="T97" fmla="*/ 138 h 138"/>
                  <a:gd name="T98" fmla="*/ 38 w 62"/>
                  <a:gd name="T99" fmla="*/ 138 h 138"/>
                  <a:gd name="T100" fmla="*/ 41 w 62"/>
                  <a:gd name="T101" fmla="*/ 138 h 138"/>
                  <a:gd name="T102" fmla="*/ 43 w 62"/>
                  <a:gd name="T103" fmla="*/ 138 h 138"/>
                  <a:gd name="T104" fmla="*/ 46 w 62"/>
                  <a:gd name="T105" fmla="*/ 138 h 138"/>
                  <a:gd name="T106" fmla="*/ 50 w 62"/>
                  <a:gd name="T107" fmla="*/ 138 h 138"/>
                  <a:gd name="T108" fmla="*/ 55 w 62"/>
                  <a:gd name="T109" fmla="*/ 137 h 138"/>
                  <a:gd name="T110" fmla="*/ 59 w 62"/>
                  <a:gd name="T111" fmla="*/ 137 h 138"/>
                  <a:gd name="T112" fmla="*/ 62 w 62"/>
                  <a:gd name="T113" fmla="*/ 135 h 138"/>
                  <a:gd name="T114" fmla="*/ 62 w 62"/>
                  <a:gd name="T115" fmla="*/ 127 h 138"/>
                  <a:gd name="T116" fmla="*/ 60 w 62"/>
                  <a:gd name="T117" fmla="*/ 128 h 138"/>
                  <a:gd name="T118" fmla="*/ 58 w 62"/>
                  <a:gd name="T119" fmla="*/ 12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 h="138">
                    <a:moveTo>
                      <a:pt x="58" y="129"/>
                    </a:moveTo>
                    <a:lnTo>
                      <a:pt x="55" y="129"/>
                    </a:lnTo>
                    <a:lnTo>
                      <a:pt x="54" y="129"/>
                    </a:lnTo>
                    <a:lnTo>
                      <a:pt x="51" y="129"/>
                    </a:lnTo>
                    <a:lnTo>
                      <a:pt x="50" y="129"/>
                    </a:lnTo>
                    <a:lnTo>
                      <a:pt x="48" y="128"/>
                    </a:lnTo>
                    <a:lnTo>
                      <a:pt x="46" y="127"/>
                    </a:lnTo>
                    <a:lnTo>
                      <a:pt x="46" y="126"/>
                    </a:lnTo>
                    <a:lnTo>
                      <a:pt x="45" y="124"/>
                    </a:lnTo>
                    <a:lnTo>
                      <a:pt x="44" y="122"/>
                    </a:lnTo>
                    <a:lnTo>
                      <a:pt x="43" y="120"/>
                    </a:lnTo>
                    <a:lnTo>
                      <a:pt x="43" y="118"/>
                    </a:lnTo>
                    <a:lnTo>
                      <a:pt x="43" y="115"/>
                    </a:lnTo>
                    <a:lnTo>
                      <a:pt x="43" y="112"/>
                    </a:lnTo>
                    <a:lnTo>
                      <a:pt x="43" y="110"/>
                    </a:lnTo>
                    <a:lnTo>
                      <a:pt x="43" y="50"/>
                    </a:lnTo>
                    <a:lnTo>
                      <a:pt x="61" y="50"/>
                    </a:lnTo>
                    <a:lnTo>
                      <a:pt x="61" y="47"/>
                    </a:lnTo>
                    <a:lnTo>
                      <a:pt x="61" y="44"/>
                    </a:lnTo>
                    <a:lnTo>
                      <a:pt x="61" y="40"/>
                    </a:lnTo>
                    <a:lnTo>
                      <a:pt x="61" y="37"/>
                    </a:lnTo>
                    <a:lnTo>
                      <a:pt x="43" y="37"/>
                    </a:lnTo>
                    <a:lnTo>
                      <a:pt x="43" y="0"/>
                    </a:lnTo>
                    <a:lnTo>
                      <a:pt x="36" y="4"/>
                    </a:lnTo>
                    <a:lnTo>
                      <a:pt x="29" y="7"/>
                    </a:lnTo>
                    <a:lnTo>
                      <a:pt x="22" y="10"/>
                    </a:lnTo>
                    <a:lnTo>
                      <a:pt x="14" y="13"/>
                    </a:lnTo>
                    <a:lnTo>
                      <a:pt x="14" y="37"/>
                    </a:lnTo>
                    <a:lnTo>
                      <a:pt x="0" y="37"/>
                    </a:lnTo>
                    <a:lnTo>
                      <a:pt x="0" y="40"/>
                    </a:lnTo>
                    <a:lnTo>
                      <a:pt x="1" y="44"/>
                    </a:lnTo>
                    <a:lnTo>
                      <a:pt x="0" y="47"/>
                    </a:lnTo>
                    <a:lnTo>
                      <a:pt x="0" y="50"/>
                    </a:lnTo>
                    <a:lnTo>
                      <a:pt x="14" y="50"/>
                    </a:lnTo>
                    <a:lnTo>
                      <a:pt x="14" y="106"/>
                    </a:lnTo>
                    <a:lnTo>
                      <a:pt x="14" y="110"/>
                    </a:lnTo>
                    <a:lnTo>
                      <a:pt x="14" y="114"/>
                    </a:lnTo>
                    <a:lnTo>
                      <a:pt x="15" y="118"/>
                    </a:lnTo>
                    <a:lnTo>
                      <a:pt x="16" y="121"/>
                    </a:lnTo>
                    <a:lnTo>
                      <a:pt x="17" y="123"/>
                    </a:lnTo>
                    <a:lnTo>
                      <a:pt x="18" y="126"/>
                    </a:lnTo>
                    <a:lnTo>
                      <a:pt x="19" y="129"/>
                    </a:lnTo>
                    <a:lnTo>
                      <a:pt x="20" y="131"/>
                    </a:lnTo>
                    <a:lnTo>
                      <a:pt x="22" y="133"/>
                    </a:lnTo>
                    <a:lnTo>
                      <a:pt x="24" y="134"/>
                    </a:lnTo>
                    <a:lnTo>
                      <a:pt x="26" y="136"/>
                    </a:lnTo>
                    <a:lnTo>
                      <a:pt x="29" y="137"/>
                    </a:lnTo>
                    <a:lnTo>
                      <a:pt x="31" y="138"/>
                    </a:lnTo>
                    <a:lnTo>
                      <a:pt x="34" y="138"/>
                    </a:lnTo>
                    <a:lnTo>
                      <a:pt x="38" y="138"/>
                    </a:lnTo>
                    <a:lnTo>
                      <a:pt x="41" y="138"/>
                    </a:lnTo>
                    <a:lnTo>
                      <a:pt x="43" y="138"/>
                    </a:lnTo>
                    <a:lnTo>
                      <a:pt x="46" y="138"/>
                    </a:lnTo>
                    <a:lnTo>
                      <a:pt x="50" y="138"/>
                    </a:lnTo>
                    <a:lnTo>
                      <a:pt x="55" y="137"/>
                    </a:lnTo>
                    <a:lnTo>
                      <a:pt x="59" y="137"/>
                    </a:lnTo>
                    <a:lnTo>
                      <a:pt x="62" y="135"/>
                    </a:lnTo>
                    <a:lnTo>
                      <a:pt x="62" y="127"/>
                    </a:lnTo>
                    <a:lnTo>
                      <a:pt x="60" y="128"/>
                    </a:lnTo>
                    <a:lnTo>
                      <a:pt x="58" y="12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5" name="îŝ1iḑè"/>
              <p:cNvSpPr/>
              <p:nvPr userDrawn="1"/>
            </p:nvSpPr>
            <p:spPr bwMode="auto">
              <a:xfrm>
                <a:off x="7789863" y="4105276"/>
                <a:ext cx="153988" cy="242888"/>
              </a:xfrm>
              <a:custGeom>
                <a:avLst/>
                <a:gdLst>
                  <a:gd name="T0" fmla="*/ 93 w 97"/>
                  <a:gd name="T1" fmla="*/ 0 h 153"/>
                  <a:gd name="T2" fmla="*/ 91 w 97"/>
                  <a:gd name="T3" fmla="*/ 0 h 153"/>
                  <a:gd name="T4" fmla="*/ 88 w 97"/>
                  <a:gd name="T5" fmla="*/ 0 h 153"/>
                  <a:gd name="T6" fmla="*/ 87 w 97"/>
                  <a:gd name="T7" fmla="*/ 0 h 153"/>
                  <a:gd name="T8" fmla="*/ 84 w 97"/>
                  <a:gd name="T9" fmla="*/ 0 h 153"/>
                  <a:gd name="T10" fmla="*/ 83 w 97"/>
                  <a:gd name="T11" fmla="*/ 0 h 153"/>
                  <a:gd name="T12" fmla="*/ 80 w 97"/>
                  <a:gd name="T13" fmla="*/ 0 h 153"/>
                  <a:gd name="T14" fmla="*/ 76 w 97"/>
                  <a:gd name="T15" fmla="*/ 11 h 153"/>
                  <a:gd name="T16" fmla="*/ 72 w 97"/>
                  <a:gd name="T17" fmla="*/ 21 h 153"/>
                  <a:gd name="T18" fmla="*/ 68 w 97"/>
                  <a:gd name="T19" fmla="*/ 32 h 153"/>
                  <a:gd name="T20" fmla="*/ 64 w 97"/>
                  <a:gd name="T21" fmla="*/ 44 h 153"/>
                  <a:gd name="T22" fmla="*/ 56 w 97"/>
                  <a:gd name="T23" fmla="*/ 65 h 153"/>
                  <a:gd name="T24" fmla="*/ 55 w 97"/>
                  <a:gd name="T25" fmla="*/ 62 h 153"/>
                  <a:gd name="T26" fmla="*/ 53 w 97"/>
                  <a:gd name="T27" fmla="*/ 59 h 153"/>
                  <a:gd name="T28" fmla="*/ 52 w 97"/>
                  <a:gd name="T29" fmla="*/ 55 h 153"/>
                  <a:gd name="T30" fmla="*/ 49 w 97"/>
                  <a:gd name="T31" fmla="*/ 50 h 153"/>
                  <a:gd name="T32" fmla="*/ 47 w 97"/>
                  <a:gd name="T33" fmla="*/ 42 h 153"/>
                  <a:gd name="T34" fmla="*/ 44 w 97"/>
                  <a:gd name="T35" fmla="*/ 35 h 153"/>
                  <a:gd name="T36" fmla="*/ 41 w 97"/>
                  <a:gd name="T37" fmla="*/ 28 h 153"/>
                  <a:gd name="T38" fmla="*/ 39 w 97"/>
                  <a:gd name="T39" fmla="*/ 21 h 153"/>
                  <a:gd name="T40" fmla="*/ 36 w 97"/>
                  <a:gd name="T41" fmla="*/ 15 h 153"/>
                  <a:gd name="T42" fmla="*/ 35 w 97"/>
                  <a:gd name="T43" fmla="*/ 9 h 153"/>
                  <a:gd name="T44" fmla="*/ 33 w 97"/>
                  <a:gd name="T45" fmla="*/ 4 h 153"/>
                  <a:gd name="T46" fmla="*/ 32 w 97"/>
                  <a:gd name="T47" fmla="*/ 0 h 153"/>
                  <a:gd name="T48" fmla="*/ 28 w 97"/>
                  <a:gd name="T49" fmla="*/ 0 h 153"/>
                  <a:gd name="T50" fmla="*/ 24 w 97"/>
                  <a:gd name="T51" fmla="*/ 0 h 153"/>
                  <a:gd name="T52" fmla="*/ 20 w 97"/>
                  <a:gd name="T53" fmla="*/ 0 h 153"/>
                  <a:gd name="T54" fmla="*/ 16 w 97"/>
                  <a:gd name="T55" fmla="*/ 0 h 153"/>
                  <a:gd name="T56" fmla="*/ 12 w 97"/>
                  <a:gd name="T57" fmla="*/ 0 h 153"/>
                  <a:gd name="T58" fmla="*/ 8 w 97"/>
                  <a:gd name="T59" fmla="*/ 0 h 153"/>
                  <a:gd name="T60" fmla="*/ 4 w 97"/>
                  <a:gd name="T61" fmla="*/ 0 h 153"/>
                  <a:gd name="T62" fmla="*/ 0 w 97"/>
                  <a:gd name="T63" fmla="*/ 0 h 153"/>
                  <a:gd name="T64" fmla="*/ 42 w 97"/>
                  <a:gd name="T65" fmla="*/ 100 h 153"/>
                  <a:gd name="T66" fmla="*/ 16 w 97"/>
                  <a:gd name="T67" fmla="*/ 153 h 153"/>
                  <a:gd name="T68" fmla="*/ 20 w 97"/>
                  <a:gd name="T69" fmla="*/ 153 h 153"/>
                  <a:gd name="T70" fmla="*/ 24 w 97"/>
                  <a:gd name="T71" fmla="*/ 153 h 153"/>
                  <a:gd name="T72" fmla="*/ 28 w 97"/>
                  <a:gd name="T73" fmla="*/ 153 h 153"/>
                  <a:gd name="T74" fmla="*/ 33 w 97"/>
                  <a:gd name="T75" fmla="*/ 153 h 153"/>
                  <a:gd name="T76" fmla="*/ 37 w 97"/>
                  <a:gd name="T77" fmla="*/ 141 h 153"/>
                  <a:gd name="T78" fmla="*/ 41 w 97"/>
                  <a:gd name="T79" fmla="*/ 130 h 153"/>
                  <a:gd name="T80" fmla="*/ 46 w 97"/>
                  <a:gd name="T81" fmla="*/ 118 h 153"/>
                  <a:gd name="T82" fmla="*/ 52 w 97"/>
                  <a:gd name="T83" fmla="*/ 105 h 153"/>
                  <a:gd name="T84" fmla="*/ 57 w 97"/>
                  <a:gd name="T85" fmla="*/ 92 h 153"/>
                  <a:gd name="T86" fmla="*/ 63 w 97"/>
                  <a:gd name="T87" fmla="*/ 77 h 153"/>
                  <a:gd name="T88" fmla="*/ 70 w 97"/>
                  <a:gd name="T89" fmla="*/ 63 h 153"/>
                  <a:gd name="T90" fmla="*/ 76 w 97"/>
                  <a:gd name="T91" fmla="*/ 48 h 153"/>
                  <a:gd name="T92" fmla="*/ 97 w 97"/>
                  <a:gd name="T93" fmla="*/ 0 h 153"/>
                  <a:gd name="T94" fmla="*/ 96 w 97"/>
                  <a:gd name="T95" fmla="*/ 0 h 153"/>
                  <a:gd name="T96" fmla="*/ 93 w 97"/>
                  <a:gd name="T97"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7" h="153">
                    <a:moveTo>
                      <a:pt x="93" y="0"/>
                    </a:moveTo>
                    <a:lnTo>
                      <a:pt x="91" y="0"/>
                    </a:lnTo>
                    <a:lnTo>
                      <a:pt x="88" y="0"/>
                    </a:lnTo>
                    <a:lnTo>
                      <a:pt x="87" y="0"/>
                    </a:lnTo>
                    <a:lnTo>
                      <a:pt x="84" y="0"/>
                    </a:lnTo>
                    <a:lnTo>
                      <a:pt x="83" y="0"/>
                    </a:lnTo>
                    <a:lnTo>
                      <a:pt x="80" y="0"/>
                    </a:lnTo>
                    <a:lnTo>
                      <a:pt x="76" y="11"/>
                    </a:lnTo>
                    <a:lnTo>
                      <a:pt x="72" y="21"/>
                    </a:lnTo>
                    <a:lnTo>
                      <a:pt x="68" y="32"/>
                    </a:lnTo>
                    <a:lnTo>
                      <a:pt x="64" y="44"/>
                    </a:lnTo>
                    <a:lnTo>
                      <a:pt x="56" y="65"/>
                    </a:lnTo>
                    <a:lnTo>
                      <a:pt x="55" y="62"/>
                    </a:lnTo>
                    <a:lnTo>
                      <a:pt x="53" y="59"/>
                    </a:lnTo>
                    <a:lnTo>
                      <a:pt x="52" y="55"/>
                    </a:lnTo>
                    <a:lnTo>
                      <a:pt x="49" y="50"/>
                    </a:lnTo>
                    <a:lnTo>
                      <a:pt x="47" y="42"/>
                    </a:lnTo>
                    <a:lnTo>
                      <a:pt x="44" y="35"/>
                    </a:lnTo>
                    <a:lnTo>
                      <a:pt x="41" y="28"/>
                    </a:lnTo>
                    <a:lnTo>
                      <a:pt x="39" y="21"/>
                    </a:lnTo>
                    <a:lnTo>
                      <a:pt x="36" y="15"/>
                    </a:lnTo>
                    <a:lnTo>
                      <a:pt x="35" y="9"/>
                    </a:lnTo>
                    <a:lnTo>
                      <a:pt x="33" y="4"/>
                    </a:lnTo>
                    <a:lnTo>
                      <a:pt x="32" y="0"/>
                    </a:lnTo>
                    <a:lnTo>
                      <a:pt x="28" y="0"/>
                    </a:lnTo>
                    <a:lnTo>
                      <a:pt x="24" y="0"/>
                    </a:lnTo>
                    <a:lnTo>
                      <a:pt x="20" y="0"/>
                    </a:lnTo>
                    <a:lnTo>
                      <a:pt x="16" y="0"/>
                    </a:lnTo>
                    <a:lnTo>
                      <a:pt x="12" y="0"/>
                    </a:lnTo>
                    <a:lnTo>
                      <a:pt x="8" y="0"/>
                    </a:lnTo>
                    <a:lnTo>
                      <a:pt x="4" y="0"/>
                    </a:lnTo>
                    <a:lnTo>
                      <a:pt x="0" y="0"/>
                    </a:lnTo>
                    <a:lnTo>
                      <a:pt x="42" y="100"/>
                    </a:lnTo>
                    <a:lnTo>
                      <a:pt x="16" y="153"/>
                    </a:lnTo>
                    <a:lnTo>
                      <a:pt x="20" y="153"/>
                    </a:lnTo>
                    <a:lnTo>
                      <a:pt x="24" y="153"/>
                    </a:lnTo>
                    <a:lnTo>
                      <a:pt x="28" y="153"/>
                    </a:lnTo>
                    <a:lnTo>
                      <a:pt x="33" y="153"/>
                    </a:lnTo>
                    <a:lnTo>
                      <a:pt x="37" y="141"/>
                    </a:lnTo>
                    <a:lnTo>
                      <a:pt x="41" y="130"/>
                    </a:lnTo>
                    <a:lnTo>
                      <a:pt x="46" y="118"/>
                    </a:lnTo>
                    <a:lnTo>
                      <a:pt x="52" y="105"/>
                    </a:lnTo>
                    <a:lnTo>
                      <a:pt x="57" y="92"/>
                    </a:lnTo>
                    <a:lnTo>
                      <a:pt x="63" y="77"/>
                    </a:lnTo>
                    <a:lnTo>
                      <a:pt x="70" y="63"/>
                    </a:lnTo>
                    <a:lnTo>
                      <a:pt x="76" y="48"/>
                    </a:lnTo>
                    <a:lnTo>
                      <a:pt x="97" y="0"/>
                    </a:lnTo>
                    <a:lnTo>
                      <a:pt x="96" y="0"/>
                    </a:lnTo>
                    <a:lnTo>
                      <a:pt x="93"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6" name="iş1îḓê"/>
              <p:cNvSpPr/>
              <p:nvPr userDrawn="1"/>
            </p:nvSpPr>
            <p:spPr bwMode="auto">
              <a:xfrm>
                <a:off x="8050213" y="4102101"/>
                <a:ext cx="165100" cy="163513"/>
              </a:xfrm>
              <a:custGeom>
                <a:avLst/>
                <a:gdLst>
                  <a:gd name="T0" fmla="*/ 101 w 104"/>
                  <a:gd name="T1" fmla="*/ 34 h 103"/>
                  <a:gd name="T2" fmla="*/ 97 w 104"/>
                  <a:gd name="T3" fmla="*/ 25 h 103"/>
                  <a:gd name="T4" fmla="*/ 92 w 104"/>
                  <a:gd name="T5" fmla="*/ 17 h 103"/>
                  <a:gd name="T6" fmla="*/ 86 w 104"/>
                  <a:gd name="T7" fmla="*/ 10 h 103"/>
                  <a:gd name="T8" fmla="*/ 78 w 104"/>
                  <a:gd name="T9" fmla="*/ 6 h 103"/>
                  <a:gd name="T10" fmla="*/ 68 w 104"/>
                  <a:gd name="T11" fmla="*/ 2 h 103"/>
                  <a:gd name="T12" fmla="*/ 58 w 104"/>
                  <a:gd name="T13" fmla="*/ 1 h 103"/>
                  <a:gd name="T14" fmla="*/ 46 w 104"/>
                  <a:gd name="T15" fmla="*/ 1 h 103"/>
                  <a:gd name="T16" fmla="*/ 35 w 104"/>
                  <a:gd name="T17" fmla="*/ 2 h 103"/>
                  <a:gd name="T18" fmla="*/ 26 w 104"/>
                  <a:gd name="T19" fmla="*/ 6 h 103"/>
                  <a:gd name="T20" fmla="*/ 18 w 104"/>
                  <a:gd name="T21" fmla="*/ 12 h 103"/>
                  <a:gd name="T22" fmla="*/ 12 w 104"/>
                  <a:gd name="T23" fmla="*/ 18 h 103"/>
                  <a:gd name="T24" fmla="*/ 6 w 104"/>
                  <a:gd name="T25" fmla="*/ 27 h 103"/>
                  <a:gd name="T26" fmla="*/ 3 w 104"/>
                  <a:gd name="T27" fmla="*/ 37 h 103"/>
                  <a:gd name="T28" fmla="*/ 1 w 104"/>
                  <a:gd name="T29" fmla="*/ 48 h 103"/>
                  <a:gd name="T30" fmla="*/ 1 w 104"/>
                  <a:gd name="T31" fmla="*/ 61 h 103"/>
                  <a:gd name="T32" fmla="*/ 3 w 104"/>
                  <a:gd name="T33" fmla="*/ 71 h 103"/>
                  <a:gd name="T34" fmla="*/ 6 w 104"/>
                  <a:gd name="T35" fmla="*/ 80 h 103"/>
                  <a:gd name="T36" fmla="*/ 12 w 104"/>
                  <a:gd name="T37" fmla="*/ 87 h 103"/>
                  <a:gd name="T38" fmla="*/ 18 w 104"/>
                  <a:gd name="T39" fmla="*/ 94 h 103"/>
                  <a:gd name="T40" fmla="*/ 26 w 104"/>
                  <a:gd name="T41" fmla="*/ 98 h 103"/>
                  <a:gd name="T42" fmla="*/ 35 w 104"/>
                  <a:gd name="T43" fmla="*/ 102 h 103"/>
                  <a:gd name="T44" fmla="*/ 46 w 104"/>
                  <a:gd name="T45" fmla="*/ 103 h 103"/>
                  <a:gd name="T46" fmla="*/ 58 w 104"/>
                  <a:gd name="T47" fmla="*/ 103 h 103"/>
                  <a:gd name="T48" fmla="*/ 68 w 104"/>
                  <a:gd name="T49" fmla="*/ 102 h 103"/>
                  <a:gd name="T50" fmla="*/ 78 w 104"/>
                  <a:gd name="T51" fmla="*/ 98 h 103"/>
                  <a:gd name="T52" fmla="*/ 86 w 104"/>
                  <a:gd name="T53" fmla="*/ 92 h 103"/>
                  <a:gd name="T54" fmla="*/ 92 w 104"/>
                  <a:gd name="T55" fmla="*/ 86 h 103"/>
                  <a:gd name="T56" fmla="*/ 97 w 104"/>
                  <a:gd name="T57" fmla="*/ 78 h 103"/>
                  <a:gd name="T58" fmla="*/ 101 w 104"/>
                  <a:gd name="T59" fmla="*/ 68 h 103"/>
                  <a:gd name="T60" fmla="*/ 103 w 104"/>
                  <a:gd name="T61" fmla="*/ 56 h 103"/>
                  <a:gd name="T62" fmla="*/ 103 w 104"/>
                  <a:gd name="T63" fmla="*/ 44 h 103"/>
                  <a:gd name="T64" fmla="*/ 72 w 104"/>
                  <a:gd name="T65" fmla="*/ 58 h 103"/>
                  <a:gd name="T66" fmla="*/ 70 w 104"/>
                  <a:gd name="T67" fmla="*/ 72 h 103"/>
                  <a:gd name="T68" fmla="*/ 68 w 104"/>
                  <a:gd name="T69" fmla="*/ 79 h 103"/>
                  <a:gd name="T70" fmla="*/ 65 w 104"/>
                  <a:gd name="T71" fmla="*/ 86 h 103"/>
                  <a:gd name="T72" fmla="*/ 62 w 104"/>
                  <a:gd name="T73" fmla="*/ 91 h 103"/>
                  <a:gd name="T74" fmla="*/ 58 w 104"/>
                  <a:gd name="T75" fmla="*/ 94 h 103"/>
                  <a:gd name="T76" fmla="*/ 54 w 104"/>
                  <a:gd name="T77" fmla="*/ 95 h 103"/>
                  <a:gd name="T78" fmla="*/ 49 w 104"/>
                  <a:gd name="T79" fmla="*/ 95 h 103"/>
                  <a:gd name="T80" fmla="*/ 45 w 104"/>
                  <a:gd name="T81" fmla="*/ 94 h 103"/>
                  <a:gd name="T82" fmla="*/ 41 w 104"/>
                  <a:gd name="T83" fmla="*/ 91 h 103"/>
                  <a:gd name="T84" fmla="*/ 38 w 104"/>
                  <a:gd name="T85" fmla="*/ 87 h 103"/>
                  <a:gd name="T86" fmla="*/ 36 w 104"/>
                  <a:gd name="T87" fmla="*/ 83 h 103"/>
                  <a:gd name="T88" fmla="*/ 33 w 104"/>
                  <a:gd name="T89" fmla="*/ 75 h 103"/>
                  <a:gd name="T90" fmla="*/ 32 w 104"/>
                  <a:gd name="T91" fmla="*/ 68 h 103"/>
                  <a:gd name="T92" fmla="*/ 32 w 104"/>
                  <a:gd name="T93" fmla="*/ 59 h 103"/>
                  <a:gd name="T94" fmla="*/ 32 w 104"/>
                  <a:gd name="T95" fmla="*/ 49 h 103"/>
                  <a:gd name="T96" fmla="*/ 32 w 104"/>
                  <a:gd name="T97" fmla="*/ 38 h 103"/>
                  <a:gd name="T98" fmla="*/ 33 w 104"/>
                  <a:gd name="T99" fmla="*/ 30 h 103"/>
                  <a:gd name="T100" fmla="*/ 36 w 104"/>
                  <a:gd name="T101" fmla="*/ 23 h 103"/>
                  <a:gd name="T102" fmla="*/ 38 w 104"/>
                  <a:gd name="T103" fmla="*/ 18 h 103"/>
                  <a:gd name="T104" fmla="*/ 41 w 104"/>
                  <a:gd name="T105" fmla="*/ 14 h 103"/>
                  <a:gd name="T106" fmla="*/ 46 w 104"/>
                  <a:gd name="T107" fmla="*/ 10 h 103"/>
                  <a:gd name="T108" fmla="*/ 50 w 104"/>
                  <a:gd name="T109" fmla="*/ 9 h 103"/>
                  <a:gd name="T110" fmla="*/ 55 w 104"/>
                  <a:gd name="T111" fmla="*/ 9 h 103"/>
                  <a:gd name="T112" fmla="*/ 60 w 104"/>
                  <a:gd name="T113" fmla="*/ 10 h 103"/>
                  <a:gd name="T114" fmla="*/ 63 w 104"/>
                  <a:gd name="T115" fmla="*/ 13 h 103"/>
                  <a:gd name="T116" fmla="*/ 66 w 104"/>
                  <a:gd name="T117" fmla="*/ 16 h 103"/>
                  <a:gd name="T118" fmla="*/ 68 w 104"/>
                  <a:gd name="T119" fmla="*/ 22 h 103"/>
                  <a:gd name="T120" fmla="*/ 70 w 104"/>
                  <a:gd name="T121" fmla="*/ 27 h 103"/>
                  <a:gd name="T122" fmla="*/ 72 w 104"/>
                  <a:gd name="T123" fmla="*/ 38 h 103"/>
                  <a:gd name="T124" fmla="*/ 72 w 104"/>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4" h="103">
                    <a:moveTo>
                      <a:pt x="102" y="38"/>
                    </a:moveTo>
                    <a:lnTo>
                      <a:pt x="101" y="34"/>
                    </a:lnTo>
                    <a:lnTo>
                      <a:pt x="100" y="29"/>
                    </a:lnTo>
                    <a:lnTo>
                      <a:pt x="97" y="25"/>
                    </a:lnTo>
                    <a:lnTo>
                      <a:pt x="95" y="21"/>
                    </a:lnTo>
                    <a:lnTo>
                      <a:pt x="92" y="17"/>
                    </a:lnTo>
                    <a:lnTo>
                      <a:pt x="89" y="14"/>
                    </a:lnTo>
                    <a:lnTo>
                      <a:pt x="86" y="10"/>
                    </a:lnTo>
                    <a:lnTo>
                      <a:pt x="82" y="8"/>
                    </a:lnTo>
                    <a:lnTo>
                      <a:pt x="78" y="6"/>
                    </a:lnTo>
                    <a:lnTo>
                      <a:pt x="74" y="4"/>
                    </a:lnTo>
                    <a:lnTo>
                      <a:pt x="68" y="2"/>
                    </a:lnTo>
                    <a:lnTo>
                      <a:pt x="64" y="1"/>
                    </a:lnTo>
                    <a:lnTo>
                      <a:pt x="58" y="1"/>
                    </a:lnTo>
                    <a:lnTo>
                      <a:pt x="52" y="0"/>
                    </a:lnTo>
                    <a:lnTo>
                      <a:pt x="46" y="1"/>
                    </a:lnTo>
                    <a:lnTo>
                      <a:pt x="40" y="1"/>
                    </a:lnTo>
                    <a:lnTo>
                      <a:pt x="35" y="2"/>
                    </a:lnTo>
                    <a:lnTo>
                      <a:pt x="30" y="4"/>
                    </a:lnTo>
                    <a:lnTo>
                      <a:pt x="26" y="6"/>
                    </a:lnTo>
                    <a:lnTo>
                      <a:pt x="21" y="9"/>
                    </a:lnTo>
                    <a:lnTo>
                      <a:pt x="18" y="12"/>
                    </a:lnTo>
                    <a:lnTo>
                      <a:pt x="14" y="14"/>
                    </a:lnTo>
                    <a:lnTo>
                      <a:pt x="12" y="18"/>
                    </a:lnTo>
                    <a:lnTo>
                      <a:pt x="8" y="22"/>
                    </a:lnTo>
                    <a:lnTo>
                      <a:pt x="6" y="27"/>
                    </a:lnTo>
                    <a:lnTo>
                      <a:pt x="4" y="31"/>
                    </a:lnTo>
                    <a:lnTo>
                      <a:pt x="3" y="37"/>
                    </a:lnTo>
                    <a:lnTo>
                      <a:pt x="2" y="42"/>
                    </a:lnTo>
                    <a:lnTo>
                      <a:pt x="1" y="48"/>
                    </a:lnTo>
                    <a:lnTo>
                      <a:pt x="0" y="55"/>
                    </a:lnTo>
                    <a:lnTo>
                      <a:pt x="1" y="61"/>
                    </a:lnTo>
                    <a:lnTo>
                      <a:pt x="2" y="66"/>
                    </a:lnTo>
                    <a:lnTo>
                      <a:pt x="3" y="71"/>
                    </a:lnTo>
                    <a:lnTo>
                      <a:pt x="4" y="75"/>
                    </a:lnTo>
                    <a:lnTo>
                      <a:pt x="6" y="80"/>
                    </a:lnTo>
                    <a:lnTo>
                      <a:pt x="8" y="84"/>
                    </a:lnTo>
                    <a:lnTo>
                      <a:pt x="12" y="87"/>
                    </a:lnTo>
                    <a:lnTo>
                      <a:pt x="14" y="91"/>
                    </a:lnTo>
                    <a:lnTo>
                      <a:pt x="18" y="94"/>
                    </a:lnTo>
                    <a:lnTo>
                      <a:pt x="21" y="96"/>
                    </a:lnTo>
                    <a:lnTo>
                      <a:pt x="26" y="98"/>
                    </a:lnTo>
                    <a:lnTo>
                      <a:pt x="30" y="100"/>
                    </a:lnTo>
                    <a:lnTo>
                      <a:pt x="35" y="102"/>
                    </a:lnTo>
                    <a:lnTo>
                      <a:pt x="40" y="103"/>
                    </a:lnTo>
                    <a:lnTo>
                      <a:pt x="46" y="103"/>
                    </a:lnTo>
                    <a:lnTo>
                      <a:pt x="52" y="103"/>
                    </a:lnTo>
                    <a:lnTo>
                      <a:pt x="58" y="103"/>
                    </a:lnTo>
                    <a:lnTo>
                      <a:pt x="64" y="103"/>
                    </a:lnTo>
                    <a:lnTo>
                      <a:pt x="68" y="102"/>
                    </a:lnTo>
                    <a:lnTo>
                      <a:pt x="74" y="99"/>
                    </a:lnTo>
                    <a:lnTo>
                      <a:pt x="78" y="98"/>
                    </a:lnTo>
                    <a:lnTo>
                      <a:pt x="82" y="95"/>
                    </a:lnTo>
                    <a:lnTo>
                      <a:pt x="86" y="92"/>
                    </a:lnTo>
                    <a:lnTo>
                      <a:pt x="89" y="90"/>
                    </a:lnTo>
                    <a:lnTo>
                      <a:pt x="92" y="86"/>
                    </a:lnTo>
                    <a:lnTo>
                      <a:pt x="95" y="82"/>
                    </a:lnTo>
                    <a:lnTo>
                      <a:pt x="97" y="78"/>
                    </a:lnTo>
                    <a:lnTo>
                      <a:pt x="100" y="73"/>
                    </a:lnTo>
                    <a:lnTo>
                      <a:pt x="101" y="68"/>
                    </a:lnTo>
                    <a:lnTo>
                      <a:pt x="102" y="63"/>
                    </a:lnTo>
                    <a:lnTo>
                      <a:pt x="103" y="56"/>
                    </a:lnTo>
                    <a:lnTo>
                      <a:pt x="104" y="50"/>
                    </a:lnTo>
                    <a:lnTo>
                      <a:pt x="103" y="44"/>
                    </a:lnTo>
                    <a:lnTo>
                      <a:pt x="102" y="38"/>
                    </a:lnTo>
                    <a:close/>
                    <a:moveTo>
                      <a:pt x="72" y="58"/>
                    </a:moveTo>
                    <a:lnTo>
                      <a:pt x="71" y="68"/>
                    </a:lnTo>
                    <a:lnTo>
                      <a:pt x="70" y="72"/>
                    </a:lnTo>
                    <a:lnTo>
                      <a:pt x="68" y="76"/>
                    </a:lnTo>
                    <a:lnTo>
                      <a:pt x="68" y="79"/>
                    </a:lnTo>
                    <a:lnTo>
                      <a:pt x="67" y="83"/>
                    </a:lnTo>
                    <a:lnTo>
                      <a:pt x="65" y="86"/>
                    </a:lnTo>
                    <a:lnTo>
                      <a:pt x="64" y="88"/>
                    </a:lnTo>
                    <a:lnTo>
                      <a:pt x="62" y="91"/>
                    </a:lnTo>
                    <a:lnTo>
                      <a:pt x="60" y="92"/>
                    </a:lnTo>
                    <a:lnTo>
                      <a:pt x="58" y="94"/>
                    </a:lnTo>
                    <a:lnTo>
                      <a:pt x="56" y="95"/>
                    </a:lnTo>
                    <a:lnTo>
                      <a:pt x="54" y="95"/>
                    </a:lnTo>
                    <a:lnTo>
                      <a:pt x="52" y="95"/>
                    </a:lnTo>
                    <a:lnTo>
                      <a:pt x="49" y="95"/>
                    </a:lnTo>
                    <a:lnTo>
                      <a:pt x="47" y="95"/>
                    </a:lnTo>
                    <a:lnTo>
                      <a:pt x="45" y="94"/>
                    </a:lnTo>
                    <a:lnTo>
                      <a:pt x="43" y="93"/>
                    </a:lnTo>
                    <a:lnTo>
                      <a:pt x="41" y="91"/>
                    </a:lnTo>
                    <a:lnTo>
                      <a:pt x="40" y="90"/>
                    </a:lnTo>
                    <a:lnTo>
                      <a:pt x="38" y="87"/>
                    </a:lnTo>
                    <a:lnTo>
                      <a:pt x="36" y="85"/>
                    </a:lnTo>
                    <a:lnTo>
                      <a:pt x="36" y="83"/>
                    </a:lnTo>
                    <a:lnTo>
                      <a:pt x="35" y="79"/>
                    </a:lnTo>
                    <a:lnTo>
                      <a:pt x="33" y="75"/>
                    </a:lnTo>
                    <a:lnTo>
                      <a:pt x="33" y="72"/>
                    </a:lnTo>
                    <a:lnTo>
                      <a:pt x="32" y="68"/>
                    </a:lnTo>
                    <a:lnTo>
                      <a:pt x="32" y="63"/>
                    </a:lnTo>
                    <a:lnTo>
                      <a:pt x="32" y="59"/>
                    </a:lnTo>
                    <a:lnTo>
                      <a:pt x="32" y="54"/>
                    </a:lnTo>
                    <a:lnTo>
                      <a:pt x="32" y="49"/>
                    </a:lnTo>
                    <a:lnTo>
                      <a:pt x="32" y="43"/>
                    </a:lnTo>
                    <a:lnTo>
                      <a:pt x="32" y="38"/>
                    </a:lnTo>
                    <a:lnTo>
                      <a:pt x="33" y="34"/>
                    </a:lnTo>
                    <a:lnTo>
                      <a:pt x="33" y="30"/>
                    </a:lnTo>
                    <a:lnTo>
                      <a:pt x="35" y="27"/>
                    </a:lnTo>
                    <a:lnTo>
                      <a:pt x="36" y="23"/>
                    </a:lnTo>
                    <a:lnTo>
                      <a:pt x="37" y="21"/>
                    </a:lnTo>
                    <a:lnTo>
                      <a:pt x="38" y="18"/>
                    </a:lnTo>
                    <a:lnTo>
                      <a:pt x="40" y="16"/>
                    </a:lnTo>
                    <a:lnTo>
                      <a:pt x="41" y="14"/>
                    </a:lnTo>
                    <a:lnTo>
                      <a:pt x="44" y="12"/>
                    </a:lnTo>
                    <a:lnTo>
                      <a:pt x="46" y="10"/>
                    </a:lnTo>
                    <a:lnTo>
                      <a:pt x="48" y="10"/>
                    </a:lnTo>
                    <a:lnTo>
                      <a:pt x="50" y="9"/>
                    </a:lnTo>
                    <a:lnTo>
                      <a:pt x="52" y="9"/>
                    </a:lnTo>
                    <a:lnTo>
                      <a:pt x="55" y="9"/>
                    </a:lnTo>
                    <a:lnTo>
                      <a:pt x="57" y="10"/>
                    </a:lnTo>
                    <a:lnTo>
                      <a:pt x="60" y="10"/>
                    </a:lnTo>
                    <a:lnTo>
                      <a:pt x="61" y="11"/>
                    </a:lnTo>
                    <a:lnTo>
                      <a:pt x="63" y="13"/>
                    </a:lnTo>
                    <a:lnTo>
                      <a:pt x="64" y="14"/>
                    </a:lnTo>
                    <a:lnTo>
                      <a:pt x="66" y="16"/>
                    </a:lnTo>
                    <a:lnTo>
                      <a:pt x="67" y="18"/>
                    </a:lnTo>
                    <a:lnTo>
                      <a:pt x="68" y="22"/>
                    </a:lnTo>
                    <a:lnTo>
                      <a:pt x="69" y="24"/>
                    </a:lnTo>
                    <a:lnTo>
                      <a:pt x="70" y="27"/>
                    </a:lnTo>
                    <a:lnTo>
                      <a:pt x="71" y="30"/>
                    </a:lnTo>
                    <a:lnTo>
                      <a:pt x="72" y="38"/>
                    </a:lnTo>
                    <a:lnTo>
                      <a:pt x="72" y="47"/>
                    </a:lnTo>
                    <a:lnTo>
                      <a:pt x="72"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7" name="iṧlïdê"/>
              <p:cNvSpPr/>
              <p:nvPr userDrawn="1"/>
            </p:nvSpPr>
            <p:spPr bwMode="auto">
              <a:xfrm>
                <a:off x="8245476" y="4013201"/>
                <a:ext cx="111125" cy="250825"/>
              </a:xfrm>
              <a:custGeom>
                <a:avLst/>
                <a:gdLst>
                  <a:gd name="T0" fmla="*/ 70 w 70"/>
                  <a:gd name="T1" fmla="*/ 2 h 158"/>
                  <a:gd name="T2" fmla="*/ 63 w 70"/>
                  <a:gd name="T3" fmla="*/ 0 h 158"/>
                  <a:gd name="T4" fmla="*/ 56 w 70"/>
                  <a:gd name="T5" fmla="*/ 1 h 158"/>
                  <a:gd name="T6" fmla="*/ 50 w 70"/>
                  <a:gd name="T7" fmla="*/ 2 h 158"/>
                  <a:gd name="T8" fmla="*/ 44 w 70"/>
                  <a:gd name="T9" fmla="*/ 4 h 158"/>
                  <a:gd name="T10" fmla="*/ 39 w 70"/>
                  <a:gd name="T11" fmla="*/ 7 h 158"/>
                  <a:gd name="T12" fmla="*/ 34 w 70"/>
                  <a:gd name="T13" fmla="*/ 11 h 158"/>
                  <a:gd name="T14" fmla="*/ 30 w 70"/>
                  <a:gd name="T15" fmla="*/ 17 h 158"/>
                  <a:gd name="T16" fmla="*/ 27 w 70"/>
                  <a:gd name="T17" fmla="*/ 23 h 158"/>
                  <a:gd name="T18" fmla="*/ 23 w 70"/>
                  <a:gd name="T19" fmla="*/ 30 h 158"/>
                  <a:gd name="T20" fmla="*/ 20 w 70"/>
                  <a:gd name="T21" fmla="*/ 38 h 158"/>
                  <a:gd name="T22" fmla="*/ 18 w 70"/>
                  <a:gd name="T23" fmla="*/ 48 h 158"/>
                  <a:gd name="T24" fmla="*/ 16 w 70"/>
                  <a:gd name="T25" fmla="*/ 58 h 158"/>
                  <a:gd name="T26" fmla="*/ 1 w 70"/>
                  <a:gd name="T27" fmla="*/ 61 h 158"/>
                  <a:gd name="T28" fmla="*/ 1 w 70"/>
                  <a:gd name="T29" fmla="*/ 68 h 158"/>
                  <a:gd name="T30" fmla="*/ 16 w 70"/>
                  <a:gd name="T31" fmla="*/ 71 h 158"/>
                  <a:gd name="T32" fmla="*/ 19 w 70"/>
                  <a:gd name="T33" fmla="*/ 158 h 158"/>
                  <a:gd name="T34" fmla="*/ 27 w 70"/>
                  <a:gd name="T35" fmla="*/ 158 h 158"/>
                  <a:gd name="T36" fmla="*/ 34 w 70"/>
                  <a:gd name="T37" fmla="*/ 158 h 158"/>
                  <a:gd name="T38" fmla="*/ 42 w 70"/>
                  <a:gd name="T39" fmla="*/ 158 h 158"/>
                  <a:gd name="T40" fmla="*/ 46 w 70"/>
                  <a:gd name="T41" fmla="*/ 71 h 158"/>
                  <a:gd name="T42" fmla="*/ 64 w 70"/>
                  <a:gd name="T43" fmla="*/ 68 h 158"/>
                  <a:gd name="T44" fmla="*/ 64 w 70"/>
                  <a:gd name="T45" fmla="*/ 61 h 158"/>
                  <a:gd name="T46" fmla="*/ 44 w 70"/>
                  <a:gd name="T47" fmla="*/ 58 h 158"/>
                  <a:gd name="T48" fmla="*/ 40 w 70"/>
                  <a:gd name="T49" fmla="*/ 50 h 158"/>
                  <a:gd name="T50" fmla="*/ 37 w 70"/>
                  <a:gd name="T51" fmla="*/ 42 h 158"/>
                  <a:gd name="T52" fmla="*/ 35 w 70"/>
                  <a:gd name="T53" fmla="*/ 36 h 158"/>
                  <a:gd name="T54" fmla="*/ 34 w 70"/>
                  <a:gd name="T55" fmla="*/ 30 h 158"/>
                  <a:gd name="T56" fmla="*/ 35 w 70"/>
                  <a:gd name="T57" fmla="*/ 27 h 158"/>
                  <a:gd name="T58" fmla="*/ 37 w 70"/>
                  <a:gd name="T59" fmla="*/ 26 h 158"/>
                  <a:gd name="T60" fmla="*/ 38 w 70"/>
                  <a:gd name="T61" fmla="*/ 25 h 158"/>
                  <a:gd name="T62" fmla="*/ 41 w 70"/>
                  <a:gd name="T63" fmla="*/ 24 h 158"/>
                  <a:gd name="T64" fmla="*/ 48 w 70"/>
                  <a:gd name="T65" fmla="*/ 23 h 158"/>
                  <a:gd name="T66" fmla="*/ 58 w 70"/>
                  <a:gd name="T67" fmla="*/ 25 h 158"/>
                  <a:gd name="T68" fmla="*/ 66 w 70"/>
                  <a:gd name="T69" fmla="*/ 29 h 158"/>
                  <a:gd name="T70" fmla="*/ 69 w 70"/>
                  <a:gd name="T71" fmla="*/ 22 h 158"/>
                  <a:gd name="T72" fmla="*/ 70 w 70"/>
                  <a:gd name="T73" fmla="*/ 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158">
                    <a:moveTo>
                      <a:pt x="70" y="8"/>
                    </a:moveTo>
                    <a:lnTo>
                      <a:pt x="70" y="2"/>
                    </a:lnTo>
                    <a:lnTo>
                      <a:pt x="66" y="1"/>
                    </a:lnTo>
                    <a:lnTo>
                      <a:pt x="63" y="0"/>
                    </a:lnTo>
                    <a:lnTo>
                      <a:pt x="59" y="0"/>
                    </a:lnTo>
                    <a:lnTo>
                      <a:pt x="56" y="1"/>
                    </a:lnTo>
                    <a:lnTo>
                      <a:pt x="53" y="1"/>
                    </a:lnTo>
                    <a:lnTo>
                      <a:pt x="50" y="2"/>
                    </a:lnTo>
                    <a:lnTo>
                      <a:pt x="47" y="2"/>
                    </a:lnTo>
                    <a:lnTo>
                      <a:pt x="44" y="4"/>
                    </a:lnTo>
                    <a:lnTo>
                      <a:pt x="42" y="6"/>
                    </a:lnTo>
                    <a:lnTo>
                      <a:pt x="39" y="7"/>
                    </a:lnTo>
                    <a:lnTo>
                      <a:pt x="37" y="9"/>
                    </a:lnTo>
                    <a:lnTo>
                      <a:pt x="34" y="11"/>
                    </a:lnTo>
                    <a:lnTo>
                      <a:pt x="33" y="14"/>
                    </a:lnTo>
                    <a:lnTo>
                      <a:pt x="30" y="17"/>
                    </a:lnTo>
                    <a:lnTo>
                      <a:pt x="29" y="20"/>
                    </a:lnTo>
                    <a:lnTo>
                      <a:pt x="27" y="23"/>
                    </a:lnTo>
                    <a:lnTo>
                      <a:pt x="25" y="27"/>
                    </a:lnTo>
                    <a:lnTo>
                      <a:pt x="23" y="30"/>
                    </a:lnTo>
                    <a:lnTo>
                      <a:pt x="22" y="34"/>
                    </a:lnTo>
                    <a:lnTo>
                      <a:pt x="20" y="38"/>
                    </a:lnTo>
                    <a:lnTo>
                      <a:pt x="18" y="43"/>
                    </a:lnTo>
                    <a:lnTo>
                      <a:pt x="18" y="48"/>
                    </a:lnTo>
                    <a:lnTo>
                      <a:pt x="17" y="53"/>
                    </a:lnTo>
                    <a:lnTo>
                      <a:pt x="16" y="58"/>
                    </a:lnTo>
                    <a:lnTo>
                      <a:pt x="0" y="58"/>
                    </a:lnTo>
                    <a:lnTo>
                      <a:pt x="1" y="61"/>
                    </a:lnTo>
                    <a:lnTo>
                      <a:pt x="1" y="65"/>
                    </a:lnTo>
                    <a:lnTo>
                      <a:pt x="1" y="68"/>
                    </a:lnTo>
                    <a:lnTo>
                      <a:pt x="0" y="71"/>
                    </a:lnTo>
                    <a:lnTo>
                      <a:pt x="16" y="71"/>
                    </a:lnTo>
                    <a:lnTo>
                      <a:pt x="16" y="158"/>
                    </a:lnTo>
                    <a:lnTo>
                      <a:pt x="19" y="158"/>
                    </a:lnTo>
                    <a:lnTo>
                      <a:pt x="23" y="158"/>
                    </a:lnTo>
                    <a:lnTo>
                      <a:pt x="27" y="158"/>
                    </a:lnTo>
                    <a:lnTo>
                      <a:pt x="30" y="158"/>
                    </a:lnTo>
                    <a:lnTo>
                      <a:pt x="34" y="158"/>
                    </a:lnTo>
                    <a:lnTo>
                      <a:pt x="38" y="158"/>
                    </a:lnTo>
                    <a:lnTo>
                      <a:pt x="42" y="158"/>
                    </a:lnTo>
                    <a:lnTo>
                      <a:pt x="46" y="158"/>
                    </a:lnTo>
                    <a:lnTo>
                      <a:pt x="46" y="71"/>
                    </a:lnTo>
                    <a:lnTo>
                      <a:pt x="65" y="71"/>
                    </a:lnTo>
                    <a:lnTo>
                      <a:pt x="64" y="68"/>
                    </a:lnTo>
                    <a:lnTo>
                      <a:pt x="64" y="65"/>
                    </a:lnTo>
                    <a:lnTo>
                      <a:pt x="64" y="61"/>
                    </a:lnTo>
                    <a:lnTo>
                      <a:pt x="65" y="58"/>
                    </a:lnTo>
                    <a:lnTo>
                      <a:pt x="44" y="58"/>
                    </a:lnTo>
                    <a:lnTo>
                      <a:pt x="42" y="54"/>
                    </a:lnTo>
                    <a:lnTo>
                      <a:pt x="40" y="50"/>
                    </a:lnTo>
                    <a:lnTo>
                      <a:pt x="38" y="46"/>
                    </a:lnTo>
                    <a:lnTo>
                      <a:pt x="37" y="42"/>
                    </a:lnTo>
                    <a:lnTo>
                      <a:pt x="36" y="39"/>
                    </a:lnTo>
                    <a:lnTo>
                      <a:pt x="35" y="36"/>
                    </a:lnTo>
                    <a:lnTo>
                      <a:pt x="35" y="33"/>
                    </a:lnTo>
                    <a:lnTo>
                      <a:pt x="34" y="30"/>
                    </a:lnTo>
                    <a:lnTo>
                      <a:pt x="35" y="29"/>
                    </a:lnTo>
                    <a:lnTo>
                      <a:pt x="35" y="27"/>
                    </a:lnTo>
                    <a:lnTo>
                      <a:pt x="36" y="26"/>
                    </a:lnTo>
                    <a:lnTo>
                      <a:pt x="37" y="26"/>
                    </a:lnTo>
                    <a:lnTo>
                      <a:pt x="38" y="26"/>
                    </a:lnTo>
                    <a:lnTo>
                      <a:pt x="38" y="25"/>
                    </a:lnTo>
                    <a:lnTo>
                      <a:pt x="39" y="24"/>
                    </a:lnTo>
                    <a:lnTo>
                      <a:pt x="41" y="24"/>
                    </a:lnTo>
                    <a:lnTo>
                      <a:pt x="44" y="23"/>
                    </a:lnTo>
                    <a:lnTo>
                      <a:pt x="48" y="23"/>
                    </a:lnTo>
                    <a:lnTo>
                      <a:pt x="53" y="24"/>
                    </a:lnTo>
                    <a:lnTo>
                      <a:pt x="58" y="25"/>
                    </a:lnTo>
                    <a:lnTo>
                      <a:pt x="62" y="27"/>
                    </a:lnTo>
                    <a:lnTo>
                      <a:pt x="66" y="29"/>
                    </a:lnTo>
                    <a:lnTo>
                      <a:pt x="70" y="28"/>
                    </a:lnTo>
                    <a:lnTo>
                      <a:pt x="69" y="22"/>
                    </a:lnTo>
                    <a:lnTo>
                      <a:pt x="69" y="14"/>
                    </a:lnTo>
                    <a:lnTo>
                      <a:pt x="70" y="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8" name="ïSlïḋe"/>
              <p:cNvSpPr/>
              <p:nvPr userDrawn="1"/>
            </p:nvSpPr>
            <p:spPr bwMode="auto">
              <a:xfrm>
                <a:off x="8445501" y="4038601"/>
                <a:ext cx="171450" cy="225425"/>
              </a:xfrm>
              <a:custGeom>
                <a:avLst/>
                <a:gdLst>
                  <a:gd name="T0" fmla="*/ 107 w 108"/>
                  <a:gd name="T1" fmla="*/ 2 h 142"/>
                  <a:gd name="T2" fmla="*/ 108 w 108"/>
                  <a:gd name="T3" fmla="*/ 0 h 142"/>
                  <a:gd name="T4" fmla="*/ 0 w 108"/>
                  <a:gd name="T5" fmla="*/ 0 h 142"/>
                  <a:gd name="T6" fmla="*/ 0 w 108"/>
                  <a:gd name="T7" fmla="*/ 4 h 142"/>
                  <a:gd name="T8" fmla="*/ 1 w 108"/>
                  <a:gd name="T9" fmla="*/ 8 h 142"/>
                  <a:gd name="T10" fmla="*/ 0 w 108"/>
                  <a:gd name="T11" fmla="*/ 14 h 142"/>
                  <a:gd name="T12" fmla="*/ 0 w 108"/>
                  <a:gd name="T13" fmla="*/ 17 h 142"/>
                  <a:gd name="T14" fmla="*/ 3 w 108"/>
                  <a:gd name="T15" fmla="*/ 17 h 142"/>
                  <a:gd name="T16" fmla="*/ 7 w 108"/>
                  <a:gd name="T17" fmla="*/ 17 h 142"/>
                  <a:gd name="T18" fmla="*/ 16 w 108"/>
                  <a:gd name="T19" fmla="*/ 16 h 142"/>
                  <a:gd name="T20" fmla="*/ 25 w 108"/>
                  <a:gd name="T21" fmla="*/ 15 h 142"/>
                  <a:gd name="T22" fmla="*/ 32 w 108"/>
                  <a:gd name="T23" fmla="*/ 15 h 142"/>
                  <a:gd name="T24" fmla="*/ 39 w 108"/>
                  <a:gd name="T25" fmla="*/ 14 h 142"/>
                  <a:gd name="T26" fmla="*/ 39 w 108"/>
                  <a:gd name="T27" fmla="*/ 142 h 142"/>
                  <a:gd name="T28" fmla="*/ 43 w 108"/>
                  <a:gd name="T29" fmla="*/ 142 h 142"/>
                  <a:gd name="T30" fmla="*/ 47 w 108"/>
                  <a:gd name="T31" fmla="*/ 142 h 142"/>
                  <a:gd name="T32" fmla="*/ 51 w 108"/>
                  <a:gd name="T33" fmla="*/ 142 h 142"/>
                  <a:gd name="T34" fmla="*/ 55 w 108"/>
                  <a:gd name="T35" fmla="*/ 142 h 142"/>
                  <a:gd name="T36" fmla="*/ 58 w 108"/>
                  <a:gd name="T37" fmla="*/ 142 h 142"/>
                  <a:gd name="T38" fmla="*/ 62 w 108"/>
                  <a:gd name="T39" fmla="*/ 142 h 142"/>
                  <a:gd name="T40" fmla="*/ 66 w 108"/>
                  <a:gd name="T41" fmla="*/ 142 h 142"/>
                  <a:gd name="T42" fmla="*/ 70 w 108"/>
                  <a:gd name="T43" fmla="*/ 142 h 142"/>
                  <a:gd name="T44" fmla="*/ 70 w 108"/>
                  <a:gd name="T45" fmla="*/ 14 h 142"/>
                  <a:gd name="T46" fmla="*/ 75 w 108"/>
                  <a:gd name="T47" fmla="*/ 15 h 142"/>
                  <a:gd name="T48" fmla="*/ 81 w 108"/>
                  <a:gd name="T49" fmla="*/ 15 h 142"/>
                  <a:gd name="T50" fmla="*/ 88 w 108"/>
                  <a:gd name="T51" fmla="*/ 15 h 142"/>
                  <a:gd name="T52" fmla="*/ 96 w 108"/>
                  <a:gd name="T53" fmla="*/ 16 h 142"/>
                  <a:gd name="T54" fmla="*/ 98 w 108"/>
                  <a:gd name="T55" fmla="*/ 17 h 142"/>
                  <a:gd name="T56" fmla="*/ 101 w 108"/>
                  <a:gd name="T57" fmla="*/ 17 h 142"/>
                  <a:gd name="T58" fmla="*/ 104 w 108"/>
                  <a:gd name="T59" fmla="*/ 17 h 142"/>
                  <a:gd name="T60" fmla="*/ 108 w 108"/>
                  <a:gd name="T61" fmla="*/ 17 h 142"/>
                  <a:gd name="T62" fmla="*/ 107 w 108"/>
                  <a:gd name="T63" fmla="*/ 15 h 142"/>
                  <a:gd name="T64" fmla="*/ 107 w 108"/>
                  <a:gd name="T65" fmla="*/ 14 h 142"/>
                  <a:gd name="T66" fmla="*/ 107 w 108"/>
                  <a:gd name="T67" fmla="*/ 11 h 142"/>
                  <a:gd name="T68" fmla="*/ 107 w 108"/>
                  <a:gd name="T69" fmla="*/ 8 h 142"/>
                  <a:gd name="T70" fmla="*/ 107 w 108"/>
                  <a:gd name="T71" fmla="*/ 6 h 142"/>
                  <a:gd name="T72" fmla="*/ 107 w 108"/>
                  <a:gd name="T73" fmla="*/ 4 h 142"/>
                  <a:gd name="T74" fmla="*/ 107 w 108"/>
                  <a:gd name="T75" fmla="*/ 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142">
                    <a:moveTo>
                      <a:pt x="107" y="2"/>
                    </a:moveTo>
                    <a:lnTo>
                      <a:pt x="108" y="0"/>
                    </a:lnTo>
                    <a:lnTo>
                      <a:pt x="0" y="0"/>
                    </a:lnTo>
                    <a:lnTo>
                      <a:pt x="0" y="4"/>
                    </a:lnTo>
                    <a:lnTo>
                      <a:pt x="1" y="8"/>
                    </a:lnTo>
                    <a:lnTo>
                      <a:pt x="0" y="14"/>
                    </a:lnTo>
                    <a:lnTo>
                      <a:pt x="0" y="17"/>
                    </a:lnTo>
                    <a:lnTo>
                      <a:pt x="3" y="17"/>
                    </a:lnTo>
                    <a:lnTo>
                      <a:pt x="7" y="17"/>
                    </a:lnTo>
                    <a:lnTo>
                      <a:pt x="16" y="16"/>
                    </a:lnTo>
                    <a:lnTo>
                      <a:pt x="25" y="15"/>
                    </a:lnTo>
                    <a:lnTo>
                      <a:pt x="32" y="15"/>
                    </a:lnTo>
                    <a:lnTo>
                      <a:pt x="39" y="14"/>
                    </a:lnTo>
                    <a:lnTo>
                      <a:pt x="39" y="142"/>
                    </a:lnTo>
                    <a:lnTo>
                      <a:pt x="43" y="142"/>
                    </a:lnTo>
                    <a:lnTo>
                      <a:pt x="47" y="142"/>
                    </a:lnTo>
                    <a:lnTo>
                      <a:pt x="51" y="142"/>
                    </a:lnTo>
                    <a:lnTo>
                      <a:pt x="55" y="142"/>
                    </a:lnTo>
                    <a:lnTo>
                      <a:pt x="58" y="142"/>
                    </a:lnTo>
                    <a:lnTo>
                      <a:pt x="62" y="142"/>
                    </a:lnTo>
                    <a:lnTo>
                      <a:pt x="66" y="142"/>
                    </a:lnTo>
                    <a:lnTo>
                      <a:pt x="70" y="142"/>
                    </a:lnTo>
                    <a:lnTo>
                      <a:pt x="70" y="14"/>
                    </a:lnTo>
                    <a:lnTo>
                      <a:pt x="75" y="15"/>
                    </a:lnTo>
                    <a:lnTo>
                      <a:pt x="81" y="15"/>
                    </a:lnTo>
                    <a:lnTo>
                      <a:pt x="88" y="15"/>
                    </a:lnTo>
                    <a:lnTo>
                      <a:pt x="96" y="16"/>
                    </a:lnTo>
                    <a:lnTo>
                      <a:pt x="98" y="17"/>
                    </a:lnTo>
                    <a:lnTo>
                      <a:pt x="101" y="17"/>
                    </a:lnTo>
                    <a:lnTo>
                      <a:pt x="104" y="17"/>
                    </a:lnTo>
                    <a:lnTo>
                      <a:pt x="108" y="17"/>
                    </a:lnTo>
                    <a:lnTo>
                      <a:pt x="107" y="15"/>
                    </a:lnTo>
                    <a:lnTo>
                      <a:pt x="107" y="14"/>
                    </a:lnTo>
                    <a:lnTo>
                      <a:pt x="107" y="11"/>
                    </a:lnTo>
                    <a:lnTo>
                      <a:pt x="107" y="8"/>
                    </a:lnTo>
                    <a:lnTo>
                      <a:pt x="107" y="6"/>
                    </a:lnTo>
                    <a:lnTo>
                      <a:pt x="107" y="4"/>
                    </a:lnTo>
                    <a:lnTo>
                      <a:pt x="107" y="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39" name="iS1îḓê"/>
              <p:cNvSpPr/>
              <p:nvPr userDrawn="1"/>
            </p:nvSpPr>
            <p:spPr bwMode="auto">
              <a:xfrm>
                <a:off x="8653463" y="4102101"/>
                <a:ext cx="142875" cy="163513"/>
              </a:xfrm>
              <a:custGeom>
                <a:avLst/>
                <a:gdLst>
                  <a:gd name="T0" fmla="*/ 89 w 90"/>
                  <a:gd name="T1" fmla="*/ 30 h 103"/>
                  <a:gd name="T2" fmla="*/ 85 w 90"/>
                  <a:gd name="T3" fmla="*/ 21 h 103"/>
                  <a:gd name="T4" fmla="*/ 81 w 90"/>
                  <a:gd name="T5" fmla="*/ 14 h 103"/>
                  <a:gd name="T6" fmla="*/ 75 w 90"/>
                  <a:gd name="T7" fmla="*/ 8 h 103"/>
                  <a:gd name="T8" fmla="*/ 67 w 90"/>
                  <a:gd name="T9" fmla="*/ 4 h 103"/>
                  <a:gd name="T10" fmla="*/ 58 w 90"/>
                  <a:gd name="T11" fmla="*/ 1 h 103"/>
                  <a:gd name="T12" fmla="*/ 48 w 90"/>
                  <a:gd name="T13" fmla="*/ 0 h 103"/>
                  <a:gd name="T14" fmla="*/ 37 w 90"/>
                  <a:gd name="T15" fmla="*/ 1 h 103"/>
                  <a:gd name="T16" fmla="*/ 27 w 90"/>
                  <a:gd name="T17" fmla="*/ 4 h 103"/>
                  <a:gd name="T18" fmla="*/ 19 w 90"/>
                  <a:gd name="T19" fmla="*/ 8 h 103"/>
                  <a:gd name="T20" fmla="*/ 13 w 90"/>
                  <a:gd name="T21" fmla="*/ 14 h 103"/>
                  <a:gd name="T22" fmla="*/ 7 w 90"/>
                  <a:gd name="T23" fmla="*/ 21 h 103"/>
                  <a:gd name="T24" fmla="*/ 3 w 90"/>
                  <a:gd name="T25" fmla="*/ 29 h 103"/>
                  <a:gd name="T26" fmla="*/ 1 w 90"/>
                  <a:gd name="T27" fmla="*/ 38 h 103"/>
                  <a:gd name="T28" fmla="*/ 0 w 90"/>
                  <a:gd name="T29" fmla="*/ 50 h 103"/>
                  <a:gd name="T30" fmla="*/ 1 w 90"/>
                  <a:gd name="T31" fmla="*/ 63 h 103"/>
                  <a:gd name="T32" fmla="*/ 3 w 90"/>
                  <a:gd name="T33" fmla="*/ 73 h 103"/>
                  <a:gd name="T34" fmla="*/ 8 w 90"/>
                  <a:gd name="T35" fmla="*/ 82 h 103"/>
                  <a:gd name="T36" fmla="*/ 13 w 90"/>
                  <a:gd name="T37" fmla="*/ 90 h 103"/>
                  <a:gd name="T38" fmla="*/ 21 w 90"/>
                  <a:gd name="T39" fmla="*/ 95 h 103"/>
                  <a:gd name="T40" fmla="*/ 29 w 90"/>
                  <a:gd name="T41" fmla="*/ 99 h 103"/>
                  <a:gd name="T42" fmla="*/ 40 w 90"/>
                  <a:gd name="T43" fmla="*/ 103 h 103"/>
                  <a:gd name="T44" fmla="*/ 52 w 90"/>
                  <a:gd name="T45" fmla="*/ 103 h 103"/>
                  <a:gd name="T46" fmla="*/ 60 w 90"/>
                  <a:gd name="T47" fmla="*/ 103 h 103"/>
                  <a:gd name="T48" fmla="*/ 68 w 90"/>
                  <a:gd name="T49" fmla="*/ 102 h 103"/>
                  <a:gd name="T50" fmla="*/ 75 w 90"/>
                  <a:gd name="T51" fmla="*/ 99 h 103"/>
                  <a:gd name="T52" fmla="*/ 82 w 90"/>
                  <a:gd name="T53" fmla="*/ 95 h 103"/>
                  <a:gd name="T54" fmla="*/ 84 w 90"/>
                  <a:gd name="T55" fmla="*/ 82 h 103"/>
                  <a:gd name="T56" fmla="*/ 78 w 90"/>
                  <a:gd name="T57" fmla="*/ 86 h 103"/>
                  <a:gd name="T58" fmla="*/ 72 w 90"/>
                  <a:gd name="T59" fmla="*/ 89 h 103"/>
                  <a:gd name="T60" fmla="*/ 65 w 90"/>
                  <a:gd name="T61" fmla="*/ 91 h 103"/>
                  <a:gd name="T62" fmla="*/ 59 w 90"/>
                  <a:gd name="T63" fmla="*/ 91 h 103"/>
                  <a:gd name="T64" fmla="*/ 52 w 90"/>
                  <a:gd name="T65" fmla="*/ 91 h 103"/>
                  <a:gd name="T66" fmla="*/ 46 w 90"/>
                  <a:gd name="T67" fmla="*/ 89 h 103"/>
                  <a:gd name="T68" fmla="*/ 41 w 90"/>
                  <a:gd name="T69" fmla="*/ 86 h 103"/>
                  <a:gd name="T70" fmla="*/ 37 w 90"/>
                  <a:gd name="T71" fmla="*/ 82 h 103"/>
                  <a:gd name="T72" fmla="*/ 33 w 90"/>
                  <a:gd name="T73" fmla="*/ 76 h 103"/>
                  <a:gd name="T74" fmla="*/ 32 w 90"/>
                  <a:gd name="T75" fmla="*/ 70 h 103"/>
                  <a:gd name="T76" fmla="*/ 31 w 90"/>
                  <a:gd name="T77" fmla="*/ 62 h 103"/>
                  <a:gd name="T78" fmla="*/ 30 w 90"/>
                  <a:gd name="T79" fmla="*/ 52 h 103"/>
                  <a:gd name="T80" fmla="*/ 90 w 90"/>
                  <a:gd name="T81" fmla="*/ 46 h 103"/>
                  <a:gd name="T82" fmla="*/ 89 w 90"/>
                  <a:gd name="T83" fmla="*/ 34 h 103"/>
                  <a:gd name="T84" fmla="*/ 31 w 90"/>
                  <a:gd name="T85" fmla="*/ 34 h 103"/>
                  <a:gd name="T86" fmla="*/ 33 w 90"/>
                  <a:gd name="T87" fmla="*/ 26 h 103"/>
                  <a:gd name="T88" fmla="*/ 33 w 90"/>
                  <a:gd name="T89" fmla="*/ 20 h 103"/>
                  <a:gd name="T90" fmla="*/ 36 w 90"/>
                  <a:gd name="T91" fmla="*/ 16 h 103"/>
                  <a:gd name="T92" fmla="*/ 39 w 90"/>
                  <a:gd name="T93" fmla="*/ 12 h 103"/>
                  <a:gd name="T94" fmla="*/ 42 w 90"/>
                  <a:gd name="T95" fmla="*/ 10 h 103"/>
                  <a:gd name="T96" fmla="*/ 45 w 90"/>
                  <a:gd name="T97" fmla="*/ 9 h 103"/>
                  <a:gd name="T98" fmla="*/ 49 w 90"/>
                  <a:gd name="T99" fmla="*/ 9 h 103"/>
                  <a:gd name="T100" fmla="*/ 52 w 90"/>
                  <a:gd name="T101" fmla="*/ 10 h 103"/>
                  <a:gd name="T102" fmla="*/ 55 w 90"/>
                  <a:gd name="T103" fmla="*/ 12 h 103"/>
                  <a:gd name="T104" fmla="*/ 57 w 90"/>
                  <a:gd name="T105" fmla="*/ 16 h 103"/>
                  <a:gd name="T106" fmla="*/ 60 w 90"/>
                  <a:gd name="T107" fmla="*/ 22 h 103"/>
                  <a:gd name="T108" fmla="*/ 61 w 90"/>
                  <a:gd name="T109" fmla="*/ 34 h 103"/>
                  <a:gd name="T110" fmla="*/ 30 w 90"/>
                  <a:gd name="T111" fmla="*/ 4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103">
                    <a:moveTo>
                      <a:pt x="89" y="34"/>
                    </a:moveTo>
                    <a:lnTo>
                      <a:pt x="89" y="30"/>
                    </a:lnTo>
                    <a:lnTo>
                      <a:pt x="87" y="26"/>
                    </a:lnTo>
                    <a:lnTo>
                      <a:pt x="85" y="21"/>
                    </a:lnTo>
                    <a:lnTo>
                      <a:pt x="83" y="18"/>
                    </a:lnTo>
                    <a:lnTo>
                      <a:pt x="81" y="14"/>
                    </a:lnTo>
                    <a:lnTo>
                      <a:pt x="78" y="10"/>
                    </a:lnTo>
                    <a:lnTo>
                      <a:pt x="75" y="8"/>
                    </a:lnTo>
                    <a:lnTo>
                      <a:pt x="71" y="6"/>
                    </a:lnTo>
                    <a:lnTo>
                      <a:pt x="67" y="4"/>
                    </a:lnTo>
                    <a:lnTo>
                      <a:pt x="63" y="2"/>
                    </a:lnTo>
                    <a:lnTo>
                      <a:pt x="58" y="1"/>
                    </a:lnTo>
                    <a:lnTo>
                      <a:pt x="53" y="0"/>
                    </a:lnTo>
                    <a:lnTo>
                      <a:pt x="48" y="0"/>
                    </a:lnTo>
                    <a:lnTo>
                      <a:pt x="42" y="1"/>
                    </a:lnTo>
                    <a:lnTo>
                      <a:pt x="37" y="1"/>
                    </a:lnTo>
                    <a:lnTo>
                      <a:pt x="32" y="2"/>
                    </a:lnTo>
                    <a:lnTo>
                      <a:pt x="27" y="4"/>
                    </a:lnTo>
                    <a:lnTo>
                      <a:pt x="23" y="6"/>
                    </a:lnTo>
                    <a:lnTo>
                      <a:pt x="19" y="8"/>
                    </a:lnTo>
                    <a:lnTo>
                      <a:pt x="16" y="10"/>
                    </a:lnTo>
                    <a:lnTo>
                      <a:pt x="13" y="14"/>
                    </a:lnTo>
                    <a:lnTo>
                      <a:pt x="9" y="17"/>
                    </a:lnTo>
                    <a:lnTo>
                      <a:pt x="7" y="21"/>
                    </a:lnTo>
                    <a:lnTo>
                      <a:pt x="5" y="25"/>
                    </a:lnTo>
                    <a:lnTo>
                      <a:pt x="3" y="29"/>
                    </a:lnTo>
                    <a:lnTo>
                      <a:pt x="2" y="34"/>
                    </a:lnTo>
                    <a:lnTo>
                      <a:pt x="1" y="38"/>
                    </a:lnTo>
                    <a:lnTo>
                      <a:pt x="0" y="44"/>
                    </a:lnTo>
                    <a:lnTo>
                      <a:pt x="0" y="50"/>
                    </a:lnTo>
                    <a:lnTo>
                      <a:pt x="0" y="56"/>
                    </a:lnTo>
                    <a:lnTo>
                      <a:pt x="1" y="63"/>
                    </a:lnTo>
                    <a:lnTo>
                      <a:pt x="2" y="68"/>
                    </a:lnTo>
                    <a:lnTo>
                      <a:pt x="3" y="73"/>
                    </a:lnTo>
                    <a:lnTo>
                      <a:pt x="5" y="78"/>
                    </a:lnTo>
                    <a:lnTo>
                      <a:pt x="8" y="82"/>
                    </a:lnTo>
                    <a:lnTo>
                      <a:pt x="10" y="86"/>
                    </a:lnTo>
                    <a:lnTo>
                      <a:pt x="13" y="90"/>
                    </a:lnTo>
                    <a:lnTo>
                      <a:pt x="17" y="92"/>
                    </a:lnTo>
                    <a:lnTo>
                      <a:pt x="21" y="95"/>
                    </a:lnTo>
                    <a:lnTo>
                      <a:pt x="25" y="98"/>
                    </a:lnTo>
                    <a:lnTo>
                      <a:pt x="29" y="99"/>
                    </a:lnTo>
                    <a:lnTo>
                      <a:pt x="34" y="102"/>
                    </a:lnTo>
                    <a:lnTo>
                      <a:pt x="40" y="103"/>
                    </a:lnTo>
                    <a:lnTo>
                      <a:pt x="45" y="103"/>
                    </a:lnTo>
                    <a:lnTo>
                      <a:pt x="52" y="103"/>
                    </a:lnTo>
                    <a:lnTo>
                      <a:pt x="56" y="103"/>
                    </a:lnTo>
                    <a:lnTo>
                      <a:pt x="60" y="103"/>
                    </a:lnTo>
                    <a:lnTo>
                      <a:pt x="64" y="102"/>
                    </a:lnTo>
                    <a:lnTo>
                      <a:pt x="68" y="102"/>
                    </a:lnTo>
                    <a:lnTo>
                      <a:pt x="72" y="100"/>
                    </a:lnTo>
                    <a:lnTo>
                      <a:pt x="75" y="99"/>
                    </a:lnTo>
                    <a:lnTo>
                      <a:pt x="78" y="97"/>
                    </a:lnTo>
                    <a:lnTo>
                      <a:pt x="82" y="95"/>
                    </a:lnTo>
                    <a:lnTo>
                      <a:pt x="86" y="84"/>
                    </a:lnTo>
                    <a:lnTo>
                      <a:pt x="84" y="82"/>
                    </a:lnTo>
                    <a:lnTo>
                      <a:pt x="81" y="84"/>
                    </a:lnTo>
                    <a:lnTo>
                      <a:pt x="78" y="86"/>
                    </a:lnTo>
                    <a:lnTo>
                      <a:pt x="75" y="87"/>
                    </a:lnTo>
                    <a:lnTo>
                      <a:pt x="72" y="89"/>
                    </a:lnTo>
                    <a:lnTo>
                      <a:pt x="69" y="91"/>
                    </a:lnTo>
                    <a:lnTo>
                      <a:pt x="65" y="91"/>
                    </a:lnTo>
                    <a:lnTo>
                      <a:pt x="62" y="91"/>
                    </a:lnTo>
                    <a:lnTo>
                      <a:pt x="59" y="91"/>
                    </a:lnTo>
                    <a:lnTo>
                      <a:pt x="56" y="91"/>
                    </a:lnTo>
                    <a:lnTo>
                      <a:pt x="52" y="91"/>
                    </a:lnTo>
                    <a:lnTo>
                      <a:pt x="49" y="91"/>
                    </a:lnTo>
                    <a:lnTo>
                      <a:pt x="46" y="89"/>
                    </a:lnTo>
                    <a:lnTo>
                      <a:pt x="43" y="87"/>
                    </a:lnTo>
                    <a:lnTo>
                      <a:pt x="41" y="86"/>
                    </a:lnTo>
                    <a:lnTo>
                      <a:pt x="39" y="84"/>
                    </a:lnTo>
                    <a:lnTo>
                      <a:pt x="37" y="82"/>
                    </a:lnTo>
                    <a:lnTo>
                      <a:pt x="36" y="79"/>
                    </a:lnTo>
                    <a:lnTo>
                      <a:pt x="33" y="76"/>
                    </a:lnTo>
                    <a:lnTo>
                      <a:pt x="33" y="73"/>
                    </a:lnTo>
                    <a:lnTo>
                      <a:pt x="32" y="70"/>
                    </a:lnTo>
                    <a:lnTo>
                      <a:pt x="31" y="66"/>
                    </a:lnTo>
                    <a:lnTo>
                      <a:pt x="31" y="62"/>
                    </a:lnTo>
                    <a:lnTo>
                      <a:pt x="30" y="57"/>
                    </a:lnTo>
                    <a:lnTo>
                      <a:pt x="30" y="52"/>
                    </a:lnTo>
                    <a:lnTo>
                      <a:pt x="90" y="52"/>
                    </a:lnTo>
                    <a:lnTo>
                      <a:pt x="90" y="46"/>
                    </a:lnTo>
                    <a:lnTo>
                      <a:pt x="90" y="40"/>
                    </a:lnTo>
                    <a:lnTo>
                      <a:pt x="89" y="34"/>
                    </a:lnTo>
                    <a:close/>
                    <a:moveTo>
                      <a:pt x="30" y="42"/>
                    </a:moveTo>
                    <a:lnTo>
                      <a:pt x="31" y="34"/>
                    </a:lnTo>
                    <a:lnTo>
                      <a:pt x="32" y="28"/>
                    </a:lnTo>
                    <a:lnTo>
                      <a:pt x="33" y="26"/>
                    </a:lnTo>
                    <a:lnTo>
                      <a:pt x="33" y="22"/>
                    </a:lnTo>
                    <a:lnTo>
                      <a:pt x="33" y="20"/>
                    </a:lnTo>
                    <a:lnTo>
                      <a:pt x="35" y="18"/>
                    </a:lnTo>
                    <a:lnTo>
                      <a:pt x="36" y="16"/>
                    </a:lnTo>
                    <a:lnTo>
                      <a:pt x="37" y="14"/>
                    </a:lnTo>
                    <a:lnTo>
                      <a:pt x="39" y="12"/>
                    </a:lnTo>
                    <a:lnTo>
                      <a:pt x="41" y="11"/>
                    </a:lnTo>
                    <a:lnTo>
                      <a:pt x="42" y="10"/>
                    </a:lnTo>
                    <a:lnTo>
                      <a:pt x="44" y="10"/>
                    </a:lnTo>
                    <a:lnTo>
                      <a:pt x="45" y="9"/>
                    </a:lnTo>
                    <a:lnTo>
                      <a:pt x="48" y="9"/>
                    </a:lnTo>
                    <a:lnTo>
                      <a:pt x="49" y="9"/>
                    </a:lnTo>
                    <a:lnTo>
                      <a:pt x="51" y="10"/>
                    </a:lnTo>
                    <a:lnTo>
                      <a:pt x="52" y="10"/>
                    </a:lnTo>
                    <a:lnTo>
                      <a:pt x="53" y="11"/>
                    </a:lnTo>
                    <a:lnTo>
                      <a:pt x="55" y="12"/>
                    </a:lnTo>
                    <a:lnTo>
                      <a:pt x="56" y="14"/>
                    </a:lnTo>
                    <a:lnTo>
                      <a:pt x="57" y="16"/>
                    </a:lnTo>
                    <a:lnTo>
                      <a:pt x="57" y="18"/>
                    </a:lnTo>
                    <a:lnTo>
                      <a:pt x="60" y="22"/>
                    </a:lnTo>
                    <a:lnTo>
                      <a:pt x="61" y="28"/>
                    </a:lnTo>
                    <a:lnTo>
                      <a:pt x="61" y="34"/>
                    </a:lnTo>
                    <a:lnTo>
                      <a:pt x="61" y="42"/>
                    </a:lnTo>
                    <a:lnTo>
                      <a:pt x="30" y="4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0" name="îsḷîḓè"/>
              <p:cNvSpPr/>
              <p:nvPr userDrawn="1"/>
            </p:nvSpPr>
            <p:spPr bwMode="auto">
              <a:xfrm>
                <a:off x="8840788" y="4102101"/>
                <a:ext cx="144463" cy="163513"/>
              </a:xfrm>
              <a:custGeom>
                <a:avLst/>
                <a:gdLst>
                  <a:gd name="T0" fmla="*/ 32 w 91"/>
                  <a:gd name="T1" fmla="*/ 41 h 103"/>
                  <a:gd name="T2" fmla="*/ 33 w 91"/>
                  <a:gd name="T3" fmla="*/ 33 h 103"/>
                  <a:gd name="T4" fmla="*/ 36 w 91"/>
                  <a:gd name="T5" fmla="*/ 26 h 103"/>
                  <a:gd name="T6" fmla="*/ 38 w 91"/>
                  <a:gd name="T7" fmla="*/ 20 h 103"/>
                  <a:gd name="T8" fmla="*/ 42 w 91"/>
                  <a:gd name="T9" fmla="*/ 16 h 103"/>
                  <a:gd name="T10" fmla="*/ 46 w 91"/>
                  <a:gd name="T11" fmla="*/ 12 h 103"/>
                  <a:gd name="T12" fmla="*/ 51 w 91"/>
                  <a:gd name="T13" fmla="*/ 10 h 103"/>
                  <a:gd name="T14" fmla="*/ 56 w 91"/>
                  <a:gd name="T15" fmla="*/ 9 h 103"/>
                  <a:gd name="T16" fmla="*/ 64 w 91"/>
                  <a:gd name="T17" fmla="*/ 10 h 103"/>
                  <a:gd name="T18" fmla="*/ 68 w 91"/>
                  <a:gd name="T19" fmla="*/ 13 h 103"/>
                  <a:gd name="T20" fmla="*/ 70 w 91"/>
                  <a:gd name="T21" fmla="*/ 15 h 103"/>
                  <a:gd name="T22" fmla="*/ 75 w 91"/>
                  <a:gd name="T23" fmla="*/ 22 h 103"/>
                  <a:gd name="T24" fmla="*/ 78 w 91"/>
                  <a:gd name="T25" fmla="*/ 31 h 103"/>
                  <a:gd name="T26" fmla="*/ 91 w 91"/>
                  <a:gd name="T27" fmla="*/ 9 h 103"/>
                  <a:gd name="T28" fmla="*/ 84 w 91"/>
                  <a:gd name="T29" fmla="*/ 5 h 103"/>
                  <a:gd name="T30" fmla="*/ 75 w 91"/>
                  <a:gd name="T31" fmla="*/ 2 h 103"/>
                  <a:gd name="T32" fmla="*/ 65 w 91"/>
                  <a:gd name="T33" fmla="*/ 1 h 103"/>
                  <a:gd name="T34" fmla="*/ 55 w 91"/>
                  <a:gd name="T35" fmla="*/ 0 h 103"/>
                  <a:gd name="T36" fmla="*/ 43 w 91"/>
                  <a:gd name="T37" fmla="*/ 2 h 103"/>
                  <a:gd name="T38" fmla="*/ 32 w 91"/>
                  <a:gd name="T39" fmla="*/ 5 h 103"/>
                  <a:gd name="T40" fmla="*/ 23 w 91"/>
                  <a:gd name="T41" fmla="*/ 9 h 103"/>
                  <a:gd name="T42" fmla="*/ 15 w 91"/>
                  <a:gd name="T43" fmla="*/ 15 h 103"/>
                  <a:gd name="T44" fmla="*/ 9 w 91"/>
                  <a:gd name="T45" fmla="*/ 22 h 103"/>
                  <a:gd name="T46" fmla="*/ 4 w 91"/>
                  <a:gd name="T47" fmla="*/ 31 h 103"/>
                  <a:gd name="T48" fmla="*/ 1 w 91"/>
                  <a:gd name="T49" fmla="*/ 42 h 103"/>
                  <a:gd name="T50" fmla="*/ 0 w 91"/>
                  <a:gd name="T51" fmla="*/ 54 h 103"/>
                  <a:gd name="T52" fmla="*/ 1 w 91"/>
                  <a:gd name="T53" fmla="*/ 65 h 103"/>
                  <a:gd name="T54" fmla="*/ 4 w 91"/>
                  <a:gd name="T55" fmla="*/ 75 h 103"/>
                  <a:gd name="T56" fmla="*/ 8 w 91"/>
                  <a:gd name="T57" fmla="*/ 83 h 103"/>
                  <a:gd name="T58" fmla="*/ 14 w 91"/>
                  <a:gd name="T59" fmla="*/ 91 h 103"/>
                  <a:gd name="T60" fmla="*/ 22 w 91"/>
                  <a:gd name="T61" fmla="*/ 96 h 103"/>
                  <a:gd name="T62" fmla="*/ 32 w 91"/>
                  <a:gd name="T63" fmla="*/ 100 h 103"/>
                  <a:gd name="T64" fmla="*/ 42 w 91"/>
                  <a:gd name="T65" fmla="*/ 103 h 103"/>
                  <a:gd name="T66" fmla="*/ 55 w 91"/>
                  <a:gd name="T67" fmla="*/ 103 h 103"/>
                  <a:gd name="T68" fmla="*/ 72 w 91"/>
                  <a:gd name="T69" fmla="*/ 102 h 103"/>
                  <a:gd name="T70" fmla="*/ 77 w 91"/>
                  <a:gd name="T71" fmla="*/ 99 h 103"/>
                  <a:gd name="T72" fmla="*/ 83 w 91"/>
                  <a:gd name="T73" fmla="*/ 97 h 103"/>
                  <a:gd name="T74" fmla="*/ 84 w 91"/>
                  <a:gd name="T75" fmla="*/ 82 h 103"/>
                  <a:gd name="T76" fmla="*/ 80 w 91"/>
                  <a:gd name="T77" fmla="*/ 86 h 103"/>
                  <a:gd name="T78" fmla="*/ 74 w 91"/>
                  <a:gd name="T79" fmla="*/ 89 h 103"/>
                  <a:gd name="T80" fmla="*/ 68 w 91"/>
                  <a:gd name="T81" fmla="*/ 91 h 103"/>
                  <a:gd name="T82" fmla="*/ 62 w 91"/>
                  <a:gd name="T83" fmla="*/ 91 h 103"/>
                  <a:gd name="T84" fmla="*/ 55 w 91"/>
                  <a:gd name="T85" fmla="*/ 91 h 103"/>
                  <a:gd name="T86" fmla="*/ 48 w 91"/>
                  <a:gd name="T87" fmla="*/ 89 h 103"/>
                  <a:gd name="T88" fmla="*/ 43 w 91"/>
                  <a:gd name="T89" fmla="*/ 86 h 103"/>
                  <a:gd name="T90" fmla="*/ 38 w 91"/>
                  <a:gd name="T91" fmla="*/ 81 h 103"/>
                  <a:gd name="T92" fmla="*/ 35 w 91"/>
                  <a:gd name="T93" fmla="*/ 75 h 103"/>
                  <a:gd name="T94" fmla="*/ 32 w 91"/>
                  <a:gd name="T95" fmla="*/ 68 h 103"/>
                  <a:gd name="T96" fmla="*/ 31 w 91"/>
                  <a:gd name="T97" fmla="*/ 60 h 103"/>
                  <a:gd name="T98" fmla="*/ 31 w 91"/>
                  <a:gd name="T99" fmla="*/ 5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1" h="103">
                    <a:moveTo>
                      <a:pt x="31" y="46"/>
                    </a:moveTo>
                    <a:lnTo>
                      <a:pt x="32" y="41"/>
                    </a:lnTo>
                    <a:lnTo>
                      <a:pt x="32" y="37"/>
                    </a:lnTo>
                    <a:lnTo>
                      <a:pt x="33" y="33"/>
                    </a:lnTo>
                    <a:lnTo>
                      <a:pt x="34" y="29"/>
                    </a:lnTo>
                    <a:lnTo>
                      <a:pt x="36" y="26"/>
                    </a:lnTo>
                    <a:lnTo>
                      <a:pt x="36" y="23"/>
                    </a:lnTo>
                    <a:lnTo>
                      <a:pt x="38" y="20"/>
                    </a:lnTo>
                    <a:lnTo>
                      <a:pt x="40" y="18"/>
                    </a:lnTo>
                    <a:lnTo>
                      <a:pt x="42" y="16"/>
                    </a:lnTo>
                    <a:lnTo>
                      <a:pt x="44" y="14"/>
                    </a:lnTo>
                    <a:lnTo>
                      <a:pt x="46" y="12"/>
                    </a:lnTo>
                    <a:lnTo>
                      <a:pt x="48" y="10"/>
                    </a:lnTo>
                    <a:lnTo>
                      <a:pt x="51" y="10"/>
                    </a:lnTo>
                    <a:lnTo>
                      <a:pt x="53" y="9"/>
                    </a:lnTo>
                    <a:lnTo>
                      <a:pt x="56" y="9"/>
                    </a:lnTo>
                    <a:lnTo>
                      <a:pt x="60" y="10"/>
                    </a:lnTo>
                    <a:lnTo>
                      <a:pt x="64" y="10"/>
                    </a:lnTo>
                    <a:lnTo>
                      <a:pt x="66" y="12"/>
                    </a:lnTo>
                    <a:lnTo>
                      <a:pt x="68" y="13"/>
                    </a:lnTo>
                    <a:lnTo>
                      <a:pt x="68" y="14"/>
                    </a:lnTo>
                    <a:lnTo>
                      <a:pt x="70" y="15"/>
                    </a:lnTo>
                    <a:lnTo>
                      <a:pt x="72" y="18"/>
                    </a:lnTo>
                    <a:lnTo>
                      <a:pt x="75" y="22"/>
                    </a:lnTo>
                    <a:lnTo>
                      <a:pt x="76" y="26"/>
                    </a:lnTo>
                    <a:lnTo>
                      <a:pt x="78" y="31"/>
                    </a:lnTo>
                    <a:lnTo>
                      <a:pt x="83" y="31"/>
                    </a:lnTo>
                    <a:lnTo>
                      <a:pt x="91" y="9"/>
                    </a:lnTo>
                    <a:lnTo>
                      <a:pt x="88" y="7"/>
                    </a:lnTo>
                    <a:lnTo>
                      <a:pt x="84" y="5"/>
                    </a:lnTo>
                    <a:lnTo>
                      <a:pt x="79" y="4"/>
                    </a:lnTo>
                    <a:lnTo>
                      <a:pt x="75" y="2"/>
                    </a:lnTo>
                    <a:lnTo>
                      <a:pt x="70" y="2"/>
                    </a:lnTo>
                    <a:lnTo>
                      <a:pt x="65" y="1"/>
                    </a:lnTo>
                    <a:lnTo>
                      <a:pt x="60" y="0"/>
                    </a:lnTo>
                    <a:lnTo>
                      <a:pt x="55" y="0"/>
                    </a:lnTo>
                    <a:lnTo>
                      <a:pt x="48" y="1"/>
                    </a:lnTo>
                    <a:lnTo>
                      <a:pt x="43" y="2"/>
                    </a:lnTo>
                    <a:lnTo>
                      <a:pt x="37" y="3"/>
                    </a:lnTo>
                    <a:lnTo>
                      <a:pt x="32" y="5"/>
                    </a:lnTo>
                    <a:lnTo>
                      <a:pt x="27" y="6"/>
                    </a:lnTo>
                    <a:lnTo>
                      <a:pt x="23" y="9"/>
                    </a:lnTo>
                    <a:lnTo>
                      <a:pt x="19" y="12"/>
                    </a:lnTo>
                    <a:lnTo>
                      <a:pt x="15" y="15"/>
                    </a:lnTo>
                    <a:lnTo>
                      <a:pt x="12" y="18"/>
                    </a:lnTo>
                    <a:lnTo>
                      <a:pt x="9" y="22"/>
                    </a:lnTo>
                    <a:lnTo>
                      <a:pt x="7" y="27"/>
                    </a:lnTo>
                    <a:lnTo>
                      <a:pt x="4" y="31"/>
                    </a:lnTo>
                    <a:lnTo>
                      <a:pt x="3" y="36"/>
                    </a:lnTo>
                    <a:lnTo>
                      <a:pt x="1" y="42"/>
                    </a:lnTo>
                    <a:lnTo>
                      <a:pt x="1" y="47"/>
                    </a:lnTo>
                    <a:lnTo>
                      <a:pt x="0" y="54"/>
                    </a:lnTo>
                    <a:lnTo>
                      <a:pt x="0" y="60"/>
                    </a:lnTo>
                    <a:lnTo>
                      <a:pt x="1" y="65"/>
                    </a:lnTo>
                    <a:lnTo>
                      <a:pt x="3" y="71"/>
                    </a:lnTo>
                    <a:lnTo>
                      <a:pt x="4" y="75"/>
                    </a:lnTo>
                    <a:lnTo>
                      <a:pt x="6" y="79"/>
                    </a:lnTo>
                    <a:lnTo>
                      <a:pt x="8" y="83"/>
                    </a:lnTo>
                    <a:lnTo>
                      <a:pt x="11" y="87"/>
                    </a:lnTo>
                    <a:lnTo>
                      <a:pt x="14" y="91"/>
                    </a:lnTo>
                    <a:lnTo>
                      <a:pt x="18" y="94"/>
                    </a:lnTo>
                    <a:lnTo>
                      <a:pt x="22" y="96"/>
                    </a:lnTo>
                    <a:lnTo>
                      <a:pt x="27" y="98"/>
                    </a:lnTo>
                    <a:lnTo>
                      <a:pt x="32" y="100"/>
                    </a:lnTo>
                    <a:lnTo>
                      <a:pt x="36" y="102"/>
                    </a:lnTo>
                    <a:lnTo>
                      <a:pt x="42" y="103"/>
                    </a:lnTo>
                    <a:lnTo>
                      <a:pt x="48" y="103"/>
                    </a:lnTo>
                    <a:lnTo>
                      <a:pt x="55" y="103"/>
                    </a:lnTo>
                    <a:lnTo>
                      <a:pt x="64" y="103"/>
                    </a:lnTo>
                    <a:lnTo>
                      <a:pt x="72" y="102"/>
                    </a:lnTo>
                    <a:lnTo>
                      <a:pt x="75" y="100"/>
                    </a:lnTo>
                    <a:lnTo>
                      <a:pt x="77" y="99"/>
                    </a:lnTo>
                    <a:lnTo>
                      <a:pt x="80" y="99"/>
                    </a:lnTo>
                    <a:lnTo>
                      <a:pt x="83" y="97"/>
                    </a:lnTo>
                    <a:lnTo>
                      <a:pt x="88" y="84"/>
                    </a:lnTo>
                    <a:lnTo>
                      <a:pt x="84" y="82"/>
                    </a:lnTo>
                    <a:lnTo>
                      <a:pt x="82" y="84"/>
                    </a:lnTo>
                    <a:lnTo>
                      <a:pt x="80" y="86"/>
                    </a:lnTo>
                    <a:lnTo>
                      <a:pt x="77" y="87"/>
                    </a:lnTo>
                    <a:lnTo>
                      <a:pt x="74" y="89"/>
                    </a:lnTo>
                    <a:lnTo>
                      <a:pt x="72" y="91"/>
                    </a:lnTo>
                    <a:lnTo>
                      <a:pt x="68" y="91"/>
                    </a:lnTo>
                    <a:lnTo>
                      <a:pt x="65" y="91"/>
                    </a:lnTo>
                    <a:lnTo>
                      <a:pt x="62" y="91"/>
                    </a:lnTo>
                    <a:lnTo>
                      <a:pt x="59" y="91"/>
                    </a:lnTo>
                    <a:lnTo>
                      <a:pt x="55" y="91"/>
                    </a:lnTo>
                    <a:lnTo>
                      <a:pt x="52" y="90"/>
                    </a:lnTo>
                    <a:lnTo>
                      <a:pt x="48" y="89"/>
                    </a:lnTo>
                    <a:lnTo>
                      <a:pt x="46" y="87"/>
                    </a:lnTo>
                    <a:lnTo>
                      <a:pt x="43" y="86"/>
                    </a:lnTo>
                    <a:lnTo>
                      <a:pt x="40" y="83"/>
                    </a:lnTo>
                    <a:lnTo>
                      <a:pt x="38" y="81"/>
                    </a:lnTo>
                    <a:lnTo>
                      <a:pt x="36" y="79"/>
                    </a:lnTo>
                    <a:lnTo>
                      <a:pt x="35" y="75"/>
                    </a:lnTo>
                    <a:lnTo>
                      <a:pt x="33" y="72"/>
                    </a:lnTo>
                    <a:lnTo>
                      <a:pt x="32" y="68"/>
                    </a:lnTo>
                    <a:lnTo>
                      <a:pt x="32" y="64"/>
                    </a:lnTo>
                    <a:lnTo>
                      <a:pt x="31" y="60"/>
                    </a:lnTo>
                    <a:lnTo>
                      <a:pt x="31" y="55"/>
                    </a:lnTo>
                    <a:lnTo>
                      <a:pt x="31" y="51"/>
                    </a:lnTo>
                    <a:lnTo>
                      <a:pt x="31" y="46"/>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1" name="iṩļiḍè"/>
              <p:cNvSpPr/>
              <p:nvPr userDrawn="1"/>
            </p:nvSpPr>
            <p:spPr bwMode="auto">
              <a:xfrm>
                <a:off x="9028113" y="4014788"/>
                <a:ext cx="147638" cy="249238"/>
              </a:xfrm>
              <a:custGeom>
                <a:avLst/>
                <a:gdLst>
                  <a:gd name="T0" fmla="*/ 90 w 93"/>
                  <a:gd name="T1" fmla="*/ 75 h 157"/>
                  <a:gd name="T2" fmla="*/ 88 w 93"/>
                  <a:gd name="T3" fmla="*/ 69 h 157"/>
                  <a:gd name="T4" fmla="*/ 84 w 93"/>
                  <a:gd name="T5" fmla="*/ 65 h 157"/>
                  <a:gd name="T6" fmla="*/ 79 w 93"/>
                  <a:gd name="T7" fmla="*/ 61 h 157"/>
                  <a:gd name="T8" fmla="*/ 74 w 93"/>
                  <a:gd name="T9" fmla="*/ 57 h 157"/>
                  <a:gd name="T10" fmla="*/ 66 w 93"/>
                  <a:gd name="T11" fmla="*/ 56 h 157"/>
                  <a:gd name="T12" fmla="*/ 59 w 93"/>
                  <a:gd name="T13" fmla="*/ 55 h 157"/>
                  <a:gd name="T14" fmla="*/ 51 w 93"/>
                  <a:gd name="T15" fmla="*/ 56 h 157"/>
                  <a:gd name="T16" fmla="*/ 43 w 93"/>
                  <a:gd name="T17" fmla="*/ 60 h 157"/>
                  <a:gd name="T18" fmla="*/ 36 w 93"/>
                  <a:gd name="T19" fmla="*/ 65 h 157"/>
                  <a:gd name="T20" fmla="*/ 29 w 93"/>
                  <a:gd name="T21" fmla="*/ 71 h 157"/>
                  <a:gd name="T22" fmla="*/ 26 w 93"/>
                  <a:gd name="T23" fmla="*/ 0 h 157"/>
                  <a:gd name="T24" fmla="*/ 18 w 93"/>
                  <a:gd name="T25" fmla="*/ 1 h 157"/>
                  <a:gd name="T26" fmla="*/ 13 w 93"/>
                  <a:gd name="T27" fmla="*/ 1 h 157"/>
                  <a:gd name="T28" fmla="*/ 9 w 93"/>
                  <a:gd name="T29" fmla="*/ 1 h 157"/>
                  <a:gd name="T30" fmla="*/ 3 w 93"/>
                  <a:gd name="T31" fmla="*/ 0 h 157"/>
                  <a:gd name="T32" fmla="*/ 0 w 93"/>
                  <a:gd name="T33" fmla="*/ 157 h 157"/>
                  <a:gd name="T34" fmla="*/ 7 w 93"/>
                  <a:gd name="T35" fmla="*/ 157 h 157"/>
                  <a:gd name="T36" fmla="*/ 14 w 93"/>
                  <a:gd name="T37" fmla="*/ 157 h 157"/>
                  <a:gd name="T38" fmla="*/ 22 w 93"/>
                  <a:gd name="T39" fmla="*/ 157 h 157"/>
                  <a:gd name="T40" fmla="*/ 29 w 93"/>
                  <a:gd name="T41" fmla="*/ 157 h 157"/>
                  <a:gd name="T42" fmla="*/ 28 w 93"/>
                  <a:gd name="T43" fmla="*/ 106 h 157"/>
                  <a:gd name="T44" fmla="*/ 28 w 93"/>
                  <a:gd name="T45" fmla="*/ 97 h 157"/>
                  <a:gd name="T46" fmla="*/ 30 w 93"/>
                  <a:gd name="T47" fmla="*/ 89 h 157"/>
                  <a:gd name="T48" fmla="*/ 31 w 93"/>
                  <a:gd name="T49" fmla="*/ 84 h 157"/>
                  <a:gd name="T50" fmla="*/ 34 w 93"/>
                  <a:gd name="T51" fmla="*/ 79 h 157"/>
                  <a:gd name="T52" fmla="*/ 36 w 93"/>
                  <a:gd name="T53" fmla="*/ 76 h 157"/>
                  <a:gd name="T54" fmla="*/ 40 w 93"/>
                  <a:gd name="T55" fmla="*/ 73 h 157"/>
                  <a:gd name="T56" fmla="*/ 45 w 93"/>
                  <a:gd name="T57" fmla="*/ 73 h 157"/>
                  <a:gd name="T58" fmla="*/ 50 w 93"/>
                  <a:gd name="T59" fmla="*/ 72 h 157"/>
                  <a:gd name="T60" fmla="*/ 54 w 93"/>
                  <a:gd name="T61" fmla="*/ 73 h 157"/>
                  <a:gd name="T62" fmla="*/ 57 w 93"/>
                  <a:gd name="T63" fmla="*/ 75 h 157"/>
                  <a:gd name="T64" fmla="*/ 59 w 93"/>
                  <a:gd name="T65" fmla="*/ 78 h 157"/>
                  <a:gd name="T66" fmla="*/ 62 w 93"/>
                  <a:gd name="T67" fmla="*/ 82 h 157"/>
                  <a:gd name="T68" fmla="*/ 63 w 93"/>
                  <a:gd name="T69" fmla="*/ 88 h 157"/>
                  <a:gd name="T70" fmla="*/ 64 w 93"/>
                  <a:gd name="T71" fmla="*/ 98 h 157"/>
                  <a:gd name="T72" fmla="*/ 65 w 93"/>
                  <a:gd name="T73" fmla="*/ 157 h 157"/>
                  <a:gd name="T74" fmla="*/ 71 w 93"/>
                  <a:gd name="T75" fmla="*/ 157 h 157"/>
                  <a:gd name="T76" fmla="*/ 78 w 93"/>
                  <a:gd name="T77" fmla="*/ 157 h 157"/>
                  <a:gd name="T78" fmla="*/ 86 w 93"/>
                  <a:gd name="T79" fmla="*/ 157 h 157"/>
                  <a:gd name="T80" fmla="*/ 93 w 93"/>
                  <a:gd name="T81" fmla="*/ 157 h 157"/>
                  <a:gd name="T82" fmla="*/ 93 w 93"/>
                  <a:gd name="T83" fmla="*/ 86 h 157"/>
                  <a:gd name="T84" fmla="*/ 92 w 93"/>
                  <a:gd name="T8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 h="157">
                    <a:moveTo>
                      <a:pt x="92" y="79"/>
                    </a:moveTo>
                    <a:lnTo>
                      <a:pt x="90" y="75"/>
                    </a:lnTo>
                    <a:lnTo>
                      <a:pt x="90" y="73"/>
                    </a:lnTo>
                    <a:lnTo>
                      <a:pt x="88" y="69"/>
                    </a:lnTo>
                    <a:lnTo>
                      <a:pt x="86" y="67"/>
                    </a:lnTo>
                    <a:lnTo>
                      <a:pt x="84" y="65"/>
                    </a:lnTo>
                    <a:lnTo>
                      <a:pt x="82" y="62"/>
                    </a:lnTo>
                    <a:lnTo>
                      <a:pt x="79" y="61"/>
                    </a:lnTo>
                    <a:lnTo>
                      <a:pt x="76" y="59"/>
                    </a:lnTo>
                    <a:lnTo>
                      <a:pt x="74" y="57"/>
                    </a:lnTo>
                    <a:lnTo>
                      <a:pt x="70" y="56"/>
                    </a:lnTo>
                    <a:lnTo>
                      <a:pt x="66" y="56"/>
                    </a:lnTo>
                    <a:lnTo>
                      <a:pt x="63" y="55"/>
                    </a:lnTo>
                    <a:lnTo>
                      <a:pt x="59" y="55"/>
                    </a:lnTo>
                    <a:lnTo>
                      <a:pt x="55" y="55"/>
                    </a:lnTo>
                    <a:lnTo>
                      <a:pt x="51" y="56"/>
                    </a:lnTo>
                    <a:lnTo>
                      <a:pt x="47" y="57"/>
                    </a:lnTo>
                    <a:lnTo>
                      <a:pt x="43" y="60"/>
                    </a:lnTo>
                    <a:lnTo>
                      <a:pt x="40" y="61"/>
                    </a:lnTo>
                    <a:lnTo>
                      <a:pt x="36" y="65"/>
                    </a:lnTo>
                    <a:lnTo>
                      <a:pt x="32" y="68"/>
                    </a:lnTo>
                    <a:lnTo>
                      <a:pt x="29" y="71"/>
                    </a:lnTo>
                    <a:lnTo>
                      <a:pt x="29" y="0"/>
                    </a:lnTo>
                    <a:lnTo>
                      <a:pt x="26" y="0"/>
                    </a:lnTo>
                    <a:lnTo>
                      <a:pt x="22" y="1"/>
                    </a:lnTo>
                    <a:lnTo>
                      <a:pt x="18"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8" y="157"/>
                    </a:lnTo>
                    <a:lnTo>
                      <a:pt x="22" y="157"/>
                    </a:lnTo>
                    <a:lnTo>
                      <a:pt x="25" y="157"/>
                    </a:lnTo>
                    <a:lnTo>
                      <a:pt x="29" y="157"/>
                    </a:lnTo>
                    <a:lnTo>
                      <a:pt x="29" y="110"/>
                    </a:lnTo>
                    <a:lnTo>
                      <a:pt x="28" y="106"/>
                    </a:lnTo>
                    <a:lnTo>
                      <a:pt x="28" y="101"/>
                    </a:lnTo>
                    <a:lnTo>
                      <a:pt x="28" y="97"/>
                    </a:lnTo>
                    <a:lnTo>
                      <a:pt x="29" y="93"/>
                    </a:lnTo>
                    <a:lnTo>
                      <a:pt x="30" y="89"/>
                    </a:lnTo>
                    <a:lnTo>
                      <a:pt x="30" y="87"/>
                    </a:lnTo>
                    <a:lnTo>
                      <a:pt x="31" y="84"/>
                    </a:lnTo>
                    <a:lnTo>
                      <a:pt x="32" y="81"/>
                    </a:lnTo>
                    <a:lnTo>
                      <a:pt x="34" y="79"/>
                    </a:lnTo>
                    <a:lnTo>
                      <a:pt x="34" y="77"/>
                    </a:lnTo>
                    <a:lnTo>
                      <a:pt x="36" y="76"/>
                    </a:lnTo>
                    <a:lnTo>
                      <a:pt x="38" y="74"/>
                    </a:lnTo>
                    <a:lnTo>
                      <a:pt x="40" y="73"/>
                    </a:lnTo>
                    <a:lnTo>
                      <a:pt x="42" y="73"/>
                    </a:lnTo>
                    <a:lnTo>
                      <a:pt x="45" y="73"/>
                    </a:lnTo>
                    <a:lnTo>
                      <a:pt x="47" y="72"/>
                    </a:lnTo>
                    <a:lnTo>
                      <a:pt x="50" y="72"/>
                    </a:lnTo>
                    <a:lnTo>
                      <a:pt x="51" y="73"/>
                    </a:lnTo>
                    <a:lnTo>
                      <a:pt x="54" y="73"/>
                    </a:lnTo>
                    <a:lnTo>
                      <a:pt x="55" y="74"/>
                    </a:lnTo>
                    <a:lnTo>
                      <a:pt x="57" y="75"/>
                    </a:lnTo>
                    <a:lnTo>
                      <a:pt x="58" y="77"/>
                    </a:lnTo>
                    <a:lnTo>
                      <a:pt x="59" y="78"/>
                    </a:lnTo>
                    <a:lnTo>
                      <a:pt x="61" y="81"/>
                    </a:lnTo>
                    <a:lnTo>
                      <a:pt x="62" y="82"/>
                    </a:lnTo>
                    <a:lnTo>
                      <a:pt x="62" y="85"/>
                    </a:lnTo>
                    <a:lnTo>
                      <a:pt x="63" y="88"/>
                    </a:lnTo>
                    <a:lnTo>
                      <a:pt x="63" y="91"/>
                    </a:lnTo>
                    <a:lnTo>
                      <a:pt x="64" y="98"/>
                    </a:lnTo>
                    <a:lnTo>
                      <a:pt x="65" y="106"/>
                    </a:lnTo>
                    <a:lnTo>
                      <a:pt x="65" y="157"/>
                    </a:lnTo>
                    <a:lnTo>
                      <a:pt x="68" y="157"/>
                    </a:lnTo>
                    <a:lnTo>
                      <a:pt x="71" y="157"/>
                    </a:lnTo>
                    <a:lnTo>
                      <a:pt x="74" y="157"/>
                    </a:lnTo>
                    <a:lnTo>
                      <a:pt x="78" y="157"/>
                    </a:lnTo>
                    <a:lnTo>
                      <a:pt x="82" y="157"/>
                    </a:lnTo>
                    <a:lnTo>
                      <a:pt x="86" y="157"/>
                    </a:lnTo>
                    <a:lnTo>
                      <a:pt x="89" y="157"/>
                    </a:lnTo>
                    <a:lnTo>
                      <a:pt x="93" y="157"/>
                    </a:lnTo>
                    <a:lnTo>
                      <a:pt x="93" y="91"/>
                    </a:lnTo>
                    <a:lnTo>
                      <a:pt x="93" y="86"/>
                    </a:lnTo>
                    <a:lnTo>
                      <a:pt x="93" y="82"/>
                    </a:lnTo>
                    <a:lnTo>
                      <a:pt x="92" y="79"/>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2" name="íSļiḓê"/>
              <p:cNvSpPr/>
              <p:nvPr userDrawn="1"/>
            </p:nvSpPr>
            <p:spPr bwMode="auto">
              <a:xfrm>
                <a:off x="9229726" y="4102101"/>
                <a:ext cx="147638" cy="161925"/>
              </a:xfrm>
              <a:custGeom>
                <a:avLst/>
                <a:gdLst>
                  <a:gd name="T0" fmla="*/ 91 w 93"/>
                  <a:gd name="T1" fmla="*/ 23 h 102"/>
                  <a:gd name="T2" fmla="*/ 89 w 93"/>
                  <a:gd name="T3" fmla="*/ 16 h 102"/>
                  <a:gd name="T4" fmla="*/ 86 w 93"/>
                  <a:gd name="T5" fmla="*/ 10 h 102"/>
                  <a:gd name="T6" fmla="*/ 81 w 93"/>
                  <a:gd name="T7" fmla="*/ 6 h 102"/>
                  <a:gd name="T8" fmla="*/ 75 w 93"/>
                  <a:gd name="T9" fmla="*/ 2 h 102"/>
                  <a:gd name="T10" fmla="*/ 68 w 93"/>
                  <a:gd name="T11" fmla="*/ 1 h 102"/>
                  <a:gd name="T12" fmla="*/ 61 w 93"/>
                  <a:gd name="T13" fmla="*/ 0 h 102"/>
                  <a:gd name="T14" fmla="*/ 51 w 93"/>
                  <a:gd name="T15" fmla="*/ 1 h 102"/>
                  <a:gd name="T16" fmla="*/ 43 w 93"/>
                  <a:gd name="T17" fmla="*/ 5 h 102"/>
                  <a:gd name="T18" fmla="*/ 35 w 93"/>
                  <a:gd name="T19" fmla="*/ 10 h 102"/>
                  <a:gd name="T20" fmla="*/ 28 w 93"/>
                  <a:gd name="T21" fmla="*/ 17 h 102"/>
                  <a:gd name="T22" fmla="*/ 24 w 93"/>
                  <a:gd name="T23" fmla="*/ 2 h 102"/>
                  <a:gd name="T24" fmla="*/ 17 w 93"/>
                  <a:gd name="T25" fmla="*/ 2 h 102"/>
                  <a:gd name="T26" fmla="*/ 11 w 93"/>
                  <a:gd name="T27" fmla="*/ 2 h 102"/>
                  <a:gd name="T28" fmla="*/ 3 w 93"/>
                  <a:gd name="T29" fmla="*/ 2 h 102"/>
                  <a:gd name="T30" fmla="*/ 0 w 93"/>
                  <a:gd name="T31" fmla="*/ 102 h 102"/>
                  <a:gd name="T32" fmla="*/ 7 w 93"/>
                  <a:gd name="T33" fmla="*/ 102 h 102"/>
                  <a:gd name="T34" fmla="*/ 15 w 93"/>
                  <a:gd name="T35" fmla="*/ 102 h 102"/>
                  <a:gd name="T36" fmla="*/ 22 w 93"/>
                  <a:gd name="T37" fmla="*/ 102 h 102"/>
                  <a:gd name="T38" fmla="*/ 29 w 93"/>
                  <a:gd name="T39" fmla="*/ 102 h 102"/>
                  <a:gd name="T40" fmla="*/ 28 w 93"/>
                  <a:gd name="T41" fmla="*/ 51 h 102"/>
                  <a:gd name="T42" fmla="*/ 29 w 93"/>
                  <a:gd name="T43" fmla="*/ 42 h 102"/>
                  <a:gd name="T44" fmla="*/ 30 w 93"/>
                  <a:gd name="T45" fmla="*/ 34 h 102"/>
                  <a:gd name="T46" fmla="*/ 31 w 93"/>
                  <a:gd name="T47" fmla="*/ 29 h 102"/>
                  <a:gd name="T48" fmla="*/ 34 w 93"/>
                  <a:gd name="T49" fmla="*/ 24 h 102"/>
                  <a:gd name="T50" fmla="*/ 37 w 93"/>
                  <a:gd name="T51" fmla="*/ 21 h 102"/>
                  <a:gd name="T52" fmla="*/ 41 w 93"/>
                  <a:gd name="T53" fmla="*/ 18 h 102"/>
                  <a:gd name="T54" fmla="*/ 45 w 93"/>
                  <a:gd name="T55" fmla="*/ 18 h 102"/>
                  <a:gd name="T56" fmla="*/ 50 w 93"/>
                  <a:gd name="T57" fmla="*/ 17 h 102"/>
                  <a:gd name="T58" fmla="*/ 54 w 93"/>
                  <a:gd name="T59" fmla="*/ 18 h 102"/>
                  <a:gd name="T60" fmla="*/ 57 w 93"/>
                  <a:gd name="T61" fmla="*/ 20 h 102"/>
                  <a:gd name="T62" fmla="*/ 60 w 93"/>
                  <a:gd name="T63" fmla="*/ 23 h 102"/>
                  <a:gd name="T64" fmla="*/ 62 w 93"/>
                  <a:gd name="T65" fmla="*/ 27 h 102"/>
                  <a:gd name="T66" fmla="*/ 63 w 93"/>
                  <a:gd name="T67" fmla="*/ 33 h 102"/>
                  <a:gd name="T68" fmla="*/ 65 w 93"/>
                  <a:gd name="T69" fmla="*/ 43 h 102"/>
                  <a:gd name="T70" fmla="*/ 65 w 93"/>
                  <a:gd name="T71" fmla="*/ 102 h 102"/>
                  <a:gd name="T72" fmla="*/ 71 w 93"/>
                  <a:gd name="T73" fmla="*/ 102 h 102"/>
                  <a:gd name="T74" fmla="*/ 79 w 93"/>
                  <a:gd name="T75" fmla="*/ 102 h 102"/>
                  <a:gd name="T76" fmla="*/ 86 w 93"/>
                  <a:gd name="T77" fmla="*/ 102 h 102"/>
                  <a:gd name="T78" fmla="*/ 93 w 93"/>
                  <a:gd name="T79" fmla="*/ 102 h 102"/>
                  <a:gd name="T80" fmla="*/ 93 w 93"/>
                  <a:gd name="T81" fmla="*/ 36 h 102"/>
                  <a:gd name="T82" fmla="*/ 92 w 93"/>
                  <a:gd name="T83" fmla="*/ 2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3" h="102">
                    <a:moveTo>
                      <a:pt x="92" y="27"/>
                    </a:moveTo>
                    <a:lnTo>
                      <a:pt x="91" y="23"/>
                    </a:lnTo>
                    <a:lnTo>
                      <a:pt x="91" y="20"/>
                    </a:lnTo>
                    <a:lnTo>
                      <a:pt x="89" y="16"/>
                    </a:lnTo>
                    <a:lnTo>
                      <a:pt x="87" y="13"/>
                    </a:lnTo>
                    <a:lnTo>
                      <a:pt x="86" y="10"/>
                    </a:lnTo>
                    <a:lnTo>
                      <a:pt x="83" y="8"/>
                    </a:lnTo>
                    <a:lnTo>
                      <a:pt x="81" y="6"/>
                    </a:lnTo>
                    <a:lnTo>
                      <a:pt x="79" y="4"/>
                    </a:lnTo>
                    <a:lnTo>
                      <a:pt x="75" y="2"/>
                    </a:lnTo>
                    <a:lnTo>
                      <a:pt x="72" y="2"/>
                    </a:lnTo>
                    <a:lnTo>
                      <a:pt x="68" y="1"/>
                    </a:lnTo>
                    <a:lnTo>
                      <a:pt x="65" y="0"/>
                    </a:lnTo>
                    <a:lnTo>
                      <a:pt x="61" y="0"/>
                    </a:lnTo>
                    <a:lnTo>
                      <a:pt x="56" y="0"/>
                    </a:lnTo>
                    <a:lnTo>
                      <a:pt x="51" y="1"/>
                    </a:lnTo>
                    <a:lnTo>
                      <a:pt x="47" y="3"/>
                    </a:lnTo>
                    <a:lnTo>
                      <a:pt x="43" y="5"/>
                    </a:lnTo>
                    <a:lnTo>
                      <a:pt x="39" y="7"/>
                    </a:lnTo>
                    <a:lnTo>
                      <a:pt x="35" y="10"/>
                    </a:lnTo>
                    <a:lnTo>
                      <a:pt x="31" y="14"/>
                    </a:lnTo>
                    <a:lnTo>
                      <a:pt x="28" y="17"/>
                    </a:lnTo>
                    <a:lnTo>
                      <a:pt x="28" y="2"/>
                    </a:lnTo>
                    <a:lnTo>
                      <a:pt x="24" y="2"/>
                    </a:lnTo>
                    <a:lnTo>
                      <a:pt x="21" y="2"/>
                    </a:lnTo>
                    <a:lnTo>
                      <a:pt x="17" y="2"/>
                    </a:lnTo>
                    <a:lnTo>
                      <a:pt x="14" y="2"/>
                    </a:lnTo>
                    <a:lnTo>
                      <a:pt x="11" y="2"/>
                    </a:lnTo>
                    <a:lnTo>
                      <a:pt x="7" y="2"/>
                    </a:lnTo>
                    <a:lnTo>
                      <a:pt x="3" y="2"/>
                    </a:lnTo>
                    <a:lnTo>
                      <a:pt x="0" y="2"/>
                    </a:lnTo>
                    <a:lnTo>
                      <a:pt x="0" y="102"/>
                    </a:lnTo>
                    <a:lnTo>
                      <a:pt x="4" y="102"/>
                    </a:lnTo>
                    <a:lnTo>
                      <a:pt x="7" y="102"/>
                    </a:lnTo>
                    <a:lnTo>
                      <a:pt x="11" y="102"/>
                    </a:lnTo>
                    <a:lnTo>
                      <a:pt x="15" y="102"/>
                    </a:lnTo>
                    <a:lnTo>
                      <a:pt x="19" y="102"/>
                    </a:lnTo>
                    <a:lnTo>
                      <a:pt x="22" y="102"/>
                    </a:lnTo>
                    <a:lnTo>
                      <a:pt x="26" y="102"/>
                    </a:lnTo>
                    <a:lnTo>
                      <a:pt x="29" y="102"/>
                    </a:lnTo>
                    <a:lnTo>
                      <a:pt x="29" y="55"/>
                    </a:lnTo>
                    <a:lnTo>
                      <a:pt x="28" y="51"/>
                    </a:lnTo>
                    <a:lnTo>
                      <a:pt x="29" y="46"/>
                    </a:lnTo>
                    <a:lnTo>
                      <a:pt x="29" y="42"/>
                    </a:lnTo>
                    <a:lnTo>
                      <a:pt x="29" y="38"/>
                    </a:lnTo>
                    <a:lnTo>
                      <a:pt x="30" y="34"/>
                    </a:lnTo>
                    <a:lnTo>
                      <a:pt x="31" y="32"/>
                    </a:lnTo>
                    <a:lnTo>
                      <a:pt x="31" y="29"/>
                    </a:lnTo>
                    <a:lnTo>
                      <a:pt x="33" y="26"/>
                    </a:lnTo>
                    <a:lnTo>
                      <a:pt x="34" y="24"/>
                    </a:lnTo>
                    <a:lnTo>
                      <a:pt x="35" y="22"/>
                    </a:lnTo>
                    <a:lnTo>
                      <a:pt x="37" y="21"/>
                    </a:lnTo>
                    <a:lnTo>
                      <a:pt x="39" y="19"/>
                    </a:lnTo>
                    <a:lnTo>
                      <a:pt x="41" y="18"/>
                    </a:lnTo>
                    <a:lnTo>
                      <a:pt x="43" y="18"/>
                    </a:lnTo>
                    <a:lnTo>
                      <a:pt x="45" y="18"/>
                    </a:lnTo>
                    <a:lnTo>
                      <a:pt x="47" y="17"/>
                    </a:lnTo>
                    <a:lnTo>
                      <a:pt x="50" y="17"/>
                    </a:lnTo>
                    <a:lnTo>
                      <a:pt x="52" y="18"/>
                    </a:lnTo>
                    <a:lnTo>
                      <a:pt x="54" y="18"/>
                    </a:lnTo>
                    <a:lnTo>
                      <a:pt x="55" y="19"/>
                    </a:lnTo>
                    <a:lnTo>
                      <a:pt x="57" y="20"/>
                    </a:lnTo>
                    <a:lnTo>
                      <a:pt x="59" y="22"/>
                    </a:lnTo>
                    <a:lnTo>
                      <a:pt x="60" y="23"/>
                    </a:lnTo>
                    <a:lnTo>
                      <a:pt x="61" y="26"/>
                    </a:lnTo>
                    <a:lnTo>
                      <a:pt x="62" y="27"/>
                    </a:lnTo>
                    <a:lnTo>
                      <a:pt x="63" y="30"/>
                    </a:lnTo>
                    <a:lnTo>
                      <a:pt x="63" y="33"/>
                    </a:lnTo>
                    <a:lnTo>
                      <a:pt x="64" y="36"/>
                    </a:lnTo>
                    <a:lnTo>
                      <a:pt x="65" y="43"/>
                    </a:lnTo>
                    <a:lnTo>
                      <a:pt x="65" y="51"/>
                    </a:lnTo>
                    <a:lnTo>
                      <a:pt x="65" y="102"/>
                    </a:lnTo>
                    <a:lnTo>
                      <a:pt x="68" y="102"/>
                    </a:lnTo>
                    <a:lnTo>
                      <a:pt x="71" y="102"/>
                    </a:lnTo>
                    <a:lnTo>
                      <a:pt x="75" y="102"/>
                    </a:lnTo>
                    <a:lnTo>
                      <a:pt x="79" y="102"/>
                    </a:lnTo>
                    <a:lnTo>
                      <a:pt x="83" y="102"/>
                    </a:lnTo>
                    <a:lnTo>
                      <a:pt x="86" y="102"/>
                    </a:lnTo>
                    <a:lnTo>
                      <a:pt x="90" y="102"/>
                    </a:lnTo>
                    <a:lnTo>
                      <a:pt x="93" y="102"/>
                    </a:lnTo>
                    <a:lnTo>
                      <a:pt x="93" y="42"/>
                    </a:lnTo>
                    <a:lnTo>
                      <a:pt x="93" y="36"/>
                    </a:lnTo>
                    <a:lnTo>
                      <a:pt x="93" y="32"/>
                    </a:lnTo>
                    <a:lnTo>
                      <a:pt x="92" y="27"/>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3" name="iṧļïḑe"/>
              <p:cNvSpPr/>
              <p:nvPr userDrawn="1"/>
            </p:nvSpPr>
            <p:spPr bwMode="auto">
              <a:xfrm>
                <a:off x="9426576" y="4102101"/>
                <a:ext cx="161925" cy="163513"/>
              </a:xfrm>
              <a:custGeom>
                <a:avLst/>
                <a:gdLst>
                  <a:gd name="T0" fmla="*/ 100 w 102"/>
                  <a:gd name="T1" fmla="*/ 34 h 103"/>
                  <a:gd name="T2" fmla="*/ 96 w 102"/>
                  <a:gd name="T3" fmla="*/ 25 h 103"/>
                  <a:gd name="T4" fmla="*/ 91 w 102"/>
                  <a:gd name="T5" fmla="*/ 17 h 103"/>
                  <a:gd name="T6" fmla="*/ 84 w 102"/>
                  <a:gd name="T7" fmla="*/ 10 h 103"/>
                  <a:gd name="T8" fmla="*/ 76 w 102"/>
                  <a:gd name="T9" fmla="*/ 6 h 103"/>
                  <a:gd name="T10" fmla="*/ 67 w 102"/>
                  <a:gd name="T11" fmla="*/ 2 h 103"/>
                  <a:gd name="T12" fmla="*/ 56 w 102"/>
                  <a:gd name="T13" fmla="*/ 1 h 103"/>
                  <a:gd name="T14" fmla="*/ 44 w 102"/>
                  <a:gd name="T15" fmla="*/ 1 h 103"/>
                  <a:gd name="T16" fmla="*/ 33 w 102"/>
                  <a:gd name="T17" fmla="*/ 2 h 103"/>
                  <a:gd name="T18" fmla="*/ 24 w 102"/>
                  <a:gd name="T19" fmla="*/ 6 h 103"/>
                  <a:gd name="T20" fmla="*/ 16 w 102"/>
                  <a:gd name="T21" fmla="*/ 12 h 103"/>
                  <a:gd name="T22" fmla="*/ 10 w 102"/>
                  <a:gd name="T23" fmla="*/ 18 h 103"/>
                  <a:gd name="T24" fmla="*/ 5 w 102"/>
                  <a:gd name="T25" fmla="*/ 27 h 103"/>
                  <a:gd name="T26" fmla="*/ 1 w 102"/>
                  <a:gd name="T27" fmla="*/ 37 h 103"/>
                  <a:gd name="T28" fmla="*/ 0 w 102"/>
                  <a:gd name="T29" fmla="*/ 48 h 103"/>
                  <a:gd name="T30" fmla="*/ 0 w 102"/>
                  <a:gd name="T31" fmla="*/ 61 h 103"/>
                  <a:gd name="T32" fmla="*/ 1 w 102"/>
                  <a:gd name="T33" fmla="*/ 71 h 103"/>
                  <a:gd name="T34" fmla="*/ 5 w 102"/>
                  <a:gd name="T35" fmla="*/ 80 h 103"/>
                  <a:gd name="T36" fmla="*/ 10 w 102"/>
                  <a:gd name="T37" fmla="*/ 87 h 103"/>
                  <a:gd name="T38" fmla="*/ 16 w 102"/>
                  <a:gd name="T39" fmla="*/ 94 h 103"/>
                  <a:gd name="T40" fmla="*/ 24 w 102"/>
                  <a:gd name="T41" fmla="*/ 98 h 103"/>
                  <a:gd name="T42" fmla="*/ 33 w 102"/>
                  <a:gd name="T43" fmla="*/ 102 h 103"/>
                  <a:gd name="T44" fmla="*/ 44 w 102"/>
                  <a:gd name="T45" fmla="*/ 103 h 103"/>
                  <a:gd name="T46" fmla="*/ 56 w 102"/>
                  <a:gd name="T47" fmla="*/ 103 h 103"/>
                  <a:gd name="T48" fmla="*/ 67 w 102"/>
                  <a:gd name="T49" fmla="*/ 102 h 103"/>
                  <a:gd name="T50" fmla="*/ 76 w 102"/>
                  <a:gd name="T51" fmla="*/ 98 h 103"/>
                  <a:gd name="T52" fmla="*/ 84 w 102"/>
                  <a:gd name="T53" fmla="*/ 92 h 103"/>
                  <a:gd name="T54" fmla="*/ 91 w 102"/>
                  <a:gd name="T55" fmla="*/ 86 h 103"/>
                  <a:gd name="T56" fmla="*/ 96 w 102"/>
                  <a:gd name="T57" fmla="*/ 78 h 103"/>
                  <a:gd name="T58" fmla="*/ 100 w 102"/>
                  <a:gd name="T59" fmla="*/ 68 h 103"/>
                  <a:gd name="T60" fmla="*/ 101 w 102"/>
                  <a:gd name="T61" fmla="*/ 56 h 103"/>
                  <a:gd name="T62" fmla="*/ 101 w 102"/>
                  <a:gd name="T63" fmla="*/ 44 h 103"/>
                  <a:gd name="T64" fmla="*/ 70 w 102"/>
                  <a:gd name="T65" fmla="*/ 58 h 103"/>
                  <a:gd name="T66" fmla="*/ 68 w 102"/>
                  <a:gd name="T67" fmla="*/ 72 h 103"/>
                  <a:gd name="T68" fmla="*/ 66 w 102"/>
                  <a:gd name="T69" fmla="*/ 79 h 103"/>
                  <a:gd name="T70" fmla="*/ 64 w 102"/>
                  <a:gd name="T71" fmla="*/ 86 h 103"/>
                  <a:gd name="T72" fmla="*/ 60 w 102"/>
                  <a:gd name="T73" fmla="*/ 91 h 103"/>
                  <a:gd name="T74" fmla="*/ 56 w 102"/>
                  <a:gd name="T75" fmla="*/ 94 h 103"/>
                  <a:gd name="T76" fmla="*/ 53 w 102"/>
                  <a:gd name="T77" fmla="*/ 95 h 103"/>
                  <a:gd name="T78" fmla="*/ 48 w 102"/>
                  <a:gd name="T79" fmla="*/ 95 h 103"/>
                  <a:gd name="T80" fmla="*/ 44 w 102"/>
                  <a:gd name="T81" fmla="*/ 94 h 103"/>
                  <a:gd name="T82" fmla="*/ 40 w 102"/>
                  <a:gd name="T83" fmla="*/ 91 h 103"/>
                  <a:gd name="T84" fmla="*/ 36 w 102"/>
                  <a:gd name="T85" fmla="*/ 87 h 103"/>
                  <a:gd name="T86" fmla="*/ 34 w 102"/>
                  <a:gd name="T87" fmla="*/ 83 h 103"/>
                  <a:gd name="T88" fmla="*/ 32 w 102"/>
                  <a:gd name="T89" fmla="*/ 75 h 103"/>
                  <a:gd name="T90" fmla="*/ 31 w 102"/>
                  <a:gd name="T91" fmla="*/ 68 h 103"/>
                  <a:gd name="T92" fmla="*/ 30 w 102"/>
                  <a:gd name="T93" fmla="*/ 59 h 103"/>
                  <a:gd name="T94" fmla="*/ 30 w 102"/>
                  <a:gd name="T95" fmla="*/ 49 h 103"/>
                  <a:gd name="T96" fmla="*/ 31 w 102"/>
                  <a:gd name="T97" fmla="*/ 38 h 103"/>
                  <a:gd name="T98" fmla="*/ 32 w 102"/>
                  <a:gd name="T99" fmla="*/ 30 h 103"/>
                  <a:gd name="T100" fmla="*/ 34 w 102"/>
                  <a:gd name="T101" fmla="*/ 23 h 103"/>
                  <a:gd name="T102" fmla="*/ 36 w 102"/>
                  <a:gd name="T103" fmla="*/ 18 h 103"/>
                  <a:gd name="T104" fmla="*/ 40 w 102"/>
                  <a:gd name="T105" fmla="*/ 14 h 103"/>
                  <a:gd name="T106" fmla="*/ 44 w 102"/>
                  <a:gd name="T107" fmla="*/ 10 h 103"/>
                  <a:gd name="T108" fmla="*/ 48 w 102"/>
                  <a:gd name="T109" fmla="*/ 9 h 103"/>
                  <a:gd name="T110" fmla="*/ 53 w 102"/>
                  <a:gd name="T111" fmla="*/ 9 h 103"/>
                  <a:gd name="T112" fmla="*/ 58 w 102"/>
                  <a:gd name="T113" fmla="*/ 10 h 103"/>
                  <a:gd name="T114" fmla="*/ 61 w 102"/>
                  <a:gd name="T115" fmla="*/ 13 h 103"/>
                  <a:gd name="T116" fmla="*/ 64 w 102"/>
                  <a:gd name="T117" fmla="*/ 16 h 103"/>
                  <a:gd name="T118" fmla="*/ 67 w 102"/>
                  <a:gd name="T119" fmla="*/ 22 h 103"/>
                  <a:gd name="T120" fmla="*/ 68 w 102"/>
                  <a:gd name="T121" fmla="*/ 27 h 103"/>
                  <a:gd name="T122" fmla="*/ 70 w 102"/>
                  <a:gd name="T123" fmla="*/ 38 h 103"/>
                  <a:gd name="T124" fmla="*/ 70 w 102"/>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2" h="103">
                    <a:moveTo>
                      <a:pt x="100" y="38"/>
                    </a:moveTo>
                    <a:lnTo>
                      <a:pt x="100" y="34"/>
                    </a:lnTo>
                    <a:lnTo>
                      <a:pt x="97" y="29"/>
                    </a:lnTo>
                    <a:lnTo>
                      <a:pt x="96" y="25"/>
                    </a:lnTo>
                    <a:lnTo>
                      <a:pt x="93" y="21"/>
                    </a:lnTo>
                    <a:lnTo>
                      <a:pt x="91" y="17"/>
                    </a:lnTo>
                    <a:lnTo>
                      <a:pt x="88" y="14"/>
                    </a:lnTo>
                    <a:lnTo>
                      <a:pt x="84" y="10"/>
                    </a:lnTo>
                    <a:lnTo>
                      <a:pt x="80" y="8"/>
                    </a:lnTo>
                    <a:lnTo>
                      <a:pt x="76" y="6"/>
                    </a:lnTo>
                    <a:lnTo>
                      <a:pt x="72" y="4"/>
                    </a:lnTo>
                    <a:lnTo>
                      <a:pt x="67" y="2"/>
                    </a:lnTo>
                    <a:lnTo>
                      <a:pt x="62" y="1"/>
                    </a:lnTo>
                    <a:lnTo>
                      <a:pt x="56" y="1"/>
                    </a:lnTo>
                    <a:lnTo>
                      <a:pt x="51" y="0"/>
                    </a:lnTo>
                    <a:lnTo>
                      <a:pt x="44" y="1"/>
                    </a:lnTo>
                    <a:lnTo>
                      <a:pt x="39" y="1"/>
                    </a:lnTo>
                    <a:lnTo>
                      <a:pt x="33" y="2"/>
                    </a:lnTo>
                    <a:lnTo>
                      <a:pt x="28" y="4"/>
                    </a:lnTo>
                    <a:lnTo>
                      <a:pt x="24" y="6"/>
                    </a:lnTo>
                    <a:lnTo>
                      <a:pt x="20" y="9"/>
                    </a:lnTo>
                    <a:lnTo>
                      <a:pt x="16" y="12"/>
                    </a:lnTo>
                    <a:lnTo>
                      <a:pt x="12" y="14"/>
                    </a:lnTo>
                    <a:lnTo>
                      <a:pt x="10" y="18"/>
                    </a:lnTo>
                    <a:lnTo>
                      <a:pt x="7" y="22"/>
                    </a:lnTo>
                    <a:lnTo>
                      <a:pt x="5" y="27"/>
                    </a:lnTo>
                    <a:lnTo>
                      <a:pt x="3" y="31"/>
                    </a:lnTo>
                    <a:lnTo>
                      <a:pt x="1" y="37"/>
                    </a:lnTo>
                    <a:lnTo>
                      <a:pt x="0" y="42"/>
                    </a:lnTo>
                    <a:lnTo>
                      <a:pt x="0" y="48"/>
                    </a:lnTo>
                    <a:lnTo>
                      <a:pt x="0" y="55"/>
                    </a:lnTo>
                    <a:lnTo>
                      <a:pt x="0" y="61"/>
                    </a:lnTo>
                    <a:lnTo>
                      <a:pt x="0" y="66"/>
                    </a:lnTo>
                    <a:lnTo>
                      <a:pt x="1" y="71"/>
                    </a:lnTo>
                    <a:lnTo>
                      <a:pt x="3" y="75"/>
                    </a:lnTo>
                    <a:lnTo>
                      <a:pt x="5" y="80"/>
                    </a:lnTo>
                    <a:lnTo>
                      <a:pt x="7" y="84"/>
                    </a:lnTo>
                    <a:lnTo>
                      <a:pt x="10" y="87"/>
                    </a:lnTo>
                    <a:lnTo>
                      <a:pt x="12" y="91"/>
                    </a:lnTo>
                    <a:lnTo>
                      <a:pt x="16" y="94"/>
                    </a:lnTo>
                    <a:lnTo>
                      <a:pt x="20" y="96"/>
                    </a:lnTo>
                    <a:lnTo>
                      <a:pt x="24" y="98"/>
                    </a:lnTo>
                    <a:lnTo>
                      <a:pt x="28" y="100"/>
                    </a:lnTo>
                    <a:lnTo>
                      <a:pt x="33" y="102"/>
                    </a:lnTo>
                    <a:lnTo>
                      <a:pt x="39" y="103"/>
                    </a:lnTo>
                    <a:lnTo>
                      <a:pt x="44" y="103"/>
                    </a:lnTo>
                    <a:lnTo>
                      <a:pt x="51" y="103"/>
                    </a:lnTo>
                    <a:lnTo>
                      <a:pt x="56" y="103"/>
                    </a:lnTo>
                    <a:lnTo>
                      <a:pt x="62" y="103"/>
                    </a:lnTo>
                    <a:lnTo>
                      <a:pt x="67" y="102"/>
                    </a:lnTo>
                    <a:lnTo>
                      <a:pt x="72" y="99"/>
                    </a:lnTo>
                    <a:lnTo>
                      <a:pt x="76" y="98"/>
                    </a:lnTo>
                    <a:lnTo>
                      <a:pt x="80" y="95"/>
                    </a:lnTo>
                    <a:lnTo>
                      <a:pt x="84" y="92"/>
                    </a:lnTo>
                    <a:lnTo>
                      <a:pt x="88" y="90"/>
                    </a:lnTo>
                    <a:lnTo>
                      <a:pt x="91" y="86"/>
                    </a:lnTo>
                    <a:lnTo>
                      <a:pt x="93" y="82"/>
                    </a:lnTo>
                    <a:lnTo>
                      <a:pt x="96" y="78"/>
                    </a:lnTo>
                    <a:lnTo>
                      <a:pt x="97" y="73"/>
                    </a:lnTo>
                    <a:lnTo>
                      <a:pt x="100" y="68"/>
                    </a:lnTo>
                    <a:lnTo>
                      <a:pt x="100" y="63"/>
                    </a:lnTo>
                    <a:lnTo>
                      <a:pt x="101" y="56"/>
                    </a:lnTo>
                    <a:lnTo>
                      <a:pt x="102" y="50"/>
                    </a:lnTo>
                    <a:lnTo>
                      <a:pt x="101" y="44"/>
                    </a:lnTo>
                    <a:lnTo>
                      <a:pt x="100" y="38"/>
                    </a:lnTo>
                    <a:close/>
                    <a:moveTo>
                      <a:pt x="70" y="58"/>
                    </a:moveTo>
                    <a:lnTo>
                      <a:pt x="69" y="68"/>
                    </a:lnTo>
                    <a:lnTo>
                      <a:pt x="68" y="72"/>
                    </a:lnTo>
                    <a:lnTo>
                      <a:pt x="68" y="76"/>
                    </a:lnTo>
                    <a:lnTo>
                      <a:pt x="66" y="79"/>
                    </a:lnTo>
                    <a:lnTo>
                      <a:pt x="65" y="83"/>
                    </a:lnTo>
                    <a:lnTo>
                      <a:pt x="64" y="86"/>
                    </a:lnTo>
                    <a:lnTo>
                      <a:pt x="62" y="88"/>
                    </a:lnTo>
                    <a:lnTo>
                      <a:pt x="60" y="91"/>
                    </a:lnTo>
                    <a:lnTo>
                      <a:pt x="59" y="92"/>
                    </a:lnTo>
                    <a:lnTo>
                      <a:pt x="56" y="94"/>
                    </a:lnTo>
                    <a:lnTo>
                      <a:pt x="55" y="95"/>
                    </a:lnTo>
                    <a:lnTo>
                      <a:pt x="53" y="95"/>
                    </a:lnTo>
                    <a:lnTo>
                      <a:pt x="51" y="95"/>
                    </a:lnTo>
                    <a:lnTo>
                      <a:pt x="48" y="95"/>
                    </a:lnTo>
                    <a:lnTo>
                      <a:pt x="45" y="95"/>
                    </a:lnTo>
                    <a:lnTo>
                      <a:pt x="44" y="94"/>
                    </a:lnTo>
                    <a:lnTo>
                      <a:pt x="41" y="93"/>
                    </a:lnTo>
                    <a:lnTo>
                      <a:pt x="40" y="91"/>
                    </a:lnTo>
                    <a:lnTo>
                      <a:pt x="38" y="90"/>
                    </a:lnTo>
                    <a:lnTo>
                      <a:pt x="36" y="87"/>
                    </a:lnTo>
                    <a:lnTo>
                      <a:pt x="35" y="85"/>
                    </a:lnTo>
                    <a:lnTo>
                      <a:pt x="34" y="83"/>
                    </a:lnTo>
                    <a:lnTo>
                      <a:pt x="32" y="79"/>
                    </a:lnTo>
                    <a:lnTo>
                      <a:pt x="32" y="75"/>
                    </a:lnTo>
                    <a:lnTo>
                      <a:pt x="32" y="72"/>
                    </a:lnTo>
                    <a:lnTo>
                      <a:pt x="31" y="68"/>
                    </a:lnTo>
                    <a:lnTo>
                      <a:pt x="31" y="63"/>
                    </a:lnTo>
                    <a:lnTo>
                      <a:pt x="30" y="59"/>
                    </a:lnTo>
                    <a:lnTo>
                      <a:pt x="30" y="54"/>
                    </a:lnTo>
                    <a:lnTo>
                      <a:pt x="30" y="49"/>
                    </a:lnTo>
                    <a:lnTo>
                      <a:pt x="31" y="43"/>
                    </a:lnTo>
                    <a:lnTo>
                      <a:pt x="31" y="38"/>
                    </a:lnTo>
                    <a:lnTo>
                      <a:pt x="32" y="34"/>
                    </a:lnTo>
                    <a:lnTo>
                      <a:pt x="32" y="30"/>
                    </a:lnTo>
                    <a:lnTo>
                      <a:pt x="33" y="27"/>
                    </a:lnTo>
                    <a:lnTo>
                      <a:pt x="34" y="23"/>
                    </a:lnTo>
                    <a:lnTo>
                      <a:pt x="36" y="21"/>
                    </a:lnTo>
                    <a:lnTo>
                      <a:pt x="36" y="18"/>
                    </a:lnTo>
                    <a:lnTo>
                      <a:pt x="38" y="16"/>
                    </a:lnTo>
                    <a:lnTo>
                      <a:pt x="40" y="14"/>
                    </a:lnTo>
                    <a:lnTo>
                      <a:pt x="42" y="12"/>
                    </a:lnTo>
                    <a:lnTo>
                      <a:pt x="44" y="10"/>
                    </a:lnTo>
                    <a:lnTo>
                      <a:pt x="46" y="10"/>
                    </a:lnTo>
                    <a:lnTo>
                      <a:pt x="48" y="9"/>
                    </a:lnTo>
                    <a:lnTo>
                      <a:pt x="51" y="9"/>
                    </a:lnTo>
                    <a:lnTo>
                      <a:pt x="53" y="9"/>
                    </a:lnTo>
                    <a:lnTo>
                      <a:pt x="56" y="10"/>
                    </a:lnTo>
                    <a:lnTo>
                      <a:pt x="58" y="10"/>
                    </a:lnTo>
                    <a:lnTo>
                      <a:pt x="60" y="11"/>
                    </a:lnTo>
                    <a:lnTo>
                      <a:pt x="61" y="13"/>
                    </a:lnTo>
                    <a:lnTo>
                      <a:pt x="63" y="14"/>
                    </a:lnTo>
                    <a:lnTo>
                      <a:pt x="64" y="16"/>
                    </a:lnTo>
                    <a:lnTo>
                      <a:pt x="66" y="18"/>
                    </a:lnTo>
                    <a:lnTo>
                      <a:pt x="67" y="22"/>
                    </a:lnTo>
                    <a:lnTo>
                      <a:pt x="68" y="24"/>
                    </a:lnTo>
                    <a:lnTo>
                      <a:pt x="68" y="27"/>
                    </a:lnTo>
                    <a:lnTo>
                      <a:pt x="69" y="30"/>
                    </a:lnTo>
                    <a:lnTo>
                      <a:pt x="70" y="38"/>
                    </a:lnTo>
                    <a:lnTo>
                      <a:pt x="71" y="47"/>
                    </a:lnTo>
                    <a:lnTo>
                      <a:pt x="70"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4" name="ïṧļïdé"/>
              <p:cNvSpPr/>
              <p:nvPr userDrawn="1"/>
            </p:nvSpPr>
            <p:spPr bwMode="auto">
              <a:xfrm>
                <a:off x="9640888" y="4014788"/>
                <a:ext cx="44450" cy="249238"/>
              </a:xfrm>
              <a:custGeom>
                <a:avLst/>
                <a:gdLst>
                  <a:gd name="T0" fmla="*/ 20 w 28"/>
                  <a:gd name="T1" fmla="*/ 1 h 157"/>
                  <a:gd name="T2" fmla="*/ 17 w 28"/>
                  <a:gd name="T3" fmla="*/ 1 h 157"/>
                  <a:gd name="T4" fmla="*/ 14 w 28"/>
                  <a:gd name="T5" fmla="*/ 1 h 157"/>
                  <a:gd name="T6" fmla="*/ 13 w 28"/>
                  <a:gd name="T7" fmla="*/ 1 h 157"/>
                  <a:gd name="T8" fmla="*/ 11 w 28"/>
                  <a:gd name="T9" fmla="*/ 1 h 157"/>
                  <a:gd name="T10" fmla="*/ 9 w 28"/>
                  <a:gd name="T11" fmla="*/ 1 h 157"/>
                  <a:gd name="T12" fmla="*/ 7 w 28"/>
                  <a:gd name="T13" fmla="*/ 1 h 157"/>
                  <a:gd name="T14" fmla="*/ 3 w 28"/>
                  <a:gd name="T15" fmla="*/ 0 h 157"/>
                  <a:gd name="T16" fmla="*/ 0 w 28"/>
                  <a:gd name="T17" fmla="*/ 0 h 157"/>
                  <a:gd name="T18" fmla="*/ 0 w 28"/>
                  <a:gd name="T19" fmla="*/ 157 h 157"/>
                  <a:gd name="T20" fmla="*/ 3 w 28"/>
                  <a:gd name="T21" fmla="*/ 157 h 157"/>
                  <a:gd name="T22" fmla="*/ 7 w 28"/>
                  <a:gd name="T23" fmla="*/ 157 h 157"/>
                  <a:gd name="T24" fmla="*/ 11 w 28"/>
                  <a:gd name="T25" fmla="*/ 157 h 157"/>
                  <a:gd name="T26" fmla="*/ 14 w 28"/>
                  <a:gd name="T27" fmla="*/ 157 h 157"/>
                  <a:gd name="T28" fmla="*/ 17 w 28"/>
                  <a:gd name="T29" fmla="*/ 157 h 157"/>
                  <a:gd name="T30" fmla="*/ 21 w 28"/>
                  <a:gd name="T31" fmla="*/ 157 h 157"/>
                  <a:gd name="T32" fmla="*/ 24 w 28"/>
                  <a:gd name="T33" fmla="*/ 157 h 157"/>
                  <a:gd name="T34" fmla="*/ 28 w 28"/>
                  <a:gd name="T35" fmla="*/ 157 h 157"/>
                  <a:gd name="T36" fmla="*/ 28 w 28"/>
                  <a:gd name="T37" fmla="*/ 0 h 157"/>
                  <a:gd name="T38" fmla="*/ 25 w 28"/>
                  <a:gd name="T39" fmla="*/ 0 h 157"/>
                  <a:gd name="T40" fmla="*/ 20 w 28"/>
                  <a:gd name="T41" fmla="*/ 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57">
                    <a:moveTo>
                      <a:pt x="20" y="1"/>
                    </a:moveTo>
                    <a:lnTo>
                      <a:pt x="17" y="1"/>
                    </a:lnTo>
                    <a:lnTo>
                      <a:pt x="14" y="1"/>
                    </a:lnTo>
                    <a:lnTo>
                      <a:pt x="13" y="1"/>
                    </a:lnTo>
                    <a:lnTo>
                      <a:pt x="11" y="1"/>
                    </a:lnTo>
                    <a:lnTo>
                      <a:pt x="9" y="1"/>
                    </a:lnTo>
                    <a:lnTo>
                      <a:pt x="7" y="1"/>
                    </a:lnTo>
                    <a:lnTo>
                      <a:pt x="3" y="0"/>
                    </a:lnTo>
                    <a:lnTo>
                      <a:pt x="0" y="0"/>
                    </a:lnTo>
                    <a:lnTo>
                      <a:pt x="0" y="157"/>
                    </a:lnTo>
                    <a:lnTo>
                      <a:pt x="3" y="157"/>
                    </a:lnTo>
                    <a:lnTo>
                      <a:pt x="7" y="157"/>
                    </a:lnTo>
                    <a:lnTo>
                      <a:pt x="11" y="157"/>
                    </a:lnTo>
                    <a:lnTo>
                      <a:pt x="14" y="157"/>
                    </a:lnTo>
                    <a:lnTo>
                      <a:pt x="17" y="157"/>
                    </a:lnTo>
                    <a:lnTo>
                      <a:pt x="21" y="157"/>
                    </a:lnTo>
                    <a:lnTo>
                      <a:pt x="24" y="157"/>
                    </a:lnTo>
                    <a:lnTo>
                      <a:pt x="28" y="157"/>
                    </a:lnTo>
                    <a:lnTo>
                      <a:pt x="28" y="0"/>
                    </a:lnTo>
                    <a:lnTo>
                      <a:pt x="25" y="0"/>
                    </a:lnTo>
                    <a:lnTo>
                      <a:pt x="20" y="1"/>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5" name="íṩliďé"/>
              <p:cNvSpPr/>
              <p:nvPr userDrawn="1"/>
            </p:nvSpPr>
            <p:spPr bwMode="auto">
              <a:xfrm>
                <a:off x="9737726" y="4102101"/>
                <a:ext cx="163513" cy="163513"/>
              </a:xfrm>
              <a:custGeom>
                <a:avLst/>
                <a:gdLst>
                  <a:gd name="T0" fmla="*/ 100 w 103"/>
                  <a:gd name="T1" fmla="*/ 34 h 103"/>
                  <a:gd name="T2" fmla="*/ 96 w 103"/>
                  <a:gd name="T3" fmla="*/ 25 h 103"/>
                  <a:gd name="T4" fmla="*/ 92 w 103"/>
                  <a:gd name="T5" fmla="*/ 17 h 103"/>
                  <a:gd name="T6" fmla="*/ 85 w 103"/>
                  <a:gd name="T7" fmla="*/ 10 h 103"/>
                  <a:gd name="T8" fmla="*/ 77 w 103"/>
                  <a:gd name="T9" fmla="*/ 6 h 103"/>
                  <a:gd name="T10" fmla="*/ 68 w 103"/>
                  <a:gd name="T11" fmla="*/ 2 h 103"/>
                  <a:gd name="T12" fmla="*/ 57 w 103"/>
                  <a:gd name="T13" fmla="*/ 1 h 103"/>
                  <a:gd name="T14" fmla="*/ 45 w 103"/>
                  <a:gd name="T15" fmla="*/ 1 h 103"/>
                  <a:gd name="T16" fmla="*/ 35 w 103"/>
                  <a:gd name="T17" fmla="*/ 2 h 103"/>
                  <a:gd name="T18" fmla="*/ 25 w 103"/>
                  <a:gd name="T19" fmla="*/ 6 h 103"/>
                  <a:gd name="T20" fmla="*/ 17 w 103"/>
                  <a:gd name="T21" fmla="*/ 12 h 103"/>
                  <a:gd name="T22" fmla="*/ 11 w 103"/>
                  <a:gd name="T23" fmla="*/ 18 h 103"/>
                  <a:gd name="T24" fmla="*/ 5 w 103"/>
                  <a:gd name="T25" fmla="*/ 27 h 103"/>
                  <a:gd name="T26" fmla="*/ 2 w 103"/>
                  <a:gd name="T27" fmla="*/ 37 h 103"/>
                  <a:gd name="T28" fmla="*/ 0 w 103"/>
                  <a:gd name="T29" fmla="*/ 48 h 103"/>
                  <a:gd name="T30" fmla="*/ 0 w 103"/>
                  <a:gd name="T31" fmla="*/ 61 h 103"/>
                  <a:gd name="T32" fmla="*/ 2 w 103"/>
                  <a:gd name="T33" fmla="*/ 71 h 103"/>
                  <a:gd name="T34" fmla="*/ 5 w 103"/>
                  <a:gd name="T35" fmla="*/ 80 h 103"/>
                  <a:gd name="T36" fmla="*/ 11 w 103"/>
                  <a:gd name="T37" fmla="*/ 87 h 103"/>
                  <a:gd name="T38" fmla="*/ 17 w 103"/>
                  <a:gd name="T39" fmla="*/ 94 h 103"/>
                  <a:gd name="T40" fmla="*/ 25 w 103"/>
                  <a:gd name="T41" fmla="*/ 98 h 103"/>
                  <a:gd name="T42" fmla="*/ 35 w 103"/>
                  <a:gd name="T43" fmla="*/ 102 h 103"/>
                  <a:gd name="T44" fmla="*/ 45 w 103"/>
                  <a:gd name="T45" fmla="*/ 103 h 103"/>
                  <a:gd name="T46" fmla="*/ 57 w 103"/>
                  <a:gd name="T47" fmla="*/ 103 h 103"/>
                  <a:gd name="T48" fmla="*/ 68 w 103"/>
                  <a:gd name="T49" fmla="*/ 102 h 103"/>
                  <a:gd name="T50" fmla="*/ 77 w 103"/>
                  <a:gd name="T51" fmla="*/ 98 h 103"/>
                  <a:gd name="T52" fmla="*/ 85 w 103"/>
                  <a:gd name="T53" fmla="*/ 92 h 103"/>
                  <a:gd name="T54" fmla="*/ 92 w 103"/>
                  <a:gd name="T55" fmla="*/ 86 h 103"/>
                  <a:gd name="T56" fmla="*/ 96 w 103"/>
                  <a:gd name="T57" fmla="*/ 78 h 103"/>
                  <a:gd name="T58" fmla="*/ 100 w 103"/>
                  <a:gd name="T59" fmla="*/ 68 h 103"/>
                  <a:gd name="T60" fmla="*/ 102 w 103"/>
                  <a:gd name="T61" fmla="*/ 56 h 103"/>
                  <a:gd name="T62" fmla="*/ 102 w 103"/>
                  <a:gd name="T63" fmla="*/ 44 h 103"/>
                  <a:gd name="T64" fmla="*/ 71 w 103"/>
                  <a:gd name="T65" fmla="*/ 58 h 103"/>
                  <a:gd name="T66" fmla="*/ 69 w 103"/>
                  <a:gd name="T67" fmla="*/ 72 h 103"/>
                  <a:gd name="T68" fmla="*/ 67 w 103"/>
                  <a:gd name="T69" fmla="*/ 79 h 103"/>
                  <a:gd name="T70" fmla="*/ 64 w 103"/>
                  <a:gd name="T71" fmla="*/ 86 h 103"/>
                  <a:gd name="T72" fmla="*/ 61 w 103"/>
                  <a:gd name="T73" fmla="*/ 91 h 103"/>
                  <a:gd name="T74" fmla="*/ 58 w 103"/>
                  <a:gd name="T75" fmla="*/ 94 h 103"/>
                  <a:gd name="T76" fmla="*/ 53 w 103"/>
                  <a:gd name="T77" fmla="*/ 95 h 103"/>
                  <a:gd name="T78" fmla="*/ 49 w 103"/>
                  <a:gd name="T79" fmla="*/ 95 h 103"/>
                  <a:gd name="T80" fmla="*/ 44 w 103"/>
                  <a:gd name="T81" fmla="*/ 94 h 103"/>
                  <a:gd name="T82" fmla="*/ 40 w 103"/>
                  <a:gd name="T83" fmla="*/ 91 h 103"/>
                  <a:gd name="T84" fmla="*/ 37 w 103"/>
                  <a:gd name="T85" fmla="*/ 87 h 103"/>
                  <a:gd name="T86" fmla="*/ 35 w 103"/>
                  <a:gd name="T87" fmla="*/ 83 h 103"/>
                  <a:gd name="T88" fmla="*/ 33 w 103"/>
                  <a:gd name="T89" fmla="*/ 75 h 103"/>
                  <a:gd name="T90" fmla="*/ 32 w 103"/>
                  <a:gd name="T91" fmla="*/ 68 h 103"/>
                  <a:gd name="T92" fmla="*/ 31 w 103"/>
                  <a:gd name="T93" fmla="*/ 59 h 103"/>
                  <a:gd name="T94" fmla="*/ 31 w 103"/>
                  <a:gd name="T95" fmla="*/ 49 h 103"/>
                  <a:gd name="T96" fmla="*/ 32 w 103"/>
                  <a:gd name="T97" fmla="*/ 38 h 103"/>
                  <a:gd name="T98" fmla="*/ 33 w 103"/>
                  <a:gd name="T99" fmla="*/ 30 h 103"/>
                  <a:gd name="T100" fmla="*/ 35 w 103"/>
                  <a:gd name="T101" fmla="*/ 23 h 103"/>
                  <a:gd name="T102" fmla="*/ 38 w 103"/>
                  <a:gd name="T103" fmla="*/ 18 h 103"/>
                  <a:gd name="T104" fmla="*/ 41 w 103"/>
                  <a:gd name="T105" fmla="*/ 14 h 103"/>
                  <a:gd name="T106" fmla="*/ 45 w 103"/>
                  <a:gd name="T107" fmla="*/ 10 h 103"/>
                  <a:gd name="T108" fmla="*/ 50 w 103"/>
                  <a:gd name="T109" fmla="*/ 9 h 103"/>
                  <a:gd name="T110" fmla="*/ 55 w 103"/>
                  <a:gd name="T111" fmla="*/ 9 h 103"/>
                  <a:gd name="T112" fmla="*/ 59 w 103"/>
                  <a:gd name="T113" fmla="*/ 10 h 103"/>
                  <a:gd name="T114" fmla="*/ 62 w 103"/>
                  <a:gd name="T115" fmla="*/ 13 h 103"/>
                  <a:gd name="T116" fmla="*/ 65 w 103"/>
                  <a:gd name="T117" fmla="*/ 16 h 103"/>
                  <a:gd name="T118" fmla="*/ 68 w 103"/>
                  <a:gd name="T119" fmla="*/ 22 h 103"/>
                  <a:gd name="T120" fmla="*/ 69 w 103"/>
                  <a:gd name="T121" fmla="*/ 27 h 103"/>
                  <a:gd name="T122" fmla="*/ 72 w 103"/>
                  <a:gd name="T123" fmla="*/ 38 h 103"/>
                  <a:gd name="T124" fmla="*/ 71 w 103"/>
                  <a:gd name="T125" fmla="*/ 5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3" h="103">
                    <a:moveTo>
                      <a:pt x="101" y="38"/>
                    </a:moveTo>
                    <a:lnTo>
                      <a:pt x="100" y="34"/>
                    </a:lnTo>
                    <a:lnTo>
                      <a:pt x="99" y="29"/>
                    </a:lnTo>
                    <a:lnTo>
                      <a:pt x="96" y="25"/>
                    </a:lnTo>
                    <a:lnTo>
                      <a:pt x="94" y="21"/>
                    </a:lnTo>
                    <a:lnTo>
                      <a:pt x="92" y="17"/>
                    </a:lnTo>
                    <a:lnTo>
                      <a:pt x="88" y="14"/>
                    </a:lnTo>
                    <a:lnTo>
                      <a:pt x="85" y="10"/>
                    </a:lnTo>
                    <a:lnTo>
                      <a:pt x="81" y="8"/>
                    </a:lnTo>
                    <a:lnTo>
                      <a:pt x="77" y="6"/>
                    </a:lnTo>
                    <a:lnTo>
                      <a:pt x="73" y="4"/>
                    </a:lnTo>
                    <a:lnTo>
                      <a:pt x="68" y="2"/>
                    </a:lnTo>
                    <a:lnTo>
                      <a:pt x="63" y="1"/>
                    </a:lnTo>
                    <a:lnTo>
                      <a:pt x="57" y="1"/>
                    </a:lnTo>
                    <a:lnTo>
                      <a:pt x="52" y="0"/>
                    </a:lnTo>
                    <a:lnTo>
                      <a:pt x="45" y="1"/>
                    </a:lnTo>
                    <a:lnTo>
                      <a:pt x="40" y="1"/>
                    </a:lnTo>
                    <a:lnTo>
                      <a:pt x="35" y="2"/>
                    </a:lnTo>
                    <a:lnTo>
                      <a:pt x="29" y="4"/>
                    </a:lnTo>
                    <a:lnTo>
                      <a:pt x="25" y="6"/>
                    </a:lnTo>
                    <a:lnTo>
                      <a:pt x="20" y="9"/>
                    </a:lnTo>
                    <a:lnTo>
                      <a:pt x="17" y="12"/>
                    </a:lnTo>
                    <a:lnTo>
                      <a:pt x="14" y="14"/>
                    </a:lnTo>
                    <a:lnTo>
                      <a:pt x="11" y="18"/>
                    </a:lnTo>
                    <a:lnTo>
                      <a:pt x="8" y="22"/>
                    </a:lnTo>
                    <a:lnTo>
                      <a:pt x="5" y="27"/>
                    </a:lnTo>
                    <a:lnTo>
                      <a:pt x="4" y="31"/>
                    </a:lnTo>
                    <a:lnTo>
                      <a:pt x="2" y="37"/>
                    </a:lnTo>
                    <a:lnTo>
                      <a:pt x="1" y="42"/>
                    </a:lnTo>
                    <a:lnTo>
                      <a:pt x="0" y="48"/>
                    </a:lnTo>
                    <a:lnTo>
                      <a:pt x="0" y="55"/>
                    </a:lnTo>
                    <a:lnTo>
                      <a:pt x="0" y="61"/>
                    </a:lnTo>
                    <a:lnTo>
                      <a:pt x="1" y="66"/>
                    </a:lnTo>
                    <a:lnTo>
                      <a:pt x="2" y="71"/>
                    </a:lnTo>
                    <a:lnTo>
                      <a:pt x="4" y="75"/>
                    </a:lnTo>
                    <a:lnTo>
                      <a:pt x="5" y="80"/>
                    </a:lnTo>
                    <a:lnTo>
                      <a:pt x="8" y="84"/>
                    </a:lnTo>
                    <a:lnTo>
                      <a:pt x="11" y="87"/>
                    </a:lnTo>
                    <a:lnTo>
                      <a:pt x="14" y="91"/>
                    </a:lnTo>
                    <a:lnTo>
                      <a:pt x="17" y="94"/>
                    </a:lnTo>
                    <a:lnTo>
                      <a:pt x="20" y="96"/>
                    </a:lnTo>
                    <a:lnTo>
                      <a:pt x="25" y="98"/>
                    </a:lnTo>
                    <a:lnTo>
                      <a:pt x="29" y="100"/>
                    </a:lnTo>
                    <a:lnTo>
                      <a:pt x="35" y="102"/>
                    </a:lnTo>
                    <a:lnTo>
                      <a:pt x="40" y="103"/>
                    </a:lnTo>
                    <a:lnTo>
                      <a:pt x="45" y="103"/>
                    </a:lnTo>
                    <a:lnTo>
                      <a:pt x="52" y="103"/>
                    </a:lnTo>
                    <a:lnTo>
                      <a:pt x="57" y="103"/>
                    </a:lnTo>
                    <a:lnTo>
                      <a:pt x="63" y="103"/>
                    </a:lnTo>
                    <a:lnTo>
                      <a:pt x="68" y="102"/>
                    </a:lnTo>
                    <a:lnTo>
                      <a:pt x="73" y="99"/>
                    </a:lnTo>
                    <a:lnTo>
                      <a:pt x="77" y="98"/>
                    </a:lnTo>
                    <a:lnTo>
                      <a:pt x="81" y="95"/>
                    </a:lnTo>
                    <a:lnTo>
                      <a:pt x="85" y="92"/>
                    </a:lnTo>
                    <a:lnTo>
                      <a:pt x="88" y="90"/>
                    </a:lnTo>
                    <a:lnTo>
                      <a:pt x="92" y="86"/>
                    </a:lnTo>
                    <a:lnTo>
                      <a:pt x="94" y="82"/>
                    </a:lnTo>
                    <a:lnTo>
                      <a:pt x="96" y="78"/>
                    </a:lnTo>
                    <a:lnTo>
                      <a:pt x="99" y="73"/>
                    </a:lnTo>
                    <a:lnTo>
                      <a:pt x="100" y="68"/>
                    </a:lnTo>
                    <a:lnTo>
                      <a:pt x="101" y="63"/>
                    </a:lnTo>
                    <a:lnTo>
                      <a:pt x="102" y="56"/>
                    </a:lnTo>
                    <a:lnTo>
                      <a:pt x="103" y="50"/>
                    </a:lnTo>
                    <a:lnTo>
                      <a:pt x="102" y="44"/>
                    </a:lnTo>
                    <a:lnTo>
                      <a:pt x="101" y="38"/>
                    </a:lnTo>
                    <a:close/>
                    <a:moveTo>
                      <a:pt x="71" y="58"/>
                    </a:moveTo>
                    <a:lnTo>
                      <a:pt x="70" y="68"/>
                    </a:lnTo>
                    <a:lnTo>
                      <a:pt x="69" y="72"/>
                    </a:lnTo>
                    <a:lnTo>
                      <a:pt x="68" y="76"/>
                    </a:lnTo>
                    <a:lnTo>
                      <a:pt x="67" y="79"/>
                    </a:lnTo>
                    <a:lnTo>
                      <a:pt x="66" y="83"/>
                    </a:lnTo>
                    <a:lnTo>
                      <a:pt x="64" y="86"/>
                    </a:lnTo>
                    <a:lnTo>
                      <a:pt x="63" y="88"/>
                    </a:lnTo>
                    <a:lnTo>
                      <a:pt x="61" y="91"/>
                    </a:lnTo>
                    <a:lnTo>
                      <a:pt x="60" y="92"/>
                    </a:lnTo>
                    <a:lnTo>
                      <a:pt x="58" y="94"/>
                    </a:lnTo>
                    <a:lnTo>
                      <a:pt x="56" y="95"/>
                    </a:lnTo>
                    <a:lnTo>
                      <a:pt x="53" y="95"/>
                    </a:lnTo>
                    <a:lnTo>
                      <a:pt x="52" y="95"/>
                    </a:lnTo>
                    <a:lnTo>
                      <a:pt x="49" y="95"/>
                    </a:lnTo>
                    <a:lnTo>
                      <a:pt x="47" y="95"/>
                    </a:lnTo>
                    <a:lnTo>
                      <a:pt x="44" y="94"/>
                    </a:lnTo>
                    <a:lnTo>
                      <a:pt x="42" y="93"/>
                    </a:lnTo>
                    <a:lnTo>
                      <a:pt x="40" y="91"/>
                    </a:lnTo>
                    <a:lnTo>
                      <a:pt x="39" y="90"/>
                    </a:lnTo>
                    <a:lnTo>
                      <a:pt x="37" y="87"/>
                    </a:lnTo>
                    <a:lnTo>
                      <a:pt x="36" y="85"/>
                    </a:lnTo>
                    <a:lnTo>
                      <a:pt x="35" y="83"/>
                    </a:lnTo>
                    <a:lnTo>
                      <a:pt x="34" y="79"/>
                    </a:lnTo>
                    <a:lnTo>
                      <a:pt x="33" y="75"/>
                    </a:lnTo>
                    <a:lnTo>
                      <a:pt x="32" y="72"/>
                    </a:lnTo>
                    <a:lnTo>
                      <a:pt x="32" y="68"/>
                    </a:lnTo>
                    <a:lnTo>
                      <a:pt x="31" y="63"/>
                    </a:lnTo>
                    <a:lnTo>
                      <a:pt x="31" y="59"/>
                    </a:lnTo>
                    <a:lnTo>
                      <a:pt x="31" y="54"/>
                    </a:lnTo>
                    <a:lnTo>
                      <a:pt x="31" y="49"/>
                    </a:lnTo>
                    <a:lnTo>
                      <a:pt x="31" y="43"/>
                    </a:lnTo>
                    <a:lnTo>
                      <a:pt x="32" y="38"/>
                    </a:lnTo>
                    <a:lnTo>
                      <a:pt x="32" y="34"/>
                    </a:lnTo>
                    <a:lnTo>
                      <a:pt x="33" y="30"/>
                    </a:lnTo>
                    <a:lnTo>
                      <a:pt x="34" y="27"/>
                    </a:lnTo>
                    <a:lnTo>
                      <a:pt x="35" y="23"/>
                    </a:lnTo>
                    <a:lnTo>
                      <a:pt x="36" y="21"/>
                    </a:lnTo>
                    <a:lnTo>
                      <a:pt x="38" y="18"/>
                    </a:lnTo>
                    <a:lnTo>
                      <a:pt x="39" y="16"/>
                    </a:lnTo>
                    <a:lnTo>
                      <a:pt x="41" y="14"/>
                    </a:lnTo>
                    <a:lnTo>
                      <a:pt x="43" y="12"/>
                    </a:lnTo>
                    <a:lnTo>
                      <a:pt x="45" y="10"/>
                    </a:lnTo>
                    <a:lnTo>
                      <a:pt x="48" y="10"/>
                    </a:lnTo>
                    <a:lnTo>
                      <a:pt x="50" y="9"/>
                    </a:lnTo>
                    <a:lnTo>
                      <a:pt x="52" y="9"/>
                    </a:lnTo>
                    <a:lnTo>
                      <a:pt x="55" y="9"/>
                    </a:lnTo>
                    <a:lnTo>
                      <a:pt x="56" y="10"/>
                    </a:lnTo>
                    <a:lnTo>
                      <a:pt x="59" y="10"/>
                    </a:lnTo>
                    <a:lnTo>
                      <a:pt x="60" y="11"/>
                    </a:lnTo>
                    <a:lnTo>
                      <a:pt x="62" y="13"/>
                    </a:lnTo>
                    <a:lnTo>
                      <a:pt x="64" y="14"/>
                    </a:lnTo>
                    <a:lnTo>
                      <a:pt x="65" y="16"/>
                    </a:lnTo>
                    <a:lnTo>
                      <a:pt x="66" y="18"/>
                    </a:lnTo>
                    <a:lnTo>
                      <a:pt x="68" y="22"/>
                    </a:lnTo>
                    <a:lnTo>
                      <a:pt x="68" y="24"/>
                    </a:lnTo>
                    <a:lnTo>
                      <a:pt x="69" y="27"/>
                    </a:lnTo>
                    <a:lnTo>
                      <a:pt x="70" y="30"/>
                    </a:lnTo>
                    <a:lnTo>
                      <a:pt x="72" y="38"/>
                    </a:lnTo>
                    <a:lnTo>
                      <a:pt x="72" y="47"/>
                    </a:lnTo>
                    <a:lnTo>
                      <a:pt x="71" y="58"/>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6" name="iṩ1ïḑé"/>
              <p:cNvSpPr/>
              <p:nvPr userDrawn="1"/>
            </p:nvSpPr>
            <p:spPr bwMode="auto">
              <a:xfrm>
                <a:off x="9939338" y="4102101"/>
                <a:ext cx="152400" cy="247650"/>
              </a:xfrm>
              <a:custGeom>
                <a:avLst/>
                <a:gdLst>
                  <a:gd name="T0" fmla="*/ 90 w 96"/>
                  <a:gd name="T1" fmla="*/ 95 h 156"/>
                  <a:gd name="T2" fmla="*/ 79 w 96"/>
                  <a:gd name="T3" fmla="*/ 88 h 156"/>
                  <a:gd name="T4" fmla="*/ 48 w 96"/>
                  <a:gd name="T5" fmla="*/ 85 h 156"/>
                  <a:gd name="T6" fmla="*/ 34 w 96"/>
                  <a:gd name="T7" fmla="*/ 82 h 156"/>
                  <a:gd name="T8" fmla="*/ 30 w 96"/>
                  <a:gd name="T9" fmla="*/ 75 h 156"/>
                  <a:gd name="T10" fmla="*/ 33 w 96"/>
                  <a:gd name="T11" fmla="*/ 70 h 156"/>
                  <a:gd name="T12" fmla="*/ 41 w 96"/>
                  <a:gd name="T13" fmla="*/ 67 h 156"/>
                  <a:gd name="T14" fmla="*/ 57 w 96"/>
                  <a:gd name="T15" fmla="*/ 66 h 156"/>
                  <a:gd name="T16" fmla="*/ 74 w 96"/>
                  <a:gd name="T17" fmla="*/ 58 h 156"/>
                  <a:gd name="T18" fmla="*/ 84 w 96"/>
                  <a:gd name="T19" fmla="*/ 44 h 156"/>
                  <a:gd name="T20" fmla="*/ 86 w 96"/>
                  <a:gd name="T21" fmla="*/ 26 h 156"/>
                  <a:gd name="T22" fmla="*/ 78 w 96"/>
                  <a:gd name="T23" fmla="*/ 12 h 156"/>
                  <a:gd name="T24" fmla="*/ 64 w 96"/>
                  <a:gd name="T25" fmla="*/ 1 h 156"/>
                  <a:gd name="T26" fmla="*/ 48 w 96"/>
                  <a:gd name="T27" fmla="*/ 0 h 156"/>
                  <a:gd name="T28" fmla="*/ 23 w 96"/>
                  <a:gd name="T29" fmla="*/ 3 h 156"/>
                  <a:gd name="T30" fmla="*/ 7 w 96"/>
                  <a:gd name="T31" fmla="*/ 12 h 156"/>
                  <a:gd name="T32" fmla="*/ 1 w 96"/>
                  <a:gd name="T33" fmla="*/ 28 h 156"/>
                  <a:gd name="T34" fmla="*/ 2 w 96"/>
                  <a:gd name="T35" fmla="*/ 44 h 156"/>
                  <a:gd name="T36" fmla="*/ 9 w 96"/>
                  <a:gd name="T37" fmla="*/ 56 h 156"/>
                  <a:gd name="T38" fmla="*/ 21 w 96"/>
                  <a:gd name="T39" fmla="*/ 63 h 156"/>
                  <a:gd name="T40" fmla="*/ 17 w 96"/>
                  <a:gd name="T41" fmla="*/ 70 h 156"/>
                  <a:gd name="T42" fmla="*/ 8 w 96"/>
                  <a:gd name="T43" fmla="*/ 84 h 156"/>
                  <a:gd name="T44" fmla="*/ 10 w 96"/>
                  <a:gd name="T45" fmla="*/ 97 h 156"/>
                  <a:gd name="T46" fmla="*/ 20 w 96"/>
                  <a:gd name="T47" fmla="*/ 103 h 156"/>
                  <a:gd name="T48" fmla="*/ 4 w 96"/>
                  <a:gd name="T49" fmla="*/ 113 h 156"/>
                  <a:gd name="T50" fmla="*/ 0 w 96"/>
                  <a:gd name="T51" fmla="*/ 131 h 156"/>
                  <a:gd name="T52" fmla="*/ 6 w 96"/>
                  <a:gd name="T53" fmla="*/ 144 h 156"/>
                  <a:gd name="T54" fmla="*/ 20 w 96"/>
                  <a:gd name="T55" fmla="*/ 152 h 156"/>
                  <a:gd name="T56" fmla="*/ 42 w 96"/>
                  <a:gd name="T57" fmla="*/ 156 h 156"/>
                  <a:gd name="T58" fmla="*/ 70 w 96"/>
                  <a:gd name="T59" fmla="*/ 150 h 156"/>
                  <a:gd name="T60" fmla="*/ 87 w 96"/>
                  <a:gd name="T61" fmla="*/ 137 h 156"/>
                  <a:gd name="T62" fmla="*/ 95 w 96"/>
                  <a:gd name="T63" fmla="*/ 116 h 156"/>
                  <a:gd name="T64" fmla="*/ 30 w 96"/>
                  <a:gd name="T65" fmla="*/ 29 h 156"/>
                  <a:gd name="T66" fmla="*/ 34 w 96"/>
                  <a:gd name="T67" fmla="*/ 14 h 156"/>
                  <a:gd name="T68" fmla="*/ 40 w 96"/>
                  <a:gd name="T69" fmla="*/ 9 h 156"/>
                  <a:gd name="T70" fmla="*/ 47 w 96"/>
                  <a:gd name="T71" fmla="*/ 8 h 156"/>
                  <a:gd name="T72" fmla="*/ 53 w 96"/>
                  <a:gd name="T73" fmla="*/ 12 h 156"/>
                  <a:gd name="T74" fmla="*/ 58 w 96"/>
                  <a:gd name="T75" fmla="*/ 31 h 156"/>
                  <a:gd name="T76" fmla="*/ 53 w 96"/>
                  <a:gd name="T77" fmla="*/ 55 h 156"/>
                  <a:gd name="T78" fmla="*/ 47 w 96"/>
                  <a:gd name="T79" fmla="*/ 59 h 156"/>
                  <a:gd name="T80" fmla="*/ 39 w 96"/>
                  <a:gd name="T81" fmla="*/ 59 h 156"/>
                  <a:gd name="T82" fmla="*/ 34 w 96"/>
                  <a:gd name="T83" fmla="*/ 54 h 156"/>
                  <a:gd name="T84" fmla="*/ 30 w 96"/>
                  <a:gd name="T85" fmla="*/ 29 h 156"/>
                  <a:gd name="T86" fmla="*/ 70 w 96"/>
                  <a:gd name="T87" fmla="*/ 131 h 156"/>
                  <a:gd name="T88" fmla="*/ 64 w 96"/>
                  <a:gd name="T89" fmla="*/ 140 h 156"/>
                  <a:gd name="T90" fmla="*/ 54 w 96"/>
                  <a:gd name="T91" fmla="*/ 146 h 156"/>
                  <a:gd name="T92" fmla="*/ 41 w 96"/>
                  <a:gd name="T93" fmla="*/ 146 h 156"/>
                  <a:gd name="T94" fmla="*/ 28 w 96"/>
                  <a:gd name="T95" fmla="*/ 142 h 156"/>
                  <a:gd name="T96" fmla="*/ 21 w 96"/>
                  <a:gd name="T97" fmla="*/ 133 h 156"/>
                  <a:gd name="T98" fmla="*/ 18 w 96"/>
                  <a:gd name="T99" fmla="*/ 121 h 156"/>
                  <a:gd name="T100" fmla="*/ 20 w 96"/>
                  <a:gd name="T101" fmla="*/ 112 h 156"/>
                  <a:gd name="T102" fmla="*/ 25 w 96"/>
                  <a:gd name="T103" fmla="*/ 107 h 156"/>
                  <a:gd name="T104" fmla="*/ 42 w 96"/>
                  <a:gd name="T105" fmla="*/ 103 h 156"/>
                  <a:gd name="T106" fmla="*/ 58 w 96"/>
                  <a:gd name="T107" fmla="*/ 105 h 156"/>
                  <a:gd name="T108" fmla="*/ 68 w 96"/>
                  <a:gd name="T109" fmla="*/ 111 h 156"/>
                  <a:gd name="T110" fmla="*/ 72 w 96"/>
                  <a:gd name="T111" fmla="*/ 12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6" h="156">
                    <a:moveTo>
                      <a:pt x="95" y="103"/>
                    </a:moveTo>
                    <a:lnTo>
                      <a:pt x="94" y="101"/>
                    </a:lnTo>
                    <a:lnTo>
                      <a:pt x="93" y="99"/>
                    </a:lnTo>
                    <a:lnTo>
                      <a:pt x="91" y="96"/>
                    </a:lnTo>
                    <a:lnTo>
                      <a:pt x="90" y="95"/>
                    </a:lnTo>
                    <a:lnTo>
                      <a:pt x="88" y="93"/>
                    </a:lnTo>
                    <a:lnTo>
                      <a:pt x="86" y="91"/>
                    </a:lnTo>
                    <a:lnTo>
                      <a:pt x="84" y="91"/>
                    </a:lnTo>
                    <a:lnTo>
                      <a:pt x="82" y="89"/>
                    </a:lnTo>
                    <a:lnTo>
                      <a:pt x="79" y="88"/>
                    </a:lnTo>
                    <a:lnTo>
                      <a:pt x="76" y="87"/>
                    </a:lnTo>
                    <a:lnTo>
                      <a:pt x="73" y="87"/>
                    </a:lnTo>
                    <a:lnTo>
                      <a:pt x="70" y="86"/>
                    </a:lnTo>
                    <a:lnTo>
                      <a:pt x="66" y="86"/>
                    </a:lnTo>
                    <a:lnTo>
                      <a:pt x="48" y="85"/>
                    </a:lnTo>
                    <a:lnTo>
                      <a:pt x="43" y="85"/>
                    </a:lnTo>
                    <a:lnTo>
                      <a:pt x="40" y="85"/>
                    </a:lnTo>
                    <a:lnTo>
                      <a:pt x="37" y="84"/>
                    </a:lnTo>
                    <a:lnTo>
                      <a:pt x="34" y="83"/>
                    </a:lnTo>
                    <a:lnTo>
                      <a:pt x="34" y="82"/>
                    </a:lnTo>
                    <a:lnTo>
                      <a:pt x="33" y="81"/>
                    </a:lnTo>
                    <a:lnTo>
                      <a:pt x="32" y="80"/>
                    </a:lnTo>
                    <a:lnTo>
                      <a:pt x="31" y="79"/>
                    </a:lnTo>
                    <a:lnTo>
                      <a:pt x="30" y="77"/>
                    </a:lnTo>
                    <a:lnTo>
                      <a:pt x="30" y="75"/>
                    </a:lnTo>
                    <a:lnTo>
                      <a:pt x="30" y="74"/>
                    </a:lnTo>
                    <a:lnTo>
                      <a:pt x="30" y="72"/>
                    </a:lnTo>
                    <a:lnTo>
                      <a:pt x="31" y="71"/>
                    </a:lnTo>
                    <a:lnTo>
                      <a:pt x="32" y="70"/>
                    </a:lnTo>
                    <a:lnTo>
                      <a:pt x="33" y="70"/>
                    </a:lnTo>
                    <a:lnTo>
                      <a:pt x="33" y="68"/>
                    </a:lnTo>
                    <a:lnTo>
                      <a:pt x="34" y="68"/>
                    </a:lnTo>
                    <a:lnTo>
                      <a:pt x="35" y="67"/>
                    </a:lnTo>
                    <a:lnTo>
                      <a:pt x="38" y="67"/>
                    </a:lnTo>
                    <a:lnTo>
                      <a:pt x="41" y="67"/>
                    </a:lnTo>
                    <a:lnTo>
                      <a:pt x="42" y="67"/>
                    </a:lnTo>
                    <a:lnTo>
                      <a:pt x="42" y="67"/>
                    </a:lnTo>
                    <a:lnTo>
                      <a:pt x="47" y="67"/>
                    </a:lnTo>
                    <a:lnTo>
                      <a:pt x="52" y="67"/>
                    </a:lnTo>
                    <a:lnTo>
                      <a:pt x="57" y="66"/>
                    </a:lnTo>
                    <a:lnTo>
                      <a:pt x="61" y="64"/>
                    </a:lnTo>
                    <a:lnTo>
                      <a:pt x="65" y="63"/>
                    </a:lnTo>
                    <a:lnTo>
                      <a:pt x="68" y="62"/>
                    </a:lnTo>
                    <a:lnTo>
                      <a:pt x="71" y="60"/>
                    </a:lnTo>
                    <a:lnTo>
                      <a:pt x="74" y="58"/>
                    </a:lnTo>
                    <a:lnTo>
                      <a:pt x="77" y="55"/>
                    </a:lnTo>
                    <a:lnTo>
                      <a:pt x="79" y="53"/>
                    </a:lnTo>
                    <a:lnTo>
                      <a:pt x="81" y="51"/>
                    </a:lnTo>
                    <a:lnTo>
                      <a:pt x="82" y="47"/>
                    </a:lnTo>
                    <a:lnTo>
                      <a:pt x="84" y="44"/>
                    </a:lnTo>
                    <a:lnTo>
                      <a:pt x="85" y="40"/>
                    </a:lnTo>
                    <a:lnTo>
                      <a:pt x="86" y="37"/>
                    </a:lnTo>
                    <a:lnTo>
                      <a:pt x="86" y="33"/>
                    </a:lnTo>
                    <a:lnTo>
                      <a:pt x="86" y="29"/>
                    </a:lnTo>
                    <a:lnTo>
                      <a:pt x="86" y="26"/>
                    </a:lnTo>
                    <a:lnTo>
                      <a:pt x="85" y="23"/>
                    </a:lnTo>
                    <a:lnTo>
                      <a:pt x="84" y="20"/>
                    </a:lnTo>
                    <a:lnTo>
                      <a:pt x="82" y="17"/>
                    </a:lnTo>
                    <a:lnTo>
                      <a:pt x="80" y="14"/>
                    </a:lnTo>
                    <a:lnTo>
                      <a:pt x="78" y="12"/>
                    </a:lnTo>
                    <a:lnTo>
                      <a:pt x="75" y="10"/>
                    </a:lnTo>
                    <a:lnTo>
                      <a:pt x="94" y="10"/>
                    </a:lnTo>
                    <a:lnTo>
                      <a:pt x="94" y="1"/>
                    </a:lnTo>
                    <a:lnTo>
                      <a:pt x="70" y="1"/>
                    </a:lnTo>
                    <a:lnTo>
                      <a:pt x="64" y="1"/>
                    </a:lnTo>
                    <a:lnTo>
                      <a:pt x="59" y="1"/>
                    </a:lnTo>
                    <a:lnTo>
                      <a:pt x="57" y="1"/>
                    </a:lnTo>
                    <a:lnTo>
                      <a:pt x="54" y="0"/>
                    </a:lnTo>
                    <a:lnTo>
                      <a:pt x="51" y="0"/>
                    </a:lnTo>
                    <a:lnTo>
                      <a:pt x="48" y="0"/>
                    </a:lnTo>
                    <a:lnTo>
                      <a:pt x="42" y="0"/>
                    </a:lnTo>
                    <a:lnTo>
                      <a:pt x="37" y="1"/>
                    </a:lnTo>
                    <a:lnTo>
                      <a:pt x="32" y="1"/>
                    </a:lnTo>
                    <a:lnTo>
                      <a:pt x="27" y="2"/>
                    </a:lnTo>
                    <a:lnTo>
                      <a:pt x="23" y="3"/>
                    </a:lnTo>
                    <a:lnTo>
                      <a:pt x="19" y="5"/>
                    </a:lnTo>
                    <a:lnTo>
                      <a:pt x="15" y="6"/>
                    </a:lnTo>
                    <a:lnTo>
                      <a:pt x="13" y="8"/>
                    </a:lnTo>
                    <a:lnTo>
                      <a:pt x="10" y="10"/>
                    </a:lnTo>
                    <a:lnTo>
                      <a:pt x="7" y="12"/>
                    </a:lnTo>
                    <a:lnTo>
                      <a:pt x="5" y="15"/>
                    </a:lnTo>
                    <a:lnTo>
                      <a:pt x="4" y="18"/>
                    </a:lnTo>
                    <a:lnTo>
                      <a:pt x="2" y="21"/>
                    </a:lnTo>
                    <a:lnTo>
                      <a:pt x="1" y="24"/>
                    </a:lnTo>
                    <a:lnTo>
                      <a:pt x="1" y="28"/>
                    </a:lnTo>
                    <a:lnTo>
                      <a:pt x="1" y="32"/>
                    </a:lnTo>
                    <a:lnTo>
                      <a:pt x="1" y="35"/>
                    </a:lnTo>
                    <a:lnTo>
                      <a:pt x="1" y="38"/>
                    </a:lnTo>
                    <a:lnTo>
                      <a:pt x="2" y="42"/>
                    </a:lnTo>
                    <a:lnTo>
                      <a:pt x="2" y="44"/>
                    </a:lnTo>
                    <a:lnTo>
                      <a:pt x="3" y="47"/>
                    </a:lnTo>
                    <a:lnTo>
                      <a:pt x="5" y="50"/>
                    </a:lnTo>
                    <a:lnTo>
                      <a:pt x="6" y="52"/>
                    </a:lnTo>
                    <a:lnTo>
                      <a:pt x="7" y="54"/>
                    </a:lnTo>
                    <a:lnTo>
                      <a:pt x="9" y="56"/>
                    </a:lnTo>
                    <a:lnTo>
                      <a:pt x="11" y="58"/>
                    </a:lnTo>
                    <a:lnTo>
                      <a:pt x="13" y="59"/>
                    </a:lnTo>
                    <a:lnTo>
                      <a:pt x="15" y="61"/>
                    </a:lnTo>
                    <a:lnTo>
                      <a:pt x="18" y="63"/>
                    </a:lnTo>
                    <a:lnTo>
                      <a:pt x="21" y="63"/>
                    </a:lnTo>
                    <a:lnTo>
                      <a:pt x="24" y="64"/>
                    </a:lnTo>
                    <a:lnTo>
                      <a:pt x="27" y="65"/>
                    </a:lnTo>
                    <a:lnTo>
                      <a:pt x="24" y="67"/>
                    </a:lnTo>
                    <a:lnTo>
                      <a:pt x="21" y="68"/>
                    </a:lnTo>
                    <a:lnTo>
                      <a:pt x="17" y="70"/>
                    </a:lnTo>
                    <a:lnTo>
                      <a:pt x="14" y="72"/>
                    </a:lnTo>
                    <a:lnTo>
                      <a:pt x="12" y="75"/>
                    </a:lnTo>
                    <a:lnTo>
                      <a:pt x="10" y="78"/>
                    </a:lnTo>
                    <a:lnTo>
                      <a:pt x="9" y="81"/>
                    </a:lnTo>
                    <a:lnTo>
                      <a:pt x="8" y="84"/>
                    </a:lnTo>
                    <a:lnTo>
                      <a:pt x="8" y="87"/>
                    </a:lnTo>
                    <a:lnTo>
                      <a:pt x="8" y="91"/>
                    </a:lnTo>
                    <a:lnTo>
                      <a:pt x="9" y="93"/>
                    </a:lnTo>
                    <a:lnTo>
                      <a:pt x="9" y="95"/>
                    </a:lnTo>
                    <a:lnTo>
                      <a:pt x="10" y="97"/>
                    </a:lnTo>
                    <a:lnTo>
                      <a:pt x="12" y="99"/>
                    </a:lnTo>
                    <a:lnTo>
                      <a:pt x="13" y="100"/>
                    </a:lnTo>
                    <a:lnTo>
                      <a:pt x="16" y="102"/>
                    </a:lnTo>
                    <a:lnTo>
                      <a:pt x="18" y="102"/>
                    </a:lnTo>
                    <a:lnTo>
                      <a:pt x="20" y="103"/>
                    </a:lnTo>
                    <a:lnTo>
                      <a:pt x="17" y="104"/>
                    </a:lnTo>
                    <a:lnTo>
                      <a:pt x="13" y="106"/>
                    </a:lnTo>
                    <a:lnTo>
                      <a:pt x="9" y="108"/>
                    </a:lnTo>
                    <a:lnTo>
                      <a:pt x="6" y="111"/>
                    </a:lnTo>
                    <a:lnTo>
                      <a:pt x="4" y="113"/>
                    </a:lnTo>
                    <a:lnTo>
                      <a:pt x="2" y="116"/>
                    </a:lnTo>
                    <a:lnTo>
                      <a:pt x="1" y="120"/>
                    </a:lnTo>
                    <a:lnTo>
                      <a:pt x="0" y="123"/>
                    </a:lnTo>
                    <a:lnTo>
                      <a:pt x="0" y="128"/>
                    </a:lnTo>
                    <a:lnTo>
                      <a:pt x="0" y="131"/>
                    </a:lnTo>
                    <a:lnTo>
                      <a:pt x="1" y="135"/>
                    </a:lnTo>
                    <a:lnTo>
                      <a:pt x="1" y="137"/>
                    </a:lnTo>
                    <a:lnTo>
                      <a:pt x="2" y="139"/>
                    </a:lnTo>
                    <a:lnTo>
                      <a:pt x="4" y="142"/>
                    </a:lnTo>
                    <a:lnTo>
                      <a:pt x="6" y="144"/>
                    </a:lnTo>
                    <a:lnTo>
                      <a:pt x="8" y="146"/>
                    </a:lnTo>
                    <a:lnTo>
                      <a:pt x="10" y="147"/>
                    </a:lnTo>
                    <a:lnTo>
                      <a:pt x="13" y="150"/>
                    </a:lnTo>
                    <a:lnTo>
                      <a:pt x="16" y="151"/>
                    </a:lnTo>
                    <a:lnTo>
                      <a:pt x="20" y="152"/>
                    </a:lnTo>
                    <a:lnTo>
                      <a:pt x="23" y="153"/>
                    </a:lnTo>
                    <a:lnTo>
                      <a:pt x="27" y="155"/>
                    </a:lnTo>
                    <a:lnTo>
                      <a:pt x="32" y="155"/>
                    </a:lnTo>
                    <a:lnTo>
                      <a:pt x="36" y="155"/>
                    </a:lnTo>
                    <a:lnTo>
                      <a:pt x="42" y="156"/>
                    </a:lnTo>
                    <a:lnTo>
                      <a:pt x="47" y="155"/>
                    </a:lnTo>
                    <a:lnTo>
                      <a:pt x="54" y="155"/>
                    </a:lnTo>
                    <a:lnTo>
                      <a:pt x="59" y="153"/>
                    </a:lnTo>
                    <a:lnTo>
                      <a:pt x="64" y="151"/>
                    </a:lnTo>
                    <a:lnTo>
                      <a:pt x="70" y="150"/>
                    </a:lnTo>
                    <a:lnTo>
                      <a:pt x="74" y="148"/>
                    </a:lnTo>
                    <a:lnTo>
                      <a:pt x="78" y="146"/>
                    </a:lnTo>
                    <a:lnTo>
                      <a:pt x="81" y="143"/>
                    </a:lnTo>
                    <a:lnTo>
                      <a:pt x="84" y="140"/>
                    </a:lnTo>
                    <a:lnTo>
                      <a:pt x="87" y="137"/>
                    </a:lnTo>
                    <a:lnTo>
                      <a:pt x="90" y="133"/>
                    </a:lnTo>
                    <a:lnTo>
                      <a:pt x="91" y="129"/>
                    </a:lnTo>
                    <a:lnTo>
                      <a:pt x="94" y="126"/>
                    </a:lnTo>
                    <a:lnTo>
                      <a:pt x="94" y="121"/>
                    </a:lnTo>
                    <a:lnTo>
                      <a:pt x="95" y="116"/>
                    </a:lnTo>
                    <a:lnTo>
                      <a:pt x="96" y="111"/>
                    </a:lnTo>
                    <a:lnTo>
                      <a:pt x="96" y="108"/>
                    </a:lnTo>
                    <a:lnTo>
                      <a:pt x="95" y="105"/>
                    </a:lnTo>
                    <a:lnTo>
                      <a:pt x="95" y="103"/>
                    </a:lnTo>
                    <a:close/>
                    <a:moveTo>
                      <a:pt x="30" y="29"/>
                    </a:moveTo>
                    <a:lnTo>
                      <a:pt x="31" y="23"/>
                    </a:lnTo>
                    <a:lnTo>
                      <a:pt x="32" y="21"/>
                    </a:lnTo>
                    <a:lnTo>
                      <a:pt x="32" y="18"/>
                    </a:lnTo>
                    <a:lnTo>
                      <a:pt x="33" y="16"/>
                    </a:lnTo>
                    <a:lnTo>
                      <a:pt x="34" y="14"/>
                    </a:lnTo>
                    <a:lnTo>
                      <a:pt x="34" y="13"/>
                    </a:lnTo>
                    <a:lnTo>
                      <a:pt x="36" y="11"/>
                    </a:lnTo>
                    <a:lnTo>
                      <a:pt x="37" y="10"/>
                    </a:lnTo>
                    <a:lnTo>
                      <a:pt x="38" y="10"/>
                    </a:lnTo>
                    <a:lnTo>
                      <a:pt x="40" y="9"/>
                    </a:lnTo>
                    <a:lnTo>
                      <a:pt x="42" y="8"/>
                    </a:lnTo>
                    <a:lnTo>
                      <a:pt x="43" y="7"/>
                    </a:lnTo>
                    <a:lnTo>
                      <a:pt x="45" y="7"/>
                    </a:lnTo>
                    <a:lnTo>
                      <a:pt x="46" y="7"/>
                    </a:lnTo>
                    <a:lnTo>
                      <a:pt x="47" y="8"/>
                    </a:lnTo>
                    <a:lnTo>
                      <a:pt x="49" y="9"/>
                    </a:lnTo>
                    <a:lnTo>
                      <a:pt x="50" y="9"/>
                    </a:lnTo>
                    <a:lnTo>
                      <a:pt x="51" y="10"/>
                    </a:lnTo>
                    <a:lnTo>
                      <a:pt x="52" y="11"/>
                    </a:lnTo>
                    <a:lnTo>
                      <a:pt x="53" y="12"/>
                    </a:lnTo>
                    <a:lnTo>
                      <a:pt x="54" y="14"/>
                    </a:lnTo>
                    <a:lnTo>
                      <a:pt x="55" y="17"/>
                    </a:lnTo>
                    <a:lnTo>
                      <a:pt x="56" y="21"/>
                    </a:lnTo>
                    <a:lnTo>
                      <a:pt x="58" y="26"/>
                    </a:lnTo>
                    <a:lnTo>
                      <a:pt x="58" y="31"/>
                    </a:lnTo>
                    <a:lnTo>
                      <a:pt x="58" y="38"/>
                    </a:lnTo>
                    <a:lnTo>
                      <a:pt x="57" y="43"/>
                    </a:lnTo>
                    <a:lnTo>
                      <a:pt x="56" y="48"/>
                    </a:lnTo>
                    <a:lnTo>
                      <a:pt x="54" y="52"/>
                    </a:lnTo>
                    <a:lnTo>
                      <a:pt x="53" y="55"/>
                    </a:lnTo>
                    <a:lnTo>
                      <a:pt x="52" y="55"/>
                    </a:lnTo>
                    <a:lnTo>
                      <a:pt x="51" y="57"/>
                    </a:lnTo>
                    <a:lnTo>
                      <a:pt x="50" y="58"/>
                    </a:lnTo>
                    <a:lnTo>
                      <a:pt x="49" y="59"/>
                    </a:lnTo>
                    <a:lnTo>
                      <a:pt x="47" y="59"/>
                    </a:lnTo>
                    <a:lnTo>
                      <a:pt x="46" y="59"/>
                    </a:lnTo>
                    <a:lnTo>
                      <a:pt x="44" y="59"/>
                    </a:lnTo>
                    <a:lnTo>
                      <a:pt x="42" y="59"/>
                    </a:lnTo>
                    <a:lnTo>
                      <a:pt x="41" y="59"/>
                    </a:lnTo>
                    <a:lnTo>
                      <a:pt x="39" y="59"/>
                    </a:lnTo>
                    <a:lnTo>
                      <a:pt x="38" y="58"/>
                    </a:lnTo>
                    <a:lnTo>
                      <a:pt x="37" y="57"/>
                    </a:lnTo>
                    <a:lnTo>
                      <a:pt x="36" y="56"/>
                    </a:lnTo>
                    <a:lnTo>
                      <a:pt x="35" y="55"/>
                    </a:lnTo>
                    <a:lnTo>
                      <a:pt x="34" y="54"/>
                    </a:lnTo>
                    <a:lnTo>
                      <a:pt x="33" y="50"/>
                    </a:lnTo>
                    <a:lnTo>
                      <a:pt x="32" y="46"/>
                    </a:lnTo>
                    <a:lnTo>
                      <a:pt x="31" y="41"/>
                    </a:lnTo>
                    <a:lnTo>
                      <a:pt x="30" y="35"/>
                    </a:lnTo>
                    <a:lnTo>
                      <a:pt x="30" y="29"/>
                    </a:lnTo>
                    <a:close/>
                    <a:moveTo>
                      <a:pt x="72" y="122"/>
                    </a:moveTo>
                    <a:lnTo>
                      <a:pt x="72" y="124"/>
                    </a:lnTo>
                    <a:lnTo>
                      <a:pt x="72" y="127"/>
                    </a:lnTo>
                    <a:lnTo>
                      <a:pt x="71" y="129"/>
                    </a:lnTo>
                    <a:lnTo>
                      <a:pt x="70" y="131"/>
                    </a:lnTo>
                    <a:lnTo>
                      <a:pt x="70" y="133"/>
                    </a:lnTo>
                    <a:lnTo>
                      <a:pt x="69" y="135"/>
                    </a:lnTo>
                    <a:lnTo>
                      <a:pt x="67" y="137"/>
                    </a:lnTo>
                    <a:lnTo>
                      <a:pt x="66" y="139"/>
                    </a:lnTo>
                    <a:lnTo>
                      <a:pt x="64" y="140"/>
                    </a:lnTo>
                    <a:lnTo>
                      <a:pt x="62" y="142"/>
                    </a:lnTo>
                    <a:lnTo>
                      <a:pt x="61" y="143"/>
                    </a:lnTo>
                    <a:lnTo>
                      <a:pt x="59" y="143"/>
                    </a:lnTo>
                    <a:lnTo>
                      <a:pt x="57" y="144"/>
                    </a:lnTo>
                    <a:lnTo>
                      <a:pt x="54" y="146"/>
                    </a:lnTo>
                    <a:lnTo>
                      <a:pt x="52" y="146"/>
                    </a:lnTo>
                    <a:lnTo>
                      <a:pt x="50" y="147"/>
                    </a:lnTo>
                    <a:lnTo>
                      <a:pt x="47" y="147"/>
                    </a:lnTo>
                    <a:lnTo>
                      <a:pt x="43" y="147"/>
                    </a:lnTo>
                    <a:lnTo>
                      <a:pt x="41" y="146"/>
                    </a:lnTo>
                    <a:lnTo>
                      <a:pt x="38" y="146"/>
                    </a:lnTo>
                    <a:lnTo>
                      <a:pt x="35" y="145"/>
                    </a:lnTo>
                    <a:lnTo>
                      <a:pt x="32" y="144"/>
                    </a:lnTo>
                    <a:lnTo>
                      <a:pt x="30" y="143"/>
                    </a:lnTo>
                    <a:lnTo>
                      <a:pt x="28" y="142"/>
                    </a:lnTo>
                    <a:lnTo>
                      <a:pt x="26" y="140"/>
                    </a:lnTo>
                    <a:lnTo>
                      <a:pt x="25" y="139"/>
                    </a:lnTo>
                    <a:lnTo>
                      <a:pt x="23" y="137"/>
                    </a:lnTo>
                    <a:lnTo>
                      <a:pt x="21" y="135"/>
                    </a:lnTo>
                    <a:lnTo>
                      <a:pt x="21" y="133"/>
                    </a:lnTo>
                    <a:lnTo>
                      <a:pt x="20" y="131"/>
                    </a:lnTo>
                    <a:lnTo>
                      <a:pt x="19" y="128"/>
                    </a:lnTo>
                    <a:lnTo>
                      <a:pt x="18" y="126"/>
                    </a:lnTo>
                    <a:lnTo>
                      <a:pt x="18" y="123"/>
                    </a:lnTo>
                    <a:lnTo>
                      <a:pt x="18" y="121"/>
                    </a:lnTo>
                    <a:lnTo>
                      <a:pt x="18" y="119"/>
                    </a:lnTo>
                    <a:lnTo>
                      <a:pt x="18" y="118"/>
                    </a:lnTo>
                    <a:lnTo>
                      <a:pt x="19" y="116"/>
                    </a:lnTo>
                    <a:lnTo>
                      <a:pt x="19" y="115"/>
                    </a:lnTo>
                    <a:lnTo>
                      <a:pt x="20" y="112"/>
                    </a:lnTo>
                    <a:lnTo>
                      <a:pt x="21" y="111"/>
                    </a:lnTo>
                    <a:lnTo>
                      <a:pt x="21" y="110"/>
                    </a:lnTo>
                    <a:lnTo>
                      <a:pt x="22" y="109"/>
                    </a:lnTo>
                    <a:lnTo>
                      <a:pt x="23" y="107"/>
                    </a:lnTo>
                    <a:lnTo>
                      <a:pt x="25" y="107"/>
                    </a:lnTo>
                    <a:lnTo>
                      <a:pt x="26" y="106"/>
                    </a:lnTo>
                    <a:lnTo>
                      <a:pt x="29" y="105"/>
                    </a:lnTo>
                    <a:lnTo>
                      <a:pt x="33" y="104"/>
                    </a:lnTo>
                    <a:lnTo>
                      <a:pt x="37" y="103"/>
                    </a:lnTo>
                    <a:lnTo>
                      <a:pt x="42" y="103"/>
                    </a:lnTo>
                    <a:lnTo>
                      <a:pt x="46" y="103"/>
                    </a:lnTo>
                    <a:lnTo>
                      <a:pt x="49" y="103"/>
                    </a:lnTo>
                    <a:lnTo>
                      <a:pt x="52" y="104"/>
                    </a:lnTo>
                    <a:lnTo>
                      <a:pt x="55" y="104"/>
                    </a:lnTo>
                    <a:lnTo>
                      <a:pt x="58" y="105"/>
                    </a:lnTo>
                    <a:lnTo>
                      <a:pt x="61" y="106"/>
                    </a:lnTo>
                    <a:lnTo>
                      <a:pt x="63" y="107"/>
                    </a:lnTo>
                    <a:lnTo>
                      <a:pt x="65" y="108"/>
                    </a:lnTo>
                    <a:lnTo>
                      <a:pt x="67" y="109"/>
                    </a:lnTo>
                    <a:lnTo>
                      <a:pt x="68" y="111"/>
                    </a:lnTo>
                    <a:lnTo>
                      <a:pt x="70" y="112"/>
                    </a:lnTo>
                    <a:lnTo>
                      <a:pt x="71" y="115"/>
                    </a:lnTo>
                    <a:lnTo>
                      <a:pt x="71" y="117"/>
                    </a:lnTo>
                    <a:lnTo>
                      <a:pt x="72" y="119"/>
                    </a:lnTo>
                    <a:lnTo>
                      <a:pt x="72" y="122"/>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sp>
            <p:nvSpPr>
              <p:cNvPr id="47" name="iṧḷïḍe"/>
              <p:cNvSpPr/>
              <p:nvPr userDrawn="1"/>
            </p:nvSpPr>
            <p:spPr bwMode="auto">
              <a:xfrm>
                <a:off x="10120313" y="4105276"/>
                <a:ext cx="155575" cy="242888"/>
              </a:xfrm>
              <a:custGeom>
                <a:avLst/>
                <a:gdLst>
                  <a:gd name="T0" fmla="*/ 96 w 98"/>
                  <a:gd name="T1" fmla="*/ 0 h 153"/>
                  <a:gd name="T2" fmla="*/ 93 w 98"/>
                  <a:gd name="T3" fmla="*/ 0 h 153"/>
                  <a:gd name="T4" fmla="*/ 91 w 98"/>
                  <a:gd name="T5" fmla="*/ 0 h 153"/>
                  <a:gd name="T6" fmla="*/ 89 w 98"/>
                  <a:gd name="T7" fmla="*/ 0 h 153"/>
                  <a:gd name="T8" fmla="*/ 87 w 98"/>
                  <a:gd name="T9" fmla="*/ 0 h 153"/>
                  <a:gd name="T10" fmla="*/ 85 w 98"/>
                  <a:gd name="T11" fmla="*/ 0 h 153"/>
                  <a:gd name="T12" fmla="*/ 83 w 98"/>
                  <a:gd name="T13" fmla="*/ 0 h 153"/>
                  <a:gd name="T14" fmla="*/ 81 w 98"/>
                  <a:gd name="T15" fmla="*/ 0 h 153"/>
                  <a:gd name="T16" fmla="*/ 76 w 98"/>
                  <a:gd name="T17" fmla="*/ 11 h 153"/>
                  <a:gd name="T18" fmla="*/ 72 w 98"/>
                  <a:gd name="T19" fmla="*/ 21 h 153"/>
                  <a:gd name="T20" fmla="*/ 68 w 98"/>
                  <a:gd name="T21" fmla="*/ 32 h 153"/>
                  <a:gd name="T22" fmla="*/ 64 w 98"/>
                  <a:gd name="T23" fmla="*/ 44 h 153"/>
                  <a:gd name="T24" fmla="*/ 56 w 98"/>
                  <a:gd name="T25" fmla="*/ 65 h 153"/>
                  <a:gd name="T26" fmla="*/ 55 w 98"/>
                  <a:gd name="T27" fmla="*/ 62 h 153"/>
                  <a:gd name="T28" fmla="*/ 53 w 98"/>
                  <a:gd name="T29" fmla="*/ 59 h 153"/>
                  <a:gd name="T30" fmla="*/ 52 w 98"/>
                  <a:gd name="T31" fmla="*/ 55 h 153"/>
                  <a:gd name="T32" fmla="*/ 50 w 98"/>
                  <a:gd name="T33" fmla="*/ 50 h 153"/>
                  <a:gd name="T34" fmla="*/ 47 w 98"/>
                  <a:gd name="T35" fmla="*/ 42 h 153"/>
                  <a:gd name="T36" fmla="*/ 44 w 98"/>
                  <a:gd name="T37" fmla="*/ 35 h 153"/>
                  <a:gd name="T38" fmla="*/ 42 w 98"/>
                  <a:gd name="T39" fmla="*/ 28 h 153"/>
                  <a:gd name="T40" fmla="*/ 39 w 98"/>
                  <a:gd name="T41" fmla="*/ 21 h 153"/>
                  <a:gd name="T42" fmla="*/ 37 w 98"/>
                  <a:gd name="T43" fmla="*/ 15 h 153"/>
                  <a:gd name="T44" fmla="*/ 35 w 98"/>
                  <a:gd name="T45" fmla="*/ 9 h 153"/>
                  <a:gd name="T46" fmla="*/ 33 w 98"/>
                  <a:gd name="T47" fmla="*/ 4 h 153"/>
                  <a:gd name="T48" fmla="*/ 32 w 98"/>
                  <a:gd name="T49" fmla="*/ 0 h 153"/>
                  <a:gd name="T50" fmla="*/ 28 w 98"/>
                  <a:gd name="T51" fmla="*/ 0 h 153"/>
                  <a:gd name="T52" fmla="*/ 24 w 98"/>
                  <a:gd name="T53" fmla="*/ 0 h 153"/>
                  <a:gd name="T54" fmla="*/ 20 w 98"/>
                  <a:gd name="T55" fmla="*/ 0 h 153"/>
                  <a:gd name="T56" fmla="*/ 16 w 98"/>
                  <a:gd name="T57" fmla="*/ 0 h 153"/>
                  <a:gd name="T58" fmla="*/ 12 w 98"/>
                  <a:gd name="T59" fmla="*/ 0 h 153"/>
                  <a:gd name="T60" fmla="*/ 8 w 98"/>
                  <a:gd name="T61" fmla="*/ 0 h 153"/>
                  <a:gd name="T62" fmla="*/ 4 w 98"/>
                  <a:gd name="T63" fmla="*/ 0 h 153"/>
                  <a:gd name="T64" fmla="*/ 0 w 98"/>
                  <a:gd name="T65" fmla="*/ 0 h 153"/>
                  <a:gd name="T66" fmla="*/ 43 w 98"/>
                  <a:gd name="T67" fmla="*/ 100 h 153"/>
                  <a:gd name="T68" fmla="*/ 16 w 98"/>
                  <a:gd name="T69" fmla="*/ 153 h 153"/>
                  <a:gd name="T70" fmla="*/ 20 w 98"/>
                  <a:gd name="T71" fmla="*/ 153 h 153"/>
                  <a:gd name="T72" fmla="*/ 24 w 98"/>
                  <a:gd name="T73" fmla="*/ 153 h 153"/>
                  <a:gd name="T74" fmla="*/ 28 w 98"/>
                  <a:gd name="T75" fmla="*/ 153 h 153"/>
                  <a:gd name="T76" fmla="*/ 33 w 98"/>
                  <a:gd name="T77" fmla="*/ 153 h 153"/>
                  <a:gd name="T78" fmla="*/ 37 w 98"/>
                  <a:gd name="T79" fmla="*/ 141 h 153"/>
                  <a:gd name="T80" fmla="*/ 42 w 98"/>
                  <a:gd name="T81" fmla="*/ 130 h 153"/>
                  <a:gd name="T82" fmla="*/ 46 w 98"/>
                  <a:gd name="T83" fmla="*/ 118 h 153"/>
                  <a:gd name="T84" fmla="*/ 52 w 98"/>
                  <a:gd name="T85" fmla="*/ 105 h 153"/>
                  <a:gd name="T86" fmla="*/ 57 w 98"/>
                  <a:gd name="T87" fmla="*/ 92 h 153"/>
                  <a:gd name="T88" fmla="*/ 64 w 98"/>
                  <a:gd name="T89" fmla="*/ 77 h 153"/>
                  <a:gd name="T90" fmla="*/ 70 w 98"/>
                  <a:gd name="T91" fmla="*/ 63 h 153"/>
                  <a:gd name="T92" fmla="*/ 76 w 98"/>
                  <a:gd name="T93" fmla="*/ 48 h 153"/>
                  <a:gd name="T94" fmla="*/ 98 w 98"/>
                  <a:gd name="T95" fmla="*/ 0 h 153"/>
                  <a:gd name="T96" fmla="*/ 96 w 98"/>
                  <a:gd name="T97"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53">
                    <a:moveTo>
                      <a:pt x="96" y="0"/>
                    </a:moveTo>
                    <a:lnTo>
                      <a:pt x="93" y="0"/>
                    </a:lnTo>
                    <a:lnTo>
                      <a:pt x="91" y="0"/>
                    </a:lnTo>
                    <a:lnTo>
                      <a:pt x="89" y="0"/>
                    </a:lnTo>
                    <a:lnTo>
                      <a:pt x="87" y="0"/>
                    </a:lnTo>
                    <a:lnTo>
                      <a:pt x="85" y="0"/>
                    </a:lnTo>
                    <a:lnTo>
                      <a:pt x="83" y="0"/>
                    </a:lnTo>
                    <a:lnTo>
                      <a:pt x="81" y="0"/>
                    </a:lnTo>
                    <a:lnTo>
                      <a:pt x="76" y="11"/>
                    </a:lnTo>
                    <a:lnTo>
                      <a:pt x="72" y="21"/>
                    </a:lnTo>
                    <a:lnTo>
                      <a:pt x="68" y="32"/>
                    </a:lnTo>
                    <a:lnTo>
                      <a:pt x="64" y="44"/>
                    </a:lnTo>
                    <a:lnTo>
                      <a:pt x="56" y="65"/>
                    </a:lnTo>
                    <a:lnTo>
                      <a:pt x="55" y="62"/>
                    </a:lnTo>
                    <a:lnTo>
                      <a:pt x="53" y="59"/>
                    </a:lnTo>
                    <a:lnTo>
                      <a:pt x="52" y="55"/>
                    </a:lnTo>
                    <a:lnTo>
                      <a:pt x="50" y="50"/>
                    </a:lnTo>
                    <a:lnTo>
                      <a:pt x="47" y="42"/>
                    </a:lnTo>
                    <a:lnTo>
                      <a:pt x="44" y="35"/>
                    </a:lnTo>
                    <a:lnTo>
                      <a:pt x="42" y="28"/>
                    </a:lnTo>
                    <a:lnTo>
                      <a:pt x="39" y="21"/>
                    </a:lnTo>
                    <a:lnTo>
                      <a:pt x="37" y="15"/>
                    </a:lnTo>
                    <a:lnTo>
                      <a:pt x="35" y="9"/>
                    </a:lnTo>
                    <a:lnTo>
                      <a:pt x="33" y="4"/>
                    </a:lnTo>
                    <a:lnTo>
                      <a:pt x="32" y="0"/>
                    </a:lnTo>
                    <a:lnTo>
                      <a:pt x="28" y="0"/>
                    </a:lnTo>
                    <a:lnTo>
                      <a:pt x="24" y="0"/>
                    </a:lnTo>
                    <a:lnTo>
                      <a:pt x="20" y="0"/>
                    </a:lnTo>
                    <a:lnTo>
                      <a:pt x="16" y="0"/>
                    </a:lnTo>
                    <a:lnTo>
                      <a:pt x="12" y="0"/>
                    </a:lnTo>
                    <a:lnTo>
                      <a:pt x="8" y="0"/>
                    </a:lnTo>
                    <a:lnTo>
                      <a:pt x="4" y="0"/>
                    </a:lnTo>
                    <a:lnTo>
                      <a:pt x="0" y="0"/>
                    </a:lnTo>
                    <a:lnTo>
                      <a:pt x="43" y="100"/>
                    </a:lnTo>
                    <a:lnTo>
                      <a:pt x="16" y="153"/>
                    </a:lnTo>
                    <a:lnTo>
                      <a:pt x="20" y="153"/>
                    </a:lnTo>
                    <a:lnTo>
                      <a:pt x="24" y="153"/>
                    </a:lnTo>
                    <a:lnTo>
                      <a:pt x="28" y="153"/>
                    </a:lnTo>
                    <a:lnTo>
                      <a:pt x="33" y="153"/>
                    </a:lnTo>
                    <a:lnTo>
                      <a:pt x="37" y="141"/>
                    </a:lnTo>
                    <a:lnTo>
                      <a:pt x="42" y="130"/>
                    </a:lnTo>
                    <a:lnTo>
                      <a:pt x="46" y="118"/>
                    </a:lnTo>
                    <a:lnTo>
                      <a:pt x="52" y="105"/>
                    </a:lnTo>
                    <a:lnTo>
                      <a:pt x="57" y="92"/>
                    </a:lnTo>
                    <a:lnTo>
                      <a:pt x="64" y="77"/>
                    </a:lnTo>
                    <a:lnTo>
                      <a:pt x="70" y="63"/>
                    </a:lnTo>
                    <a:lnTo>
                      <a:pt x="76" y="48"/>
                    </a:lnTo>
                    <a:lnTo>
                      <a:pt x="98" y="0"/>
                    </a:lnTo>
                    <a:lnTo>
                      <a:pt x="96" y="0"/>
                    </a:lnTo>
                    <a:close/>
                  </a:path>
                </a:pathLst>
              </a:custGeom>
              <a:solidFill>
                <a:srgbClr val="00468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p>
            </p:txBody>
          </p:sp>
        </p:grpSp>
      </p:grpSp>
      <p:sp>
        <p:nvSpPr>
          <p:cNvPr id="87" name="文本占位符 86"/>
          <p:cNvSpPr>
            <a:spLocks noGrp="1"/>
          </p:cNvSpPr>
          <p:nvPr>
            <p:ph type="body" sz="quarter" idx="14" hasCustomPrompt="1"/>
          </p:nvPr>
        </p:nvSpPr>
        <p:spPr>
          <a:xfrm>
            <a:off x="660400" y="1929576"/>
            <a:ext cx="1656265" cy="1590675"/>
          </a:xfrm>
          <a:prstGeom prst="rect">
            <a:avLst/>
          </a:prstGeom>
        </p:spPr>
        <p:txBody>
          <a:bodyPr lIns="0" tIns="0" rIns="0" bIns="0" anchor="ctr" anchorCtr="0">
            <a:noAutofit/>
          </a:bodyPr>
          <a:lstStyle>
            <a:lvl1pPr marL="0" indent="0" algn="l">
              <a:buFontTx/>
              <a:buNone/>
              <a:defRPr sz="11500">
                <a:latin typeface="+mn-lt"/>
              </a:defRPr>
            </a:lvl1pPr>
          </a:lstStyle>
          <a:p>
            <a:pPr lvl="0"/>
            <a:r>
              <a:rPr lang="en-US" altLang="zh-CN"/>
              <a:t>01</a:t>
            </a:r>
            <a:endParaRPr lang="zh-CN" altLang="en-US"/>
          </a:p>
        </p:txBody>
      </p:sp>
      <p:sp>
        <p:nvSpPr>
          <p:cNvPr id="89" name="文本占位符 88"/>
          <p:cNvSpPr>
            <a:spLocks noGrp="1"/>
          </p:cNvSpPr>
          <p:nvPr>
            <p:ph type="body" sz="quarter" idx="15" hasCustomPrompt="1"/>
          </p:nvPr>
        </p:nvSpPr>
        <p:spPr>
          <a:xfrm>
            <a:off x="660399" y="3462714"/>
            <a:ext cx="6887029" cy="561151"/>
          </a:xfrm>
          <a:prstGeom prst="rect">
            <a:avLst/>
          </a:prstGeom>
        </p:spPr>
        <p:txBody>
          <a:bodyPr lIns="0" tIns="0" rIns="0" bIns="0" anchor="ctr" anchorCtr="0">
            <a:normAutofit/>
          </a:bodyPr>
          <a:lstStyle>
            <a:lvl1pPr marL="0" indent="0">
              <a:buFontTx/>
              <a:buNone/>
              <a:defRPr sz="2800" b="1">
                <a:solidFill>
                  <a:schemeClr val="accent1"/>
                </a:solidFill>
              </a:defRPr>
            </a:lvl1pPr>
          </a:lstStyle>
          <a:p>
            <a:pPr lvl="0"/>
            <a:r>
              <a:rPr lang="zh-CN" altLang="en-US" dirty="0"/>
              <a:t>编辑母版文本样式</a:t>
            </a:r>
            <a:endParaRPr lang="zh-CN" altLang="en-US" dirty="0"/>
          </a:p>
        </p:txBody>
      </p:sp>
      <p:sp>
        <p:nvSpPr>
          <p:cNvPr id="91" name="文本占位符 88"/>
          <p:cNvSpPr>
            <a:spLocks noGrp="1"/>
          </p:cNvSpPr>
          <p:nvPr>
            <p:ph type="body" sz="quarter" idx="16" hasCustomPrompt="1"/>
          </p:nvPr>
        </p:nvSpPr>
        <p:spPr>
          <a:xfrm>
            <a:off x="660399" y="4082899"/>
            <a:ext cx="6887029" cy="393852"/>
          </a:xfrm>
          <a:prstGeom prst="rect">
            <a:avLst/>
          </a:prstGeom>
        </p:spPr>
        <p:txBody>
          <a:bodyPr lIns="0" tIns="0" rIns="0" bIns="0" anchor="ctr" anchorCtr="0">
            <a:normAutofit/>
          </a:bodyPr>
          <a:lstStyle>
            <a:lvl1pPr marL="0" indent="0">
              <a:buFontTx/>
              <a:buNone/>
              <a:defRPr sz="1600">
                <a:solidFill>
                  <a:schemeClr val="tx1">
                    <a:lumMod val="50000"/>
                    <a:lumOff val="50000"/>
                  </a:schemeClr>
                </a:solidFill>
                <a:latin typeface="+mn-lt"/>
              </a:defRPr>
            </a:lvl1pPr>
          </a:lstStyle>
          <a:p>
            <a:pPr lvl="0"/>
            <a:r>
              <a:rPr lang="en-US" altLang="zh-CN" dirty="0"/>
              <a:t>Lorem ipsum dolor </a:t>
            </a:r>
            <a:r>
              <a:rPr lang="en-US" altLang="zh-CN"/>
              <a:t>sit amet</a:t>
            </a:r>
            <a:endParaRPr lang="zh-CN" altLang="en-US"/>
          </a:p>
        </p:txBody>
      </p:sp>
      <p:sp>
        <p:nvSpPr>
          <p:cNvPr id="83" name="图片占位符 12"/>
          <p:cNvSpPr>
            <a:spLocks noGrp="1"/>
          </p:cNvSpPr>
          <p:nvPr>
            <p:ph type="pic" sz="quarter" idx="13"/>
          </p:nvPr>
        </p:nvSpPr>
        <p:spPr>
          <a:xfrm>
            <a:off x="8064345" y="-6836"/>
            <a:ext cx="4127655" cy="6858000"/>
          </a:xfrm>
          <a:custGeom>
            <a:avLst/>
            <a:gdLst>
              <a:gd name="connsiteX0" fmla="*/ 1 w 4224337"/>
              <a:gd name="connsiteY0" fmla="*/ 0 h 6858000"/>
              <a:gd name="connsiteX1" fmla="*/ 4224337 w 4224337"/>
              <a:gd name="connsiteY1" fmla="*/ 0 h 6858000"/>
              <a:gd name="connsiteX2" fmla="*/ 4224337 w 4224337"/>
              <a:gd name="connsiteY2" fmla="*/ 6858000 h 6858000"/>
              <a:gd name="connsiteX3" fmla="*/ 0 w 4224337"/>
              <a:gd name="connsiteY3" fmla="*/ 6858000 h 6858000"/>
              <a:gd name="connsiteX4" fmla="*/ 0 w 4224337"/>
              <a:gd name="connsiteY4" fmla="*/ 6857998 h 6858000"/>
              <a:gd name="connsiteX5" fmla="*/ 1539193 w 4224337"/>
              <a:gd name="connsiteY5" fmla="*/ 211144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24337" h="6858000">
                <a:moveTo>
                  <a:pt x="1" y="0"/>
                </a:moveTo>
                <a:lnTo>
                  <a:pt x="4224337" y="0"/>
                </a:lnTo>
                <a:lnTo>
                  <a:pt x="4224337" y="6858000"/>
                </a:lnTo>
                <a:lnTo>
                  <a:pt x="0" y="6858000"/>
                </a:lnTo>
                <a:lnTo>
                  <a:pt x="0" y="6857998"/>
                </a:lnTo>
                <a:lnTo>
                  <a:pt x="1539193" y="2111440"/>
                </a:lnTo>
                <a:close/>
              </a:path>
            </a:pathLst>
          </a:custGeom>
        </p:spPr>
        <p:txBody>
          <a:bodyPr wrap="square">
            <a:noAutofit/>
          </a:bodyPr>
          <a:lstStyle/>
          <a:p>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2" name="矩形 1"/>
          <p:cNvSpPr/>
          <p:nvPr userDrawn="1"/>
        </p:nvSpPr>
        <p:spPr>
          <a:xfrm>
            <a:off x="572349" y="780466"/>
            <a:ext cx="11047307" cy="5297075"/>
          </a:xfrm>
          <a:prstGeom prst="rect">
            <a:avLst/>
          </a:prstGeom>
          <a:solidFill>
            <a:srgbClr val="FFFFFF"/>
          </a:solidFill>
          <a:ln w="28575">
            <a:solidFill>
              <a:schemeClr val="tx1">
                <a:lumMod val="75000"/>
                <a:lumOff val="25000"/>
              </a:schemeClr>
            </a:solidFill>
          </a:ln>
          <a:effectLst>
            <a:outerShdw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599" tIns="24800" rIns="49599" bIns="24800" numCol="1" spcCol="0" rtlCol="0" fromWordArt="0" anchor="ctr" anchorCtr="0" forceAA="0" compatLnSpc="1">
            <a:noAutofit/>
          </a:bodyPr>
          <a:lstStyle/>
          <a:p>
            <a:pPr algn="ctr" defTabSz="661035">
              <a:lnSpc>
                <a:spcPct val="120000"/>
              </a:lnSpc>
            </a:pPr>
            <a:endParaRPr lang="zh-CN" altLang="en-US" sz="975">
              <a:solidFill>
                <a:prstClr val="white"/>
              </a:solidFill>
              <a:latin typeface="Arial" panose="020B0604020202020204"/>
              <a:ea typeface="微软雅黑" panose="020B0503020204020204" charset="-122"/>
            </a:endParaRPr>
          </a:p>
        </p:txBody>
      </p:sp>
      <p:grpSp>
        <p:nvGrpSpPr>
          <p:cNvPr id="3" name="组合 2"/>
          <p:cNvGrpSpPr/>
          <p:nvPr userDrawn="1"/>
        </p:nvGrpSpPr>
        <p:grpSpPr>
          <a:xfrm>
            <a:off x="1168907" y="547410"/>
            <a:ext cx="2529333" cy="811255"/>
            <a:chOff x="876679" y="527088"/>
            <a:chExt cx="1897001" cy="811254"/>
          </a:xfrm>
        </p:grpSpPr>
        <p:sp>
          <p:nvSpPr>
            <p:cNvPr id="4" name="直角三角形 3"/>
            <p:cNvSpPr/>
            <p:nvPr/>
          </p:nvSpPr>
          <p:spPr>
            <a:xfrm flipH="1">
              <a:off x="876679" y="555909"/>
              <a:ext cx="106136" cy="190654"/>
            </a:xfrm>
            <a:prstGeom prst="rtTriangle">
              <a:avLst/>
            </a:prstGeom>
            <a:solidFill>
              <a:srgbClr val="656B6E"/>
            </a:solidFill>
            <a:ln w="28575">
              <a:solidFill>
                <a:schemeClr val="tx1">
                  <a:lumMod val="75000"/>
                  <a:lumOff val="25000"/>
                </a:schemeClr>
              </a:solidFill>
            </a:ln>
            <a:effectLst>
              <a:outerShdw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599" tIns="24800" rIns="49599" bIns="24800" numCol="1" spcCol="0" rtlCol="0" fromWordArt="0" anchor="ctr" anchorCtr="0" forceAA="0" compatLnSpc="1">
              <a:noAutofit/>
            </a:bodyPr>
            <a:lstStyle/>
            <a:p>
              <a:pPr algn="ctr" defTabSz="661035">
                <a:lnSpc>
                  <a:spcPct val="120000"/>
                </a:lnSpc>
              </a:pPr>
              <a:endParaRPr lang="zh-CN" altLang="en-US" sz="975" dirty="0">
                <a:solidFill>
                  <a:prstClr val="white"/>
                </a:solidFill>
                <a:latin typeface="Arial" panose="020B0604020202020204"/>
                <a:ea typeface="微软雅黑" panose="020B0503020204020204" charset="-122"/>
              </a:endParaRPr>
            </a:p>
          </p:txBody>
        </p:sp>
        <p:sp>
          <p:nvSpPr>
            <p:cNvPr id="5" name="矩形 4"/>
            <p:cNvSpPr/>
            <p:nvPr/>
          </p:nvSpPr>
          <p:spPr>
            <a:xfrm>
              <a:off x="990053" y="527088"/>
              <a:ext cx="1783627" cy="811254"/>
            </a:xfrm>
            <a:prstGeom prst="rect">
              <a:avLst/>
            </a:prstGeom>
            <a:solidFill>
              <a:srgbClr val="808C94"/>
            </a:solidFill>
            <a:ln w="28575">
              <a:solidFill>
                <a:schemeClr val="tx1">
                  <a:lumMod val="75000"/>
                  <a:lumOff val="25000"/>
                </a:schemeClr>
              </a:solidFill>
            </a:ln>
            <a:effectLst>
              <a:outerShdw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9599" tIns="24800" rIns="49599" bIns="24800" numCol="1" spcCol="0" rtlCol="0" fromWordArt="0" anchor="ctr" anchorCtr="0" forceAA="0" compatLnSpc="1">
              <a:noAutofit/>
            </a:bodyPr>
            <a:lstStyle/>
            <a:p>
              <a:pPr algn="ctr" defTabSz="661035">
                <a:lnSpc>
                  <a:spcPct val="120000"/>
                </a:lnSpc>
              </a:pPr>
              <a:endParaRPr lang="zh-CN" altLang="en-US" sz="975">
                <a:solidFill>
                  <a:prstClr val="white"/>
                </a:solidFill>
                <a:latin typeface="Arial" panose="020B0604020202020204"/>
                <a:ea typeface="微软雅黑" panose="020B0503020204020204" charset="-122"/>
              </a:endParaRPr>
            </a:p>
          </p:txBody>
        </p:sp>
      </p:grpSp>
      <p:grpSp>
        <p:nvGrpSpPr>
          <p:cNvPr id="6" name="组合 5"/>
          <p:cNvGrpSpPr/>
          <p:nvPr userDrawn="1"/>
        </p:nvGrpSpPr>
        <p:grpSpPr>
          <a:xfrm>
            <a:off x="4718231" y="6323884"/>
            <a:ext cx="3019698" cy="361855"/>
            <a:chOff x="3336324" y="6323884"/>
            <a:chExt cx="3019698" cy="361855"/>
          </a:xfrm>
        </p:grpSpPr>
        <p:grpSp>
          <p:nvGrpSpPr>
            <p:cNvPr id="21" name="PA_组合 2"/>
            <p:cNvGrpSpPr/>
            <p:nvPr userDrawn="1">
              <p:custDataLst>
                <p:tags r:id="rId2"/>
              </p:custDataLst>
            </p:nvPr>
          </p:nvGrpSpPr>
          <p:grpSpPr>
            <a:xfrm>
              <a:off x="3336324" y="6388864"/>
              <a:ext cx="736171" cy="263181"/>
              <a:chOff x="9668623" y="5462875"/>
              <a:chExt cx="2145277" cy="766937"/>
            </a:xfrm>
            <a:solidFill>
              <a:srgbClr val="BB1C22"/>
            </a:solidFill>
          </p:grpSpPr>
          <p:sp>
            <p:nvSpPr>
              <p:cNvPr id="22" name="Freeform 51"/>
              <p:cNvSpPr/>
              <p:nvPr/>
            </p:nvSpPr>
            <p:spPr bwMode="auto">
              <a:xfrm>
                <a:off x="10891431" y="5484328"/>
                <a:ext cx="445145" cy="745484"/>
              </a:xfrm>
              <a:custGeom>
                <a:avLst/>
                <a:gdLst>
                  <a:gd name="T0" fmla="*/ 83 w 83"/>
                  <a:gd name="T1" fmla="*/ 46 h 139"/>
                  <a:gd name="T2" fmla="*/ 50 w 83"/>
                  <a:gd name="T3" fmla="*/ 46 h 139"/>
                  <a:gd name="T4" fmla="*/ 50 w 83"/>
                  <a:gd name="T5" fmla="*/ 0 h 139"/>
                  <a:gd name="T6" fmla="*/ 33 w 83"/>
                  <a:gd name="T7" fmla="*/ 0 h 139"/>
                  <a:gd name="T8" fmla="*/ 33 w 83"/>
                  <a:gd name="T9" fmla="*/ 46 h 139"/>
                  <a:gd name="T10" fmla="*/ 0 w 83"/>
                  <a:gd name="T11" fmla="*/ 46 h 139"/>
                  <a:gd name="T12" fmla="*/ 0 w 83"/>
                  <a:gd name="T13" fmla="*/ 62 h 139"/>
                  <a:gd name="T14" fmla="*/ 33 w 83"/>
                  <a:gd name="T15" fmla="*/ 62 h 139"/>
                  <a:gd name="T16" fmla="*/ 33 w 83"/>
                  <a:gd name="T17" fmla="*/ 139 h 139"/>
                  <a:gd name="T18" fmla="*/ 50 w 83"/>
                  <a:gd name="T19" fmla="*/ 139 h 139"/>
                  <a:gd name="T20" fmla="*/ 50 w 83"/>
                  <a:gd name="T21" fmla="*/ 62 h 139"/>
                  <a:gd name="T22" fmla="*/ 83 w 83"/>
                  <a:gd name="T23" fmla="*/ 62 h 139"/>
                  <a:gd name="T24" fmla="*/ 83 w 83"/>
                  <a:gd name="T25" fmla="*/ 4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139">
                    <a:moveTo>
                      <a:pt x="83" y="46"/>
                    </a:moveTo>
                    <a:lnTo>
                      <a:pt x="50" y="46"/>
                    </a:lnTo>
                    <a:lnTo>
                      <a:pt x="50" y="0"/>
                    </a:lnTo>
                    <a:lnTo>
                      <a:pt x="33" y="0"/>
                    </a:lnTo>
                    <a:lnTo>
                      <a:pt x="33" y="46"/>
                    </a:lnTo>
                    <a:lnTo>
                      <a:pt x="0" y="46"/>
                    </a:lnTo>
                    <a:lnTo>
                      <a:pt x="0" y="62"/>
                    </a:lnTo>
                    <a:lnTo>
                      <a:pt x="33" y="62"/>
                    </a:lnTo>
                    <a:lnTo>
                      <a:pt x="33" y="139"/>
                    </a:lnTo>
                    <a:lnTo>
                      <a:pt x="50" y="139"/>
                    </a:lnTo>
                    <a:lnTo>
                      <a:pt x="50" y="62"/>
                    </a:lnTo>
                    <a:lnTo>
                      <a:pt x="83" y="62"/>
                    </a:lnTo>
                    <a:lnTo>
                      <a:pt x="83" y="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3" name="Freeform 52"/>
              <p:cNvSpPr>
                <a:spLocks noEditPoints="1"/>
              </p:cNvSpPr>
              <p:nvPr/>
            </p:nvSpPr>
            <p:spPr bwMode="auto">
              <a:xfrm>
                <a:off x="10580366" y="5489691"/>
                <a:ext cx="268160" cy="740120"/>
              </a:xfrm>
              <a:custGeom>
                <a:avLst/>
                <a:gdLst>
                  <a:gd name="T0" fmla="*/ 0 w 50"/>
                  <a:gd name="T1" fmla="*/ 0 h 138"/>
                  <a:gd name="T2" fmla="*/ 0 w 50"/>
                  <a:gd name="T3" fmla="*/ 13 h 138"/>
                  <a:gd name="T4" fmla="*/ 0 w 50"/>
                  <a:gd name="T5" fmla="*/ 124 h 138"/>
                  <a:gd name="T6" fmla="*/ 0 w 50"/>
                  <a:gd name="T7" fmla="*/ 138 h 138"/>
                  <a:gd name="T8" fmla="*/ 14 w 50"/>
                  <a:gd name="T9" fmla="*/ 138 h 138"/>
                  <a:gd name="T10" fmla="*/ 35 w 50"/>
                  <a:gd name="T11" fmla="*/ 138 h 138"/>
                  <a:gd name="T12" fmla="*/ 50 w 50"/>
                  <a:gd name="T13" fmla="*/ 138 h 138"/>
                  <a:gd name="T14" fmla="*/ 50 w 50"/>
                  <a:gd name="T15" fmla="*/ 124 h 138"/>
                  <a:gd name="T16" fmla="*/ 50 w 50"/>
                  <a:gd name="T17" fmla="*/ 13 h 138"/>
                  <a:gd name="T18" fmla="*/ 50 w 50"/>
                  <a:gd name="T19" fmla="*/ 0 h 138"/>
                  <a:gd name="T20" fmla="*/ 50 w 50"/>
                  <a:gd name="T21" fmla="*/ 0 h 138"/>
                  <a:gd name="T22" fmla="*/ 0 w 50"/>
                  <a:gd name="T23" fmla="*/ 0 h 138"/>
                  <a:gd name="T24" fmla="*/ 0 w 50"/>
                  <a:gd name="T25" fmla="*/ 0 h 138"/>
                  <a:gd name="T26" fmla="*/ 35 w 50"/>
                  <a:gd name="T27" fmla="*/ 124 h 138"/>
                  <a:gd name="T28" fmla="*/ 14 w 50"/>
                  <a:gd name="T29" fmla="*/ 124 h 138"/>
                  <a:gd name="T30" fmla="*/ 14 w 50"/>
                  <a:gd name="T31" fmla="*/ 13 h 138"/>
                  <a:gd name="T32" fmla="*/ 35 w 50"/>
                  <a:gd name="T33" fmla="*/ 13 h 138"/>
                  <a:gd name="T34" fmla="*/ 35 w 50"/>
                  <a:gd name="T35" fmla="*/ 12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138">
                    <a:moveTo>
                      <a:pt x="0" y="0"/>
                    </a:moveTo>
                    <a:lnTo>
                      <a:pt x="0" y="13"/>
                    </a:lnTo>
                    <a:lnTo>
                      <a:pt x="0" y="124"/>
                    </a:lnTo>
                    <a:lnTo>
                      <a:pt x="0" y="138"/>
                    </a:lnTo>
                    <a:lnTo>
                      <a:pt x="14" y="138"/>
                    </a:lnTo>
                    <a:lnTo>
                      <a:pt x="35" y="138"/>
                    </a:lnTo>
                    <a:lnTo>
                      <a:pt x="50" y="138"/>
                    </a:lnTo>
                    <a:lnTo>
                      <a:pt x="50" y="124"/>
                    </a:lnTo>
                    <a:lnTo>
                      <a:pt x="50" y="13"/>
                    </a:lnTo>
                    <a:lnTo>
                      <a:pt x="50" y="0"/>
                    </a:lnTo>
                    <a:lnTo>
                      <a:pt x="50" y="0"/>
                    </a:lnTo>
                    <a:lnTo>
                      <a:pt x="0" y="0"/>
                    </a:lnTo>
                    <a:lnTo>
                      <a:pt x="0" y="0"/>
                    </a:lnTo>
                    <a:close/>
                    <a:moveTo>
                      <a:pt x="35" y="124"/>
                    </a:moveTo>
                    <a:lnTo>
                      <a:pt x="14" y="124"/>
                    </a:lnTo>
                    <a:lnTo>
                      <a:pt x="14" y="13"/>
                    </a:lnTo>
                    <a:lnTo>
                      <a:pt x="35" y="13"/>
                    </a:lnTo>
                    <a:lnTo>
                      <a:pt x="35" y="1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6" name="Freeform 53"/>
              <p:cNvSpPr/>
              <p:nvPr/>
            </p:nvSpPr>
            <p:spPr bwMode="auto">
              <a:xfrm>
                <a:off x="10891431" y="5484328"/>
                <a:ext cx="445145" cy="745484"/>
              </a:xfrm>
              <a:custGeom>
                <a:avLst/>
                <a:gdLst>
                  <a:gd name="T0" fmla="*/ 83 w 83"/>
                  <a:gd name="T1" fmla="*/ 46 h 139"/>
                  <a:gd name="T2" fmla="*/ 50 w 83"/>
                  <a:gd name="T3" fmla="*/ 46 h 139"/>
                  <a:gd name="T4" fmla="*/ 50 w 83"/>
                  <a:gd name="T5" fmla="*/ 0 h 139"/>
                  <a:gd name="T6" fmla="*/ 33 w 83"/>
                  <a:gd name="T7" fmla="*/ 0 h 139"/>
                  <a:gd name="T8" fmla="*/ 33 w 83"/>
                  <a:gd name="T9" fmla="*/ 46 h 139"/>
                  <a:gd name="T10" fmla="*/ 0 w 83"/>
                  <a:gd name="T11" fmla="*/ 46 h 139"/>
                  <a:gd name="T12" fmla="*/ 0 w 83"/>
                  <a:gd name="T13" fmla="*/ 62 h 139"/>
                  <a:gd name="T14" fmla="*/ 33 w 83"/>
                  <a:gd name="T15" fmla="*/ 62 h 139"/>
                  <a:gd name="T16" fmla="*/ 33 w 83"/>
                  <a:gd name="T17" fmla="*/ 139 h 139"/>
                  <a:gd name="T18" fmla="*/ 50 w 83"/>
                  <a:gd name="T19" fmla="*/ 139 h 139"/>
                  <a:gd name="T20" fmla="*/ 50 w 83"/>
                  <a:gd name="T21" fmla="*/ 62 h 139"/>
                  <a:gd name="T22" fmla="*/ 83 w 83"/>
                  <a:gd name="T23" fmla="*/ 62 h 139"/>
                  <a:gd name="T24" fmla="*/ 83 w 83"/>
                  <a:gd name="T25" fmla="*/ 46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139">
                    <a:moveTo>
                      <a:pt x="83" y="46"/>
                    </a:moveTo>
                    <a:lnTo>
                      <a:pt x="50" y="46"/>
                    </a:lnTo>
                    <a:lnTo>
                      <a:pt x="50" y="0"/>
                    </a:lnTo>
                    <a:lnTo>
                      <a:pt x="33" y="0"/>
                    </a:lnTo>
                    <a:lnTo>
                      <a:pt x="33" y="46"/>
                    </a:lnTo>
                    <a:lnTo>
                      <a:pt x="0" y="46"/>
                    </a:lnTo>
                    <a:lnTo>
                      <a:pt x="0" y="62"/>
                    </a:lnTo>
                    <a:lnTo>
                      <a:pt x="33" y="62"/>
                    </a:lnTo>
                    <a:lnTo>
                      <a:pt x="33" y="139"/>
                    </a:lnTo>
                    <a:lnTo>
                      <a:pt x="50" y="139"/>
                    </a:lnTo>
                    <a:lnTo>
                      <a:pt x="50" y="62"/>
                    </a:lnTo>
                    <a:lnTo>
                      <a:pt x="83" y="62"/>
                    </a:lnTo>
                    <a:lnTo>
                      <a:pt x="83" y="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7" name="Freeform 54"/>
              <p:cNvSpPr>
                <a:spLocks noEditPoints="1"/>
              </p:cNvSpPr>
              <p:nvPr/>
            </p:nvSpPr>
            <p:spPr bwMode="auto">
              <a:xfrm>
                <a:off x="10580366" y="5489691"/>
                <a:ext cx="268160" cy="740120"/>
              </a:xfrm>
              <a:custGeom>
                <a:avLst/>
                <a:gdLst>
                  <a:gd name="T0" fmla="*/ 0 w 50"/>
                  <a:gd name="T1" fmla="*/ 0 h 138"/>
                  <a:gd name="T2" fmla="*/ 0 w 50"/>
                  <a:gd name="T3" fmla="*/ 13 h 138"/>
                  <a:gd name="T4" fmla="*/ 0 w 50"/>
                  <a:gd name="T5" fmla="*/ 124 h 138"/>
                  <a:gd name="T6" fmla="*/ 0 w 50"/>
                  <a:gd name="T7" fmla="*/ 138 h 138"/>
                  <a:gd name="T8" fmla="*/ 14 w 50"/>
                  <a:gd name="T9" fmla="*/ 138 h 138"/>
                  <a:gd name="T10" fmla="*/ 35 w 50"/>
                  <a:gd name="T11" fmla="*/ 138 h 138"/>
                  <a:gd name="T12" fmla="*/ 50 w 50"/>
                  <a:gd name="T13" fmla="*/ 138 h 138"/>
                  <a:gd name="T14" fmla="*/ 50 w 50"/>
                  <a:gd name="T15" fmla="*/ 124 h 138"/>
                  <a:gd name="T16" fmla="*/ 50 w 50"/>
                  <a:gd name="T17" fmla="*/ 13 h 138"/>
                  <a:gd name="T18" fmla="*/ 50 w 50"/>
                  <a:gd name="T19" fmla="*/ 0 h 138"/>
                  <a:gd name="T20" fmla="*/ 50 w 50"/>
                  <a:gd name="T21" fmla="*/ 0 h 138"/>
                  <a:gd name="T22" fmla="*/ 0 w 50"/>
                  <a:gd name="T23" fmla="*/ 0 h 138"/>
                  <a:gd name="T24" fmla="*/ 0 w 50"/>
                  <a:gd name="T25" fmla="*/ 0 h 138"/>
                  <a:gd name="T26" fmla="*/ 35 w 50"/>
                  <a:gd name="T27" fmla="*/ 124 h 138"/>
                  <a:gd name="T28" fmla="*/ 14 w 50"/>
                  <a:gd name="T29" fmla="*/ 124 h 138"/>
                  <a:gd name="T30" fmla="*/ 14 w 50"/>
                  <a:gd name="T31" fmla="*/ 13 h 138"/>
                  <a:gd name="T32" fmla="*/ 35 w 50"/>
                  <a:gd name="T33" fmla="*/ 13 h 138"/>
                  <a:gd name="T34" fmla="*/ 35 w 50"/>
                  <a:gd name="T35" fmla="*/ 12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138">
                    <a:moveTo>
                      <a:pt x="0" y="0"/>
                    </a:moveTo>
                    <a:lnTo>
                      <a:pt x="0" y="13"/>
                    </a:lnTo>
                    <a:lnTo>
                      <a:pt x="0" y="124"/>
                    </a:lnTo>
                    <a:lnTo>
                      <a:pt x="0" y="138"/>
                    </a:lnTo>
                    <a:lnTo>
                      <a:pt x="14" y="138"/>
                    </a:lnTo>
                    <a:lnTo>
                      <a:pt x="35" y="138"/>
                    </a:lnTo>
                    <a:lnTo>
                      <a:pt x="50" y="138"/>
                    </a:lnTo>
                    <a:lnTo>
                      <a:pt x="50" y="124"/>
                    </a:lnTo>
                    <a:lnTo>
                      <a:pt x="50" y="13"/>
                    </a:lnTo>
                    <a:lnTo>
                      <a:pt x="50" y="0"/>
                    </a:lnTo>
                    <a:lnTo>
                      <a:pt x="50" y="0"/>
                    </a:lnTo>
                    <a:lnTo>
                      <a:pt x="0" y="0"/>
                    </a:lnTo>
                    <a:lnTo>
                      <a:pt x="0" y="0"/>
                    </a:lnTo>
                    <a:close/>
                    <a:moveTo>
                      <a:pt x="35" y="124"/>
                    </a:moveTo>
                    <a:lnTo>
                      <a:pt x="14" y="124"/>
                    </a:lnTo>
                    <a:lnTo>
                      <a:pt x="14" y="13"/>
                    </a:lnTo>
                    <a:lnTo>
                      <a:pt x="35" y="13"/>
                    </a:lnTo>
                    <a:lnTo>
                      <a:pt x="35" y="1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8" name="Freeform 55"/>
              <p:cNvSpPr/>
              <p:nvPr/>
            </p:nvSpPr>
            <p:spPr bwMode="auto">
              <a:xfrm>
                <a:off x="9947509" y="5489691"/>
                <a:ext cx="316428" cy="740120"/>
              </a:xfrm>
              <a:custGeom>
                <a:avLst/>
                <a:gdLst>
                  <a:gd name="T0" fmla="*/ 59 w 59"/>
                  <a:gd name="T1" fmla="*/ 93 h 138"/>
                  <a:gd name="T2" fmla="*/ 59 w 59"/>
                  <a:gd name="T3" fmla="*/ 93 h 138"/>
                  <a:gd name="T4" fmla="*/ 59 w 59"/>
                  <a:gd name="T5" fmla="*/ 0 h 138"/>
                  <a:gd name="T6" fmla="*/ 43 w 59"/>
                  <a:gd name="T7" fmla="*/ 0 h 138"/>
                  <a:gd name="T8" fmla="*/ 43 w 59"/>
                  <a:gd name="T9" fmla="*/ 88 h 138"/>
                  <a:gd name="T10" fmla="*/ 0 w 59"/>
                  <a:gd name="T11" fmla="*/ 138 h 138"/>
                  <a:gd name="T12" fmla="*/ 22 w 59"/>
                  <a:gd name="T13" fmla="*/ 138 h 138"/>
                  <a:gd name="T14" fmla="*/ 59 w 59"/>
                  <a:gd name="T15" fmla="*/ 93 h 138"/>
                  <a:gd name="T16" fmla="*/ 59 w 59"/>
                  <a:gd name="T17" fmla="*/ 93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38">
                    <a:moveTo>
                      <a:pt x="59" y="93"/>
                    </a:moveTo>
                    <a:lnTo>
                      <a:pt x="59" y="93"/>
                    </a:lnTo>
                    <a:lnTo>
                      <a:pt x="59" y="0"/>
                    </a:lnTo>
                    <a:lnTo>
                      <a:pt x="43" y="0"/>
                    </a:lnTo>
                    <a:lnTo>
                      <a:pt x="43" y="88"/>
                    </a:lnTo>
                    <a:lnTo>
                      <a:pt x="0" y="138"/>
                    </a:lnTo>
                    <a:lnTo>
                      <a:pt x="22" y="138"/>
                    </a:lnTo>
                    <a:lnTo>
                      <a:pt x="59" y="93"/>
                    </a:lnTo>
                    <a:lnTo>
                      <a:pt x="59"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29" name="Freeform 56"/>
              <p:cNvSpPr/>
              <p:nvPr/>
            </p:nvSpPr>
            <p:spPr bwMode="auto">
              <a:xfrm>
                <a:off x="10237121" y="5999195"/>
                <a:ext cx="252070" cy="230617"/>
              </a:xfrm>
              <a:custGeom>
                <a:avLst/>
                <a:gdLst>
                  <a:gd name="T0" fmla="*/ 9 w 47"/>
                  <a:gd name="T1" fmla="*/ 0 h 43"/>
                  <a:gd name="T2" fmla="*/ 0 w 47"/>
                  <a:gd name="T3" fmla="*/ 11 h 43"/>
                  <a:gd name="T4" fmla="*/ 27 w 47"/>
                  <a:gd name="T5" fmla="*/ 43 h 43"/>
                  <a:gd name="T6" fmla="*/ 47 w 47"/>
                  <a:gd name="T7" fmla="*/ 43 h 43"/>
                  <a:gd name="T8" fmla="*/ 9 w 47"/>
                  <a:gd name="T9" fmla="*/ 0 h 43"/>
                </a:gdLst>
                <a:ahLst/>
                <a:cxnLst>
                  <a:cxn ang="0">
                    <a:pos x="T0" y="T1"/>
                  </a:cxn>
                  <a:cxn ang="0">
                    <a:pos x="T2" y="T3"/>
                  </a:cxn>
                  <a:cxn ang="0">
                    <a:pos x="T4" y="T5"/>
                  </a:cxn>
                  <a:cxn ang="0">
                    <a:pos x="T6" y="T7"/>
                  </a:cxn>
                  <a:cxn ang="0">
                    <a:pos x="T8" y="T9"/>
                  </a:cxn>
                </a:cxnLst>
                <a:rect l="0" t="0" r="r" b="b"/>
                <a:pathLst>
                  <a:path w="47" h="43">
                    <a:moveTo>
                      <a:pt x="9" y="0"/>
                    </a:moveTo>
                    <a:lnTo>
                      <a:pt x="0" y="11"/>
                    </a:lnTo>
                    <a:lnTo>
                      <a:pt x="27" y="43"/>
                    </a:lnTo>
                    <a:lnTo>
                      <a:pt x="47" y="43"/>
                    </a:lnTo>
                    <a:lnTo>
                      <a:pt x="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0" name="Rectangle 57"/>
              <p:cNvSpPr>
                <a:spLocks noChangeArrowheads="1"/>
              </p:cNvSpPr>
              <p:nvPr/>
            </p:nvSpPr>
            <p:spPr bwMode="auto">
              <a:xfrm>
                <a:off x="9668623" y="5800756"/>
                <a:ext cx="91174" cy="4290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1" name="Rectangle 58"/>
              <p:cNvSpPr>
                <a:spLocks noChangeArrowheads="1"/>
              </p:cNvSpPr>
              <p:nvPr/>
            </p:nvSpPr>
            <p:spPr bwMode="auto">
              <a:xfrm>
                <a:off x="10017231" y="5489691"/>
                <a:ext cx="80448" cy="4183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2" name="Rectangle 59"/>
              <p:cNvSpPr>
                <a:spLocks noChangeArrowheads="1"/>
              </p:cNvSpPr>
              <p:nvPr/>
            </p:nvSpPr>
            <p:spPr bwMode="auto">
              <a:xfrm>
                <a:off x="10333659" y="5489691"/>
                <a:ext cx="85811" cy="4183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3" name="Freeform 60"/>
              <p:cNvSpPr/>
              <p:nvPr/>
            </p:nvSpPr>
            <p:spPr bwMode="auto">
              <a:xfrm>
                <a:off x="9668623" y="5489691"/>
                <a:ext cx="278886" cy="740120"/>
              </a:xfrm>
              <a:custGeom>
                <a:avLst/>
                <a:gdLst>
                  <a:gd name="T0" fmla="*/ 52 w 52"/>
                  <a:gd name="T1" fmla="*/ 92 h 138"/>
                  <a:gd name="T2" fmla="*/ 52 w 52"/>
                  <a:gd name="T3" fmla="*/ 78 h 138"/>
                  <a:gd name="T4" fmla="*/ 45 w 52"/>
                  <a:gd name="T5" fmla="*/ 78 h 138"/>
                  <a:gd name="T6" fmla="*/ 45 w 52"/>
                  <a:gd name="T7" fmla="*/ 49 h 138"/>
                  <a:gd name="T8" fmla="*/ 52 w 52"/>
                  <a:gd name="T9" fmla="*/ 49 h 138"/>
                  <a:gd name="T10" fmla="*/ 52 w 52"/>
                  <a:gd name="T11" fmla="*/ 35 h 138"/>
                  <a:gd name="T12" fmla="*/ 45 w 52"/>
                  <a:gd name="T13" fmla="*/ 35 h 138"/>
                  <a:gd name="T14" fmla="*/ 45 w 52"/>
                  <a:gd name="T15" fmla="*/ 13 h 138"/>
                  <a:gd name="T16" fmla="*/ 52 w 52"/>
                  <a:gd name="T17" fmla="*/ 13 h 138"/>
                  <a:gd name="T18" fmla="*/ 52 w 52"/>
                  <a:gd name="T19" fmla="*/ 0 h 138"/>
                  <a:gd name="T20" fmla="*/ 45 w 52"/>
                  <a:gd name="T21" fmla="*/ 0 h 138"/>
                  <a:gd name="T22" fmla="*/ 29 w 52"/>
                  <a:gd name="T23" fmla="*/ 0 h 138"/>
                  <a:gd name="T24" fmla="*/ 0 w 52"/>
                  <a:gd name="T25" fmla="*/ 0 h 138"/>
                  <a:gd name="T26" fmla="*/ 0 w 52"/>
                  <a:gd name="T27" fmla="*/ 13 h 138"/>
                  <a:gd name="T28" fmla="*/ 29 w 52"/>
                  <a:gd name="T29" fmla="*/ 13 h 138"/>
                  <a:gd name="T30" fmla="*/ 29 w 52"/>
                  <a:gd name="T31" fmla="*/ 35 h 138"/>
                  <a:gd name="T32" fmla="*/ 0 w 52"/>
                  <a:gd name="T33" fmla="*/ 35 h 138"/>
                  <a:gd name="T34" fmla="*/ 0 w 52"/>
                  <a:gd name="T35" fmla="*/ 49 h 138"/>
                  <a:gd name="T36" fmla="*/ 29 w 52"/>
                  <a:gd name="T37" fmla="*/ 49 h 138"/>
                  <a:gd name="T38" fmla="*/ 29 w 52"/>
                  <a:gd name="T39" fmla="*/ 78 h 138"/>
                  <a:gd name="T40" fmla="*/ 29 w 52"/>
                  <a:gd name="T41" fmla="*/ 92 h 138"/>
                  <a:gd name="T42" fmla="*/ 29 w 52"/>
                  <a:gd name="T43" fmla="*/ 138 h 138"/>
                  <a:gd name="T44" fmla="*/ 45 w 52"/>
                  <a:gd name="T45" fmla="*/ 138 h 138"/>
                  <a:gd name="T46" fmla="*/ 45 w 52"/>
                  <a:gd name="T47" fmla="*/ 92 h 138"/>
                  <a:gd name="T48" fmla="*/ 52 w 52"/>
                  <a:gd name="T49" fmla="*/ 9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2" h="138">
                    <a:moveTo>
                      <a:pt x="52" y="92"/>
                    </a:moveTo>
                    <a:lnTo>
                      <a:pt x="52" y="78"/>
                    </a:lnTo>
                    <a:lnTo>
                      <a:pt x="45" y="78"/>
                    </a:lnTo>
                    <a:lnTo>
                      <a:pt x="45" y="49"/>
                    </a:lnTo>
                    <a:lnTo>
                      <a:pt x="52" y="49"/>
                    </a:lnTo>
                    <a:lnTo>
                      <a:pt x="52" y="35"/>
                    </a:lnTo>
                    <a:lnTo>
                      <a:pt x="45" y="35"/>
                    </a:lnTo>
                    <a:lnTo>
                      <a:pt x="45" y="13"/>
                    </a:lnTo>
                    <a:lnTo>
                      <a:pt x="52" y="13"/>
                    </a:lnTo>
                    <a:lnTo>
                      <a:pt x="52" y="0"/>
                    </a:lnTo>
                    <a:lnTo>
                      <a:pt x="45" y="0"/>
                    </a:lnTo>
                    <a:lnTo>
                      <a:pt x="29" y="0"/>
                    </a:lnTo>
                    <a:lnTo>
                      <a:pt x="0" y="0"/>
                    </a:lnTo>
                    <a:lnTo>
                      <a:pt x="0" y="13"/>
                    </a:lnTo>
                    <a:lnTo>
                      <a:pt x="29" y="13"/>
                    </a:lnTo>
                    <a:lnTo>
                      <a:pt x="29" y="35"/>
                    </a:lnTo>
                    <a:lnTo>
                      <a:pt x="0" y="35"/>
                    </a:lnTo>
                    <a:lnTo>
                      <a:pt x="0" y="49"/>
                    </a:lnTo>
                    <a:lnTo>
                      <a:pt x="29" y="49"/>
                    </a:lnTo>
                    <a:lnTo>
                      <a:pt x="29" y="78"/>
                    </a:lnTo>
                    <a:lnTo>
                      <a:pt x="29" y="92"/>
                    </a:lnTo>
                    <a:lnTo>
                      <a:pt x="29" y="138"/>
                    </a:lnTo>
                    <a:lnTo>
                      <a:pt x="45" y="138"/>
                    </a:lnTo>
                    <a:lnTo>
                      <a:pt x="45" y="92"/>
                    </a:lnTo>
                    <a:lnTo>
                      <a:pt x="52"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sp>
            <p:nvSpPr>
              <p:cNvPr id="34" name="Freeform 61"/>
              <p:cNvSpPr>
                <a:spLocks noEditPoints="1"/>
              </p:cNvSpPr>
              <p:nvPr/>
            </p:nvSpPr>
            <p:spPr bwMode="auto">
              <a:xfrm>
                <a:off x="11438477" y="5462875"/>
                <a:ext cx="375423" cy="386150"/>
              </a:xfrm>
              <a:custGeom>
                <a:avLst/>
                <a:gdLst>
                  <a:gd name="T0" fmla="*/ 26 w 51"/>
                  <a:gd name="T1" fmla="*/ 52 h 52"/>
                  <a:gd name="T2" fmla="*/ 7 w 51"/>
                  <a:gd name="T3" fmla="*/ 44 h 52"/>
                  <a:gd name="T4" fmla="*/ 0 w 51"/>
                  <a:gd name="T5" fmla="*/ 26 h 52"/>
                  <a:gd name="T6" fmla="*/ 7 w 51"/>
                  <a:gd name="T7" fmla="*/ 8 h 52"/>
                  <a:gd name="T8" fmla="*/ 26 w 51"/>
                  <a:gd name="T9" fmla="*/ 0 h 52"/>
                  <a:gd name="T10" fmla="*/ 44 w 51"/>
                  <a:gd name="T11" fmla="*/ 8 h 52"/>
                  <a:gd name="T12" fmla="*/ 51 w 51"/>
                  <a:gd name="T13" fmla="*/ 26 h 52"/>
                  <a:gd name="T14" fmla="*/ 44 w 51"/>
                  <a:gd name="T15" fmla="*/ 44 h 52"/>
                  <a:gd name="T16" fmla="*/ 26 w 51"/>
                  <a:gd name="T17" fmla="*/ 52 h 52"/>
                  <a:gd name="T18" fmla="*/ 26 w 51"/>
                  <a:gd name="T19" fmla="*/ 4 h 52"/>
                  <a:gd name="T20" fmla="*/ 10 w 51"/>
                  <a:gd name="T21" fmla="*/ 11 h 52"/>
                  <a:gd name="T22" fmla="*/ 4 w 51"/>
                  <a:gd name="T23" fmla="*/ 26 h 52"/>
                  <a:gd name="T24" fmla="*/ 10 w 51"/>
                  <a:gd name="T25" fmla="*/ 41 h 52"/>
                  <a:gd name="T26" fmla="*/ 26 w 51"/>
                  <a:gd name="T27" fmla="*/ 48 h 52"/>
                  <a:gd name="T28" fmla="*/ 41 w 51"/>
                  <a:gd name="T29" fmla="*/ 41 h 52"/>
                  <a:gd name="T30" fmla="*/ 47 w 51"/>
                  <a:gd name="T31" fmla="*/ 26 h 52"/>
                  <a:gd name="T32" fmla="*/ 41 w 51"/>
                  <a:gd name="T33" fmla="*/ 11 h 52"/>
                  <a:gd name="T34" fmla="*/ 26 w 51"/>
                  <a:gd name="T35" fmla="*/ 4 h 52"/>
                  <a:gd name="T36" fmla="*/ 38 w 51"/>
                  <a:gd name="T37" fmla="*/ 42 h 52"/>
                  <a:gd name="T38" fmla="*/ 32 w 51"/>
                  <a:gd name="T39" fmla="*/ 42 h 52"/>
                  <a:gd name="T40" fmla="*/ 29 w 51"/>
                  <a:gd name="T41" fmla="*/ 34 h 52"/>
                  <a:gd name="T42" fmla="*/ 23 w 51"/>
                  <a:gd name="T43" fmla="*/ 28 h 52"/>
                  <a:gd name="T44" fmla="*/ 21 w 51"/>
                  <a:gd name="T45" fmla="*/ 28 h 52"/>
                  <a:gd name="T46" fmla="*/ 21 w 51"/>
                  <a:gd name="T47" fmla="*/ 42 h 52"/>
                  <a:gd name="T48" fmla="*/ 15 w 51"/>
                  <a:gd name="T49" fmla="*/ 42 h 52"/>
                  <a:gd name="T50" fmla="*/ 15 w 51"/>
                  <a:gd name="T51" fmla="*/ 9 h 52"/>
                  <a:gd name="T52" fmla="*/ 25 w 51"/>
                  <a:gd name="T53" fmla="*/ 9 h 52"/>
                  <a:gd name="T54" fmla="*/ 34 w 51"/>
                  <a:gd name="T55" fmla="*/ 12 h 52"/>
                  <a:gd name="T56" fmla="*/ 37 w 51"/>
                  <a:gd name="T57" fmla="*/ 18 h 52"/>
                  <a:gd name="T58" fmla="*/ 35 w 51"/>
                  <a:gd name="T59" fmla="*/ 24 h 52"/>
                  <a:gd name="T60" fmla="*/ 28 w 51"/>
                  <a:gd name="T61" fmla="*/ 27 h 52"/>
                  <a:gd name="T62" fmla="*/ 28 w 51"/>
                  <a:gd name="T63" fmla="*/ 27 h 52"/>
                  <a:gd name="T64" fmla="*/ 34 w 51"/>
                  <a:gd name="T65" fmla="*/ 33 h 52"/>
                  <a:gd name="T66" fmla="*/ 38 w 51"/>
                  <a:gd name="T67" fmla="*/ 42 h 52"/>
                  <a:gd name="T68" fmla="*/ 21 w 51"/>
                  <a:gd name="T69" fmla="*/ 14 h 52"/>
                  <a:gd name="T70" fmla="*/ 21 w 51"/>
                  <a:gd name="T71" fmla="*/ 24 h 52"/>
                  <a:gd name="T72" fmla="*/ 25 w 51"/>
                  <a:gd name="T73" fmla="*/ 24 h 52"/>
                  <a:gd name="T74" fmla="*/ 31 w 51"/>
                  <a:gd name="T75" fmla="*/ 19 h 52"/>
                  <a:gd name="T76" fmla="*/ 30 w 51"/>
                  <a:gd name="T77" fmla="*/ 15 h 52"/>
                  <a:gd name="T78" fmla="*/ 24 w 51"/>
                  <a:gd name="T79" fmla="*/ 14 h 52"/>
                  <a:gd name="T80" fmla="*/ 21 w 51"/>
                  <a:gd name="T81" fmla="*/ 1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 h="52">
                    <a:moveTo>
                      <a:pt x="26" y="52"/>
                    </a:moveTo>
                    <a:cubicBezTo>
                      <a:pt x="18" y="52"/>
                      <a:pt x="12" y="49"/>
                      <a:pt x="7" y="44"/>
                    </a:cubicBezTo>
                    <a:cubicBezTo>
                      <a:pt x="2" y="39"/>
                      <a:pt x="0" y="33"/>
                      <a:pt x="0" y="26"/>
                    </a:cubicBezTo>
                    <a:cubicBezTo>
                      <a:pt x="0" y="19"/>
                      <a:pt x="2" y="13"/>
                      <a:pt x="7" y="8"/>
                    </a:cubicBezTo>
                    <a:cubicBezTo>
                      <a:pt x="12" y="3"/>
                      <a:pt x="18" y="0"/>
                      <a:pt x="26" y="0"/>
                    </a:cubicBezTo>
                    <a:cubicBezTo>
                      <a:pt x="33" y="0"/>
                      <a:pt x="39" y="3"/>
                      <a:pt x="44" y="8"/>
                    </a:cubicBezTo>
                    <a:cubicBezTo>
                      <a:pt x="49" y="13"/>
                      <a:pt x="51" y="19"/>
                      <a:pt x="51" y="26"/>
                    </a:cubicBezTo>
                    <a:cubicBezTo>
                      <a:pt x="51" y="33"/>
                      <a:pt x="49" y="39"/>
                      <a:pt x="44" y="44"/>
                    </a:cubicBezTo>
                    <a:cubicBezTo>
                      <a:pt x="39" y="49"/>
                      <a:pt x="33" y="52"/>
                      <a:pt x="26" y="52"/>
                    </a:cubicBezTo>
                    <a:close/>
                    <a:moveTo>
                      <a:pt x="26" y="4"/>
                    </a:moveTo>
                    <a:cubicBezTo>
                      <a:pt x="20" y="4"/>
                      <a:pt x="14" y="6"/>
                      <a:pt x="10" y="11"/>
                    </a:cubicBezTo>
                    <a:cubicBezTo>
                      <a:pt x="6" y="15"/>
                      <a:pt x="4" y="20"/>
                      <a:pt x="4" y="26"/>
                    </a:cubicBezTo>
                    <a:cubicBezTo>
                      <a:pt x="4" y="32"/>
                      <a:pt x="6" y="37"/>
                      <a:pt x="10" y="41"/>
                    </a:cubicBezTo>
                    <a:cubicBezTo>
                      <a:pt x="14" y="46"/>
                      <a:pt x="20" y="48"/>
                      <a:pt x="26" y="48"/>
                    </a:cubicBezTo>
                    <a:cubicBezTo>
                      <a:pt x="32" y="48"/>
                      <a:pt x="37" y="46"/>
                      <a:pt x="41" y="41"/>
                    </a:cubicBezTo>
                    <a:cubicBezTo>
                      <a:pt x="45" y="37"/>
                      <a:pt x="47" y="32"/>
                      <a:pt x="47" y="26"/>
                    </a:cubicBezTo>
                    <a:cubicBezTo>
                      <a:pt x="47" y="20"/>
                      <a:pt x="45" y="15"/>
                      <a:pt x="41" y="11"/>
                    </a:cubicBezTo>
                    <a:cubicBezTo>
                      <a:pt x="37" y="6"/>
                      <a:pt x="32" y="4"/>
                      <a:pt x="26" y="4"/>
                    </a:cubicBezTo>
                    <a:close/>
                    <a:moveTo>
                      <a:pt x="38" y="42"/>
                    </a:moveTo>
                    <a:cubicBezTo>
                      <a:pt x="32" y="42"/>
                      <a:pt x="32" y="42"/>
                      <a:pt x="32" y="42"/>
                    </a:cubicBezTo>
                    <a:cubicBezTo>
                      <a:pt x="29" y="34"/>
                      <a:pt x="29" y="34"/>
                      <a:pt x="29" y="34"/>
                    </a:cubicBezTo>
                    <a:cubicBezTo>
                      <a:pt x="27" y="30"/>
                      <a:pt x="25" y="28"/>
                      <a:pt x="23" y="28"/>
                    </a:cubicBezTo>
                    <a:cubicBezTo>
                      <a:pt x="21" y="28"/>
                      <a:pt x="21" y="28"/>
                      <a:pt x="21" y="28"/>
                    </a:cubicBezTo>
                    <a:cubicBezTo>
                      <a:pt x="21" y="42"/>
                      <a:pt x="21" y="42"/>
                      <a:pt x="21" y="42"/>
                    </a:cubicBezTo>
                    <a:cubicBezTo>
                      <a:pt x="15" y="42"/>
                      <a:pt x="15" y="42"/>
                      <a:pt x="15" y="42"/>
                    </a:cubicBezTo>
                    <a:cubicBezTo>
                      <a:pt x="15" y="9"/>
                      <a:pt x="15" y="9"/>
                      <a:pt x="15" y="9"/>
                    </a:cubicBezTo>
                    <a:cubicBezTo>
                      <a:pt x="25" y="9"/>
                      <a:pt x="25" y="9"/>
                      <a:pt x="25" y="9"/>
                    </a:cubicBezTo>
                    <a:cubicBezTo>
                      <a:pt x="29" y="9"/>
                      <a:pt x="32" y="10"/>
                      <a:pt x="34" y="12"/>
                    </a:cubicBezTo>
                    <a:cubicBezTo>
                      <a:pt x="36" y="13"/>
                      <a:pt x="37" y="15"/>
                      <a:pt x="37" y="18"/>
                    </a:cubicBezTo>
                    <a:cubicBezTo>
                      <a:pt x="37" y="20"/>
                      <a:pt x="36" y="22"/>
                      <a:pt x="35" y="24"/>
                    </a:cubicBezTo>
                    <a:cubicBezTo>
                      <a:pt x="33" y="26"/>
                      <a:pt x="31" y="27"/>
                      <a:pt x="28" y="27"/>
                    </a:cubicBezTo>
                    <a:cubicBezTo>
                      <a:pt x="28" y="27"/>
                      <a:pt x="28" y="27"/>
                      <a:pt x="28" y="27"/>
                    </a:cubicBezTo>
                    <a:cubicBezTo>
                      <a:pt x="30" y="28"/>
                      <a:pt x="32" y="30"/>
                      <a:pt x="34" y="33"/>
                    </a:cubicBezTo>
                    <a:lnTo>
                      <a:pt x="38" y="42"/>
                    </a:lnTo>
                    <a:close/>
                    <a:moveTo>
                      <a:pt x="21" y="14"/>
                    </a:moveTo>
                    <a:cubicBezTo>
                      <a:pt x="21" y="24"/>
                      <a:pt x="21" y="24"/>
                      <a:pt x="21" y="24"/>
                    </a:cubicBezTo>
                    <a:cubicBezTo>
                      <a:pt x="25" y="24"/>
                      <a:pt x="25" y="24"/>
                      <a:pt x="25" y="24"/>
                    </a:cubicBezTo>
                    <a:cubicBezTo>
                      <a:pt x="29" y="24"/>
                      <a:pt x="31" y="22"/>
                      <a:pt x="31" y="19"/>
                    </a:cubicBezTo>
                    <a:cubicBezTo>
                      <a:pt x="31" y="17"/>
                      <a:pt x="31" y="15"/>
                      <a:pt x="30" y="15"/>
                    </a:cubicBezTo>
                    <a:cubicBezTo>
                      <a:pt x="28" y="14"/>
                      <a:pt x="26" y="14"/>
                      <a:pt x="24" y="14"/>
                    </a:cubicBezTo>
                    <a:lnTo>
                      <a:pt x="21"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800"/>
                <a:endParaRPr lang="zh-CN" altLang="en-US" sz="1350">
                  <a:solidFill>
                    <a:prstClr val="black"/>
                  </a:solidFill>
                  <a:latin typeface="等线" panose="02010600030101010101" charset="-122"/>
                  <a:ea typeface="等线" panose="02010600030101010101" charset="-122"/>
                </a:endParaRPr>
              </a:p>
            </p:txBody>
          </p:sp>
        </p:grpSp>
        <p:sp>
          <p:nvSpPr>
            <p:cNvPr id="35" name="十字形 34"/>
            <p:cNvSpPr/>
            <p:nvPr userDrawn="1"/>
          </p:nvSpPr>
          <p:spPr>
            <a:xfrm rot="2700000">
              <a:off x="4250784" y="6372326"/>
              <a:ext cx="298087" cy="298086"/>
            </a:xfrm>
            <a:prstGeom prst="plus">
              <a:avLst>
                <a:gd name="adj" fmla="val 47463"/>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6" name="Picture 7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57842" y="6323884"/>
              <a:ext cx="361855" cy="361855"/>
            </a:xfrm>
            <a:prstGeom prst="rect">
              <a:avLst/>
            </a:prstGeom>
          </p:spPr>
        </p:pic>
        <p:sp>
          <p:nvSpPr>
            <p:cNvPr id="37" name="TextBox 73"/>
            <p:cNvSpPr txBox="1"/>
            <p:nvPr userDrawn="1"/>
          </p:nvSpPr>
          <p:spPr>
            <a:xfrm>
              <a:off x="5094138" y="6367486"/>
              <a:ext cx="1261884" cy="307777"/>
            </a:xfrm>
            <a:prstGeom prst="rect">
              <a:avLst/>
            </a:prstGeom>
            <a:noFill/>
          </p:spPr>
          <p:txBody>
            <a:bodyPr wrap="none" rtlCol="0">
              <a:spAutoFit/>
            </a:bodyPr>
            <a:lstStyle/>
            <a:p>
              <a:pPr algn="ctr"/>
              <a:r>
                <a:rPr lang="zh-CN" altLang="en-US" sz="1400" dirty="0">
                  <a:solidFill>
                    <a:srgbClr val="D83B01"/>
                  </a:solidFill>
                  <a:latin typeface="微软雅黑 Light" panose="020B0502040204020203" charset="-122"/>
                  <a:ea typeface="微软雅黑 Light" panose="020B0502040204020203" charset="-122"/>
                </a:rPr>
                <a:t>微软听听文档</a:t>
              </a:r>
              <a:endParaRPr lang="en-US" altLang="zh-CN" sz="1400" dirty="0">
                <a:solidFill>
                  <a:srgbClr val="D83B01"/>
                </a:solidFill>
                <a:latin typeface="微软雅黑 Light" panose="020B0502040204020203" charset="-122"/>
                <a:ea typeface="微软雅黑 Light" panose="020B0502040204020203" charset="-122"/>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3" name="组合 2"/>
          <p:cNvGrpSpPr/>
          <p:nvPr userDrawn="1"/>
        </p:nvGrpSpPr>
        <p:grpSpPr>
          <a:xfrm>
            <a:off x="-1533921" y="1625850"/>
            <a:ext cx="663064" cy="3942559"/>
            <a:chOff x="-1890670" y="575006"/>
            <a:chExt cx="765866" cy="6071755"/>
          </a:xfrm>
        </p:grpSpPr>
        <p:sp>
          <p:nvSpPr>
            <p:cNvPr id="4" name="椭圆 3"/>
            <p:cNvSpPr/>
            <p:nvPr/>
          </p:nvSpPr>
          <p:spPr>
            <a:xfrm>
              <a:off x="-1890670" y="1636183"/>
              <a:ext cx="765866" cy="765866"/>
            </a:xfrm>
            <a:prstGeom prst="ellipse">
              <a:avLst/>
            </a:prstGeom>
            <a:solidFill>
              <a:srgbClr val="B7DA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5" name="椭圆 4"/>
            <p:cNvSpPr/>
            <p:nvPr/>
          </p:nvSpPr>
          <p:spPr>
            <a:xfrm>
              <a:off x="-1890670" y="4819716"/>
              <a:ext cx="765866" cy="765866"/>
            </a:xfrm>
            <a:prstGeom prst="ellipse">
              <a:avLst/>
            </a:prstGeom>
            <a:solidFill>
              <a:srgbClr val="E237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6" name="椭圆 5"/>
            <p:cNvSpPr/>
            <p:nvPr/>
          </p:nvSpPr>
          <p:spPr>
            <a:xfrm>
              <a:off x="-1890670" y="2697360"/>
              <a:ext cx="765866" cy="765866"/>
            </a:xfrm>
            <a:prstGeom prst="ellipse">
              <a:avLst/>
            </a:prstGeom>
            <a:solidFill>
              <a:srgbClr val="2E3D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7" name="椭圆 6"/>
            <p:cNvSpPr/>
            <p:nvPr/>
          </p:nvSpPr>
          <p:spPr>
            <a:xfrm>
              <a:off x="-1890670" y="3758537"/>
              <a:ext cx="765866" cy="765866"/>
            </a:xfrm>
            <a:prstGeom prst="ellipse">
              <a:avLst/>
            </a:prstGeom>
            <a:solidFill>
              <a:srgbClr val="00A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8" name="椭圆 7"/>
            <p:cNvSpPr/>
            <p:nvPr/>
          </p:nvSpPr>
          <p:spPr>
            <a:xfrm>
              <a:off x="-1890670" y="575006"/>
              <a:ext cx="765866" cy="765866"/>
            </a:xfrm>
            <a:prstGeom prst="ellipse">
              <a:avLst/>
            </a:prstGeom>
            <a:solidFill>
              <a:srgbClr val="808C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sp>
          <p:nvSpPr>
            <p:cNvPr id="9" name="椭圆 8"/>
            <p:cNvSpPr/>
            <p:nvPr userDrawn="1"/>
          </p:nvSpPr>
          <p:spPr>
            <a:xfrm>
              <a:off x="-1890670" y="5880895"/>
              <a:ext cx="765866" cy="765866"/>
            </a:xfrm>
            <a:prstGeom prst="ellipse">
              <a:avLst/>
            </a:prstGeom>
            <a:solidFill>
              <a:srgbClr val="FFD4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5"/>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2" Type="http://schemas.openxmlformats.org/officeDocument/2006/relationships/theme" Target="../theme/theme2.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1.xml"/><Relationship Id="rId8" Type="http://schemas.openxmlformats.org/officeDocument/2006/relationships/slideLayout" Target="../slideLayouts/slideLayout40.xml"/><Relationship Id="rId7" Type="http://schemas.openxmlformats.org/officeDocument/2006/relationships/slideLayout" Target="../slideLayouts/slideLayout39.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3" Type="http://schemas.openxmlformats.org/officeDocument/2006/relationships/slideLayout" Target="../slideLayouts/slideLayout35.xml"/><Relationship Id="rId2" Type="http://schemas.openxmlformats.org/officeDocument/2006/relationships/slideLayout" Target="../slideLayouts/slideLayout34.xml"/><Relationship Id="rId19" Type="http://schemas.openxmlformats.org/officeDocument/2006/relationships/theme" Target="../theme/theme5.xml"/><Relationship Id="rId18" Type="http://schemas.openxmlformats.org/officeDocument/2006/relationships/slideLayout" Target="../slideLayouts/slideLayout50.xml"/><Relationship Id="rId17" Type="http://schemas.openxmlformats.org/officeDocument/2006/relationships/slideLayout" Target="../slideLayouts/slideLayout49.xml"/><Relationship Id="rId16" Type="http://schemas.openxmlformats.org/officeDocument/2006/relationships/slideLayout" Target="../slideLayouts/slideLayout48.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1" Type="http://schemas.openxmlformats.org/officeDocument/2006/relationships/slideLayout" Target="../slideLayouts/slideLayout43.xml"/><Relationship Id="rId10" Type="http://schemas.openxmlformats.org/officeDocument/2006/relationships/slideLayout" Target="../slideLayouts/slideLayout42.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日期占位符 3"/>
          <p:cNvSpPr>
            <a:spLocks noGrp="1"/>
          </p:cNvSpPr>
          <p:nvPr>
            <p:ph type="dt" sz="half" idx="2"/>
          </p:nvPr>
        </p:nvSpPr>
        <p:spPr>
          <a:xfrm>
            <a:off x="660400" y="6243805"/>
            <a:ext cx="2743200" cy="365125"/>
          </a:xfrm>
          <a:prstGeom prst="rect">
            <a:avLst/>
          </a:prstGeom>
        </p:spPr>
        <p:txBody>
          <a:bodyPr vert="horz" lIns="90000" tIns="0" rIns="0" bIns="0" rtlCol="0" anchor="ctr"/>
          <a:lstStyle>
            <a:lvl1pPr algn="l">
              <a:defRPr sz="1200">
                <a:solidFill>
                  <a:schemeClr val="tx1">
                    <a:tint val="75000"/>
                  </a:schemeClr>
                </a:solidFill>
              </a:defRPr>
            </a:lvl1pPr>
          </a:lstStyle>
          <a:p>
            <a:fld id="{E8F394D5-772B-428A-A56F-E8D77A38318D}" type="datetime1">
              <a:rPr lang="zh-CN" altLang="en-US" smtClean="0"/>
            </a:fld>
            <a:endParaRPr lang="zh-CN" altLang="en-US" dirty="0"/>
          </a:p>
        </p:txBody>
      </p:sp>
      <p:sp>
        <p:nvSpPr>
          <p:cNvPr id="8" name="灯片编号占位符 5"/>
          <p:cNvSpPr>
            <a:spLocks noGrp="1"/>
          </p:cNvSpPr>
          <p:nvPr>
            <p:ph type="sldNum" sz="quarter" idx="4"/>
          </p:nvPr>
        </p:nvSpPr>
        <p:spPr>
          <a:xfrm>
            <a:off x="8775700" y="6243805"/>
            <a:ext cx="2743200" cy="365125"/>
          </a:xfrm>
          <a:prstGeom prst="rect">
            <a:avLst/>
          </a:prstGeom>
        </p:spPr>
        <p:txBody>
          <a:bodyPr vert="horz" lIns="91440" tIns="45720" rIns="90000" bIns="45720" rtlCol="0" anchor="ctr"/>
          <a:lstStyle>
            <a:lvl1pPr algn="r">
              <a:defRPr sz="1200">
                <a:solidFill>
                  <a:schemeClr val="tx1">
                    <a:tint val="75000"/>
                  </a:schemeClr>
                </a:solidFill>
              </a:defRPr>
            </a:lvl1pPr>
          </a:lstStyle>
          <a:p>
            <a:fld id="{E0374D5E-809C-4B52-9B1B-43F9E111375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E23D54-57BC-4326-B03C-2C74BCA1EEF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1ADD4-AA10-41CC-AB89-84E80816F81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0" r:id="rId1"/>
    <p:sldLayoutId id="2147483681" r:id="rId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日期占位符 3"/>
          <p:cNvSpPr>
            <a:spLocks noGrp="1"/>
          </p:cNvSpPr>
          <p:nvPr>
            <p:ph type="dt" sz="half" idx="2"/>
          </p:nvPr>
        </p:nvSpPr>
        <p:spPr>
          <a:xfrm>
            <a:off x="660400" y="6243805"/>
            <a:ext cx="2743200" cy="365125"/>
          </a:xfrm>
          <a:prstGeom prst="rect">
            <a:avLst/>
          </a:prstGeom>
        </p:spPr>
        <p:txBody>
          <a:bodyPr vert="horz" lIns="90000" tIns="0" rIns="0" bIns="0" rtlCol="0" anchor="ctr"/>
          <a:lstStyle>
            <a:lvl1pPr algn="l">
              <a:defRPr sz="1200">
                <a:solidFill>
                  <a:schemeClr val="tx1">
                    <a:tint val="75000"/>
                  </a:schemeClr>
                </a:solidFill>
              </a:defRPr>
            </a:lvl1pPr>
          </a:lstStyle>
          <a:p>
            <a:fld id="{E8F394D5-772B-428A-A56F-E8D77A38318D}" type="datetime1">
              <a:rPr lang="zh-CN" altLang="en-US" smtClean="0"/>
            </a:fld>
            <a:endParaRPr lang="zh-CN" altLang="en-US" dirty="0"/>
          </a:p>
        </p:txBody>
      </p:sp>
      <p:sp>
        <p:nvSpPr>
          <p:cNvPr id="8" name="灯片编号占位符 5"/>
          <p:cNvSpPr>
            <a:spLocks noGrp="1"/>
          </p:cNvSpPr>
          <p:nvPr>
            <p:ph type="sldNum" sz="quarter" idx="4"/>
          </p:nvPr>
        </p:nvSpPr>
        <p:spPr>
          <a:xfrm>
            <a:off x="8775700" y="6243805"/>
            <a:ext cx="2743200" cy="365125"/>
          </a:xfrm>
          <a:prstGeom prst="rect">
            <a:avLst/>
          </a:prstGeom>
        </p:spPr>
        <p:txBody>
          <a:bodyPr vert="horz" lIns="91440" tIns="45720" rIns="90000" bIns="45720" rtlCol="0" anchor="ctr"/>
          <a:lstStyle>
            <a:lvl1pPr algn="r">
              <a:defRPr sz="1200">
                <a:solidFill>
                  <a:schemeClr val="tx1">
                    <a:tint val="75000"/>
                  </a:schemeClr>
                </a:solidFill>
              </a:defRPr>
            </a:lvl1pPr>
          </a:lstStyle>
          <a:p>
            <a:fld id="{E0374D5E-809C-4B52-9B1B-43F9E111375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Lst>
  <p:hf hdr="0" ftr="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7" Type="http://schemas.openxmlformats.org/officeDocument/2006/relationships/slideLayout" Target="../slideLayouts/slideLayout9.xml"/><Relationship Id="rId26" Type="http://schemas.openxmlformats.org/officeDocument/2006/relationships/image" Target="../media/image7.svg"/><Relationship Id="rId25" Type="http://schemas.openxmlformats.org/officeDocument/2006/relationships/image" Target="../media/image6.png"/><Relationship Id="rId24" Type="http://schemas.openxmlformats.org/officeDocument/2006/relationships/tags" Target="../tags/tag32.xml"/><Relationship Id="rId23" Type="http://schemas.openxmlformats.org/officeDocument/2006/relationships/image" Target="../media/image5.svg"/><Relationship Id="rId22" Type="http://schemas.openxmlformats.org/officeDocument/2006/relationships/image" Target="../media/image4.png"/><Relationship Id="rId21" Type="http://schemas.openxmlformats.org/officeDocument/2006/relationships/tags" Target="../tags/tag31.xml"/><Relationship Id="rId20" Type="http://schemas.openxmlformats.org/officeDocument/2006/relationships/image" Target="../media/image3.svg"/><Relationship Id="rId2" Type="http://schemas.openxmlformats.org/officeDocument/2006/relationships/tags" Target="../tags/tag14.xml"/><Relationship Id="rId19" Type="http://schemas.openxmlformats.org/officeDocument/2006/relationships/image" Target="../media/image2.png"/><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image" Target="../media/image9.png"/><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image" Target="../media/image8.png"/><Relationship Id="rId2" Type="http://schemas.openxmlformats.org/officeDocument/2006/relationships/tags" Target="../tags/tag34.xml"/><Relationship Id="rId19" Type="http://schemas.openxmlformats.org/officeDocument/2006/relationships/slideLayout" Target="../slideLayouts/slideLayout41.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image" Target="../media/image10.png"/><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3.xml"/></Relationships>
</file>

<file path=ppt/slides/_rels/slide3.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11.png"/><Relationship Id="rId18" Type="http://schemas.openxmlformats.org/officeDocument/2006/relationships/slideLayout" Target="../slideLayouts/slideLayout41.xml"/><Relationship Id="rId17" Type="http://schemas.openxmlformats.org/officeDocument/2006/relationships/tags" Target="../tags/tag63.xml"/><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tags" Target="../tags/tag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03 </a:t>
            </a:r>
            <a:r>
              <a:rPr lang="zh-CN" altLang="en-US"/>
              <a:t>通信系统</a:t>
            </a:r>
            <a:r>
              <a:rPr lang="zh-CN" altLang="en-US"/>
              <a:t>构建</a:t>
            </a:r>
            <a:endParaRPr lang="zh-CN" altLang="en-US"/>
          </a:p>
        </p:txBody>
      </p:sp>
      <p:sp>
        <p:nvSpPr>
          <p:cNvPr id="12" name="矩形 11"/>
          <p:cNvSpPr/>
          <p:nvPr/>
        </p:nvSpPr>
        <p:spPr>
          <a:xfrm>
            <a:off x="6593048" y="2322688"/>
            <a:ext cx="4097364" cy="362343"/>
          </a:xfrm>
          <a:prstGeom prst="rect">
            <a:avLst/>
          </a:prstGeom>
        </p:spPr>
        <p:txBody>
          <a:bodyPr wrap="square">
            <a:spAutoFit/>
          </a:bodyPr>
          <a:lstStyle/>
          <a:p>
            <a:pPr algn="just" defTabSz="914400">
              <a:lnSpc>
                <a:spcPct val="120000"/>
              </a:lnSpc>
              <a:defRPr/>
            </a:pPr>
            <a:endParaRPr kumimoji="1" lang="zh-CN" altLang="en-US" sz="1600" dirty="0">
              <a:solidFill>
                <a:schemeClr val="tx1">
                  <a:lumMod val="75000"/>
                  <a:lumOff val="2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6" name="灯片编号占位符 15"/>
          <p:cNvSpPr>
            <a:spLocks noGrp="1"/>
          </p:cNvSpPr>
          <p:nvPr>
            <p:ph type="sldNum" sz="quarter" idx="12"/>
          </p:nvPr>
        </p:nvSpPr>
        <p:spPr/>
        <p:txBody>
          <a:bodyPr/>
          <a:lstStyle/>
          <a:p>
            <a:r>
              <a:rPr lang="zh-CN" altLang="en-US"/>
              <a:t>*</a:t>
            </a:r>
            <a:endParaRPr lang="zh-CN" altLang="en-US" dirty="0"/>
          </a:p>
        </p:txBody>
      </p:sp>
      <p:grpSp>
        <p:nvGrpSpPr>
          <p:cNvPr id="3"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917670" y="470116"/>
            <a:ext cx="2152852" cy="496556"/>
            <a:chOff x="2035175" y="2493963"/>
            <a:chExt cx="8121650" cy="1873250"/>
          </a:xfrm>
        </p:grpSpPr>
        <p:sp>
          <p:nvSpPr>
            <p:cNvPr id="5" name="iṡľïḑê"/>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 name="íṩ1iḓê"/>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 name="î$ľîḑè"/>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 name="isḷiďè"/>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 name="iśľíḋè"/>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 name="iṩḻiḋé"/>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 name="îṥļïḓè"/>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 name="ïṥliḍè"/>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 name="iśḷíḓê"/>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 name="isļiḓe"/>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 name="îs1ïdè"/>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3" name="iṡḻïďe"/>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4" name="ï$ľídè"/>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5" name="isḻïḋê"/>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6" name="îṧḷïde"/>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7" name="iṣḷíḍé"/>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8" name="isľïde"/>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9" name="îślîḍé"/>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0" name="îŝḻiďé"/>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1" name="íṣḻiḋè"/>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2" name="îSlîḓè"/>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3" name="iṩḷïdê"/>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4" name="ïś1ïḍê"/>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5" name="îşliḍè"/>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6" name="išḷidê"/>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7" name="îSḻiḍe"/>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8" name="ïṧļïḍe"/>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9" name="îŝļïḋé"/>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0" name="îṡlïḍe"/>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1" name="ïśļïḑê"/>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2" name="îSľïde"/>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3" name="iṧḻïdé"/>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4" name="íŝļíḑé"/>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5" name="ï$ļiḑé"/>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6" name="îṧļïde"/>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7" name="íşlîḍè"/>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8" name="îŝļîďé"/>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9" name="îŝlîḑê"/>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0" name="îṣḷïdè"/>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1" name="íśļîḍè"/>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2" name="íśļïḍe"/>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3" name="íŝliḓê"/>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4" name="iślïḓê"/>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5" name="íSlïdè"/>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6" name="iṣḻïḍe"/>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7" name="ïşľidé"/>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8" name="ïṣliḋê"/>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9" name="îṩḻiḓê"/>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0" name="iśļîḋè"/>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1" name="iṣliḓê"/>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2" name="íṡľiḍê"/>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3" name="íšlîde"/>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4" name="îṡḷíḋé"/>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5" name="îsḻiḓe"/>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6" name="î$ļïdè"/>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7" name="îṧḷíḓê"/>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8" name="íṩ1iḑê"/>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9" name="îṥlîdê"/>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0" name="îṧľîḑé"/>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1" name="ï$ļíḑe"/>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2" name="iṩḷïde"/>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3" name="í$ḷïďê"/>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4" name="îśľïḑe"/>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5" name="ïSlîḍè"/>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6" name="işliḍé"/>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7" name="ísḻïde"/>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8" name="iŝļiḋê"/>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9" name="iṧḷîdè"/>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0" name="isļíḍè"/>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1" name="ïṡ1íḓe"/>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2" name="isḷiḑê"/>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3" name="ïṥlíḓê"/>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4" name="îṧḷíḍé"/>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5" name="îṩḻïďè"/>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6" name="ïşļídé"/>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7" name="iṧḻíďe"/>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8" name="ïSlïḓé"/>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9" name="išľîḑé"/>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0" name="îṥḻîďè"/>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1" name="i$líḋé"/>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2" name="iṡľîḋê"/>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3" name="ïśḷîḍè"/>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4" name="íṣļíḓe"/>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5" name="ïslïḓé"/>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6" name="ïṣḻîḋé"/>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7" name="ïṥḷîḓè"/>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8" name="iṥḷíďè"/>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9" name="ïş1ídè"/>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0" name="îŝļiḑe"/>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1" name="í$ļïḓé"/>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2" name="i$1iďê"/>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3" name="îšḷiḍe"/>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4" name="íṥlïdê"/>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5" name="íśľîďé"/>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6" name="iŝḻîdé"/>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7" name="ïsḷiḍé"/>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8" name="íṧ1iďè"/>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9" name="îṩľíḓe"/>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0" name="ïṡ1ïḑé"/>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1" name="iṡlíďe"/>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2" name="ïšḷiḍè"/>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3" name="í$1îḓè"/>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4" name="î$ľidé"/>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5" name="išḻïďê"/>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6" name="îSļíďê"/>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7" name="íṧḻiḋe"/>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8" name="îṡ1iďé"/>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9" name="ï$ḷïdè"/>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0" name="işlîḋê"/>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1" name="işḻïḑè"/>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2" name="ïslidê"/>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3" name="íṣḻíḑê"/>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4" name="ísḻídé"/>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5" name="iṧḻide"/>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6" name="îṧļïďe"/>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7" name="iṣḷîḋê"/>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8" name="íŝ1ïḍè"/>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9" name="íŝlîḋe"/>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0" name="iŝḻiďê"/>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1" name="îṥḻiḍè"/>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2" name="íṩḷîḋe"/>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3" name="iṧḻiḋè"/>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4" name="î$ľíḓè"/>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5" name="ïsľíďe"/>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6" name="íšḷïdé"/>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7" name="ïslîḍê"/>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8" name="îŝľíḍè"/>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9" name="íşľîḑé"/>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0" name="íSḷîḍè"/>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1" name="ïşļîḍè"/>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2" name="ísḷiḋe"/>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3" name="išḷîḓe"/>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4" name="ïṩļidê"/>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5" name="îṧliḑe"/>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6" name="ïśḷïḓè"/>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7" name="ísliďè"/>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8" name="ïsḷíḍé"/>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9" name="ïšlîḑê"/>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0" name="îṧḻîḓé"/>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1" name="iśļîḋê"/>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grpSp>
      <p:sp>
        <p:nvSpPr>
          <p:cNvPr id="168" name="矩形 167"/>
          <p:cNvSpPr/>
          <p:nvPr/>
        </p:nvSpPr>
        <p:spPr>
          <a:xfrm>
            <a:off x="6720048" y="2449688"/>
            <a:ext cx="4097364" cy="362343"/>
          </a:xfrm>
          <a:prstGeom prst="rect">
            <a:avLst/>
          </a:prstGeom>
        </p:spPr>
        <p:txBody>
          <a:bodyPr wrap="square">
            <a:spAutoFit/>
          </a:bodyPr>
          <a:lstStyle/>
          <a:p>
            <a:pPr algn="just" defTabSz="914400">
              <a:lnSpc>
                <a:spcPct val="120000"/>
              </a:lnSpc>
              <a:defRPr/>
            </a:pPr>
            <a:endParaRPr kumimoji="1" lang="zh-CN" altLang="en-US" sz="1600" dirty="0">
              <a:solidFill>
                <a:schemeClr val="tx1">
                  <a:lumMod val="75000"/>
                  <a:lumOff val="2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69" name="文本框 268"/>
          <p:cNvSpPr txBox="1"/>
          <p:nvPr>
            <p:custDataLst>
              <p:tags r:id="rId2"/>
            </p:custDataLst>
          </p:nvPr>
        </p:nvSpPr>
        <p:spPr>
          <a:xfrm>
            <a:off x="6562725" y="1028065"/>
            <a:ext cx="4956810" cy="5215890"/>
          </a:xfrm>
          <a:prstGeom prst="rect">
            <a:avLst/>
          </a:prstGeom>
          <a:noFill/>
        </p:spPr>
        <p:txBody>
          <a:bodyPr wrap="square" bIns="0" rtlCol="0">
            <a:normAutofit/>
          </a:bodyPr>
          <a:p>
            <a:pPr algn="l">
              <a:buClrTx/>
              <a:buSzTx/>
              <a:buFontTx/>
            </a:pPr>
            <a:r>
              <a:rPr lang="zh-CN" altLang="en-US" sz="2000" kern="100" dirty="0">
                <a:effectLst/>
                <a:latin typeface="+mj-ea"/>
                <a:ea typeface="+mj-ea"/>
                <a:cs typeface="宋体" panose="02010600030101010101" pitchFamily="2" charset="-122"/>
              </a:rPr>
              <a:t>为了实现对四足仿生机器人运动姿态的精确分析与稳定性策略的高效研究，本文构建了一个高速、可靠、低延迟的双向通信系统，该系统连接了物理机器人实体与虚拟数字孪生模型。此通信系统在架构、协议和数据层面进行了深度优化，为姿态解算、步态规划和动态稳定性控制提供了数据基础和闭环验证通路。</a:t>
            </a:r>
            <a:endParaRPr lang="zh-CN" altLang="en-US" sz="2000" kern="100" dirty="0">
              <a:effectLst/>
              <a:latin typeface="+mj-ea"/>
              <a:ea typeface="+mj-ea"/>
              <a:cs typeface="宋体" panose="02010600030101010101" pitchFamily="2" charset="-122"/>
            </a:endParaRPr>
          </a:p>
          <a:p>
            <a:pPr algn="l">
              <a:buClrTx/>
              <a:buSzTx/>
              <a:buFontTx/>
            </a:pPr>
            <a:endParaRPr lang="zh-CN" altLang="en-US" sz="2000" kern="100" dirty="0">
              <a:effectLst/>
              <a:latin typeface="+mj-ea"/>
              <a:ea typeface="+mj-ea"/>
              <a:cs typeface="宋体" panose="02010600030101010101" pitchFamily="2" charset="-122"/>
            </a:endParaRPr>
          </a:p>
          <a:p>
            <a:pPr algn="l">
              <a:buClrTx/>
              <a:buSzTx/>
              <a:buFontTx/>
            </a:pPr>
            <a:r>
              <a:rPr lang="zh-CN" altLang="en-US" sz="2000" kern="100" dirty="0">
                <a:effectLst/>
                <a:latin typeface="+mj-ea"/>
                <a:ea typeface="+mj-ea"/>
                <a:cs typeface="宋体" panose="02010600030101010101" pitchFamily="2" charset="-122"/>
              </a:rPr>
              <a:t>为确保数据流转的清晰、高效与功能职责的明确，该通信系统采用了分层化、模块化的设计思想，构建了包含</a:t>
            </a:r>
            <a:r>
              <a:rPr lang="zh-CN" altLang="en-US" sz="2000" b="1" kern="100" dirty="0">
                <a:effectLst/>
                <a:latin typeface="+mj-ea"/>
                <a:ea typeface="+mj-ea"/>
                <a:cs typeface="宋体" panose="02010600030101010101" pitchFamily="2" charset="-122"/>
              </a:rPr>
              <a:t>“感知控制层”</a:t>
            </a:r>
            <a:r>
              <a:rPr lang="zh-CN" altLang="en-US" sz="2000" kern="100" dirty="0">
                <a:effectLst/>
                <a:latin typeface="+mj-ea"/>
                <a:ea typeface="+mj-ea"/>
                <a:cs typeface="宋体" panose="02010600030101010101" pitchFamily="2" charset="-122"/>
              </a:rPr>
              <a:t>、</a:t>
            </a:r>
            <a:r>
              <a:rPr lang="zh-CN" altLang="en-US" sz="2000" b="1" kern="100" dirty="0">
                <a:effectLst/>
                <a:latin typeface="+mj-ea"/>
                <a:ea typeface="+mj-ea"/>
                <a:cs typeface="宋体" panose="02010600030101010101" pitchFamily="2" charset="-122"/>
              </a:rPr>
              <a:t>“通信中继层”</a:t>
            </a:r>
            <a:r>
              <a:rPr lang="zh-CN" altLang="en-US" sz="2000" kern="100" dirty="0">
                <a:effectLst/>
                <a:latin typeface="+mj-ea"/>
                <a:ea typeface="+mj-ea"/>
                <a:cs typeface="宋体" panose="02010600030101010101" pitchFamily="2" charset="-122"/>
              </a:rPr>
              <a:t>和</a:t>
            </a:r>
            <a:r>
              <a:rPr lang="zh-CN" altLang="en-US" sz="2000" b="1" kern="100" dirty="0">
                <a:effectLst/>
                <a:latin typeface="+mj-ea"/>
                <a:ea typeface="+mj-ea"/>
                <a:cs typeface="宋体" panose="02010600030101010101" pitchFamily="2" charset="-122"/>
              </a:rPr>
              <a:t>“虚拟仿真与监控层”</a:t>
            </a:r>
            <a:r>
              <a:rPr lang="zh-CN" altLang="en-US" sz="2000" kern="100" dirty="0">
                <a:effectLst/>
                <a:latin typeface="+mj-ea"/>
                <a:ea typeface="+mj-ea"/>
                <a:cs typeface="宋体" panose="02010600030101010101" pitchFamily="2" charset="-122"/>
              </a:rPr>
              <a:t>的三层体系架构。此架构明确了各组成部分的功能职责，优化了数据流转路径，并保障了系统的稳定性和可扩展性。</a:t>
            </a:r>
            <a:endParaRPr lang="zh-CN" altLang="en-US" sz="2000" kern="100" dirty="0">
              <a:effectLst/>
              <a:latin typeface="+mj-ea"/>
              <a:ea typeface="+mj-ea"/>
              <a:cs typeface="宋体" panose="02010600030101010101" pitchFamily="2" charset="-122"/>
            </a:endParaRPr>
          </a:p>
        </p:txBody>
      </p:sp>
      <p:sp>
        <p:nvSpPr>
          <p:cNvPr id="270" name="任意多边形 269"/>
          <p:cNvSpPr/>
          <p:nvPr>
            <p:custDataLst>
              <p:tags r:id="rId3"/>
            </p:custDataLst>
          </p:nvPr>
        </p:nvSpPr>
        <p:spPr>
          <a:xfrm>
            <a:off x="1579098" y="3143003"/>
            <a:ext cx="1216416" cy="121705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942" h="3942">
                <a:moveTo>
                  <a:pt x="1971" y="620"/>
                </a:moveTo>
                <a:cubicBezTo>
                  <a:pt x="1225" y="620"/>
                  <a:pt x="620" y="1225"/>
                  <a:pt x="620" y="1971"/>
                </a:cubicBezTo>
                <a:cubicBezTo>
                  <a:pt x="620" y="2717"/>
                  <a:pt x="1225" y="3322"/>
                  <a:pt x="1971" y="3322"/>
                </a:cubicBezTo>
                <a:cubicBezTo>
                  <a:pt x="2717" y="3322"/>
                  <a:pt x="3322" y="2717"/>
                  <a:pt x="3322" y="1971"/>
                </a:cubicBezTo>
                <a:cubicBezTo>
                  <a:pt x="3322" y="1225"/>
                  <a:pt x="2717" y="620"/>
                  <a:pt x="1971" y="620"/>
                </a:cubicBezTo>
                <a:close/>
                <a:moveTo>
                  <a:pt x="1971" y="0"/>
                </a:moveTo>
                <a:cubicBezTo>
                  <a:pt x="3060" y="0"/>
                  <a:pt x="3942" y="882"/>
                  <a:pt x="3942" y="1971"/>
                </a:cubicBezTo>
                <a:cubicBezTo>
                  <a:pt x="3942" y="3060"/>
                  <a:pt x="3060" y="3942"/>
                  <a:pt x="1971" y="3942"/>
                </a:cubicBezTo>
                <a:cubicBezTo>
                  <a:pt x="882" y="3942"/>
                  <a:pt x="0" y="3060"/>
                  <a:pt x="0" y="1971"/>
                </a:cubicBezTo>
                <a:cubicBezTo>
                  <a:pt x="0" y="882"/>
                  <a:pt x="882" y="0"/>
                  <a:pt x="1971" y="0"/>
                </a:cubicBezTo>
                <a:close/>
              </a:path>
            </a:pathLst>
          </a:custGeom>
          <a:solidFill>
            <a:srgbClr val="3366FE"/>
          </a:solidFill>
          <a:ln>
            <a:noFill/>
          </a:ln>
        </p:spPr>
        <p:style>
          <a:lnRef idx="2">
            <a:srgbClr val="3366FE">
              <a:shade val="50000"/>
            </a:srgbClr>
          </a:lnRef>
          <a:fillRef idx="1">
            <a:srgbClr val="3366FE"/>
          </a:fillRef>
          <a:effectRef idx="0">
            <a:srgbClr val="3366FE"/>
          </a:effectRef>
          <a:fontRef idx="minor">
            <a:srgbClr val="FFFFFF"/>
          </a:fontRef>
        </p:style>
        <p:txBody>
          <a:bodyPr wrap="square"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271" name="任意多边形 270"/>
          <p:cNvSpPr/>
          <p:nvPr>
            <p:custDataLst>
              <p:tags r:id="rId4"/>
            </p:custDataLst>
          </p:nvPr>
        </p:nvSpPr>
        <p:spPr>
          <a:xfrm>
            <a:off x="3023672" y="3143003"/>
            <a:ext cx="1216416" cy="121705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942" h="3942">
                <a:moveTo>
                  <a:pt x="1971" y="620"/>
                </a:moveTo>
                <a:cubicBezTo>
                  <a:pt x="1225" y="620"/>
                  <a:pt x="620" y="1225"/>
                  <a:pt x="620" y="1971"/>
                </a:cubicBezTo>
                <a:cubicBezTo>
                  <a:pt x="620" y="2717"/>
                  <a:pt x="1225" y="3322"/>
                  <a:pt x="1971" y="3322"/>
                </a:cubicBezTo>
                <a:cubicBezTo>
                  <a:pt x="2717" y="3322"/>
                  <a:pt x="3322" y="2717"/>
                  <a:pt x="3322" y="1971"/>
                </a:cubicBezTo>
                <a:cubicBezTo>
                  <a:pt x="3322" y="1225"/>
                  <a:pt x="2717" y="620"/>
                  <a:pt x="1971" y="620"/>
                </a:cubicBezTo>
                <a:close/>
                <a:moveTo>
                  <a:pt x="1971" y="0"/>
                </a:moveTo>
                <a:cubicBezTo>
                  <a:pt x="3060" y="0"/>
                  <a:pt x="3942" y="882"/>
                  <a:pt x="3942" y="1971"/>
                </a:cubicBezTo>
                <a:cubicBezTo>
                  <a:pt x="3942" y="3060"/>
                  <a:pt x="3060" y="3942"/>
                  <a:pt x="1971" y="3942"/>
                </a:cubicBezTo>
                <a:cubicBezTo>
                  <a:pt x="882" y="3942"/>
                  <a:pt x="0" y="3060"/>
                  <a:pt x="0" y="1971"/>
                </a:cubicBezTo>
                <a:cubicBezTo>
                  <a:pt x="0" y="882"/>
                  <a:pt x="882" y="0"/>
                  <a:pt x="1971" y="0"/>
                </a:cubicBezTo>
                <a:close/>
              </a:path>
            </a:pathLst>
          </a:custGeom>
          <a:solidFill>
            <a:srgbClr val="20E4F9"/>
          </a:solidFill>
          <a:ln>
            <a:noFill/>
          </a:ln>
        </p:spPr>
        <p:style>
          <a:lnRef idx="2">
            <a:srgbClr val="3366FE">
              <a:shade val="50000"/>
            </a:srgbClr>
          </a:lnRef>
          <a:fillRef idx="1">
            <a:srgbClr val="3366FE"/>
          </a:fillRef>
          <a:effectRef idx="0">
            <a:srgbClr val="3366FE"/>
          </a:effectRef>
          <a:fontRef idx="minor">
            <a:srgbClr val="FFFFFF"/>
          </a:fontRef>
        </p:style>
        <p:txBody>
          <a:bodyPr wrap="square"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272" name="弧形 271"/>
          <p:cNvSpPr/>
          <p:nvPr>
            <p:custDataLst>
              <p:tags r:id="rId5"/>
            </p:custDataLst>
          </p:nvPr>
        </p:nvSpPr>
        <p:spPr>
          <a:xfrm rot="2820000" flipV="1">
            <a:off x="1133036" y="2411103"/>
            <a:ext cx="2109180" cy="2108539"/>
          </a:xfrm>
          <a:prstGeom prst="arc">
            <a:avLst>
              <a:gd name="adj1" fmla="val 15770809"/>
              <a:gd name="adj2" fmla="val 891355"/>
            </a:avLst>
          </a:prstGeom>
          <a:ln>
            <a:headEnd type="oval"/>
            <a:tailEnd type="oval"/>
          </a:ln>
        </p:spPr>
        <p:style>
          <a:lnRef idx="1">
            <a:srgbClr val="3366FE"/>
          </a:lnRef>
          <a:fillRef idx="0">
            <a:srgbClr val="3366FE"/>
          </a:fillRef>
          <a:effectRef idx="0">
            <a:srgbClr val="3366FE"/>
          </a:effectRef>
          <a:fontRef idx="minor">
            <a:srgbClr val="000000"/>
          </a:fontRef>
        </p:style>
        <p:txBody>
          <a:bodyPr rtlCol="0" anchor="ctr"/>
          <a:p>
            <a:pPr algn="ctr"/>
            <a:endParaRPr lang="zh-CN" altLang="en-US">
              <a:solidFill>
                <a:srgbClr val="000000"/>
              </a:solidFill>
              <a:latin typeface="Arial" panose="020B0604020202020204" pitchFamily="34" charset="0"/>
              <a:ea typeface="微软雅黑" panose="020B0503020204020204" charset="-122"/>
            </a:endParaRPr>
          </a:p>
        </p:txBody>
      </p:sp>
      <p:sp>
        <p:nvSpPr>
          <p:cNvPr id="273" name="弧形 272"/>
          <p:cNvSpPr/>
          <p:nvPr>
            <p:custDataLst>
              <p:tags r:id="rId6"/>
            </p:custDataLst>
          </p:nvPr>
        </p:nvSpPr>
        <p:spPr>
          <a:xfrm rot="18780000">
            <a:off x="2577610" y="2732832"/>
            <a:ext cx="2109180" cy="2108539"/>
          </a:xfrm>
          <a:prstGeom prst="arc">
            <a:avLst>
              <a:gd name="adj1" fmla="val 15770809"/>
              <a:gd name="adj2" fmla="val 891355"/>
            </a:avLst>
          </a:prstGeom>
          <a:ln>
            <a:solidFill>
              <a:srgbClr val="20E4F9"/>
            </a:solidFill>
            <a:headEnd type="oval"/>
            <a:tailEnd type="oval"/>
          </a:ln>
        </p:spPr>
        <p:style>
          <a:lnRef idx="1">
            <a:srgbClr val="3366FE"/>
          </a:lnRef>
          <a:fillRef idx="0">
            <a:srgbClr val="3366FE"/>
          </a:fillRef>
          <a:effectRef idx="0">
            <a:srgbClr val="3366FE"/>
          </a:effectRef>
          <a:fontRef idx="minor">
            <a:srgbClr val="000000"/>
          </a:fontRef>
        </p:style>
        <p:txBody>
          <a:bodyPr rtlCol="0" anchor="ctr"/>
          <a:p>
            <a:pPr algn="ctr"/>
            <a:endParaRPr lang="zh-CN" altLang="en-US">
              <a:solidFill>
                <a:srgbClr val="000000"/>
              </a:solidFill>
              <a:latin typeface="Arial" panose="020B0604020202020204" pitchFamily="34" charset="0"/>
              <a:ea typeface="微软雅黑" panose="020B0503020204020204" charset="-122"/>
            </a:endParaRPr>
          </a:p>
        </p:txBody>
      </p:sp>
      <p:sp>
        <p:nvSpPr>
          <p:cNvPr id="274" name="任意多边形 273"/>
          <p:cNvSpPr/>
          <p:nvPr>
            <p:custDataLst>
              <p:tags r:id="rId7"/>
            </p:custDataLst>
          </p:nvPr>
        </p:nvSpPr>
        <p:spPr>
          <a:xfrm>
            <a:off x="4467604" y="3143003"/>
            <a:ext cx="1216416" cy="121705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942" h="3942">
                <a:moveTo>
                  <a:pt x="1971" y="620"/>
                </a:moveTo>
                <a:cubicBezTo>
                  <a:pt x="1225" y="620"/>
                  <a:pt x="620" y="1225"/>
                  <a:pt x="620" y="1971"/>
                </a:cubicBezTo>
                <a:cubicBezTo>
                  <a:pt x="620" y="2717"/>
                  <a:pt x="1225" y="3322"/>
                  <a:pt x="1971" y="3322"/>
                </a:cubicBezTo>
                <a:cubicBezTo>
                  <a:pt x="2717" y="3322"/>
                  <a:pt x="3322" y="2717"/>
                  <a:pt x="3322" y="1971"/>
                </a:cubicBezTo>
                <a:cubicBezTo>
                  <a:pt x="3322" y="1225"/>
                  <a:pt x="2717" y="620"/>
                  <a:pt x="1971" y="620"/>
                </a:cubicBezTo>
                <a:close/>
                <a:moveTo>
                  <a:pt x="1971" y="0"/>
                </a:moveTo>
                <a:cubicBezTo>
                  <a:pt x="3060" y="0"/>
                  <a:pt x="3942" y="882"/>
                  <a:pt x="3942" y="1971"/>
                </a:cubicBezTo>
                <a:cubicBezTo>
                  <a:pt x="3942" y="3060"/>
                  <a:pt x="3060" y="3942"/>
                  <a:pt x="1971" y="3942"/>
                </a:cubicBezTo>
                <a:cubicBezTo>
                  <a:pt x="882" y="3942"/>
                  <a:pt x="0" y="3060"/>
                  <a:pt x="0" y="1971"/>
                </a:cubicBezTo>
                <a:cubicBezTo>
                  <a:pt x="0" y="882"/>
                  <a:pt x="882" y="0"/>
                  <a:pt x="1971" y="0"/>
                </a:cubicBezTo>
                <a:close/>
              </a:path>
            </a:pathLst>
          </a:custGeom>
          <a:solidFill>
            <a:srgbClr val="AAE20A"/>
          </a:solidFill>
          <a:ln>
            <a:noFill/>
          </a:ln>
        </p:spPr>
        <p:style>
          <a:lnRef idx="2">
            <a:srgbClr val="3366FE">
              <a:shade val="50000"/>
            </a:srgbClr>
          </a:lnRef>
          <a:fillRef idx="1">
            <a:srgbClr val="3366FE"/>
          </a:fillRef>
          <a:effectRef idx="0">
            <a:srgbClr val="3366FE"/>
          </a:effectRef>
          <a:fontRef idx="minor">
            <a:srgbClr val="FFFFFF"/>
          </a:fontRef>
        </p:style>
        <p:txBody>
          <a:bodyPr wrap="square"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275" name="弧形 274"/>
          <p:cNvSpPr/>
          <p:nvPr>
            <p:custDataLst>
              <p:tags r:id="rId8"/>
            </p:custDataLst>
          </p:nvPr>
        </p:nvSpPr>
        <p:spPr>
          <a:xfrm rot="2820000" flipV="1">
            <a:off x="4022184" y="2523260"/>
            <a:ext cx="2109180" cy="2108539"/>
          </a:xfrm>
          <a:prstGeom prst="arc">
            <a:avLst>
              <a:gd name="adj1" fmla="val 15770809"/>
              <a:gd name="adj2" fmla="val 891355"/>
            </a:avLst>
          </a:prstGeom>
          <a:ln>
            <a:solidFill>
              <a:srgbClr val="AAE20A"/>
            </a:solidFill>
            <a:headEnd type="oval"/>
            <a:tailEnd type="oval"/>
          </a:ln>
        </p:spPr>
        <p:style>
          <a:lnRef idx="1">
            <a:srgbClr val="3366FE"/>
          </a:lnRef>
          <a:fillRef idx="0">
            <a:srgbClr val="3366FE"/>
          </a:fillRef>
          <a:effectRef idx="0">
            <a:srgbClr val="3366FE"/>
          </a:effectRef>
          <a:fontRef idx="minor">
            <a:srgbClr val="000000"/>
          </a:fontRef>
        </p:style>
        <p:txBody>
          <a:bodyPr rtlCol="0" anchor="ctr"/>
          <a:p>
            <a:pPr algn="ctr"/>
            <a:endParaRPr lang="zh-CN" altLang="en-US">
              <a:solidFill>
                <a:srgbClr val="000000"/>
              </a:solidFill>
              <a:latin typeface="Arial" panose="020B0604020202020204" pitchFamily="34" charset="0"/>
              <a:ea typeface="微软雅黑" panose="020B0503020204020204" charset="-122"/>
            </a:endParaRPr>
          </a:p>
        </p:txBody>
      </p:sp>
      <p:cxnSp>
        <p:nvCxnSpPr>
          <p:cNvPr id="276" name="直接连接符 275"/>
          <p:cNvCxnSpPr/>
          <p:nvPr>
            <p:custDataLst>
              <p:tags r:id="rId9"/>
            </p:custDataLst>
          </p:nvPr>
        </p:nvCxnSpPr>
        <p:spPr>
          <a:xfrm>
            <a:off x="2187947" y="4404923"/>
            <a:ext cx="0" cy="530019"/>
          </a:xfrm>
          <a:prstGeom prst="line">
            <a:avLst/>
          </a:prstGeom>
          <a:ln>
            <a:headEnd type="oval"/>
            <a:tailEnd type="oval"/>
          </a:ln>
        </p:spPr>
        <p:style>
          <a:lnRef idx="1">
            <a:srgbClr val="3366FE"/>
          </a:lnRef>
          <a:fillRef idx="0">
            <a:srgbClr val="3366FE"/>
          </a:fillRef>
          <a:effectRef idx="0">
            <a:srgbClr val="3366FE"/>
          </a:effectRef>
          <a:fontRef idx="minor">
            <a:srgbClr val="000000"/>
          </a:fontRef>
        </p:style>
      </p:cxnSp>
      <p:cxnSp>
        <p:nvCxnSpPr>
          <p:cNvPr id="277" name="直接连接符 276"/>
          <p:cNvCxnSpPr/>
          <p:nvPr>
            <p:custDataLst>
              <p:tags r:id="rId10"/>
            </p:custDataLst>
          </p:nvPr>
        </p:nvCxnSpPr>
        <p:spPr>
          <a:xfrm>
            <a:off x="3631880" y="2563636"/>
            <a:ext cx="0" cy="530019"/>
          </a:xfrm>
          <a:prstGeom prst="line">
            <a:avLst/>
          </a:prstGeom>
          <a:ln>
            <a:solidFill>
              <a:srgbClr val="00C4F6"/>
            </a:solidFill>
            <a:headEnd type="oval"/>
            <a:tailEnd type="oval"/>
          </a:ln>
        </p:spPr>
        <p:style>
          <a:lnRef idx="1">
            <a:srgbClr val="3366FE"/>
          </a:lnRef>
          <a:fillRef idx="0">
            <a:srgbClr val="3366FE"/>
          </a:fillRef>
          <a:effectRef idx="0">
            <a:srgbClr val="3366FE"/>
          </a:effectRef>
          <a:fontRef idx="minor">
            <a:srgbClr val="000000"/>
          </a:fontRef>
        </p:style>
      </p:cxnSp>
      <p:cxnSp>
        <p:nvCxnSpPr>
          <p:cNvPr id="278" name="直接连接符 277"/>
          <p:cNvCxnSpPr/>
          <p:nvPr>
            <p:custDataLst>
              <p:tags r:id="rId11"/>
            </p:custDataLst>
          </p:nvPr>
        </p:nvCxnSpPr>
        <p:spPr>
          <a:xfrm>
            <a:off x="5076453" y="4408127"/>
            <a:ext cx="0" cy="530019"/>
          </a:xfrm>
          <a:prstGeom prst="line">
            <a:avLst/>
          </a:prstGeom>
          <a:ln>
            <a:solidFill>
              <a:srgbClr val="AAE20A"/>
            </a:solidFill>
            <a:headEnd type="oval"/>
            <a:tailEnd type="oval"/>
          </a:ln>
        </p:spPr>
        <p:style>
          <a:lnRef idx="1">
            <a:srgbClr val="3366FE"/>
          </a:lnRef>
          <a:fillRef idx="0">
            <a:srgbClr val="3366FE"/>
          </a:fillRef>
          <a:effectRef idx="0">
            <a:srgbClr val="3366FE"/>
          </a:effectRef>
          <a:fontRef idx="minor">
            <a:srgbClr val="000000"/>
          </a:fontRef>
        </p:style>
      </p:cxnSp>
      <p:sp>
        <p:nvSpPr>
          <p:cNvPr id="279" name="文本框 278"/>
          <p:cNvSpPr txBox="1"/>
          <p:nvPr>
            <p:custDataLst>
              <p:tags r:id="rId12"/>
            </p:custDataLst>
          </p:nvPr>
        </p:nvSpPr>
        <p:spPr>
          <a:xfrm>
            <a:off x="1138163" y="5024666"/>
            <a:ext cx="2098285" cy="383254"/>
          </a:xfrm>
          <a:prstGeom prst="rect">
            <a:avLst/>
          </a:prstGeom>
          <a:noFill/>
        </p:spPr>
        <p:txBody>
          <a:bodyPr wrap="square" bIns="0" rtlCol="0">
            <a:scene3d>
              <a:camera prst="orthographicFront"/>
              <a:lightRig rig="threePt" dir="t"/>
            </a:scene3d>
          </a:bodyPr>
          <a:p>
            <a:pPr algn="ctr"/>
            <a:r>
              <a:rPr lang="zh-CN" altLang="en-US" sz="1400" kern="100" dirty="0">
                <a:effectLst/>
                <a:latin typeface="+mj-ea"/>
                <a:ea typeface="+mj-ea"/>
                <a:cs typeface="宋体" panose="02010600030101010101" pitchFamily="2" charset="-122"/>
                <a:sym typeface="+mn-ea"/>
              </a:rPr>
              <a:t>通信中继层</a:t>
            </a:r>
            <a:endParaRPr lang="zh-CN" altLang="en-US" sz="1400" spc="300">
              <a:solidFill>
                <a:srgbClr val="000000">
                  <a:lumMod val="75000"/>
                  <a:lumOff val="25000"/>
                </a:srgbClr>
              </a:solidFill>
              <a:effectLst/>
              <a:uFillTx/>
              <a:latin typeface="思源黑体 CN Heavy" panose="020B0A00000000000000" charset="-122"/>
              <a:ea typeface="思源黑体 CN Heavy" panose="020B0A00000000000000" charset="-122"/>
            </a:endParaRPr>
          </a:p>
        </p:txBody>
      </p:sp>
      <p:sp>
        <p:nvSpPr>
          <p:cNvPr id="280" name="文本框 279"/>
          <p:cNvSpPr txBox="1"/>
          <p:nvPr>
            <p:custDataLst>
              <p:tags r:id="rId13"/>
            </p:custDataLst>
          </p:nvPr>
        </p:nvSpPr>
        <p:spPr>
          <a:xfrm>
            <a:off x="841430" y="5439965"/>
            <a:ext cx="2685343" cy="975440"/>
          </a:xfrm>
          <a:prstGeom prst="rect">
            <a:avLst/>
          </a:prstGeom>
          <a:noFill/>
        </p:spPr>
        <p:txBody>
          <a:bodyPr wrap="square" rtlCol="0">
            <a:normAutofit/>
            <a:scene3d>
              <a:camera prst="orthographicFront"/>
              <a:lightRig rig="threePt" dir="t"/>
            </a:scene3d>
          </a:bodyPr>
          <a:p>
            <a:pPr algn="ctr" fontAlgn="auto">
              <a:lnSpc>
                <a:spcPct val="100000"/>
              </a:lnSpc>
              <a:buClrTx/>
              <a:buSzTx/>
              <a:buFontTx/>
            </a:pPr>
            <a:r>
              <a:rPr lang="zh-CN" altLang="en-US" sz="1200" kern="100" dirty="0">
                <a:effectLst/>
                <a:latin typeface="+mj-ea"/>
                <a:ea typeface="+mj-ea"/>
                <a:cs typeface="宋体" panose="02010600030101010101" pitchFamily="2" charset="-122"/>
              </a:rPr>
              <a:t>作为连接物理与数字世界的“通信枢纽”，进行协议转换、数据路由转发与数据预处理。</a:t>
            </a:r>
            <a:endParaRPr lang="zh-CN" altLang="en-US" sz="1200" kern="100" dirty="0">
              <a:effectLst/>
              <a:latin typeface="+mj-ea"/>
              <a:ea typeface="+mj-ea"/>
              <a:cs typeface="宋体" panose="02010600030101010101" pitchFamily="2" charset="-122"/>
            </a:endParaRPr>
          </a:p>
        </p:txBody>
      </p:sp>
      <p:sp>
        <p:nvSpPr>
          <p:cNvPr id="281" name="文本框 280"/>
          <p:cNvSpPr txBox="1"/>
          <p:nvPr>
            <p:custDataLst>
              <p:tags r:id="rId14"/>
            </p:custDataLst>
          </p:nvPr>
        </p:nvSpPr>
        <p:spPr>
          <a:xfrm>
            <a:off x="2582737" y="2085529"/>
            <a:ext cx="2098285" cy="419144"/>
          </a:xfrm>
          <a:prstGeom prst="rect">
            <a:avLst/>
          </a:prstGeom>
          <a:noFill/>
        </p:spPr>
        <p:txBody>
          <a:bodyPr wrap="square" bIns="0" rtlCol="0">
            <a:noAutofit/>
            <a:scene3d>
              <a:camera prst="orthographicFront"/>
              <a:lightRig rig="threePt" dir="t"/>
            </a:scene3d>
          </a:bodyPr>
          <a:p>
            <a:pPr algn="ctr"/>
            <a:r>
              <a:rPr lang="zh-CN" altLang="en-US" sz="1400" kern="100" dirty="0">
                <a:effectLst/>
                <a:latin typeface="+mj-ea"/>
                <a:ea typeface="+mj-ea"/>
                <a:cs typeface="宋体" panose="02010600030101010101" pitchFamily="2" charset="-122"/>
                <a:sym typeface="+mn-ea"/>
              </a:rPr>
              <a:t>感知控制层</a:t>
            </a:r>
            <a:endParaRPr lang="zh-CN" altLang="en-US" sz="1400" spc="300">
              <a:solidFill>
                <a:srgbClr val="000000">
                  <a:lumMod val="75000"/>
                  <a:lumOff val="25000"/>
                </a:srgbClr>
              </a:solidFill>
              <a:effectLst/>
              <a:uFillTx/>
              <a:latin typeface="思源黑体 CN Heavy" panose="020B0A00000000000000" charset="-122"/>
              <a:ea typeface="思源黑体 CN Heavy" panose="020B0A00000000000000" charset="-122"/>
            </a:endParaRPr>
          </a:p>
        </p:txBody>
      </p:sp>
      <p:sp>
        <p:nvSpPr>
          <p:cNvPr id="282" name="文本框 281"/>
          <p:cNvSpPr txBox="1"/>
          <p:nvPr>
            <p:custDataLst>
              <p:tags r:id="rId15"/>
            </p:custDataLst>
          </p:nvPr>
        </p:nvSpPr>
        <p:spPr>
          <a:xfrm>
            <a:off x="2286000" y="1349375"/>
            <a:ext cx="2685415" cy="699135"/>
          </a:xfrm>
          <a:prstGeom prst="rect">
            <a:avLst/>
          </a:prstGeom>
          <a:noFill/>
        </p:spPr>
        <p:txBody>
          <a:bodyPr wrap="square" rtlCol="0">
            <a:normAutofit/>
            <a:scene3d>
              <a:camera prst="orthographicFront"/>
              <a:lightRig rig="threePt" dir="t"/>
            </a:scene3d>
          </a:bodyPr>
          <a:p>
            <a:pPr algn="ctr" fontAlgn="auto">
              <a:lnSpc>
                <a:spcPct val="100000"/>
              </a:lnSpc>
              <a:buClrTx/>
              <a:buSzTx/>
              <a:buFontTx/>
            </a:pPr>
            <a:r>
              <a:rPr lang="zh-CN" altLang="en-US" sz="1200" kern="100" dirty="0">
                <a:effectLst/>
                <a:latin typeface="+mj-ea"/>
                <a:ea typeface="+mj-ea"/>
                <a:cs typeface="宋体" panose="02010600030101010101" pitchFamily="2" charset="-122"/>
              </a:rPr>
              <a:t>作为机器人的“末梢神经”与“小脑”，负责采集姿态与关节数据，并执行底层电机控制指令。</a:t>
            </a:r>
            <a:endParaRPr lang="zh-CN" altLang="en-US" sz="1200" kern="100" dirty="0">
              <a:effectLst/>
              <a:latin typeface="+mj-ea"/>
              <a:ea typeface="+mj-ea"/>
              <a:cs typeface="宋体" panose="02010600030101010101" pitchFamily="2" charset="-122"/>
            </a:endParaRPr>
          </a:p>
        </p:txBody>
      </p:sp>
      <p:sp>
        <p:nvSpPr>
          <p:cNvPr id="283" name="文本框 282"/>
          <p:cNvSpPr txBox="1"/>
          <p:nvPr>
            <p:custDataLst>
              <p:tags r:id="rId16"/>
            </p:custDataLst>
          </p:nvPr>
        </p:nvSpPr>
        <p:spPr>
          <a:xfrm>
            <a:off x="4026670" y="5024666"/>
            <a:ext cx="2098285" cy="383254"/>
          </a:xfrm>
          <a:prstGeom prst="rect">
            <a:avLst/>
          </a:prstGeom>
          <a:noFill/>
        </p:spPr>
        <p:txBody>
          <a:bodyPr wrap="square" bIns="0" rtlCol="0">
            <a:scene3d>
              <a:camera prst="orthographicFront"/>
              <a:lightRig rig="threePt" dir="t"/>
            </a:scene3d>
          </a:bodyPr>
          <a:p>
            <a:pPr algn="ctr"/>
            <a:r>
              <a:rPr lang="zh-CN" altLang="en-US" sz="1400" kern="100" dirty="0">
                <a:effectLst/>
                <a:latin typeface="+mj-ea"/>
                <a:ea typeface="+mj-ea"/>
                <a:cs typeface="宋体" panose="02010600030101010101" pitchFamily="2" charset="-122"/>
                <a:sym typeface="+mn-ea"/>
              </a:rPr>
              <a:t>虚拟仿真与监控层</a:t>
            </a:r>
            <a:endParaRPr lang="zh-CN" altLang="en-US" sz="1400" spc="300">
              <a:solidFill>
                <a:srgbClr val="000000">
                  <a:lumMod val="75000"/>
                  <a:lumOff val="25000"/>
                </a:srgbClr>
              </a:solidFill>
              <a:effectLst/>
              <a:uFillTx/>
              <a:latin typeface="思源黑体 CN Heavy" panose="020B0A00000000000000" charset="-122"/>
              <a:ea typeface="思源黑体 CN Heavy" panose="020B0A00000000000000" charset="-122"/>
            </a:endParaRPr>
          </a:p>
        </p:txBody>
      </p:sp>
      <p:sp>
        <p:nvSpPr>
          <p:cNvPr id="284" name="文本框 283"/>
          <p:cNvSpPr txBox="1"/>
          <p:nvPr>
            <p:custDataLst>
              <p:tags r:id="rId17"/>
            </p:custDataLst>
          </p:nvPr>
        </p:nvSpPr>
        <p:spPr>
          <a:xfrm>
            <a:off x="3730577" y="5439965"/>
            <a:ext cx="2685343" cy="975440"/>
          </a:xfrm>
          <a:prstGeom prst="rect">
            <a:avLst/>
          </a:prstGeom>
          <a:noFill/>
        </p:spPr>
        <p:txBody>
          <a:bodyPr wrap="square" rtlCol="0">
            <a:normAutofit/>
            <a:scene3d>
              <a:camera prst="orthographicFront"/>
              <a:lightRig rig="threePt" dir="t"/>
            </a:scene3d>
          </a:bodyPr>
          <a:p>
            <a:pPr algn="ctr" fontAlgn="auto">
              <a:lnSpc>
                <a:spcPct val="100000"/>
              </a:lnSpc>
              <a:buClrTx/>
              <a:buSzTx/>
              <a:buFontTx/>
            </a:pPr>
            <a:r>
              <a:rPr lang="zh-CN" altLang="en-US" sz="1200" kern="100" dirty="0">
                <a:effectLst/>
                <a:latin typeface="+mj-ea"/>
                <a:ea typeface="+mj-ea"/>
                <a:cs typeface="宋体" panose="02010600030101010101" pitchFamily="2" charset="-122"/>
              </a:rPr>
              <a:t>作为人机交互的“大脑”，通过数字孪生模型可视化状态、分析数据并下发高级控制指令。</a:t>
            </a:r>
            <a:endParaRPr lang="zh-CN" altLang="en-US" sz="1200" kern="100" dirty="0">
              <a:effectLst/>
              <a:latin typeface="+mj-ea"/>
              <a:ea typeface="+mj-ea"/>
              <a:cs typeface="宋体" panose="02010600030101010101" pitchFamily="2" charset="-122"/>
            </a:endParaRPr>
          </a:p>
        </p:txBody>
      </p:sp>
      <p:pic>
        <p:nvPicPr>
          <p:cNvPr id="285" name="图片 284" descr="32313538383938393b32313538373837303bb9abcec4b0fc"/>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939280" y="3503826"/>
            <a:ext cx="495411" cy="495411"/>
          </a:xfrm>
          <a:prstGeom prst="rect">
            <a:avLst/>
          </a:prstGeom>
        </p:spPr>
      </p:pic>
      <p:pic>
        <p:nvPicPr>
          <p:cNvPr id="286" name="图片 285" descr="32313538383938393b32313538373837313bbbe1d2e9c5c4c9e3"/>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3383854" y="3503826"/>
            <a:ext cx="495411" cy="495411"/>
          </a:xfrm>
          <a:prstGeom prst="rect">
            <a:avLst/>
          </a:prstGeom>
        </p:spPr>
      </p:pic>
      <p:pic>
        <p:nvPicPr>
          <p:cNvPr id="287" name="图片 286" descr="32313538383938393b32313538373837323bb9abb8e6"/>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4827787" y="3503826"/>
            <a:ext cx="495411" cy="4954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ea typeface="微软雅黑" panose="020B0503020204020204" charset="-122"/>
                <a:sym typeface="Arial" panose="020B0604020202020204" pitchFamily="34" charset="0"/>
              </a:rPr>
              <a:t> 03 </a:t>
            </a:r>
            <a:r>
              <a:rPr lang="zh-CN" altLang="en-US" dirty="0">
                <a:latin typeface="Arial" panose="020B0604020202020204" pitchFamily="34" charset="0"/>
                <a:ea typeface="微软雅黑" panose="020B0503020204020204" charset="-122"/>
                <a:sym typeface="Arial" panose="020B0604020202020204" pitchFamily="34" charset="0"/>
              </a:rPr>
              <a:t>通信系统构建</a:t>
            </a: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6593048" y="2322688"/>
            <a:ext cx="4097364" cy="362343"/>
          </a:xfrm>
          <a:prstGeom prst="rect">
            <a:avLst/>
          </a:prstGeom>
        </p:spPr>
        <p:txBody>
          <a:bodyPr wrap="square">
            <a:spAutoFit/>
          </a:bodyPr>
          <a:lstStyle/>
          <a:p>
            <a:pPr algn="just" defTabSz="914400">
              <a:lnSpc>
                <a:spcPct val="120000"/>
              </a:lnSpc>
              <a:defRPr/>
            </a:pPr>
            <a:endParaRPr kumimoji="1" lang="zh-CN" altLang="en-US" sz="1600" dirty="0">
              <a:solidFill>
                <a:schemeClr val="tx1">
                  <a:lumMod val="75000"/>
                  <a:lumOff val="2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6" name="灯片编号占位符 15"/>
          <p:cNvSpPr>
            <a:spLocks noGrp="1"/>
          </p:cNvSpPr>
          <p:nvPr>
            <p:ph type="sldNum" sz="quarter" idx="12"/>
          </p:nvPr>
        </p:nvSpPr>
        <p:spPr/>
        <p:txBody>
          <a:bodyPr/>
          <a:lstStyle/>
          <a:p>
            <a:fld id="{E0374D5E-809C-4B52-9B1B-43F9E1113751}" type="slidenum">
              <a:rPr lang="zh-CN" altLang="en-US" smtClean="0"/>
            </a:fld>
            <a:endParaRPr lang="zh-CN" altLang="en-US" dirty="0"/>
          </a:p>
        </p:txBody>
      </p:sp>
      <p:grpSp>
        <p:nvGrpSpPr>
          <p:cNvPr id="3"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917670" y="470116"/>
            <a:ext cx="2152852" cy="496556"/>
            <a:chOff x="2035175" y="2493963"/>
            <a:chExt cx="8121650" cy="1873250"/>
          </a:xfrm>
        </p:grpSpPr>
        <p:sp>
          <p:nvSpPr>
            <p:cNvPr id="5" name="iṡľïḑê"/>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 name="íṩ1iḓê"/>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 name="î$ľîḑè"/>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 name="isḷiďè"/>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 name="iśľíḋè"/>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 name="iṩḻiḋé"/>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 name="îṥļïḓè"/>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 name="ïṥliḍè"/>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 name="iśḷíḓê"/>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 name="isļiḓe"/>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 name="îs1ïdè"/>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3" name="iṡḻïďe"/>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4" name="ï$ľídè"/>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5" name="isḻïḋê"/>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6" name="îṧḷïde"/>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7" name="iṣḷíḍé"/>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8" name="isľïde"/>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9" name="îślîḍé"/>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0" name="îŝḻiďé"/>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1" name="íṣḻiḋè"/>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2" name="îSlîḓè"/>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3" name="iṩḷïdê"/>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4" name="ïś1ïḍê"/>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5" name="îşliḍè"/>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6" name="išḷidê"/>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7" name="îSḻiḍe"/>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8" name="ïṧļïḍe"/>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9" name="îŝļïḋé"/>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0" name="îṡlïḍe"/>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1" name="ïśļïḑê"/>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2" name="îSľïde"/>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3" name="iṧḻïdé"/>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4" name="íŝļíḑé"/>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5" name="ï$ļiḑé"/>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6" name="îṧļïde"/>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7" name="íşlîḍè"/>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8" name="îŝļîďé"/>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9" name="îŝlîḑê"/>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0" name="îṣḷïdè"/>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1" name="íśļîḍè"/>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2" name="íśļïḍe"/>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3" name="íŝliḓê"/>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4" name="iślïḓê"/>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5" name="íSlïdè"/>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6" name="iṣḻïḍe"/>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7" name="ïşľidé"/>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8" name="ïṣliḋê"/>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9" name="îṩḻiḓê"/>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0" name="iśļîḋè"/>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1" name="iṣliḓê"/>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2" name="íṡľiḍê"/>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3" name="íšlîde"/>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4" name="îṡḷíḋé"/>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5" name="îsḻiḓe"/>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6" name="î$ļïdè"/>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7" name="îṧḷíḓê"/>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8" name="íṩ1iḑê"/>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9" name="îṥlîdê"/>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0" name="îṧľîḑé"/>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1" name="ï$ļíḑe"/>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2" name="iṩḷïde"/>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3" name="í$ḷïďê"/>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4" name="îśľïḑe"/>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5" name="ïSlîḍè"/>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6" name="işliḍé"/>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7" name="ísḻïde"/>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8" name="iŝļiḋê"/>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9" name="iṧḷîdè"/>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0" name="isļíḍè"/>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1" name="ïṡ1íḓe"/>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2" name="isḷiḑê"/>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3" name="ïṥlíḓê"/>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4" name="îṧḷíḍé"/>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5" name="îṩḻïďè"/>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6" name="ïşļídé"/>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7" name="iṧḻíďe"/>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8" name="ïSlïḓé"/>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9" name="išľîḑé"/>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0" name="îṥḻîďè"/>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1" name="i$líḋé"/>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2" name="iṡľîḋê"/>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3" name="ïśḷîḍè"/>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4" name="íṣļíḓe"/>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5" name="ïslïḓé"/>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6" name="ïṣḻîḋé"/>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7" name="ïṥḷîḓè"/>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8" name="iṥḷíďè"/>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9" name="ïş1ídè"/>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0" name="îŝļiḑe"/>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1" name="í$ļïḓé"/>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2" name="i$1iďê"/>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3" name="îšḷiḍe"/>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4" name="íṥlïdê"/>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5" name="íśľîďé"/>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6" name="iŝḻîdé"/>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7" name="ïsḷiḍé"/>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8" name="íṧ1iďè"/>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9" name="îṩľíḓe"/>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0" name="ïṡ1ïḑé"/>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1" name="iṡlíďe"/>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2" name="ïšḷiḍè"/>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3" name="í$1îḓè"/>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4" name="î$ľidé"/>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5" name="išḻïďê"/>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6" name="îSļíďê"/>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7" name="íṧḻiḋe"/>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8" name="îṡ1iďé"/>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9" name="ï$ḷïdè"/>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0" name="işlîḋê"/>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1" name="işḻïḑè"/>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2" name="ïslidê"/>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3" name="íṣḻíḑê"/>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4" name="ísḻídé"/>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5" name="iṧḻide"/>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6" name="îṧļïďe"/>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7" name="iṣḷîḋê"/>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8" name="íŝ1ïḍè"/>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9" name="íŝlîḋe"/>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0" name="iŝḻiďê"/>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1" name="îṥḻiḍè"/>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2" name="íṩḷîḋe"/>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3" name="iṧḻiḋè"/>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4" name="î$ľíḓè"/>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5" name="ïsľíďe"/>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6" name="íšḷïdé"/>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7" name="ïslîḍê"/>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8" name="îŝľíḍè"/>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9" name="íşľîḑé"/>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0" name="íSḷîḍè"/>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1" name="ïşļîḍè"/>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2" name="ísḷiḋe"/>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3" name="išḷîḓe"/>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4" name="ïṩļidê"/>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5" name="îṧliḑe"/>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6" name="ïśḷïḓè"/>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7" name="ísliďè"/>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8" name="ïsḷíḍé"/>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9" name="ïšlîḑê"/>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0" name="îṧḻîḓé"/>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1" name="iśļîḋê"/>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grpSp>
      <p:pic>
        <p:nvPicPr>
          <p:cNvPr id="158" name="图片 157" descr="C:/Users/20716/Desktop/sx1.pngsx1"/>
          <p:cNvPicPr>
            <a:picLocks noChangeAspect="1"/>
          </p:cNvPicPr>
          <p:nvPr>
            <p:custDataLst>
              <p:tags r:id="rId2"/>
            </p:custDataLst>
          </p:nvPr>
        </p:nvPicPr>
        <p:blipFill>
          <a:blip r:embed="rId3"/>
          <a:srcRect/>
          <a:stretch>
            <a:fillRect/>
          </a:stretch>
        </p:blipFill>
        <p:spPr>
          <a:xfrm>
            <a:off x="660400" y="2809875"/>
            <a:ext cx="2488565" cy="2520315"/>
          </a:xfrm>
          <a:prstGeom prst="rect">
            <a:avLst/>
          </a:prstGeom>
        </p:spPr>
      </p:pic>
      <p:sp>
        <p:nvSpPr>
          <p:cNvPr id="161" name="文本框 160"/>
          <p:cNvSpPr txBox="1"/>
          <p:nvPr>
            <p:custDataLst>
              <p:tags r:id="rId4"/>
            </p:custDataLst>
          </p:nvPr>
        </p:nvSpPr>
        <p:spPr>
          <a:xfrm>
            <a:off x="606425" y="2549525"/>
            <a:ext cx="2595880" cy="260350"/>
          </a:xfrm>
          <a:prstGeom prst="rect">
            <a:avLst/>
          </a:prstGeom>
          <a:noFill/>
        </p:spPr>
        <p:txBody>
          <a:bodyPr wrap="square" rtlCol="0">
            <a:noAutofit/>
          </a:bodyPr>
          <a:lstStyle/>
          <a:p>
            <a:pPr algn="ctr"/>
            <a:r>
              <a:rPr lang="en-US" altLang="zh-CN" sz="1000" b="1" dirty="0">
                <a:solidFill>
                  <a:schemeClr val="tx1"/>
                </a:solidFill>
                <a:ea typeface="+mn-lt"/>
                <a:sym typeface="+mn-ea"/>
              </a:rPr>
              <a:t>STM32f767</a:t>
            </a:r>
            <a:r>
              <a:rPr lang="zh-CN" altLang="en-US" sz="1000" b="1" dirty="0">
                <a:solidFill>
                  <a:schemeClr val="tx1"/>
                </a:solidFill>
                <a:ea typeface="+mn-lt"/>
                <a:sym typeface="+mn-ea"/>
              </a:rPr>
              <a:t>开发板</a:t>
            </a:r>
            <a:endParaRPr lang="zh-CN" altLang="en-US" sz="1000" b="1" dirty="0">
              <a:solidFill>
                <a:schemeClr val="tx1"/>
              </a:solidFill>
              <a:ea typeface="+mn-lt"/>
              <a:sym typeface="+mn-ea"/>
            </a:endParaRPr>
          </a:p>
        </p:txBody>
      </p:sp>
      <p:grpSp>
        <p:nvGrpSpPr>
          <p:cNvPr id="155" name="组合 154"/>
          <p:cNvGrpSpPr>
            <a:grpSpLocks noChangeAspect="1"/>
          </p:cNvGrpSpPr>
          <p:nvPr>
            <p:custDataLst>
              <p:tags r:id="rId5"/>
            </p:custDataLst>
          </p:nvPr>
        </p:nvGrpSpPr>
        <p:grpSpPr>
          <a:xfrm>
            <a:off x="5904865" y="1381125"/>
            <a:ext cx="2489200" cy="2780665"/>
            <a:chOff x="9454" y="1917"/>
            <a:chExt cx="3920" cy="4379"/>
          </a:xfrm>
        </p:grpSpPr>
        <p:pic>
          <p:nvPicPr>
            <p:cNvPr id="152" name="图片 151" descr="C:/Users/20716/Desktop/ESP32c3.pngESP32c3"/>
            <p:cNvPicPr>
              <a:picLocks noChangeAspect="1"/>
            </p:cNvPicPr>
            <p:nvPr>
              <p:custDataLst>
                <p:tags r:id="rId6"/>
              </p:custDataLst>
            </p:nvPr>
          </p:nvPicPr>
          <p:blipFill>
            <a:blip r:embed="rId7"/>
            <a:srcRect l="17095" r="17095"/>
            <a:stretch>
              <a:fillRect/>
            </a:stretch>
          </p:blipFill>
          <p:spPr>
            <a:xfrm>
              <a:off x="9454" y="1917"/>
              <a:ext cx="3919" cy="3969"/>
            </a:xfrm>
            <a:prstGeom prst="rect">
              <a:avLst/>
            </a:prstGeom>
          </p:spPr>
        </p:pic>
        <p:sp>
          <p:nvSpPr>
            <p:cNvPr id="153" name="文本框 152"/>
            <p:cNvSpPr txBox="1"/>
            <p:nvPr>
              <p:custDataLst>
                <p:tags r:id="rId8"/>
              </p:custDataLst>
            </p:nvPr>
          </p:nvSpPr>
          <p:spPr>
            <a:xfrm>
              <a:off x="9454" y="5886"/>
              <a:ext cx="3920" cy="410"/>
            </a:xfrm>
            <a:prstGeom prst="rect">
              <a:avLst/>
            </a:prstGeom>
            <a:noFill/>
          </p:spPr>
          <p:txBody>
            <a:bodyPr wrap="square" rtlCol="0">
              <a:noAutofit/>
            </a:bodyPr>
            <a:lstStyle/>
            <a:p>
              <a:pPr algn="ctr"/>
              <a:r>
                <a:rPr lang="en-US" altLang="zh-CN" sz="1000" b="1" dirty="0">
                  <a:solidFill>
                    <a:schemeClr val="tx1"/>
                  </a:solidFill>
                  <a:ea typeface="+mn-lt"/>
                  <a:sym typeface="+mn-ea"/>
                </a:rPr>
                <a:t>ESP32c3</a:t>
              </a:r>
              <a:r>
                <a:rPr lang="zh-CN" altLang="en-US" sz="1000" b="1" dirty="0">
                  <a:solidFill>
                    <a:schemeClr val="tx1"/>
                  </a:solidFill>
                  <a:ea typeface="+mn-lt"/>
                  <a:sym typeface="+mn-ea"/>
                </a:rPr>
                <a:t>开发板</a:t>
              </a:r>
              <a:endParaRPr lang="zh-CN" altLang="en-US" sz="1000" b="1" dirty="0">
                <a:solidFill>
                  <a:schemeClr val="tx1"/>
                </a:solidFill>
                <a:ea typeface="+mn-lt"/>
                <a:sym typeface="+mn-ea"/>
              </a:endParaRPr>
            </a:p>
          </p:txBody>
        </p:sp>
      </p:grpSp>
      <p:sp>
        <p:nvSpPr>
          <p:cNvPr id="154" name="文本框 153"/>
          <p:cNvSpPr txBox="1"/>
          <p:nvPr>
            <p:custDataLst>
              <p:tags r:id="rId9"/>
            </p:custDataLst>
          </p:nvPr>
        </p:nvSpPr>
        <p:spPr>
          <a:xfrm>
            <a:off x="3202305" y="3478530"/>
            <a:ext cx="2658745" cy="1851660"/>
          </a:xfrm>
          <a:prstGeom prst="rect">
            <a:avLst/>
          </a:prstGeom>
        </p:spPr>
        <p:txBody>
          <a:bodyPr>
            <a:noAutofit/>
          </a:bodyPr>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rPr>
              <a:t>姿态数据采集</a:t>
            </a:r>
            <a:r>
              <a:rPr lang="en-US" altLang="zh-CN" sz="900">
                <a:latin typeface="Calibri" panose="020F0502020204030204"/>
                <a:ea typeface="宋体" panose="02010600030101010101" pitchFamily="2" charset="-122"/>
              </a:rPr>
              <a:t>: </a:t>
            </a:r>
            <a:r>
              <a:rPr lang="zh-CN" altLang="en-US" sz="900">
                <a:latin typeface="宋体" panose="02010600030101010101" pitchFamily="2" charset="-122"/>
                <a:ea typeface="宋体" panose="02010600030101010101" pitchFamily="2" charset="-122"/>
              </a:rPr>
              <a:t>通过</a:t>
            </a:r>
            <a:r>
              <a:rPr lang="en-US" altLang="zh-CN" sz="900">
                <a:latin typeface="Calibri" panose="020F0502020204030204"/>
                <a:ea typeface="宋体" panose="02010600030101010101" pitchFamily="2" charset="-122"/>
              </a:rPr>
              <a:t>IIC</a:t>
            </a:r>
            <a:r>
              <a:rPr lang="zh-CN" altLang="en-US" sz="900">
                <a:latin typeface="宋体" panose="02010600030101010101" pitchFamily="2" charset="-122"/>
                <a:ea typeface="宋体" panose="02010600030101010101" pitchFamily="2" charset="-122"/>
              </a:rPr>
              <a:t>总线高速读取</a:t>
            </a:r>
            <a:r>
              <a:rPr lang="en-US" altLang="zh-CN" sz="900">
                <a:latin typeface="Calibri" panose="020F0502020204030204"/>
                <a:ea typeface="宋体" panose="02010600030101010101" pitchFamily="2" charset="-122"/>
              </a:rPr>
              <a:t>MPU6050</a:t>
            </a:r>
            <a:r>
              <a:rPr lang="zh-CN" altLang="en-US" sz="900">
                <a:latin typeface="宋体" panose="02010600030101010101" pitchFamily="2" charset="-122"/>
                <a:ea typeface="宋体" panose="02010600030101010101" pitchFamily="2" charset="-122"/>
              </a:rPr>
              <a:t>的原始数据，获取机器人的实时角速度和加速度，为上层进行姿态解算提供基础数据源。</a:t>
            </a:r>
            <a:endParaRPr lang="zh-CN" altLang="en-US" sz="900">
              <a:latin typeface="宋体" panose="02010600030101010101" pitchFamily="2" charset="-122"/>
              <a:ea typeface="宋体" panose="02010600030101010101" pitchFamily="2" charset="-122"/>
            </a:endParaRPr>
          </a:p>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rPr>
              <a:t>关节状态反馈</a:t>
            </a:r>
            <a:r>
              <a:rPr lang="en-US" altLang="zh-CN" sz="900">
                <a:latin typeface="Calibri" panose="020F0502020204030204"/>
                <a:ea typeface="宋体" panose="02010600030101010101" pitchFamily="2" charset="-122"/>
              </a:rPr>
              <a:t>: </a:t>
            </a:r>
            <a:r>
              <a:rPr lang="zh-CN" altLang="en-US" sz="900">
                <a:latin typeface="宋体" panose="02010600030101010101" pitchFamily="2" charset="-122"/>
                <a:ea typeface="宋体" panose="02010600030101010101" pitchFamily="2" charset="-122"/>
              </a:rPr>
              <a:t>采集电机数据，获取各关节的精确角度、角速度和输出力矩。</a:t>
            </a:r>
            <a:endParaRPr lang="zh-CN" altLang="en-US" sz="900">
              <a:latin typeface="宋体" panose="02010600030101010101" pitchFamily="2" charset="-122"/>
              <a:ea typeface="宋体" panose="02010600030101010101" pitchFamily="2" charset="-122"/>
            </a:endParaRPr>
          </a:p>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rPr>
              <a:t>底层指令执行</a:t>
            </a:r>
            <a:r>
              <a:rPr lang="en-US" altLang="zh-CN" sz="900">
                <a:latin typeface="Calibri" panose="020F0502020204030204"/>
                <a:ea typeface="宋体" panose="02010600030101010101" pitchFamily="2" charset="-122"/>
              </a:rPr>
              <a:t>: </a:t>
            </a:r>
            <a:r>
              <a:rPr lang="zh-CN" altLang="en-US" sz="900">
                <a:latin typeface="宋体" panose="02010600030101010101" pitchFamily="2" charset="-122"/>
                <a:ea typeface="宋体" panose="02010600030101010101" pitchFamily="2" charset="-122"/>
              </a:rPr>
              <a:t>接收来自通信中继层的控制指令，精确控制各关节电机的运动，执行上层规划的步态和姿态调整策略。</a:t>
            </a:r>
            <a:endParaRPr lang="zh-CN" altLang="en-US" sz="900">
              <a:latin typeface="宋体" panose="02010600030101010101" pitchFamily="2" charset="-122"/>
              <a:ea typeface="宋体" panose="02010600030101010101" pitchFamily="2" charset="-122"/>
            </a:endParaRPr>
          </a:p>
        </p:txBody>
      </p:sp>
      <p:grpSp>
        <p:nvGrpSpPr>
          <p:cNvPr id="233" name="组合 232"/>
          <p:cNvGrpSpPr/>
          <p:nvPr/>
        </p:nvGrpSpPr>
        <p:grpSpPr>
          <a:xfrm>
            <a:off x="660400" y="1686560"/>
            <a:ext cx="2489200" cy="862965"/>
            <a:chOff x="1040" y="1620"/>
            <a:chExt cx="3920" cy="1359"/>
          </a:xfrm>
        </p:grpSpPr>
        <p:sp>
          <p:nvSpPr>
            <p:cNvPr id="156" name="文本框 155"/>
            <p:cNvSpPr txBox="1"/>
            <p:nvPr>
              <p:custDataLst>
                <p:tags r:id="rId10"/>
              </p:custDataLst>
            </p:nvPr>
          </p:nvSpPr>
          <p:spPr>
            <a:xfrm>
              <a:off x="1040" y="1620"/>
              <a:ext cx="3920" cy="531"/>
            </a:xfrm>
            <a:prstGeom prst="rect">
              <a:avLst/>
            </a:prstGeom>
          </p:spPr>
          <p:txBody>
            <a:bodyPr wrap="square">
              <a:spAutoFit/>
            </a:bodyPr>
            <a:p>
              <a:pPr marL="0" indent="0" algn="ctr" defTabSz="266700">
                <a:spcBef>
                  <a:spcPct val="0"/>
                </a:spcBef>
                <a:spcAft>
                  <a:spcPct val="0"/>
                </a:spcAft>
              </a:pPr>
              <a:r>
                <a:rPr lang="zh-CN" altLang="en-US" sz="1600" b="1">
                  <a:latin typeface="宋体" panose="02010600030101010101" pitchFamily="2" charset="-122"/>
                  <a:ea typeface="宋体" panose="02010600030101010101" pitchFamily="2" charset="-122"/>
                </a:rPr>
                <a:t>感知控制层核心</a:t>
              </a:r>
              <a:r>
                <a:rPr lang="zh-CN" altLang="en-US" sz="1600" b="1">
                  <a:latin typeface="宋体" panose="02010600030101010101" pitchFamily="2" charset="-122"/>
                  <a:ea typeface="宋体" panose="02010600030101010101" pitchFamily="2" charset="-122"/>
                </a:rPr>
                <a:t>组件</a:t>
              </a:r>
              <a:endParaRPr lang="zh-CN" altLang="en-US" sz="1600" b="1">
                <a:latin typeface="宋体" panose="02010600030101010101" pitchFamily="2" charset="-122"/>
                <a:ea typeface="宋体" panose="02010600030101010101" pitchFamily="2" charset="-122"/>
              </a:endParaRPr>
            </a:p>
          </p:txBody>
        </p:sp>
        <p:sp>
          <p:nvSpPr>
            <p:cNvPr id="159" name="文本框 158"/>
            <p:cNvSpPr txBox="1"/>
            <p:nvPr>
              <p:custDataLst>
                <p:tags r:id="rId11"/>
              </p:custDataLst>
            </p:nvPr>
          </p:nvSpPr>
          <p:spPr>
            <a:xfrm>
              <a:off x="1040" y="2151"/>
              <a:ext cx="3920" cy="828"/>
            </a:xfrm>
            <a:prstGeom prst="rect">
              <a:avLst/>
            </a:prstGeom>
            <a:noFill/>
          </p:spPr>
          <p:txBody>
            <a:bodyPr wrap="square" rtlCol="0" anchor="t">
              <a:noAutofit/>
            </a:bodyPr>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sym typeface="+mn-ea"/>
                </a:rPr>
                <a:t>主要功能</a:t>
              </a:r>
              <a:r>
                <a:rPr lang="en-US" altLang="zh-CN" sz="900">
                  <a:latin typeface="Calibri" panose="020F0502020204030204"/>
                  <a:ea typeface="宋体" panose="02010600030101010101" pitchFamily="2" charset="-122"/>
                  <a:sym typeface="+mn-ea"/>
                </a:rPr>
                <a:t>: </a:t>
              </a:r>
              <a:r>
                <a:rPr lang="zh-CN" altLang="en-US" sz="900">
                  <a:latin typeface="宋体" panose="02010600030101010101" pitchFamily="2" charset="-122"/>
                  <a:ea typeface="宋体" panose="02010600030101010101" pitchFamily="2" charset="-122"/>
                  <a:sym typeface="+mn-ea"/>
                </a:rPr>
                <a:t>作为物理机器人的</a:t>
              </a:r>
              <a:r>
                <a:rPr lang="zh-CN" altLang="en-US" sz="900">
                  <a:latin typeface="Calibri" panose="020F0502020204030204"/>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末梢神经</a:t>
              </a:r>
              <a:r>
                <a:rPr lang="zh-CN" altLang="en-US" sz="900">
                  <a:latin typeface="Calibri" panose="020F0502020204030204"/>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与</a:t>
              </a:r>
              <a:r>
                <a:rPr lang="zh-CN" altLang="en-US" sz="900">
                  <a:latin typeface="Calibri" panose="020F0502020204030204"/>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小脑</a:t>
              </a:r>
              <a:r>
                <a:rPr lang="zh-CN" altLang="en-US" sz="900">
                  <a:latin typeface="Calibri" panose="020F0502020204030204"/>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，该层直接与机器人的各类传感器和执行器相连。</a:t>
              </a:r>
              <a:endParaRPr lang="zh-CN" altLang="en-US" sz="900">
                <a:latin typeface="宋体" panose="02010600030101010101" pitchFamily="2" charset="-122"/>
                <a:ea typeface="宋体" panose="02010600030101010101" pitchFamily="2" charset="-122"/>
                <a:sym typeface="+mn-ea"/>
              </a:endParaRPr>
            </a:p>
          </p:txBody>
        </p:sp>
      </p:grpSp>
      <p:grpSp>
        <p:nvGrpSpPr>
          <p:cNvPr id="229" name="组合 228"/>
          <p:cNvGrpSpPr/>
          <p:nvPr>
            <p:custDataLst>
              <p:tags r:id="rId12"/>
            </p:custDataLst>
          </p:nvPr>
        </p:nvGrpSpPr>
        <p:grpSpPr>
          <a:xfrm>
            <a:off x="5904865" y="4161790"/>
            <a:ext cx="2489200" cy="1169035"/>
            <a:chOff x="9298" y="1620"/>
            <a:chExt cx="3920" cy="1841"/>
          </a:xfrm>
        </p:grpSpPr>
        <p:sp>
          <p:nvSpPr>
            <p:cNvPr id="224" name="文本框 223"/>
            <p:cNvSpPr txBox="1"/>
            <p:nvPr>
              <p:custDataLst>
                <p:tags r:id="rId13"/>
              </p:custDataLst>
            </p:nvPr>
          </p:nvSpPr>
          <p:spPr>
            <a:xfrm>
              <a:off x="9299" y="1620"/>
              <a:ext cx="3918" cy="531"/>
            </a:xfrm>
            <a:prstGeom prst="rect">
              <a:avLst/>
            </a:prstGeom>
          </p:spPr>
          <p:txBody>
            <a:bodyPr wrap="square">
              <a:spAutoFit/>
            </a:bodyPr>
            <a:p>
              <a:pPr marL="0" indent="0" algn="ctr" defTabSz="266700">
                <a:spcBef>
                  <a:spcPct val="0"/>
                </a:spcBef>
                <a:spcAft>
                  <a:spcPct val="0"/>
                </a:spcAft>
              </a:pPr>
              <a:r>
                <a:rPr lang="zh-CN" altLang="en-US" sz="1600" b="1">
                  <a:latin typeface="宋体" panose="02010600030101010101" pitchFamily="2" charset="-122"/>
                  <a:ea typeface="宋体" panose="02010600030101010101" pitchFamily="2" charset="-122"/>
                </a:rPr>
                <a:t>通信中继层核心</a:t>
              </a:r>
              <a:r>
                <a:rPr lang="zh-CN" altLang="en-US" sz="1600" b="1">
                  <a:latin typeface="宋体" panose="02010600030101010101" pitchFamily="2" charset="-122"/>
                  <a:ea typeface="宋体" panose="02010600030101010101" pitchFamily="2" charset="-122"/>
                </a:rPr>
                <a:t>组件</a:t>
              </a:r>
              <a:endParaRPr lang="zh-CN" altLang="en-US" sz="1600" b="1">
                <a:latin typeface="宋体" panose="02010600030101010101" pitchFamily="2" charset="-122"/>
                <a:ea typeface="宋体" panose="02010600030101010101" pitchFamily="2" charset="-122"/>
              </a:endParaRPr>
            </a:p>
          </p:txBody>
        </p:sp>
        <p:sp>
          <p:nvSpPr>
            <p:cNvPr id="226" name="文本框 225"/>
            <p:cNvSpPr txBox="1"/>
            <p:nvPr>
              <p:custDataLst>
                <p:tags r:id="rId14"/>
              </p:custDataLst>
            </p:nvPr>
          </p:nvSpPr>
          <p:spPr>
            <a:xfrm>
              <a:off x="9298" y="2151"/>
              <a:ext cx="3920" cy="1310"/>
            </a:xfrm>
            <a:prstGeom prst="rect">
              <a:avLst/>
            </a:prstGeom>
            <a:noFill/>
          </p:spPr>
          <p:txBody>
            <a:bodyPr wrap="square" rtlCol="0" anchor="t">
              <a:noAutofit/>
            </a:bodyPr>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sym typeface="+mn-ea"/>
                </a:rPr>
                <a:t>主要功能</a:t>
              </a:r>
              <a:r>
                <a:rPr lang="en-US" altLang="zh-CN" sz="900">
                  <a:latin typeface="宋体" panose="02010600030101010101" pitchFamily="2" charset="-122"/>
                  <a:ea typeface="宋体" panose="02010600030101010101" pitchFamily="2" charset="-122"/>
                  <a:sym typeface="+mn-ea"/>
                </a:rPr>
                <a:t>: </a:t>
              </a:r>
              <a:r>
                <a:rPr lang="zh-CN" altLang="en-US" sz="900">
                  <a:latin typeface="宋体" panose="02010600030101010101" pitchFamily="2" charset="-122"/>
                  <a:ea typeface="宋体" panose="02010600030101010101" pitchFamily="2" charset="-122"/>
                  <a:sym typeface="+mn-ea"/>
                </a:rPr>
                <a:t>该层是连接物理世界（感知控制层）与数字世界（虚拟仿真层）的</a:t>
              </a:r>
              <a:r>
                <a:rPr lang="en-US" altLang="zh-CN" sz="900">
                  <a:latin typeface="宋体" panose="02010600030101010101" pitchFamily="2" charset="-122"/>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通信枢纽</a:t>
              </a:r>
              <a:r>
                <a:rPr lang="en-US" altLang="zh-CN" sz="900">
                  <a:latin typeface="宋体" panose="02010600030101010101" pitchFamily="2" charset="-122"/>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。它解决了底层控制器（</a:t>
              </a:r>
              <a:r>
                <a:rPr lang="en-US" altLang="zh-CN" sz="900">
                  <a:latin typeface="宋体" panose="02010600030101010101" pitchFamily="2" charset="-122"/>
                  <a:ea typeface="宋体" panose="02010600030101010101" pitchFamily="2" charset="-122"/>
                  <a:sym typeface="+mn-ea"/>
                </a:rPr>
                <a:t>STM32</a:t>
              </a:r>
              <a:r>
                <a:rPr lang="zh-CN" altLang="en-US" sz="900">
                  <a:latin typeface="宋体" panose="02010600030101010101" pitchFamily="2" charset="-122"/>
                  <a:ea typeface="宋体" panose="02010600030101010101" pitchFamily="2" charset="-122"/>
                  <a:sym typeface="+mn-ea"/>
                </a:rPr>
                <a:t>）不便于直接进行网络编程和高速无线传输的问题。</a:t>
              </a:r>
              <a:endParaRPr lang="zh-CN" altLang="en-US" sz="900">
                <a:latin typeface="宋体" panose="02010600030101010101" pitchFamily="2" charset="-122"/>
                <a:ea typeface="宋体" panose="02010600030101010101" pitchFamily="2" charset="-122"/>
                <a:sym typeface="+mn-ea"/>
              </a:endParaRPr>
            </a:p>
          </p:txBody>
        </p:sp>
      </p:grpSp>
      <p:sp>
        <p:nvSpPr>
          <p:cNvPr id="227" name="文本框 226"/>
          <p:cNvSpPr txBox="1"/>
          <p:nvPr>
            <p:custDataLst>
              <p:tags r:id="rId15"/>
            </p:custDataLst>
          </p:nvPr>
        </p:nvSpPr>
        <p:spPr>
          <a:xfrm>
            <a:off x="8394065" y="1381125"/>
            <a:ext cx="2658745" cy="1724025"/>
          </a:xfrm>
          <a:prstGeom prst="rect">
            <a:avLst/>
          </a:prstGeom>
        </p:spPr>
        <p:txBody>
          <a:bodyPr>
            <a:noAutofit/>
          </a:bodyPr>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rPr>
              <a:t>协议转换</a:t>
            </a:r>
            <a:r>
              <a:rPr lang="en-US" altLang="zh-CN" sz="900">
                <a:latin typeface="宋体" panose="02010600030101010101" pitchFamily="2" charset="-122"/>
                <a:ea typeface="宋体" panose="02010600030101010101" pitchFamily="2" charset="-122"/>
              </a:rPr>
              <a:t>: </a:t>
            </a:r>
            <a:r>
              <a:rPr lang="zh-CN" altLang="en-US" sz="900">
                <a:latin typeface="宋体" panose="02010600030101010101" pitchFamily="2" charset="-122"/>
                <a:ea typeface="宋体" panose="02010600030101010101" pitchFamily="2" charset="-122"/>
              </a:rPr>
              <a:t>通过高速</a:t>
            </a:r>
            <a:r>
              <a:rPr lang="en-US" altLang="zh-CN" sz="900">
                <a:latin typeface="宋体" panose="02010600030101010101" pitchFamily="2" charset="-122"/>
                <a:ea typeface="宋体" panose="02010600030101010101" pitchFamily="2" charset="-122"/>
              </a:rPr>
              <a:t>SPI</a:t>
            </a:r>
            <a:r>
              <a:rPr lang="zh-CN" altLang="en-US" sz="900">
                <a:latin typeface="宋体" panose="02010600030101010101" pitchFamily="2" charset="-122"/>
                <a:ea typeface="宋体" panose="02010600030101010101" pitchFamily="2" charset="-122"/>
              </a:rPr>
              <a:t>接口与</a:t>
            </a:r>
            <a:r>
              <a:rPr lang="en-US" altLang="zh-CN" sz="900">
                <a:latin typeface="宋体" panose="02010600030101010101" pitchFamily="2" charset="-122"/>
                <a:ea typeface="宋体" panose="02010600030101010101" pitchFamily="2" charset="-122"/>
              </a:rPr>
              <a:t>STM32</a:t>
            </a:r>
            <a:r>
              <a:rPr lang="zh-CN" altLang="en-US" sz="900">
                <a:latin typeface="宋体" panose="02010600030101010101" pitchFamily="2" charset="-122"/>
                <a:ea typeface="宋体" panose="02010600030101010101" pitchFamily="2" charset="-122"/>
              </a:rPr>
              <a:t>进行本地数据交换，并将接收到的串口数据流封装成适用于互联网传输的</a:t>
            </a:r>
            <a:r>
              <a:rPr lang="en-US" altLang="zh-CN" sz="900">
                <a:latin typeface="宋体" panose="02010600030101010101" pitchFamily="2" charset="-122"/>
                <a:ea typeface="宋体" panose="02010600030101010101" pitchFamily="2" charset="-122"/>
              </a:rPr>
              <a:t>TCP/IP</a:t>
            </a:r>
            <a:r>
              <a:rPr lang="zh-CN" altLang="en-US" sz="900">
                <a:latin typeface="宋体" panose="02010600030101010101" pitchFamily="2" charset="-122"/>
                <a:ea typeface="宋体" panose="02010600030101010101" pitchFamily="2" charset="-122"/>
              </a:rPr>
              <a:t>数据包。</a:t>
            </a:r>
            <a:endParaRPr lang="zh-CN" altLang="en-US" sz="900">
              <a:latin typeface="宋体" panose="02010600030101010101" pitchFamily="2" charset="-122"/>
              <a:ea typeface="宋体" panose="02010600030101010101" pitchFamily="2" charset="-122"/>
            </a:endParaRPr>
          </a:p>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rPr>
              <a:t>数据路由与转发</a:t>
            </a:r>
            <a:r>
              <a:rPr lang="en-US" altLang="zh-CN" sz="900">
                <a:latin typeface="宋体" panose="02010600030101010101" pitchFamily="2" charset="-122"/>
                <a:ea typeface="宋体" panose="02010600030101010101" pitchFamily="2" charset="-122"/>
              </a:rPr>
              <a:t>: </a:t>
            </a:r>
            <a:r>
              <a:rPr lang="zh-CN" altLang="en-US" sz="900">
                <a:latin typeface="宋体" panose="02010600030101010101" pitchFamily="2" charset="-122"/>
                <a:ea typeface="宋体" panose="02010600030101010101" pitchFamily="2" charset="-122"/>
              </a:rPr>
              <a:t>利用其</a:t>
            </a:r>
            <a:r>
              <a:rPr lang="en-US" altLang="zh-CN" sz="900">
                <a:latin typeface="宋体" panose="02010600030101010101" pitchFamily="2" charset="-122"/>
                <a:ea typeface="宋体" panose="02010600030101010101" pitchFamily="2" charset="-122"/>
              </a:rPr>
              <a:t>Wi-Fi</a:t>
            </a:r>
            <a:r>
              <a:rPr lang="zh-CN" altLang="en-US" sz="900">
                <a:latin typeface="宋体" panose="02010600030101010101" pitchFamily="2" charset="-122"/>
                <a:ea typeface="宋体" panose="02010600030101010101" pitchFamily="2" charset="-122"/>
              </a:rPr>
              <a:t>功能将封装好的状态数据帧发送至数字孪生体，并接收来自数字孪生体的控制指令帧转发给</a:t>
            </a:r>
            <a:r>
              <a:rPr lang="en-US" altLang="zh-CN" sz="900">
                <a:latin typeface="宋体" panose="02010600030101010101" pitchFamily="2" charset="-122"/>
                <a:ea typeface="宋体" panose="02010600030101010101" pitchFamily="2" charset="-122"/>
              </a:rPr>
              <a:t>STM32</a:t>
            </a:r>
            <a:r>
              <a:rPr lang="zh-CN" altLang="en-US" sz="900">
                <a:latin typeface="宋体" panose="02010600030101010101" pitchFamily="2" charset="-122"/>
                <a:ea typeface="宋体" panose="02010600030101010101" pitchFamily="2" charset="-122"/>
              </a:rPr>
              <a:t>。</a:t>
            </a:r>
            <a:endParaRPr lang="zh-CN" altLang="en-US" sz="900">
              <a:latin typeface="宋体" panose="02010600030101010101" pitchFamily="2" charset="-122"/>
              <a:ea typeface="宋体" panose="02010600030101010101" pitchFamily="2" charset="-122"/>
            </a:endParaRPr>
          </a:p>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rPr>
              <a:t>数据预处理</a:t>
            </a:r>
            <a:r>
              <a:rPr lang="en-US" altLang="zh-CN" sz="900">
                <a:latin typeface="宋体" panose="02010600030101010101" pitchFamily="2" charset="-122"/>
                <a:ea typeface="宋体" panose="02010600030101010101" pitchFamily="2" charset="-122"/>
              </a:rPr>
              <a:t>: </a:t>
            </a:r>
            <a:r>
              <a:rPr lang="zh-CN" altLang="en-US" sz="900">
                <a:latin typeface="宋体" panose="02010600030101010101" pitchFamily="2" charset="-122"/>
                <a:ea typeface="宋体" panose="02010600030101010101" pitchFamily="2" charset="-122"/>
              </a:rPr>
              <a:t>执行字节序的动态检测与转换，确保在不同</a:t>
            </a:r>
            <a:r>
              <a:rPr lang="zh-CN" altLang="en-US" sz="900">
                <a:latin typeface="宋体" panose="02010600030101010101" pitchFamily="2" charset="-122"/>
                <a:ea typeface="宋体" panose="02010600030101010101" pitchFamily="2" charset="-122"/>
              </a:rPr>
              <a:t>系统之间传输的数值型数据能够被正确解析</a:t>
            </a:r>
            <a:endParaRPr lang="zh-CN" altLang="en-US" sz="900">
              <a:latin typeface="宋体" panose="02010600030101010101" pitchFamily="2" charset="-122"/>
              <a:ea typeface="宋体" panose="02010600030101010101" pitchFamily="2" charset="-122"/>
            </a:endParaRPr>
          </a:p>
        </p:txBody>
      </p:sp>
      <p:grpSp>
        <p:nvGrpSpPr>
          <p:cNvPr id="232" name="组合 231"/>
          <p:cNvGrpSpPr/>
          <p:nvPr/>
        </p:nvGrpSpPr>
        <p:grpSpPr>
          <a:xfrm>
            <a:off x="3936365" y="1381125"/>
            <a:ext cx="1376680" cy="2030095"/>
            <a:chOff x="6199" y="1620"/>
            <a:chExt cx="2168" cy="3197"/>
          </a:xfrm>
        </p:grpSpPr>
        <p:pic>
          <p:nvPicPr>
            <p:cNvPr id="230" name="图片 229"/>
            <p:cNvPicPr>
              <a:picLocks noChangeAspect="1"/>
            </p:cNvPicPr>
            <p:nvPr/>
          </p:nvPicPr>
          <p:blipFill>
            <a:blip r:embed="rId16"/>
            <a:stretch>
              <a:fillRect/>
            </a:stretch>
          </p:blipFill>
          <p:spPr>
            <a:xfrm>
              <a:off x="6199" y="1620"/>
              <a:ext cx="2168" cy="2835"/>
            </a:xfrm>
            <a:prstGeom prst="rect">
              <a:avLst/>
            </a:prstGeom>
          </p:spPr>
        </p:pic>
        <p:sp>
          <p:nvSpPr>
            <p:cNvPr id="231" name="文本框 230"/>
            <p:cNvSpPr txBox="1"/>
            <p:nvPr/>
          </p:nvSpPr>
          <p:spPr>
            <a:xfrm>
              <a:off x="6200" y="4455"/>
              <a:ext cx="2167" cy="362"/>
            </a:xfrm>
            <a:prstGeom prst="rect">
              <a:avLst/>
            </a:prstGeom>
            <a:noFill/>
          </p:spPr>
          <p:txBody>
            <a:bodyPr wrap="square" rtlCol="0" anchor="t">
              <a:spAutoFit/>
            </a:bodyPr>
            <a:p>
              <a:pPr algn="ctr"/>
              <a:r>
                <a:rPr lang="en-US" altLang="zh-CN" sz="900">
                  <a:latin typeface="Calibri" panose="020F0502020204030204"/>
                  <a:ea typeface="宋体" panose="02010600030101010101" pitchFamily="2" charset="-122"/>
                  <a:sym typeface="+mn-ea"/>
                </a:rPr>
                <a:t>MPU6050</a:t>
              </a:r>
              <a:r>
                <a:rPr lang="zh-CN" altLang="en-US" sz="900">
                  <a:latin typeface="Calibri" panose="020F0502020204030204"/>
                  <a:ea typeface="宋体" panose="02010600030101010101" pitchFamily="2" charset="-122"/>
                  <a:sym typeface="+mn-ea"/>
                </a:rPr>
                <a:t>陀螺仪</a:t>
              </a:r>
              <a:r>
                <a:rPr lang="zh-CN" altLang="en-US" sz="900">
                  <a:latin typeface="Calibri" panose="020F0502020204030204"/>
                  <a:ea typeface="宋体" panose="02010600030101010101" pitchFamily="2" charset="-122"/>
                  <a:sym typeface="+mn-ea"/>
                </a:rPr>
                <a:t>传感器</a:t>
              </a:r>
              <a:endParaRPr lang="zh-CN" altLang="en-US" sz="900">
                <a:latin typeface="Calibri" panose="020F0502020204030204"/>
                <a:ea typeface="宋体" panose="02010600030101010101" pitchFamily="2" charset="-122"/>
                <a:sym typeface="+mn-ea"/>
              </a:endParaRPr>
            </a:p>
          </p:txBody>
        </p:sp>
      </p:grpSp>
      <p:graphicFrame>
        <p:nvGraphicFramePr>
          <p:cNvPr id="234" name="表格 233"/>
          <p:cNvGraphicFramePr/>
          <p:nvPr>
            <p:custDataLst>
              <p:tags r:id="rId17"/>
            </p:custDataLst>
          </p:nvPr>
        </p:nvGraphicFramePr>
        <p:xfrm>
          <a:off x="8787765" y="3478530"/>
          <a:ext cx="2028190" cy="1637030"/>
        </p:xfrm>
        <a:graphic>
          <a:graphicData uri="http://schemas.openxmlformats.org/drawingml/2006/table">
            <a:tbl>
              <a:tblPr/>
              <a:tblGrid>
                <a:gridCol w="506095"/>
                <a:gridCol w="509270"/>
                <a:gridCol w="1012825"/>
              </a:tblGrid>
              <a:tr h="345440">
                <a:tc>
                  <a:txBody>
                    <a:bodyPr/>
                    <a:p>
                      <a:pPr marL="0" indent="0" algn="ctr">
                        <a:spcBef>
                          <a:spcPct val="0"/>
                        </a:spcBef>
                        <a:spcAft>
                          <a:spcPct val="0"/>
                        </a:spcAft>
                      </a:pPr>
                      <a:r>
                        <a:rPr lang="zh-CN" sz="800" b="1">
                          <a:latin typeface="Calibri" panose="020F0502020204030204"/>
                          <a:ea typeface="宋体" panose="02010600030101010101" pitchFamily="2" charset="-122"/>
                        </a:rPr>
                        <a:t>字段</a:t>
                      </a:r>
                      <a:endParaRPr lang="zh-CN" sz="800" b="1">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zh-CN" sz="800" b="1">
                          <a:latin typeface="Calibri" panose="020F0502020204030204"/>
                          <a:ea typeface="宋体" panose="02010600030101010101" pitchFamily="2" charset="-122"/>
                        </a:rPr>
                        <a:t>长度</a:t>
                      </a:r>
                      <a:r>
                        <a:rPr lang="en-US" altLang="zh-CN" sz="800" b="1">
                          <a:latin typeface="Calibri" panose="020F0502020204030204"/>
                          <a:ea typeface="Calibri" panose="020F0502020204030204"/>
                        </a:rPr>
                        <a:t>(Byte)</a:t>
                      </a:r>
                      <a:endParaRPr lang="en-US" altLang="zh-CN" sz="800" b="1">
                        <a:latin typeface="Calibri" panose="020F0502020204030204"/>
                        <a:ea typeface="Calibri" panose="020F0502020204030204"/>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zh-CN" sz="800" b="1">
                          <a:latin typeface="Calibri" panose="020F0502020204030204"/>
                          <a:ea typeface="宋体" panose="02010600030101010101" pitchFamily="2" charset="-122"/>
                        </a:rPr>
                        <a:t>说明</a:t>
                      </a:r>
                      <a:endParaRPr lang="zh-CN" sz="800" b="1">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43535">
                <a:tc>
                  <a:txBody>
                    <a:bodyPr/>
                    <a:p>
                      <a:pPr marL="0" indent="0" algn="ctr">
                        <a:spcBef>
                          <a:spcPct val="0"/>
                        </a:spcBef>
                        <a:spcAft>
                          <a:spcPct val="0"/>
                        </a:spcAft>
                      </a:pPr>
                      <a:r>
                        <a:rPr lang="en-US" altLang="zh-CN" sz="800">
                          <a:latin typeface="Calibri" panose="020F0502020204030204"/>
                          <a:ea typeface="宋体" panose="02010600030101010101" pitchFamily="2" charset="-122"/>
                        </a:rPr>
                        <a:t>Header</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en-US" altLang="zh-CN" sz="800">
                          <a:latin typeface="Calibri" panose="020F0502020204030204"/>
                          <a:ea typeface="宋体" panose="02010600030101010101" pitchFamily="2" charset="-122"/>
                        </a:rPr>
                        <a:t>2</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zh-CN" sz="800">
                          <a:latin typeface="宋体" panose="02010600030101010101" pitchFamily="2" charset="-122"/>
                          <a:ea typeface="宋体" panose="02010600030101010101" pitchFamily="2" charset="-122"/>
                        </a:rPr>
                        <a:t>固定值</a:t>
                      </a:r>
                      <a:r>
                        <a:rPr lang="en-US" altLang="zh-CN" sz="800">
                          <a:latin typeface="Calibri" panose="020F0502020204030204"/>
                          <a:ea typeface="宋体" panose="02010600030101010101" pitchFamily="2" charset="-122"/>
                        </a:rPr>
                        <a:t>0x1E8A</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45440">
                <a:tc>
                  <a:txBody>
                    <a:bodyPr/>
                    <a:p>
                      <a:pPr marL="0" indent="0" algn="ctr">
                        <a:spcBef>
                          <a:spcPct val="0"/>
                        </a:spcBef>
                        <a:spcAft>
                          <a:spcPct val="0"/>
                        </a:spcAft>
                      </a:pPr>
                      <a:r>
                        <a:rPr lang="en-US" altLang="zh-CN" sz="800">
                          <a:latin typeface="Calibri" panose="020F0502020204030204"/>
                          <a:ea typeface="宋体" panose="02010600030101010101" pitchFamily="2" charset="-122"/>
                        </a:rPr>
                        <a:t>MotorData</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en-US" altLang="zh-CN" sz="800">
                          <a:latin typeface="Calibri" panose="020F0502020204030204"/>
                          <a:ea typeface="Calibri" panose="020F0502020204030204"/>
                        </a:rPr>
                        <a:t>20</a:t>
                      </a:r>
                      <a:endParaRPr lang="en-US" altLang="zh-CN" sz="800">
                        <a:latin typeface="Calibri" panose="020F0502020204030204"/>
                        <a:ea typeface="Calibri" panose="020F0502020204030204"/>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en-US" altLang="zh-CN" sz="800">
                          <a:latin typeface="Calibri" panose="020F0502020204030204"/>
                          <a:ea typeface="Calibri" panose="020F0502020204030204"/>
                        </a:rPr>
                        <a:t>5</a:t>
                      </a:r>
                      <a:r>
                        <a:rPr lang="zh-CN" sz="800">
                          <a:latin typeface="宋体" panose="02010600030101010101" pitchFamily="2" charset="-122"/>
                          <a:ea typeface="宋体" panose="02010600030101010101" pitchFamily="2" charset="-122"/>
                        </a:rPr>
                        <a:t>个电机角度</a:t>
                      </a:r>
                      <a:r>
                        <a:rPr lang="en-US" altLang="zh-CN" sz="800">
                          <a:latin typeface="Calibri" panose="020F0502020204030204"/>
                          <a:ea typeface="宋体" panose="02010600030101010101" pitchFamily="2" charset="-122"/>
                        </a:rPr>
                        <a:t>/</a:t>
                      </a:r>
                      <a:r>
                        <a:rPr lang="zh-CN" sz="800">
                          <a:latin typeface="宋体" panose="02010600030101010101" pitchFamily="2" charset="-122"/>
                          <a:ea typeface="宋体" panose="02010600030101010101" pitchFamily="2" charset="-122"/>
                        </a:rPr>
                        <a:t>速度数据</a:t>
                      </a:r>
                      <a:endParaRPr lang="zh-CN" sz="800">
                        <a:latin typeface="宋体" panose="02010600030101010101" pitchFamily="2" charset="-122"/>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45440">
                <a:tc>
                  <a:txBody>
                    <a:bodyPr/>
                    <a:p>
                      <a:pPr marL="0" indent="0" algn="ctr">
                        <a:spcBef>
                          <a:spcPct val="0"/>
                        </a:spcBef>
                        <a:spcAft>
                          <a:spcPct val="0"/>
                        </a:spcAft>
                      </a:pPr>
                      <a:r>
                        <a:rPr lang="en-US" altLang="zh-CN" sz="800">
                          <a:latin typeface="Calibri" panose="020F0502020204030204"/>
                          <a:ea typeface="宋体" panose="02010600030101010101" pitchFamily="2" charset="-122"/>
                        </a:rPr>
                        <a:t>ArmData</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en-US" altLang="zh-CN" sz="800">
                          <a:latin typeface="Calibri" panose="020F0502020204030204"/>
                          <a:ea typeface="宋体" panose="02010600030101010101" pitchFamily="2" charset="-122"/>
                        </a:rPr>
                        <a:t>20</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en-US" altLang="zh-CN" sz="800">
                          <a:latin typeface="Calibri" panose="020F0502020204030204"/>
                          <a:ea typeface="宋体" panose="02010600030101010101" pitchFamily="2" charset="-122"/>
                        </a:rPr>
                        <a:t>5</a:t>
                      </a:r>
                      <a:r>
                        <a:rPr lang="zh-CN" sz="800">
                          <a:latin typeface="宋体" panose="02010600030101010101" pitchFamily="2" charset="-122"/>
                          <a:ea typeface="宋体" panose="02010600030101010101" pitchFamily="2" charset="-122"/>
                        </a:rPr>
                        <a:t>轴机械臂状态数据</a:t>
                      </a:r>
                      <a:endParaRPr lang="zh-CN" sz="800">
                        <a:latin typeface="宋体" panose="02010600030101010101" pitchFamily="2" charset="-122"/>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57175">
                <a:tc>
                  <a:txBody>
                    <a:bodyPr/>
                    <a:p>
                      <a:pPr marL="0" indent="0" algn="ctr">
                        <a:spcBef>
                          <a:spcPct val="0"/>
                        </a:spcBef>
                        <a:spcAft>
                          <a:spcPct val="0"/>
                        </a:spcAft>
                      </a:pPr>
                      <a:r>
                        <a:rPr lang="en-US" altLang="zh-CN" sz="800">
                          <a:latin typeface="Calibri" panose="020F0502020204030204"/>
                          <a:ea typeface="宋体" panose="02010600030101010101" pitchFamily="2" charset="-122"/>
                        </a:rPr>
                        <a:t>Footer</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en-US" altLang="zh-CN" sz="800">
                          <a:latin typeface="Calibri" panose="020F0502020204030204"/>
                          <a:ea typeface="宋体" panose="02010600030101010101" pitchFamily="2" charset="-122"/>
                        </a:rPr>
                        <a:t>2</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spcBef>
                          <a:spcPct val="0"/>
                        </a:spcBef>
                        <a:spcAft>
                          <a:spcPct val="0"/>
                        </a:spcAft>
                      </a:pPr>
                      <a:r>
                        <a:rPr lang="zh-CN" sz="800">
                          <a:latin typeface="宋体" panose="02010600030101010101" pitchFamily="2" charset="-122"/>
                          <a:ea typeface="宋体" panose="02010600030101010101" pitchFamily="2" charset="-122"/>
                        </a:rPr>
                        <a:t>固定值</a:t>
                      </a:r>
                      <a:r>
                        <a:rPr lang="en-US" altLang="zh-CN" sz="800">
                          <a:latin typeface="Calibri" panose="020F0502020204030204"/>
                          <a:ea typeface="宋体" panose="02010600030101010101" pitchFamily="2" charset="-122"/>
                        </a:rPr>
                        <a:t>0x2F9B</a:t>
                      </a:r>
                      <a:endParaRPr lang="en-US" altLang="zh-CN" sz="800">
                        <a:latin typeface="Calibri" panose="020F0502020204030204"/>
                        <a:ea typeface="宋体" panose="02010600030101010101" pitchFamily="2" charset="-122"/>
                      </a:endParaRPr>
                    </a:p>
                  </a:txBody>
                  <a:tcPr marL="81280" marR="81280" marT="50800" marB="5080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235" name="文本框 234"/>
          <p:cNvSpPr txBox="1"/>
          <p:nvPr>
            <p:custDataLst>
              <p:tags r:id="rId18"/>
            </p:custDataLst>
          </p:nvPr>
        </p:nvSpPr>
        <p:spPr>
          <a:xfrm>
            <a:off x="9185910" y="5085715"/>
            <a:ext cx="1299210" cy="245110"/>
          </a:xfrm>
          <a:prstGeom prst="rect">
            <a:avLst/>
          </a:prstGeom>
        </p:spPr>
        <p:txBody>
          <a:bodyPr wrap="square">
            <a:spAutoFit/>
          </a:bodyPr>
          <a:p>
            <a:pPr marL="0" indent="0" algn="ctr" defTabSz="266700">
              <a:spcBef>
                <a:spcPct val="0"/>
              </a:spcBef>
              <a:spcAft>
                <a:spcPct val="0"/>
              </a:spcAft>
            </a:pPr>
            <a:r>
              <a:rPr lang="en-US" altLang="zh-CN" sz="1000" b="1">
                <a:latin typeface="宋体" panose="02010600030101010101" pitchFamily="2" charset="-122"/>
                <a:ea typeface="宋体" panose="02010600030101010101" pitchFamily="2" charset="-122"/>
              </a:rPr>
              <a:t>TCP</a:t>
            </a:r>
            <a:r>
              <a:rPr lang="zh-CN" altLang="en-US" sz="1000" b="1">
                <a:latin typeface="宋体" panose="02010600030101010101" pitchFamily="2" charset="-122"/>
                <a:ea typeface="宋体" panose="02010600030101010101" pitchFamily="2" charset="-122"/>
              </a:rPr>
              <a:t>通信帧内容</a:t>
            </a:r>
            <a:endParaRPr lang="zh-CN" altLang="en-US" sz="1000" b="1">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Arial" panose="020B0604020202020204" pitchFamily="34" charset="0"/>
                <a:ea typeface="微软雅黑" panose="020B0503020204020204" charset="-122"/>
                <a:sym typeface="Arial" panose="020B0604020202020204" pitchFamily="34" charset="0"/>
              </a:rPr>
              <a:t> 03 </a:t>
            </a:r>
            <a:r>
              <a:rPr lang="zh-CN" altLang="en-US" dirty="0">
                <a:latin typeface="Arial" panose="020B0604020202020204" pitchFamily="34" charset="0"/>
                <a:ea typeface="微软雅黑" panose="020B0503020204020204" charset="-122"/>
                <a:sym typeface="Arial" panose="020B0604020202020204" pitchFamily="34" charset="0"/>
              </a:rPr>
              <a:t>通信系统构建</a:t>
            </a: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nvSpPr>
        <p:spPr>
          <a:xfrm>
            <a:off x="6593048" y="2322688"/>
            <a:ext cx="4097364" cy="362343"/>
          </a:xfrm>
          <a:prstGeom prst="rect">
            <a:avLst/>
          </a:prstGeom>
        </p:spPr>
        <p:txBody>
          <a:bodyPr wrap="square">
            <a:spAutoFit/>
          </a:bodyPr>
          <a:lstStyle/>
          <a:p>
            <a:pPr algn="just" defTabSz="914400">
              <a:lnSpc>
                <a:spcPct val="120000"/>
              </a:lnSpc>
              <a:defRPr/>
            </a:pPr>
            <a:endParaRPr kumimoji="1" lang="zh-CN" altLang="en-US" sz="1600" dirty="0">
              <a:solidFill>
                <a:schemeClr val="tx1">
                  <a:lumMod val="75000"/>
                  <a:lumOff val="2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6" name="灯片编号占位符 15"/>
          <p:cNvSpPr>
            <a:spLocks noGrp="1"/>
          </p:cNvSpPr>
          <p:nvPr>
            <p:ph type="sldNum" sz="quarter" idx="12"/>
          </p:nvPr>
        </p:nvSpPr>
        <p:spPr/>
        <p:txBody>
          <a:bodyPr/>
          <a:lstStyle/>
          <a:p>
            <a:fld id="{E0374D5E-809C-4B52-9B1B-43F9E1113751}" type="slidenum">
              <a:rPr lang="zh-CN" altLang="en-US" smtClean="0"/>
            </a:fld>
            <a:endParaRPr lang="zh-CN" altLang="en-US"/>
          </a:p>
        </p:txBody>
      </p:sp>
      <p:grpSp>
        <p:nvGrpSpPr>
          <p:cNvPr id="3" name="ab742894-b611-4118-8065-b69e992411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917670" y="470116"/>
            <a:ext cx="2152852" cy="496556"/>
            <a:chOff x="2035175" y="2493963"/>
            <a:chExt cx="8121650" cy="1873250"/>
          </a:xfrm>
        </p:grpSpPr>
        <p:sp>
          <p:nvSpPr>
            <p:cNvPr id="5" name="iṡľïḑê"/>
            <p:cNvSpPr/>
            <p:nvPr/>
          </p:nvSpPr>
          <p:spPr bwMode="auto">
            <a:xfrm>
              <a:off x="8410575" y="2736851"/>
              <a:ext cx="785813" cy="931863"/>
            </a:xfrm>
            <a:custGeom>
              <a:avLst/>
              <a:gdLst>
                <a:gd name="T0" fmla="*/ 200 w 218"/>
                <a:gd name="T1" fmla="*/ 226 h 257"/>
                <a:gd name="T2" fmla="*/ 182 w 218"/>
                <a:gd name="T3" fmla="*/ 214 h 257"/>
                <a:gd name="T4" fmla="*/ 161 w 218"/>
                <a:gd name="T5" fmla="*/ 195 h 257"/>
                <a:gd name="T6" fmla="*/ 143 w 218"/>
                <a:gd name="T7" fmla="*/ 176 h 257"/>
                <a:gd name="T8" fmla="*/ 122 w 218"/>
                <a:gd name="T9" fmla="*/ 150 h 257"/>
                <a:gd name="T10" fmla="*/ 121 w 218"/>
                <a:gd name="T11" fmla="*/ 138 h 257"/>
                <a:gd name="T12" fmla="*/ 125 w 218"/>
                <a:gd name="T13" fmla="*/ 129 h 257"/>
                <a:gd name="T14" fmla="*/ 133 w 218"/>
                <a:gd name="T15" fmla="*/ 117 h 257"/>
                <a:gd name="T16" fmla="*/ 154 w 218"/>
                <a:gd name="T17" fmla="*/ 111 h 257"/>
                <a:gd name="T18" fmla="*/ 167 w 218"/>
                <a:gd name="T19" fmla="*/ 100 h 257"/>
                <a:gd name="T20" fmla="*/ 171 w 218"/>
                <a:gd name="T21" fmla="*/ 90 h 257"/>
                <a:gd name="T22" fmla="*/ 173 w 218"/>
                <a:gd name="T23" fmla="*/ 85 h 257"/>
                <a:gd name="T24" fmla="*/ 174 w 218"/>
                <a:gd name="T25" fmla="*/ 79 h 257"/>
                <a:gd name="T26" fmla="*/ 172 w 218"/>
                <a:gd name="T27" fmla="*/ 72 h 257"/>
                <a:gd name="T28" fmla="*/ 154 w 218"/>
                <a:gd name="T29" fmla="*/ 67 h 257"/>
                <a:gd name="T30" fmla="*/ 142 w 218"/>
                <a:gd name="T31" fmla="*/ 71 h 257"/>
                <a:gd name="T32" fmla="*/ 139 w 218"/>
                <a:gd name="T33" fmla="*/ 73 h 257"/>
                <a:gd name="T34" fmla="*/ 138 w 218"/>
                <a:gd name="T35" fmla="*/ 69 h 257"/>
                <a:gd name="T36" fmla="*/ 141 w 218"/>
                <a:gd name="T37" fmla="*/ 47 h 257"/>
                <a:gd name="T38" fmla="*/ 142 w 218"/>
                <a:gd name="T39" fmla="*/ 22 h 257"/>
                <a:gd name="T40" fmla="*/ 140 w 218"/>
                <a:gd name="T41" fmla="*/ 15 h 257"/>
                <a:gd name="T42" fmla="*/ 124 w 218"/>
                <a:gd name="T43" fmla="*/ 2 h 257"/>
                <a:gd name="T44" fmla="*/ 113 w 218"/>
                <a:gd name="T45" fmla="*/ 3 h 257"/>
                <a:gd name="T46" fmla="*/ 104 w 218"/>
                <a:gd name="T47" fmla="*/ 22 h 257"/>
                <a:gd name="T48" fmla="*/ 106 w 218"/>
                <a:gd name="T49" fmla="*/ 41 h 257"/>
                <a:gd name="T50" fmla="*/ 103 w 218"/>
                <a:gd name="T51" fmla="*/ 81 h 257"/>
                <a:gd name="T52" fmla="*/ 95 w 218"/>
                <a:gd name="T53" fmla="*/ 90 h 257"/>
                <a:gd name="T54" fmla="*/ 82 w 218"/>
                <a:gd name="T55" fmla="*/ 95 h 257"/>
                <a:gd name="T56" fmla="*/ 54 w 218"/>
                <a:gd name="T57" fmla="*/ 102 h 257"/>
                <a:gd name="T58" fmla="*/ 38 w 218"/>
                <a:gd name="T59" fmla="*/ 114 h 257"/>
                <a:gd name="T60" fmla="*/ 38 w 218"/>
                <a:gd name="T61" fmla="*/ 120 h 257"/>
                <a:gd name="T62" fmla="*/ 43 w 218"/>
                <a:gd name="T63" fmla="*/ 134 h 257"/>
                <a:gd name="T64" fmla="*/ 46 w 218"/>
                <a:gd name="T65" fmla="*/ 136 h 257"/>
                <a:gd name="T66" fmla="*/ 61 w 218"/>
                <a:gd name="T67" fmla="*/ 139 h 257"/>
                <a:gd name="T68" fmla="*/ 78 w 218"/>
                <a:gd name="T69" fmla="*/ 136 h 257"/>
                <a:gd name="T70" fmla="*/ 90 w 218"/>
                <a:gd name="T71" fmla="*/ 133 h 257"/>
                <a:gd name="T72" fmla="*/ 79 w 218"/>
                <a:gd name="T73" fmla="*/ 159 h 257"/>
                <a:gd name="T74" fmla="*/ 44 w 218"/>
                <a:gd name="T75" fmla="*/ 210 h 257"/>
                <a:gd name="T76" fmla="*/ 1 w 218"/>
                <a:gd name="T77" fmla="*/ 242 h 257"/>
                <a:gd name="T78" fmla="*/ 3 w 218"/>
                <a:gd name="T79" fmla="*/ 243 h 257"/>
                <a:gd name="T80" fmla="*/ 17 w 218"/>
                <a:gd name="T81" fmla="*/ 244 h 257"/>
                <a:gd name="T82" fmla="*/ 32 w 218"/>
                <a:gd name="T83" fmla="*/ 244 h 257"/>
                <a:gd name="T84" fmla="*/ 70 w 218"/>
                <a:gd name="T85" fmla="*/ 220 h 257"/>
                <a:gd name="T86" fmla="*/ 87 w 218"/>
                <a:gd name="T87" fmla="*/ 201 h 257"/>
                <a:gd name="T88" fmla="*/ 104 w 218"/>
                <a:gd name="T89" fmla="*/ 175 h 257"/>
                <a:gd name="T90" fmla="*/ 108 w 218"/>
                <a:gd name="T91" fmla="*/ 175 h 257"/>
                <a:gd name="T92" fmla="*/ 120 w 218"/>
                <a:gd name="T93" fmla="*/ 200 h 257"/>
                <a:gd name="T94" fmla="*/ 130 w 218"/>
                <a:gd name="T95" fmla="*/ 219 h 257"/>
                <a:gd name="T96" fmla="*/ 138 w 218"/>
                <a:gd name="T97" fmla="*/ 233 h 257"/>
                <a:gd name="T98" fmla="*/ 152 w 218"/>
                <a:gd name="T99" fmla="*/ 247 h 257"/>
                <a:gd name="T100" fmla="*/ 166 w 218"/>
                <a:gd name="T101" fmla="*/ 253 h 257"/>
                <a:gd name="T102" fmla="*/ 179 w 218"/>
                <a:gd name="T103" fmla="*/ 256 h 257"/>
                <a:gd name="T104" fmla="*/ 188 w 218"/>
                <a:gd name="T105" fmla="*/ 257 h 257"/>
                <a:gd name="T106" fmla="*/ 203 w 218"/>
                <a:gd name="T107" fmla="*/ 255 h 257"/>
                <a:gd name="T108" fmla="*/ 206 w 218"/>
                <a:gd name="T109" fmla="*/ 251 h 257"/>
                <a:gd name="T110" fmla="*/ 211 w 218"/>
                <a:gd name="T111" fmla="*/ 246 h 257"/>
                <a:gd name="T112" fmla="*/ 214 w 218"/>
                <a:gd name="T113" fmla="*/ 241 h 257"/>
                <a:gd name="T114" fmla="*/ 217 w 218"/>
                <a:gd name="T115" fmla="*/ 234 h 257"/>
                <a:gd name="T116" fmla="*/ 200 w 218"/>
                <a:gd name="T117" fmla="*/ 22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257">
                  <a:moveTo>
                    <a:pt x="200" y="226"/>
                  </a:moveTo>
                  <a:cubicBezTo>
                    <a:pt x="192" y="221"/>
                    <a:pt x="189" y="219"/>
                    <a:pt x="182" y="214"/>
                  </a:cubicBezTo>
                  <a:cubicBezTo>
                    <a:pt x="174" y="208"/>
                    <a:pt x="167" y="203"/>
                    <a:pt x="161" y="195"/>
                  </a:cubicBezTo>
                  <a:cubicBezTo>
                    <a:pt x="155" y="189"/>
                    <a:pt x="148" y="182"/>
                    <a:pt x="143" y="176"/>
                  </a:cubicBezTo>
                  <a:cubicBezTo>
                    <a:pt x="136" y="168"/>
                    <a:pt x="127" y="156"/>
                    <a:pt x="122" y="150"/>
                  </a:cubicBezTo>
                  <a:cubicBezTo>
                    <a:pt x="119" y="145"/>
                    <a:pt x="120" y="142"/>
                    <a:pt x="121" y="138"/>
                  </a:cubicBezTo>
                  <a:cubicBezTo>
                    <a:pt x="123" y="135"/>
                    <a:pt x="124" y="133"/>
                    <a:pt x="125" y="129"/>
                  </a:cubicBezTo>
                  <a:cubicBezTo>
                    <a:pt x="127" y="125"/>
                    <a:pt x="128" y="119"/>
                    <a:pt x="133" y="117"/>
                  </a:cubicBezTo>
                  <a:cubicBezTo>
                    <a:pt x="140" y="114"/>
                    <a:pt x="146" y="110"/>
                    <a:pt x="154" y="111"/>
                  </a:cubicBezTo>
                  <a:cubicBezTo>
                    <a:pt x="159" y="111"/>
                    <a:pt x="165" y="105"/>
                    <a:pt x="167" y="100"/>
                  </a:cubicBezTo>
                  <a:cubicBezTo>
                    <a:pt x="168" y="97"/>
                    <a:pt x="170" y="94"/>
                    <a:pt x="171" y="90"/>
                  </a:cubicBezTo>
                  <a:cubicBezTo>
                    <a:pt x="172" y="89"/>
                    <a:pt x="173" y="87"/>
                    <a:pt x="173" y="85"/>
                  </a:cubicBezTo>
                  <a:cubicBezTo>
                    <a:pt x="174" y="83"/>
                    <a:pt x="174" y="81"/>
                    <a:pt x="174" y="79"/>
                  </a:cubicBezTo>
                  <a:cubicBezTo>
                    <a:pt x="176" y="75"/>
                    <a:pt x="176" y="74"/>
                    <a:pt x="172" y="72"/>
                  </a:cubicBezTo>
                  <a:cubicBezTo>
                    <a:pt x="167" y="69"/>
                    <a:pt x="161" y="67"/>
                    <a:pt x="154" y="67"/>
                  </a:cubicBezTo>
                  <a:cubicBezTo>
                    <a:pt x="149" y="67"/>
                    <a:pt x="145" y="67"/>
                    <a:pt x="142" y="71"/>
                  </a:cubicBezTo>
                  <a:cubicBezTo>
                    <a:pt x="142" y="72"/>
                    <a:pt x="140" y="73"/>
                    <a:pt x="139" y="73"/>
                  </a:cubicBezTo>
                  <a:cubicBezTo>
                    <a:pt x="138" y="72"/>
                    <a:pt x="138" y="70"/>
                    <a:pt x="138" y="69"/>
                  </a:cubicBezTo>
                  <a:cubicBezTo>
                    <a:pt x="139" y="62"/>
                    <a:pt x="140" y="54"/>
                    <a:pt x="141" y="47"/>
                  </a:cubicBezTo>
                  <a:cubicBezTo>
                    <a:pt x="142" y="39"/>
                    <a:pt x="142" y="30"/>
                    <a:pt x="142" y="22"/>
                  </a:cubicBezTo>
                  <a:cubicBezTo>
                    <a:pt x="142" y="20"/>
                    <a:pt x="141" y="17"/>
                    <a:pt x="140" y="15"/>
                  </a:cubicBezTo>
                  <a:cubicBezTo>
                    <a:pt x="136" y="9"/>
                    <a:pt x="131" y="5"/>
                    <a:pt x="124" y="2"/>
                  </a:cubicBezTo>
                  <a:cubicBezTo>
                    <a:pt x="120" y="0"/>
                    <a:pt x="116" y="0"/>
                    <a:pt x="113" y="3"/>
                  </a:cubicBezTo>
                  <a:cubicBezTo>
                    <a:pt x="108" y="9"/>
                    <a:pt x="103" y="14"/>
                    <a:pt x="104" y="22"/>
                  </a:cubicBezTo>
                  <a:cubicBezTo>
                    <a:pt x="105" y="28"/>
                    <a:pt x="105" y="35"/>
                    <a:pt x="106" y="41"/>
                  </a:cubicBezTo>
                  <a:cubicBezTo>
                    <a:pt x="106" y="55"/>
                    <a:pt x="105" y="68"/>
                    <a:pt x="103" y="81"/>
                  </a:cubicBezTo>
                  <a:cubicBezTo>
                    <a:pt x="102" y="86"/>
                    <a:pt x="100" y="89"/>
                    <a:pt x="95" y="90"/>
                  </a:cubicBezTo>
                  <a:cubicBezTo>
                    <a:pt x="91" y="92"/>
                    <a:pt x="86" y="93"/>
                    <a:pt x="82" y="95"/>
                  </a:cubicBezTo>
                  <a:cubicBezTo>
                    <a:pt x="73" y="98"/>
                    <a:pt x="63" y="101"/>
                    <a:pt x="54" y="102"/>
                  </a:cubicBezTo>
                  <a:cubicBezTo>
                    <a:pt x="46" y="102"/>
                    <a:pt x="40" y="107"/>
                    <a:pt x="38" y="114"/>
                  </a:cubicBezTo>
                  <a:cubicBezTo>
                    <a:pt x="37" y="116"/>
                    <a:pt x="37" y="118"/>
                    <a:pt x="38" y="120"/>
                  </a:cubicBezTo>
                  <a:cubicBezTo>
                    <a:pt x="39" y="125"/>
                    <a:pt x="41" y="130"/>
                    <a:pt x="43" y="134"/>
                  </a:cubicBezTo>
                  <a:cubicBezTo>
                    <a:pt x="44" y="135"/>
                    <a:pt x="45" y="136"/>
                    <a:pt x="46" y="136"/>
                  </a:cubicBezTo>
                  <a:cubicBezTo>
                    <a:pt x="50" y="139"/>
                    <a:pt x="55" y="140"/>
                    <a:pt x="61" y="139"/>
                  </a:cubicBezTo>
                  <a:cubicBezTo>
                    <a:pt x="67" y="138"/>
                    <a:pt x="72" y="137"/>
                    <a:pt x="78" y="136"/>
                  </a:cubicBezTo>
                  <a:cubicBezTo>
                    <a:pt x="81" y="136"/>
                    <a:pt x="86" y="134"/>
                    <a:pt x="90" y="133"/>
                  </a:cubicBezTo>
                  <a:cubicBezTo>
                    <a:pt x="89" y="135"/>
                    <a:pt x="84" y="149"/>
                    <a:pt x="79" y="159"/>
                  </a:cubicBezTo>
                  <a:cubicBezTo>
                    <a:pt x="72" y="174"/>
                    <a:pt x="63" y="188"/>
                    <a:pt x="44" y="210"/>
                  </a:cubicBezTo>
                  <a:cubicBezTo>
                    <a:pt x="22" y="234"/>
                    <a:pt x="4" y="240"/>
                    <a:pt x="1" y="242"/>
                  </a:cubicBezTo>
                  <a:cubicBezTo>
                    <a:pt x="0" y="243"/>
                    <a:pt x="1" y="243"/>
                    <a:pt x="3" y="243"/>
                  </a:cubicBezTo>
                  <a:cubicBezTo>
                    <a:pt x="6" y="244"/>
                    <a:pt x="16" y="244"/>
                    <a:pt x="17" y="244"/>
                  </a:cubicBezTo>
                  <a:cubicBezTo>
                    <a:pt x="22" y="244"/>
                    <a:pt x="27" y="245"/>
                    <a:pt x="32" y="244"/>
                  </a:cubicBezTo>
                  <a:cubicBezTo>
                    <a:pt x="38" y="242"/>
                    <a:pt x="59" y="229"/>
                    <a:pt x="70" y="220"/>
                  </a:cubicBezTo>
                  <a:cubicBezTo>
                    <a:pt x="77" y="213"/>
                    <a:pt x="86" y="203"/>
                    <a:pt x="87" y="201"/>
                  </a:cubicBezTo>
                  <a:cubicBezTo>
                    <a:pt x="93" y="192"/>
                    <a:pt x="98" y="184"/>
                    <a:pt x="104" y="175"/>
                  </a:cubicBezTo>
                  <a:cubicBezTo>
                    <a:pt x="106" y="173"/>
                    <a:pt x="106" y="173"/>
                    <a:pt x="108" y="175"/>
                  </a:cubicBezTo>
                  <a:cubicBezTo>
                    <a:pt x="112" y="183"/>
                    <a:pt x="116" y="192"/>
                    <a:pt x="120" y="200"/>
                  </a:cubicBezTo>
                  <a:cubicBezTo>
                    <a:pt x="124" y="206"/>
                    <a:pt x="127" y="213"/>
                    <a:pt x="130" y="219"/>
                  </a:cubicBezTo>
                  <a:cubicBezTo>
                    <a:pt x="133" y="224"/>
                    <a:pt x="136" y="228"/>
                    <a:pt x="138" y="233"/>
                  </a:cubicBezTo>
                  <a:cubicBezTo>
                    <a:pt x="141" y="240"/>
                    <a:pt x="146" y="244"/>
                    <a:pt x="152" y="247"/>
                  </a:cubicBezTo>
                  <a:cubicBezTo>
                    <a:pt x="156" y="250"/>
                    <a:pt x="161" y="251"/>
                    <a:pt x="166" y="253"/>
                  </a:cubicBezTo>
                  <a:cubicBezTo>
                    <a:pt x="170" y="254"/>
                    <a:pt x="175" y="255"/>
                    <a:pt x="179" y="256"/>
                  </a:cubicBezTo>
                  <a:cubicBezTo>
                    <a:pt x="183" y="257"/>
                    <a:pt x="185" y="257"/>
                    <a:pt x="188" y="257"/>
                  </a:cubicBezTo>
                  <a:cubicBezTo>
                    <a:pt x="192" y="257"/>
                    <a:pt x="201" y="257"/>
                    <a:pt x="203" y="255"/>
                  </a:cubicBezTo>
                  <a:cubicBezTo>
                    <a:pt x="205" y="253"/>
                    <a:pt x="205" y="252"/>
                    <a:pt x="206" y="251"/>
                  </a:cubicBezTo>
                  <a:cubicBezTo>
                    <a:pt x="207" y="250"/>
                    <a:pt x="209" y="248"/>
                    <a:pt x="211" y="246"/>
                  </a:cubicBezTo>
                  <a:cubicBezTo>
                    <a:pt x="212" y="245"/>
                    <a:pt x="213" y="243"/>
                    <a:pt x="214" y="241"/>
                  </a:cubicBezTo>
                  <a:cubicBezTo>
                    <a:pt x="217" y="237"/>
                    <a:pt x="218" y="234"/>
                    <a:pt x="217" y="234"/>
                  </a:cubicBezTo>
                  <a:cubicBezTo>
                    <a:pt x="217" y="233"/>
                    <a:pt x="212" y="232"/>
                    <a:pt x="200" y="2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 name="íṩ1iḓê"/>
            <p:cNvSpPr/>
            <p:nvPr/>
          </p:nvSpPr>
          <p:spPr bwMode="auto">
            <a:xfrm>
              <a:off x="4445000" y="2649538"/>
              <a:ext cx="790575" cy="1206500"/>
            </a:xfrm>
            <a:custGeom>
              <a:avLst/>
              <a:gdLst>
                <a:gd name="T0" fmla="*/ 121 w 219"/>
                <a:gd name="T1" fmla="*/ 112 h 333"/>
                <a:gd name="T2" fmla="*/ 98 w 219"/>
                <a:gd name="T3" fmla="*/ 116 h 333"/>
                <a:gd name="T4" fmla="*/ 117 w 219"/>
                <a:gd name="T5" fmla="*/ 83 h 333"/>
                <a:gd name="T6" fmla="*/ 141 w 219"/>
                <a:gd name="T7" fmla="*/ 76 h 333"/>
                <a:gd name="T8" fmla="*/ 158 w 219"/>
                <a:gd name="T9" fmla="*/ 57 h 333"/>
                <a:gd name="T10" fmla="*/ 149 w 219"/>
                <a:gd name="T11" fmla="*/ 43 h 333"/>
                <a:gd name="T12" fmla="*/ 134 w 219"/>
                <a:gd name="T13" fmla="*/ 44 h 333"/>
                <a:gd name="T14" fmla="*/ 132 w 219"/>
                <a:gd name="T15" fmla="*/ 20 h 333"/>
                <a:gd name="T16" fmla="*/ 91 w 219"/>
                <a:gd name="T17" fmla="*/ 16 h 333"/>
                <a:gd name="T18" fmla="*/ 86 w 219"/>
                <a:gd name="T19" fmla="*/ 54 h 333"/>
                <a:gd name="T20" fmla="*/ 77 w 219"/>
                <a:gd name="T21" fmla="*/ 66 h 333"/>
                <a:gd name="T22" fmla="*/ 51 w 219"/>
                <a:gd name="T23" fmla="*/ 82 h 333"/>
                <a:gd name="T24" fmla="*/ 65 w 219"/>
                <a:gd name="T25" fmla="*/ 110 h 333"/>
                <a:gd name="T26" fmla="*/ 34 w 219"/>
                <a:gd name="T27" fmla="*/ 154 h 333"/>
                <a:gd name="T28" fmla="*/ 24 w 219"/>
                <a:gd name="T29" fmla="*/ 157 h 333"/>
                <a:gd name="T30" fmla="*/ 0 w 219"/>
                <a:gd name="T31" fmla="*/ 201 h 333"/>
                <a:gd name="T32" fmla="*/ 3 w 219"/>
                <a:gd name="T33" fmla="*/ 276 h 333"/>
                <a:gd name="T34" fmla="*/ 16 w 219"/>
                <a:gd name="T35" fmla="*/ 293 h 333"/>
                <a:gd name="T36" fmla="*/ 30 w 219"/>
                <a:gd name="T37" fmla="*/ 295 h 333"/>
                <a:gd name="T38" fmla="*/ 38 w 219"/>
                <a:gd name="T39" fmla="*/ 265 h 333"/>
                <a:gd name="T40" fmla="*/ 32 w 219"/>
                <a:gd name="T41" fmla="*/ 213 h 333"/>
                <a:gd name="T42" fmla="*/ 41 w 219"/>
                <a:gd name="T43" fmla="*/ 183 h 333"/>
                <a:gd name="T44" fmla="*/ 60 w 219"/>
                <a:gd name="T45" fmla="*/ 176 h 333"/>
                <a:gd name="T46" fmla="*/ 88 w 219"/>
                <a:gd name="T47" fmla="*/ 152 h 333"/>
                <a:gd name="T48" fmla="*/ 88 w 219"/>
                <a:gd name="T49" fmla="*/ 152 h 333"/>
                <a:gd name="T50" fmla="*/ 101 w 219"/>
                <a:gd name="T51" fmla="*/ 141 h 333"/>
                <a:gd name="T52" fmla="*/ 179 w 219"/>
                <a:gd name="T53" fmla="*/ 127 h 333"/>
                <a:gd name="T54" fmla="*/ 196 w 219"/>
                <a:gd name="T55" fmla="*/ 184 h 333"/>
                <a:gd name="T56" fmla="*/ 176 w 219"/>
                <a:gd name="T57" fmla="*/ 240 h 333"/>
                <a:gd name="T58" fmla="*/ 152 w 219"/>
                <a:gd name="T59" fmla="*/ 268 h 333"/>
                <a:gd name="T60" fmla="*/ 122 w 219"/>
                <a:gd name="T61" fmla="*/ 255 h 333"/>
                <a:gd name="T62" fmla="*/ 132 w 219"/>
                <a:gd name="T63" fmla="*/ 234 h 333"/>
                <a:gd name="T64" fmla="*/ 129 w 219"/>
                <a:gd name="T65" fmla="*/ 216 h 333"/>
                <a:gd name="T66" fmla="*/ 113 w 219"/>
                <a:gd name="T67" fmla="*/ 218 h 333"/>
                <a:gd name="T68" fmla="*/ 111 w 219"/>
                <a:gd name="T69" fmla="*/ 216 h 333"/>
                <a:gd name="T70" fmla="*/ 139 w 219"/>
                <a:gd name="T71" fmla="*/ 187 h 333"/>
                <a:gd name="T72" fmla="*/ 133 w 219"/>
                <a:gd name="T73" fmla="*/ 169 h 333"/>
                <a:gd name="T74" fmla="*/ 129 w 219"/>
                <a:gd name="T75" fmla="*/ 133 h 333"/>
                <a:gd name="T76" fmla="*/ 119 w 219"/>
                <a:gd name="T77" fmla="*/ 142 h 333"/>
                <a:gd name="T78" fmla="*/ 104 w 219"/>
                <a:gd name="T79" fmla="*/ 162 h 333"/>
                <a:gd name="T80" fmla="*/ 99 w 219"/>
                <a:gd name="T81" fmla="*/ 155 h 333"/>
                <a:gd name="T82" fmla="*/ 88 w 219"/>
                <a:gd name="T83" fmla="*/ 152 h 333"/>
                <a:gd name="T84" fmla="*/ 88 w 219"/>
                <a:gd name="T85" fmla="*/ 152 h 333"/>
                <a:gd name="T86" fmla="*/ 81 w 219"/>
                <a:gd name="T87" fmla="*/ 169 h 333"/>
                <a:gd name="T88" fmla="*/ 87 w 219"/>
                <a:gd name="T89" fmla="*/ 184 h 333"/>
                <a:gd name="T90" fmla="*/ 70 w 219"/>
                <a:gd name="T91" fmla="*/ 216 h 333"/>
                <a:gd name="T92" fmla="*/ 85 w 219"/>
                <a:gd name="T93" fmla="*/ 221 h 333"/>
                <a:gd name="T94" fmla="*/ 68 w 219"/>
                <a:gd name="T95" fmla="*/ 244 h 333"/>
                <a:gd name="T96" fmla="*/ 69 w 219"/>
                <a:gd name="T97" fmla="*/ 253 h 333"/>
                <a:gd name="T98" fmla="*/ 84 w 219"/>
                <a:gd name="T99" fmla="*/ 256 h 333"/>
                <a:gd name="T100" fmla="*/ 106 w 219"/>
                <a:gd name="T101" fmla="*/ 254 h 333"/>
                <a:gd name="T102" fmla="*/ 106 w 219"/>
                <a:gd name="T103" fmla="*/ 321 h 333"/>
                <a:gd name="T104" fmla="*/ 108 w 219"/>
                <a:gd name="T105" fmla="*/ 333 h 333"/>
                <a:gd name="T106" fmla="*/ 114 w 219"/>
                <a:gd name="T107" fmla="*/ 325 h 333"/>
                <a:gd name="T108" fmla="*/ 119 w 219"/>
                <a:gd name="T109" fmla="*/ 279 h 333"/>
                <a:gd name="T110" fmla="*/ 125 w 219"/>
                <a:gd name="T111" fmla="*/ 264 h 333"/>
                <a:gd name="T112" fmla="*/ 133 w 219"/>
                <a:gd name="T113" fmla="*/ 272 h 333"/>
                <a:gd name="T114" fmla="*/ 131 w 219"/>
                <a:gd name="T115" fmla="*/ 278 h 333"/>
                <a:gd name="T116" fmla="*/ 146 w 219"/>
                <a:gd name="T117" fmla="*/ 294 h 333"/>
                <a:gd name="T118" fmla="*/ 181 w 219"/>
                <a:gd name="T119" fmla="*/ 275 h 333"/>
                <a:gd name="T120" fmla="*/ 206 w 219"/>
                <a:gd name="T121" fmla="*/ 220 h 333"/>
                <a:gd name="T122" fmla="*/ 217 w 219"/>
                <a:gd name="T123" fmla="*/ 174 h 333"/>
                <a:gd name="T124" fmla="*/ 214 w 219"/>
                <a:gd name="T125" fmla="*/ 13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9" h="333">
                  <a:moveTo>
                    <a:pt x="189" y="109"/>
                  </a:moveTo>
                  <a:cubicBezTo>
                    <a:pt x="166" y="102"/>
                    <a:pt x="144" y="105"/>
                    <a:pt x="121" y="112"/>
                  </a:cubicBezTo>
                  <a:cubicBezTo>
                    <a:pt x="115" y="115"/>
                    <a:pt x="108" y="117"/>
                    <a:pt x="101" y="119"/>
                  </a:cubicBezTo>
                  <a:cubicBezTo>
                    <a:pt x="98" y="120"/>
                    <a:pt x="97" y="119"/>
                    <a:pt x="98" y="116"/>
                  </a:cubicBezTo>
                  <a:cubicBezTo>
                    <a:pt x="99" y="113"/>
                    <a:pt x="100" y="110"/>
                    <a:pt x="100" y="107"/>
                  </a:cubicBezTo>
                  <a:cubicBezTo>
                    <a:pt x="103" y="97"/>
                    <a:pt x="110" y="89"/>
                    <a:pt x="117" y="83"/>
                  </a:cubicBezTo>
                  <a:cubicBezTo>
                    <a:pt x="120" y="80"/>
                    <a:pt x="125" y="78"/>
                    <a:pt x="129" y="77"/>
                  </a:cubicBezTo>
                  <a:cubicBezTo>
                    <a:pt x="133" y="76"/>
                    <a:pt x="137" y="77"/>
                    <a:pt x="141" y="76"/>
                  </a:cubicBezTo>
                  <a:cubicBezTo>
                    <a:pt x="146" y="74"/>
                    <a:pt x="151" y="74"/>
                    <a:pt x="155" y="68"/>
                  </a:cubicBezTo>
                  <a:cubicBezTo>
                    <a:pt x="157" y="64"/>
                    <a:pt x="158" y="61"/>
                    <a:pt x="158" y="57"/>
                  </a:cubicBezTo>
                  <a:cubicBezTo>
                    <a:pt x="158" y="54"/>
                    <a:pt x="157" y="51"/>
                    <a:pt x="155" y="48"/>
                  </a:cubicBezTo>
                  <a:cubicBezTo>
                    <a:pt x="153" y="46"/>
                    <a:pt x="152" y="44"/>
                    <a:pt x="149" y="43"/>
                  </a:cubicBezTo>
                  <a:cubicBezTo>
                    <a:pt x="146" y="41"/>
                    <a:pt x="144" y="43"/>
                    <a:pt x="141" y="43"/>
                  </a:cubicBezTo>
                  <a:cubicBezTo>
                    <a:pt x="139" y="44"/>
                    <a:pt x="136" y="44"/>
                    <a:pt x="134" y="44"/>
                  </a:cubicBezTo>
                  <a:cubicBezTo>
                    <a:pt x="130" y="44"/>
                    <a:pt x="134" y="40"/>
                    <a:pt x="134" y="35"/>
                  </a:cubicBezTo>
                  <a:cubicBezTo>
                    <a:pt x="135" y="30"/>
                    <a:pt x="134" y="25"/>
                    <a:pt x="132" y="20"/>
                  </a:cubicBezTo>
                  <a:cubicBezTo>
                    <a:pt x="125" y="9"/>
                    <a:pt x="117" y="1"/>
                    <a:pt x="103" y="1"/>
                  </a:cubicBezTo>
                  <a:cubicBezTo>
                    <a:pt x="95" y="0"/>
                    <a:pt x="89" y="10"/>
                    <a:pt x="91" y="16"/>
                  </a:cubicBezTo>
                  <a:cubicBezTo>
                    <a:pt x="93" y="21"/>
                    <a:pt x="94" y="26"/>
                    <a:pt x="93" y="31"/>
                  </a:cubicBezTo>
                  <a:cubicBezTo>
                    <a:pt x="91" y="39"/>
                    <a:pt x="89" y="46"/>
                    <a:pt x="86" y="54"/>
                  </a:cubicBezTo>
                  <a:cubicBezTo>
                    <a:pt x="85" y="58"/>
                    <a:pt x="85" y="62"/>
                    <a:pt x="81" y="64"/>
                  </a:cubicBezTo>
                  <a:cubicBezTo>
                    <a:pt x="80" y="64"/>
                    <a:pt x="78" y="65"/>
                    <a:pt x="77" y="66"/>
                  </a:cubicBezTo>
                  <a:cubicBezTo>
                    <a:pt x="72" y="69"/>
                    <a:pt x="68" y="72"/>
                    <a:pt x="63" y="73"/>
                  </a:cubicBezTo>
                  <a:cubicBezTo>
                    <a:pt x="58" y="74"/>
                    <a:pt x="53" y="76"/>
                    <a:pt x="51" y="82"/>
                  </a:cubicBezTo>
                  <a:cubicBezTo>
                    <a:pt x="49" y="89"/>
                    <a:pt x="55" y="102"/>
                    <a:pt x="63" y="105"/>
                  </a:cubicBezTo>
                  <a:cubicBezTo>
                    <a:pt x="65" y="106"/>
                    <a:pt x="66" y="107"/>
                    <a:pt x="65" y="110"/>
                  </a:cubicBezTo>
                  <a:cubicBezTo>
                    <a:pt x="61" y="118"/>
                    <a:pt x="57" y="126"/>
                    <a:pt x="53" y="134"/>
                  </a:cubicBezTo>
                  <a:cubicBezTo>
                    <a:pt x="48" y="142"/>
                    <a:pt x="41" y="148"/>
                    <a:pt x="34" y="154"/>
                  </a:cubicBezTo>
                  <a:cubicBezTo>
                    <a:pt x="33" y="155"/>
                    <a:pt x="32" y="156"/>
                    <a:pt x="32" y="155"/>
                  </a:cubicBezTo>
                  <a:cubicBezTo>
                    <a:pt x="29" y="154"/>
                    <a:pt x="27" y="156"/>
                    <a:pt x="24" y="157"/>
                  </a:cubicBezTo>
                  <a:cubicBezTo>
                    <a:pt x="16" y="162"/>
                    <a:pt x="10" y="169"/>
                    <a:pt x="5" y="178"/>
                  </a:cubicBezTo>
                  <a:cubicBezTo>
                    <a:pt x="1" y="185"/>
                    <a:pt x="1" y="193"/>
                    <a:pt x="0" y="201"/>
                  </a:cubicBezTo>
                  <a:cubicBezTo>
                    <a:pt x="0" y="214"/>
                    <a:pt x="0" y="227"/>
                    <a:pt x="0" y="239"/>
                  </a:cubicBezTo>
                  <a:cubicBezTo>
                    <a:pt x="0" y="251"/>
                    <a:pt x="2" y="264"/>
                    <a:pt x="3" y="276"/>
                  </a:cubicBezTo>
                  <a:cubicBezTo>
                    <a:pt x="3" y="277"/>
                    <a:pt x="3" y="278"/>
                    <a:pt x="4" y="279"/>
                  </a:cubicBezTo>
                  <a:cubicBezTo>
                    <a:pt x="8" y="284"/>
                    <a:pt x="12" y="289"/>
                    <a:pt x="16" y="293"/>
                  </a:cubicBezTo>
                  <a:cubicBezTo>
                    <a:pt x="17" y="294"/>
                    <a:pt x="18" y="294"/>
                    <a:pt x="19" y="294"/>
                  </a:cubicBezTo>
                  <a:cubicBezTo>
                    <a:pt x="22" y="295"/>
                    <a:pt x="26" y="295"/>
                    <a:pt x="30" y="295"/>
                  </a:cubicBezTo>
                  <a:cubicBezTo>
                    <a:pt x="34" y="296"/>
                    <a:pt x="36" y="295"/>
                    <a:pt x="37" y="291"/>
                  </a:cubicBezTo>
                  <a:cubicBezTo>
                    <a:pt x="39" y="283"/>
                    <a:pt x="40" y="274"/>
                    <a:pt x="38" y="265"/>
                  </a:cubicBezTo>
                  <a:cubicBezTo>
                    <a:pt x="37" y="260"/>
                    <a:pt x="35" y="255"/>
                    <a:pt x="34" y="249"/>
                  </a:cubicBezTo>
                  <a:cubicBezTo>
                    <a:pt x="33" y="237"/>
                    <a:pt x="33" y="225"/>
                    <a:pt x="32" y="213"/>
                  </a:cubicBezTo>
                  <a:cubicBezTo>
                    <a:pt x="32" y="205"/>
                    <a:pt x="32" y="197"/>
                    <a:pt x="31" y="190"/>
                  </a:cubicBezTo>
                  <a:cubicBezTo>
                    <a:pt x="31" y="183"/>
                    <a:pt x="36" y="182"/>
                    <a:pt x="41" y="183"/>
                  </a:cubicBezTo>
                  <a:cubicBezTo>
                    <a:pt x="43" y="184"/>
                    <a:pt x="45" y="184"/>
                    <a:pt x="47" y="184"/>
                  </a:cubicBezTo>
                  <a:cubicBezTo>
                    <a:pt x="51" y="182"/>
                    <a:pt x="56" y="179"/>
                    <a:pt x="60" y="176"/>
                  </a:cubicBezTo>
                  <a:cubicBezTo>
                    <a:pt x="65" y="171"/>
                    <a:pt x="70" y="166"/>
                    <a:pt x="76" y="161"/>
                  </a:cubicBezTo>
                  <a:cubicBezTo>
                    <a:pt x="80" y="158"/>
                    <a:pt x="84" y="155"/>
                    <a:pt x="88" y="152"/>
                  </a:cubicBezTo>
                  <a:cubicBezTo>
                    <a:pt x="88" y="152"/>
                    <a:pt x="88" y="152"/>
                    <a:pt x="88" y="152"/>
                  </a:cubicBezTo>
                  <a:cubicBezTo>
                    <a:pt x="88" y="152"/>
                    <a:pt x="88" y="152"/>
                    <a:pt x="88" y="152"/>
                  </a:cubicBezTo>
                  <a:cubicBezTo>
                    <a:pt x="90" y="150"/>
                    <a:pt x="93" y="147"/>
                    <a:pt x="95" y="145"/>
                  </a:cubicBezTo>
                  <a:cubicBezTo>
                    <a:pt x="97" y="144"/>
                    <a:pt x="99" y="142"/>
                    <a:pt x="101" y="141"/>
                  </a:cubicBezTo>
                  <a:cubicBezTo>
                    <a:pt x="109" y="137"/>
                    <a:pt x="116" y="133"/>
                    <a:pt x="124" y="131"/>
                  </a:cubicBezTo>
                  <a:cubicBezTo>
                    <a:pt x="142" y="125"/>
                    <a:pt x="160" y="121"/>
                    <a:pt x="179" y="127"/>
                  </a:cubicBezTo>
                  <a:cubicBezTo>
                    <a:pt x="194" y="132"/>
                    <a:pt x="200" y="143"/>
                    <a:pt x="199" y="159"/>
                  </a:cubicBezTo>
                  <a:cubicBezTo>
                    <a:pt x="198" y="168"/>
                    <a:pt x="197" y="176"/>
                    <a:pt x="196" y="184"/>
                  </a:cubicBezTo>
                  <a:cubicBezTo>
                    <a:pt x="195" y="189"/>
                    <a:pt x="193" y="194"/>
                    <a:pt x="191" y="198"/>
                  </a:cubicBezTo>
                  <a:cubicBezTo>
                    <a:pt x="187" y="212"/>
                    <a:pt x="183" y="227"/>
                    <a:pt x="176" y="240"/>
                  </a:cubicBezTo>
                  <a:cubicBezTo>
                    <a:pt x="172" y="249"/>
                    <a:pt x="167" y="257"/>
                    <a:pt x="160" y="265"/>
                  </a:cubicBezTo>
                  <a:cubicBezTo>
                    <a:pt x="158" y="267"/>
                    <a:pt x="156" y="268"/>
                    <a:pt x="152" y="268"/>
                  </a:cubicBezTo>
                  <a:cubicBezTo>
                    <a:pt x="142" y="267"/>
                    <a:pt x="133" y="264"/>
                    <a:pt x="124" y="260"/>
                  </a:cubicBezTo>
                  <a:cubicBezTo>
                    <a:pt x="121" y="259"/>
                    <a:pt x="122" y="257"/>
                    <a:pt x="122" y="255"/>
                  </a:cubicBezTo>
                  <a:cubicBezTo>
                    <a:pt x="123" y="250"/>
                    <a:pt x="125" y="246"/>
                    <a:pt x="127" y="242"/>
                  </a:cubicBezTo>
                  <a:cubicBezTo>
                    <a:pt x="129" y="239"/>
                    <a:pt x="131" y="236"/>
                    <a:pt x="132" y="234"/>
                  </a:cubicBezTo>
                  <a:cubicBezTo>
                    <a:pt x="134" y="231"/>
                    <a:pt x="134" y="228"/>
                    <a:pt x="133" y="226"/>
                  </a:cubicBezTo>
                  <a:cubicBezTo>
                    <a:pt x="132" y="222"/>
                    <a:pt x="131" y="219"/>
                    <a:pt x="129" y="216"/>
                  </a:cubicBezTo>
                  <a:cubicBezTo>
                    <a:pt x="128" y="212"/>
                    <a:pt x="120" y="211"/>
                    <a:pt x="117" y="213"/>
                  </a:cubicBezTo>
                  <a:cubicBezTo>
                    <a:pt x="116" y="215"/>
                    <a:pt x="115" y="217"/>
                    <a:pt x="113" y="218"/>
                  </a:cubicBezTo>
                  <a:cubicBezTo>
                    <a:pt x="112" y="219"/>
                    <a:pt x="111" y="219"/>
                    <a:pt x="110" y="219"/>
                  </a:cubicBezTo>
                  <a:cubicBezTo>
                    <a:pt x="110" y="218"/>
                    <a:pt x="110" y="217"/>
                    <a:pt x="111" y="216"/>
                  </a:cubicBezTo>
                  <a:cubicBezTo>
                    <a:pt x="118" y="209"/>
                    <a:pt x="125" y="202"/>
                    <a:pt x="133" y="196"/>
                  </a:cubicBezTo>
                  <a:cubicBezTo>
                    <a:pt x="137" y="194"/>
                    <a:pt x="139" y="191"/>
                    <a:pt x="139" y="187"/>
                  </a:cubicBezTo>
                  <a:cubicBezTo>
                    <a:pt x="139" y="181"/>
                    <a:pt x="139" y="176"/>
                    <a:pt x="133" y="173"/>
                  </a:cubicBezTo>
                  <a:cubicBezTo>
                    <a:pt x="131" y="172"/>
                    <a:pt x="132" y="170"/>
                    <a:pt x="133" y="169"/>
                  </a:cubicBezTo>
                  <a:cubicBezTo>
                    <a:pt x="136" y="163"/>
                    <a:pt x="140" y="158"/>
                    <a:pt x="141" y="151"/>
                  </a:cubicBezTo>
                  <a:cubicBezTo>
                    <a:pt x="142" y="145"/>
                    <a:pt x="136" y="135"/>
                    <a:pt x="129" y="133"/>
                  </a:cubicBezTo>
                  <a:cubicBezTo>
                    <a:pt x="128" y="133"/>
                    <a:pt x="126" y="133"/>
                    <a:pt x="126" y="134"/>
                  </a:cubicBezTo>
                  <a:cubicBezTo>
                    <a:pt x="123" y="136"/>
                    <a:pt x="120" y="139"/>
                    <a:pt x="119" y="142"/>
                  </a:cubicBezTo>
                  <a:cubicBezTo>
                    <a:pt x="117" y="148"/>
                    <a:pt x="113" y="154"/>
                    <a:pt x="109" y="159"/>
                  </a:cubicBezTo>
                  <a:cubicBezTo>
                    <a:pt x="107" y="161"/>
                    <a:pt x="104" y="163"/>
                    <a:pt x="104" y="162"/>
                  </a:cubicBezTo>
                  <a:cubicBezTo>
                    <a:pt x="102" y="161"/>
                    <a:pt x="100" y="158"/>
                    <a:pt x="99" y="156"/>
                  </a:cubicBezTo>
                  <a:cubicBezTo>
                    <a:pt x="99" y="156"/>
                    <a:pt x="99" y="155"/>
                    <a:pt x="99" y="155"/>
                  </a:cubicBezTo>
                  <a:cubicBezTo>
                    <a:pt x="98" y="151"/>
                    <a:pt x="96" y="149"/>
                    <a:pt x="92" y="151"/>
                  </a:cubicBezTo>
                  <a:cubicBezTo>
                    <a:pt x="91" y="151"/>
                    <a:pt x="90" y="151"/>
                    <a:pt x="88" y="152"/>
                  </a:cubicBezTo>
                  <a:cubicBezTo>
                    <a:pt x="88" y="152"/>
                    <a:pt x="88" y="152"/>
                    <a:pt x="88" y="152"/>
                  </a:cubicBezTo>
                  <a:cubicBezTo>
                    <a:pt x="88" y="152"/>
                    <a:pt x="88" y="152"/>
                    <a:pt x="88" y="152"/>
                  </a:cubicBezTo>
                  <a:cubicBezTo>
                    <a:pt x="86" y="155"/>
                    <a:pt x="84" y="158"/>
                    <a:pt x="82" y="162"/>
                  </a:cubicBezTo>
                  <a:cubicBezTo>
                    <a:pt x="81" y="164"/>
                    <a:pt x="80" y="167"/>
                    <a:pt x="81" y="169"/>
                  </a:cubicBezTo>
                  <a:cubicBezTo>
                    <a:pt x="82" y="172"/>
                    <a:pt x="84" y="175"/>
                    <a:pt x="86" y="178"/>
                  </a:cubicBezTo>
                  <a:cubicBezTo>
                    <a:pt x="89" y="180"/>
                    <a:pt x="88" y="182"/>
                    <a:pt x="87" y="184"/>
                  </a:cubicBezTo>
                  <a:cubicBezTo>
                    <a:pt x="81" y="191"/>
                    <a:pt x="76" y="199"/>
                    <a:pt x="70" y="206"/>
                  </a:cubicBezTo>
                  <a:cubicBezTo>
                    <a:pt x="68" y="209"/>
                    <a:pt x="68" y="213"/>
                    <a:pt x="70" y="216"/>
                  </a:cubicBezTo>
                  <a:cubicBezTo>
                    <a:pt x="73" y="218"/>
                    <a:pt x="77" y="221"/>
                    <a:pt x="82" y="221"/>
                  </a:cubicBezTo>
                  <a:cubicBezTo>
                    <a:pt x="82" y="220"/>
                    <a:pt x="83" y="221"/>
                    <a:pt x="85" y="221"/>
                  </a:cubicBezTo>
                  <a:cubicBezTo>
                    <a:pt x="84" y="223"/>
                    <a:pt x="83" y="224"/>
                    <a:pt x="82" y="225"/>
                  </a:cubicBezTo>
                  <a:cubicBezTo>
                    <a:pt x="77" y="231"/>
                    <a:pt x="72" y="238"/>
                    <a:pt x="68" y="244"/>
                  </a:cubicBezTo>
                  <a:cubicBezTo>
                    <a:pt x="67" y="245"/>
                    <a:pt x="66" y="247"/>
                    <a:pt x="67" y="248"/>
                  </a:cubicBezTo>
                  <a:cubicBezTo>
                    <a:pt x="67" y="250"/>
                    <a:pt x="69" y="252"/>
                    <a:pt x="69" y="253"/>
                  </a:cubicBezTo>
                  <a:cubicBezTo>
                    <a:pt x="71" y="254"/>
                    <a:pt x="72" y="257"/>
                    <a:pt x="74" y="257"/>
                  </a:cubicBezTo>
                  <a:cubicBezTo>
                    <a:pt x="77" y="257"/>
                    <a:pt x="81" y="257"/>
                    <a:pt x="84" y="256"/>
                  </a:cubicBezTo>
                  <a:cubicBezTo>
                    <a:pt x="92" y="253"/>
                    <a:pt x="94" y="252"/>
                    <a:pt x="102" y="250"/>
                  </a:cubicBezTo>
                  <a:cubicBezTo>
                    <a:pt x="106" y="249"/>
                    <a:pt x="107" y="249"/>
                    <a:pt x="106" y="254"/>
                  </a:cubicBezTo>
                  <a:cubicBezTo>
                    <a:pt x="106" y="261"/>
                    <a:pt x="105" y="269"/>
                    <a:pt x="105" y="276"/>
                  </a:cubicBezTo>
                  <a:cubicBezTo>
                    <a:pt x="104" y="291"/>
                    <a:pt x="105" y="306"/>
                    <a:pt x="106" y="321"/>
                  </a:cubicBezTo>
                  <a:cubicBezTo>
                    <a:pt x="106" y="324"/>
                    <a:pt x="106" y="327"/>
                    <a:pt x="106" y="331"/>
                  </a:cubicBezTo>
                  <a:cubicBezTo>
                    <a:pt x="106" y="332"/>
                    <a:pt x="107" y="333"/>
                    <a:pt x="108" y="333"/>
                  </a:cubicBezTo>
                  <a:cubicBezTo>
                    <a:pt x="109" y="333"/>
                    <a:pt x="111" y="333"/>
                    <a:pt x="111" y="332"/>
                  </a:cubicBezTo>
                  <a:cubicBezTo>
                    <a:pt x="112" y="330"/>
                    <a:pt x="113" y="328"/>
                    <a:pt x="114" y="325"/>
                  </a:cubicBezTo>
                  <a:cubicBezTo>
                    <a:pt x="115" y="318"/>
                    <a:pt x="116" y="291"/>
                    <a:pt x="117" y="286"/>
                  </a:cubicBezTo>
                  <a:cubicBezTo>
                    <a:pt x="117" y="284"/>
                    <a:pt x="118" y="281"/>
                    <a:pt x="119" y="279"/>
                  </a:cubicBezTo>
                  <a:cubicBezTo>
                    <a:pt x="120" y="274"/>
                    <a:pt x="120" y="270"/>
                    <a:pt x="121" y="265"/>
                  </a:cubicBezTo>
                  <a:cubicBezTo>
                    <a:pt x="121" y="263"/>
                    <a:pt x="123" y="263"/>
                    <a:pt x="125" y="264"/>
                  </a:cubicBezTo>
                  <a:cubicBezTo>
                    <a:pt x="127" y="266"/>
                    <a:pt x="128" y="267"/>
                    <a:pt x="131" y="269"/>
                  </a:cubicBezTo>
                  <a:cubicBezTo>
                    <a:pt x="133" y="270"/>
                    <a:pt x="134" y="269"/>
                    <a:pt x="133" y="272"/>
                  </a:cubicBezTo>
                  <a:cubicBezTo>
                    <a:pt x="133" y="273"/>
                    <a:pt x="131" y="272"/>
                    <a:pt x="130" y="273"/>
                  </a:cubicBezTo>
                  <a:cubicBezTo>
                    <a:pt x="130" y="273"/>
                    <a:pt x="132" y="278"/>
                    <a:pt x="131" y="278"/>
                  </a:cubicBezTo>
                  <a:cubicBezTo>
                    <a:pt x="129" y="278"/>
                    <a:pt x="128" y="280"/>
                    <a:pt x="130" y="282"/>
                  </a:cubicBezTo>
                  <a:cubicBezTo>
                    <a:pt x="134" y="287"/>
                    <a:pt x="139" y="291"/>
                    <a:pt x="146" y="294"/>
                  </a:cubicBezTo>
                  <a:cubicBezTo>
                    <a:pt x="154" y="297"/>
                    <a:pt x="160" y="294"/>
                    <a:pt x="166" y="289"/>
                  </a:cubicBezTo>
                  <a:cubicBezTo>
                    <a:pt x="172" y="285"/>
                    <a:pt x="177" y="280"/>
                    <a:pt x="181" y="275"/>
                  </a:cubicBezTo>
                  <a:cubicBezTo>
                    <a:pt x="185" y="269"/>
                    <a:pt x="188" y="262"/>
                    <a:pt x="192" y="255"/>
                  </a:cubicBezTo>
                  <a:cubicBezTo>
                    <a:pt x="198" y="244"/>
                    <a:pt x="202" y="232"/>
                    <a:pt x="206" y="220"/>
                  </a:cubicBezTo>
                  <a:cubicBezTo>
                    <a:pt x="208" y="213"/>
                    <a:pt x="210" y="206"/>
                    <a:pt x="212" y="199"/>
                  </a:cubicBezTo>
                  <a:cubicBezTo>
                    <a:pt x="214" y="191"/>
                    <a:pt x="216" y="182"/>
                    <a:pt x="217" y="174"/>
                  </a:cubicBezTo>
                  <a:cubicBezTo>
                    <a:pt x="218" y="170"/>
                    <a:pt x="217" y="166"/>
                    <a:pt x="218" y="163"/>
                  </a:cubicBezTo>
                  <a:cubicBezTo>
                    <a:pt x="219" y="152"/>
                    <a:pt x="219" y="142"/>
                    <a:pt x="214" y="132"/>
                  </a:cubicBezTo>
                  <a:cubicBezTo>
                    <a:pt x="209" y="121"/>
                    <a:pt x="201" y="113"/>
                    <a:pt x="189" y="10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 name="î$ľîḑè"/>
            <p:cNvSpPr/>
            <p:nvPr/>
          </p:nvSpPr>
          <p:spPr bwMode="auto">
            <a:xfrm>
              <a:off x="6823075" y="2663826"/>
              <a:ext cx="512763" cy="1055688"/>
            </a:xfrm>
            <a:custGeom>
              <a:avLst/>
              <a:gdLst>
                <a:gd name="T0" fmla="*/ 97 w 142"/>
                <a:gd name="T1" fmla="*/ 140 h 291"/>
                <a:gd name="T2" fmla="*/ 111 w 142"/>
                <a:gd name="T3" fmla="*/ 120 h 291"/>
                <a:gd name="T4" fmla="*/ 139 w 142"/>
                <a:gd name="T5" fmla="*/ 62 h 291"/>
                <a:gd name="T6" fmla="*/ 137 w 142"/>
                <a:gd name="T7" fmla="*/ 26 h 291"/>
                <a:gd name="T8" fmla="*/ 102 w 142"/>
                <a:gd name="T9" fmla="*/ 0 h 291"/>
                <a:gd name="T10" fmla="*/ 91 w 142"/>
                <a:gd name="T11" fmla="*/ 1 h 291"/>
                <a:gd name="T12" fmla="*/ 47 w 142"/>
                <a:gd name="T13" fmla="*/ 22 h 291"/>
                <a:gd name="T14" fmla="*/ 26 w 142"/>
                <a:gd name="T15" fmla="*/ 48 h 291"/>
                <a:gd name="T16" fmla="*/ 36 w 142"/>
                <a:gd name="T17" fmla="*/ 61 h 291"/>
                <a:gd name="T18" fmla="*/ 55 w 142"/>
                <a:gd name="T19" fmla="*/ 60 h 291"/>
                <a:gd name="T20" fmla="*/ 102 w 142"/>
                <a:gd name="T21" fmla="*/ 29 h 291"/>
                <a:gd name="T22" fmla="*/ 117 w 142"/>
                <a:gd name="T23" fmla="*/ 51 h 291"/>
                <a:gd name="T24" fmla="*/ 106 w 142"/>
                <a:gd name="T25" fmla="*/ 90 h 291"/>
                <a:gd name="T26" fmla="*/ 81 w 142"/>
                <a:gd name="T27" fmla="*/ 120 h 291"/>
                <a:gd name="T28" fmla="*/ 73 w 142"/>
                <a:gd name="T29" fmla="*/ 116 h 291"/>
                <a:gd name="T30" fmla="*/ 94 w 142"/>
                <a:gd name="T31" fmla="*/ 90 h 291"/>
                <a:gd name="T32" fmla="*/ 101 w 142"/>
                <a:gd name="T33" fmla="*/ 73 h 291"/>
                <a:gd name="T34" fmla="*/ 80 w 142"/>
                <a:gd name="T35" fmla="*/ 64 h 291"/>
                <a:gd name="T36" fmla="*/ 60 w 142"/>
                <a:gd name="T37" fmla="*/ 61 h 291"/>
                <a:gd name="T38" fmla="*/ 54 w 142"/>
                <a:gd name="T39" fmla="*/ 73 h 291"/>
                <a:gd name="T40" fmla="*/ 47 w 142"/>
                <a:gd name="T41" fmla="*/ 82 h 291"/>
                <a:gd name="T42" fmla="*/ 36 w 142"/>
                <a:gd name="T43" fmla="*/ 102 h 291"/>
                <a:gd name="T44" fmla="*/ 34 w 142"/>
                <a:gd name="T45" fmla="*/ 99 h 291"/>
                <a:gd name="T46" fmla="*/ 1 w 142"/>
                <a:gd name="T47" fmla="*/ 98 h 291"/>
                <a:gd name="T48" fmla="*/ 3 w 142"/>
                <a:gd name="T49" fmla="*/ 137 h 291"/>
                <a:gd name="T50" fmla="*/ 26 w 142"/>
                <a:gd name="T51" fmla="*/ 155 h 291"/>
                <a:gd name="T52" fmla="*/ 40 w 142"/>
                <a:gd name="T53" fmla="*/ 166 h 291"/>
                <a:gd name="T54" fmla="*/ 42 w 142"/>
                <a:gd name="T55" fmla="*/ 184 h 291"/>
                <a:gd name="T56" fmla="*/ 15 w 142"/>
                <a:gd name="T57" fmla="*/ 216 h 291"/>
                <a:gd name="T58" fmla="*/ 32 w 142"/>
                <a:gd name="T59" fmla="*/ 229 h 291"/>
                <a:gd name="T60" fmla="*/ 34 w 142"/>
                <a:gd name="T61" fmla="*/ 243 h 291"/>
                <a:gd name="T62" fmla="*/ 13 w 142"/>
                <a:gd name="T63" fmla="*/ 256 h 291"/>
                <a:gd name="T64" fmla="*/ 2 w 142"/>
                <a:gd name="T65" fmla="*/ 277 h 291"/>
                <a:gd name="T66" fmla="*/ 12 w 142"/>
                <a:gd name="T67" fmla="*/ 291 h 291"/>
                <a:gd name="T68" fmla="*/ 41 w 142"/>
                <a:gd name="T69" fmla="*/ 282 h 291"/>
                <a:gd name="T70" fmla="*/ 86 w 142"/>
                <a:gd name="T71" fmla="*/ 278 h 291"/>
                <a:gd name="T72" fmla="*/ 102 w 142"/>
                <a:gd name="T73" fmla="*/ 283 h 291"/>
                <a:gd name="T74" fmla="*/ 114 w 142"/>
                <a:gd name="T75" fmla="*/ 279 h 291"/>
                <a:gd name="T76" fmla="*/ 125 w 142"/>
                <a:gd name="T77" fmla="*/ 257 h 291"/>
                <a:gd name="T78" fmla="*/ 113 w 142"/>
                <a:gd name="T79" fmla="*/ 245 h 291"/>
                <a:gd name="T80" fmla="*/ 68 w 142"/>
                <a:gd name="T81" fmla="*/ 243 h 291"/>
                <a:gd name="T82" fmla="*/ 63 w 142"/>
                <a:gd name="T83" fmla="*/ 233 h 291"/>
                <a:gd name="T84" fmla="*/ 89 w 142"/>
                <a:gd name="T85" fmla="*/ 205 h 291"/>
                <a:gd name="T86" fmla="*/ 101 w 142"/>
                <a:gd name="T87" fmla="*/ 179 h 291"/>
                <a:gd name="T88" fmla="*/ 80 w 142"/>
                <a:gd name="T89" fmla="*/ 175 h 291"/>
                <a:gd name="T90" fmla="*/ 64 w 142"/>
                <a:gd name="T91" fmla="*/ 177 h 291"/>
                <a:gd name="T92" fmla="*/ 79 w 142"/>
                <a:gd name="T93" fmla="*/ 153 h 291"/>
                <a:gd name="T94" fmla="*/ 43 w 142"/>
                <a:gd name="T95" fmla="*/ 131 h 291"/>
                <a:gd name="T96" fmla="*/ 40 w 142"/>
                <a:gd name="T97" fmla="*/ 130 h 291"/>
                <a:gd name="T98" fmla="*/ 37 w 142"/>
                <a:gd name="T99" fmla="*/ 109 h 291"/>
                <a:gd name="T100" fmla="*/ 39 w 142"/>
                <a:gd name="T101" fmla="*/ 109 h 291"/>
                <a:gd name="T102" fmla="*/ 50 w 142"/>
                <a:gd name="T103" fmla="*/ 120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2" h="291">
                  <a:moveTo>
                    <a:pt x="79" y="153"/>
                  </a:moveTo>
                  <a:cubicBezTo>
                    <a:pt x="88" y="152"/>
                    <a:pt x="94" y="148"/>
                    <a:pt x="97" y="140"/>
                  </a:cubicBezTo>
                  <a:cubicBezTo>
                    <a:pt x="98" y="138"/>
                    <a:pt x="99" y="136"/>
                    <a:pt x="100" y="134"/>
                  </a:cubicBezTo>
                  <a:cubicBezTo>
                    <a:pt x="104" y="129"/>
                    <a:pt x="107" y="125"/>
                    <a:pt x="111" y="120"/>
                  </a:cubicBezTo>
                  <a:cubicBezTo>
                    <a:pt x="115" y="114"/>
                    <a:pt x="119" y="108"/>
                    <a:pt x="123" y="102"/>
                  </a:cubicBezTo>
                  <a:cubicBezTo>
                    <a:pt x="129" y="89"/>
                    <a:pt x="134" y="76"/>
                    <a:pt x="139" y="62"/>
                  </a:cubicBezTo>
                  <a:cubicBezTo>
                    <a:pt x="141" y="56"/>
                    <a:pt x="142" y="49"/>
                    <a:pt x="142" y="43"/>
                  </a:cubicBezTo>
                  <a:cubicBezTo>
                    <a:pt x="141" y="37"/>
                    <a:pt x="139" y="31"/>
                    <a:pt x="137" y="26"/>
                  </a:cubicBezTo>
                  <a:cubicBezTo>
                    <a:pt x="134" y="18"/>
                    <a:pt x="130" y="10"/>
                    <a:pt x="122" y="6"/>
                  </a:cubicBezTo>
                  <a:cubicBezTo>
                    <a:pt x="116" y="2"/>
                    <a:pt x="109" y="1"/>
                    <a:pt x="102" y="0"/>
                  </a:cubicBezTo>
                  <a:cubicBezTo>
                    <a:pt x="101" y="0"/>
                    <a:pt x="100" y="0"/>
                    <a:pt x="99" y="0"/>
                  </a:cubicBezTo>
                  <a:cubicBezTo>
                    <a:pt x="96" y="0"/>
                    <a:pt x="94" y="1"/>
                    <a:pt x="91" y="1"/>
                  </a:cubicBezTo>
                  <a:cubicBezTo>
                    <a:pt x="88" y="1"/>
                    <a:pt x="84" y="1"/>
                    <a:pt x="80" y="2"/>
                  </a:cubicBezTo>
                  <a:cubicBezTo>
                    <a:pt x="67" y="6"/>
                    <a:pt x="57" y="14"/>
                    <a:pt x="47" y="22"/>
                  </a:cubicBezTo>
                  <a:cubicBezTo>
                    <a:pt x="41" y="27"/>
                    <a:pt x="36" y="32"/>
                    <a:pt x="32" y="39"/>
                  </a:cubicBezTo>
                  <a:cubicBezTo>
                    <a:pt x="30" y="42"/>
                    <a:pt x="28" y="45"/>
                    <a:pt x="26" y="48"/>
                  </a:cubicBezTo>
                  <a:cubicBezTo>
                    <a:pt x="24" y="52"/>
                    <a:pt x="25" y="57"/>
                    <a:pt x="27" y="58"/>
                  </a:cubicBezTo>
                  <a:cubicBezTo>
                    <a:pt x="30" y="59"/>
                    <a:pt x="33" y="61"/>
                    <a:pt x="36" y="61"/>
                  </a:cubicBezTo>
                  <a:cubicBezTo>
                    <a:pt x="40" y="62"/>
                    <a:pt x="44" y="62"/>
                    <a:pt x="48" y="62"/>
                  </a:cubicBezTo>
                  <a:cubicBezTo>
                    <a:pt x="50" y="62"/>
                    <a:pt x="53" y="61"/>
                    <a:pt x="55" y="60"/>
                  </a:cubicBezTo>
                  <a:cubicBezTo>
                    <a:pt x="61" y="56"/>
                    <a:pt x="66" y="51"/>
                    <a:pt x="70" y="47"/>
                  </a:cubicBezTo>
                  <a:cubicBezTo>
                    <a:pt x="79" y="38"/>
                    <a:pt x="89" y="31"/>
                    <a:pt x="102" y="29"/>
                  </a:cubicBezTo>
                  <a:cubicBezTo>
                    <a:pt x="107" y="28"/>
                    <a:pt x="110" y="29"/>
                    <a:pt x="112" y="33"/>
                  </a:cubicBezTo>
                  <a:cubicBezTo>
                    <a:pt x="116" y="38"/>
                    <a:pt x="118" y="45"/>
                    <a:pt x="117" y="51"/>
                  </a:cubicBezTo>
                  <a:cubicBezTo>
                    <a:pt x="117" y="56"/>
                    <a:pt x="116" y="61"/>
                    <a:pt x="114" y="66"/>
                  </a:cubicBezTo>
                  <a:cubicBezTo>
                    <a:pt x="112" y="74"/>
                    <a:pt x="109" y="82"/>
                    <a:pt x="106" y="90"/>
                  </a:cubicBezTo>
                  <a:cubicBezTo>
                    <a:pt x="102" y="98"/>
                    <a:pt x="98" y="105"/>
                    <a:pt x="94" y="113"/>
                  </a:cubicBezTo>
                  <a:cubicBezTo>
                    <a:pt x="91" y="118"/>
                    <a:pt x="87" y="122"/>
                    <a:pt x="81" y="120"/>
                  </a:cubicBezTo>
                  <a:cubicBezTo>
                    <a:pt x="79" y="120"/>
                    <a:pt x="78" y="120"/>
                    <a:pt x="76" y="120"/>
                  </a:cubicBezTo>
                  <a:cubicBezTo>
                    <a:pt x="74" y="120"/>
                    <a:pt x="72" y="119"/>
                    <a:pt x="73" y="116"/>
                  </a:cubicBezTo>
                  <a:cubicBezTo>
                    <a:pt x="74" y="111"/>
                    <a:pt x="76" y="106"/>
                    <a:pt x="80" y="102"/>
                  </a:cubicBezTo>
                  <a:cubicBezTo>
                    <a:pt x="84" y="98"/>
                    <a:pt x="89" y="94"/>
                    <a:pt x="94" y="90"/>
                  </a:cubicBezTo>
                  <a:cubicBezTo>
                    <a:pt x="95" y="89"/>
                    <a:pt x="97" y="88"/>
                    <a:pt x="97" y="87"/>
                  </a:cubicBezTo>
                  <a:cubicBezTo>
                    <a:pt x="99" y="82"/>
                    <a:pt x="100" y="78"/>
                    <a:pt x="101" y="73"/>
                  </a:cubicBezTo>
                  <a:cubicBezTo>
                    <a:pt x="102" y="73"/>
                    <a:pt x="101" y="71"/>
                    <a:pt x="100" y="70"/>
                  </a:cubicBezTo>
                  <a:cubicBezTo>
                    <a:pt x="95" y="66"/>
                    <a:pt x="89" y="60"/>
                    <a:pt x="80" y="64"/>
                  </a:cubicBezTo>
                  <a:cubicBezTo>
                    <a:pt x="79" y="65"/>
                    <a:pt x="77" y="64"/>
                    <a:pt x="75" y="63"/>
                  </a:cubicBezTo>
                  <a:cubicBezTo>
                    <a:pt x="72" y="59"/>
                    <a:pt x="63" y="58"/>
                    <a:pt x="60" y="61"/>
                  </a:cubicBezTo>
                  <a:cubicBezTo>
                    <a:pt x="58" y="63"/>
                    <a:pt x="57" y="65"/>
                    <a:pt x="55" y="68"/>
                  </a:cubicBezTo>
                  <a:cubicBezTo>
                    <a:pt x="54" y="69"/>
                    <a:pt x="53" y="71"/>
                    <a:pt x="54" y="73"/>
                  </a:cubicBezTo>
                  <a:cubicBezTo>
                    <a:pt x="55" y="75"/>
                    <a:pt x="53" y="77"/>
                    <a:pt x="52" y="78"/>
                  </a:cubicBezTo>
                  <a:cubicBezTo>
                    <a:pt x="50" y="79"/>
                    <a:pt x="49" y="80"/>
                    <a:pt x="47" y="82"/>
                  </a:cubicBezTo>
                  <a:cubicBezTo>
                    <a:pt x="42" y="86"/>
                    <a:pt x="38" y="92"/>
                    <a:pt x="37" y="99"/>
                  </a:cubicBezTo>
                  <a:cubicBezTo>
                    <a:pt x="37" y="100"/>
                    <a:pt x="37" y="101"/>
                    <a:pt x="36" y="102"/>
                  </a:cubicBezTo>
                  <a:cubicBezTo>
                    <a:pt x="36" y="102"/>
                    <a:pt x="36" y="102"/>
                    <a:pt x="35" y="102"/>
                  </a:cubicBezTo>
                  <a:cubicBezTo>
                    <a:pt x="35" y="101"/>
                    <a:pt x="35" y="100"/>
                    <a:pt x="34" y="99"/>
                  </a:cubicBezTo>
                  <a:cubicBezTo>
                    <a:pt x="33" y="91"/>
                    <a:pt x="27" y="87"/>
                    <a:pt x="19" y="85"/>
                  </a:cubicBezTo>
                  <a:cubicBezTo>
                    <a:pt x="12" y="83"/>
                    <a:pt x="2" y="88"/>
                    <a:pt x="1" y="98"/>
                  </a:cubicBezTo>
                  <a:cubicBezTo>
                    <a:pt x="1" y="106"/>
                    <a:pt x="1" y="114"/>
                    <a:pt x="1" y="122"/>
                  </a:cubicBezTo>
                  <a:cubicBezTo>
                    <a:pt x="2" y="127"/>
                    <a:pt x="2" y="132"/>
                    <a:pt x="3" y="137"/>
                  </a:cubicBezTo>
                  <a:cubicBezTo>
                    <a:pt x="6" y="145"/>
                    <a:pt x="9" y="152"/>
                    <a:pt x="18" y="154"/>
                  </a:cubicBezTo>
                  <a:cubicBezTo>
                    <a:pt x="21" y="155"/>
                    <a:pt x="23" y="156"/>
                    <a:pt x="26" y="155"/>
                  </a:cubicBezTo>
                  <a:cubicBezTo>
                    <a:pt x="28" y="154"/>
                    <a:pt x="29" y="155"/>
                    <a:pt x="29" y="157"/>
                  </a:cubicBezTo>
                  <a:cubicBezTo>
                    <a:pt x="31" y="163"/>
                    <a:pt x="34" y="166"/>
                    <a:pt x="40" y="166"/>
                  </a:cubicBezTo>
                  <a:cubicBezTo>
                    <a:pt x="43" y="166"/>
                    <a:pt x="44" y="167"/>
                    <a:pt x="44" y="171"/>
                  </a:cubicBezTo>
                  <a:cubicBezTo>
                    <a:pt x="44" y="175"/>
                    <a:pt x="43" y="179"/>
                    <a:pt x="42" y="184"/>
                  </a:cubicBezTo>
                  <a:cubicBezTo>
                    <a:pt x="42" y="190"/>
                    <a:pt x="39" y="195"/>
                    <a:pt x="33" y="198"/>
                  </a:cubicBezTo>
                  <a:cubicBezTo>
                    <a:pt x="25" y="202"/>
                    <a:pt x="20" y="209"/>
                    <a:pt x="15" y="216"/>
                  </a:cubicBezTo>
                  <a:cubicBezTo>
                    <a:pt x="13" y="218"/>
                    <a:pt x="13" y="220"/>
                    <a:pt x="15" y="222"/>
                  </a:cubicBezTo>
                  <a:cubicBezTo>
                    <a:pt x="20" y="227"/>
                    <a:pt x="25" y="229"/>
                    <a:pt x="32" y="229"/>
                  </a:cubicBezTo>
                  <a:cubicBezTo>
                    <a:pt x="34" y="229"/>
                    <a:pt x="35" y="230"/>
                    <a:pt x="35" y="232"/>
                  </a:cubicBezTo>
                  <a:cubicBezTo>
                    <a:pt x="35" y="236"/>
                    <a:pt x="34" y="239"/>
                    <a:pt x="34" y="243"/>
                  </a:cubicBezTo>
                  <a:cubicBezTo>
                    <a:pt x="34" y="246"/>
                    <a:pt x="33" y="248"/>
                    <a:pt x="30" y="249"/>
                  </a:cubicBezTo>
                  <a:cubicBezTo>
                    <a:pt x="24" y="252"/>
                    <a:pt x="18" y="252"/>
                    <a:pt x="13" y="256"/>
                  </a:cubicBezTo>
                  <a:cubicBezTo>
                    <a:pt x="12" y="257"/>
                    <a:pt x="9" y="258"/>
                    <a:pt x="7" y="259"/>
                  </a:cubicBezTo>
                  <a:cubicBezTo>
                    <a:pt x="2" y="264"/>
                    <a:pt x="0" y="272"/>
                    <a:pt x="2" y="277"/>
                  </a:cubicBezTo>
                  <a:cubicBezTo>
                    <a:pt x="2" y="279"/>
                    <a:pt x="3" y="281"/>
                    <a:pt x="4" y="283"/>
                  </a:cubicBezTo>
                  <a:cubicBezTo>
                    <a:pt x="5" y="287"/>
                    <a:pt x="8" y="291"/>
                    <a:pt x="12" y="291"/>
                  </a:cubicBezTo>
                  <a:cubicBezTo>
                    <a:pt x="16" y="290"/>
                    <a:pt x="19" y="290"/>
                    <a:pt x="23" y="288"/>
                  </a:cubicBezTo>
                  <a:cubicBezTo>
                    <a:pt x="29" y="286"/>
                    <a:pt x="35" y="284"/>
                    <a:pt x="41" y="282"/>
                  </a:cubicBezTo>
                  <a:cubicBezTo>
                    <a:pt x="45" y="280"/>
                    <a:pt x="50" y="280"/>
                    <a:pt x="54" y="279"/>
                  </a:cubicBezTo>
                  <a:cubicBezTo>
                    <a:pt x="65" y="276"/>
                    <a:pt x="76" y="275"/>
                    <a:pt x="86" y="278"/>
                  </a:cubicBezTo>
                  <a:cubicBezTo>
                    <a:pt x="90" y="279"/>
                    <a:pt x="94" y="281"/>
                    <a:pt x="98" y="282"/>
                  </a:cubicBezTo>
                  <a:cubicBezTo>
                    <a:pt x="99" y="282"/>
                    <a:pt x="101" y="283"/>
                    <a:pt x="102" y="283"/>
                  </a:cubicBezTo>
                  <a:cubicBezTo>
                    <a:pt x="105" y="282"/>
                    <a:pt x="108" y="281"/>
                    <a:pt x="111" y="280"/>
                  </a:cubicBezTo>
                  <a:cubicBezTo>
                    <a:pt x="112" y="280"/>
                    <a:pt x="113" y="279"/>
                    <a:pt x="114" y="279"/>
                  </a:cubicBezTo>
                  <a:cubicBezTo>
                    <a:pt x="116" y="276"/>
                    <a:pt x="118" y="273"/>
                    <a:pt x="119" y="269"/>
                  </a:cubicBezTo>
                  <a:cubicBezTo>
                    <a:pt x="121" y="265"/>
                    <a:pt x="123" y="261"/>
                    <a:pt x="125" y="257"/>
                  </a:cubicBezTo>
                  <a:cubicBezTo>
                    <a:pt x="127" y="253"/>
                    <a:pt x="126" y="251"/>
                    <a:pt x="122" y="248"/>
                  </a:cubicBezTo>
                  <a:cubicBezTo>
                    <a:pt x="119" y="247"/>
                    <a:pt x="116" y="246"/>
                    <a:pt x="113" y="245"/>
                  </a:cubicBezTo>
                  <a:cubicBezTo>
                    <a:pt x="108" y="243"/>
                    <a:pt x="102" y="241"/>
                    <a:pt x="96" y="241"/>
                  </a:cubicBezTo>
                  <a:cubicBezTo>
                    <a:pt x="87" y="241"/>
                    <a:pt x="78" y="243"/>
                    <a:pt x="68" y="243"/>
                  </a:cubicBezTo>
                  <a:cubicBezTo>
                    <a:pt x="67" y="244"/>
                    <a:pt x="66" y="242"/>
                    <a:pt x="65" y="242"/>
                  </a:cubicBezTo>
                  <a:cubicBezTo>
                    <a:pt x="64" y="239"/>
                    <a:pt x="64" y="236"/>
                    <a:pt x="63" y="233"/>
                  </a:cubicBezTo>
                  <a:cubicBezTo>
                    <a:pt x="63" y="227"/>
                    <a:pt x="63" y="221"/>
                    <a:pt x="69" y="217"/>
                  </a:cubicBezTo>
                  <a:cubicBezTo>
                    <a:pt x="75" y="212"/>
                    <a:pt x="82" y="208"/>
                    <a:pt x="89" y="205"/>
                  </a:cubicBezTo>
                  <a:cubicBezTo>
                    <a:pt x="97" y="201"/>
                    <a:pt x="104" y="192"/>
                    <a:pt x="101" y="182"/>
                  </a:cubicBezTo>
                  <a:cubicBezTo>
                    <a:pt x="101" y="181"/>
                    <a:pt x="101" y="180"/>
                    <a:pt x="101" y="179"/>
                  </a:cubicBezTo>
                  <a:cubicBezTo>
                    <a:pt x="100" y="175"/>
                    <a:pt x="97" y="172"/>
                    <a:pt x="93" y="172"/>
                  </a:cubicBezTo>
                  <a:cubicBezTo>
                    <a:pt x="89" y="173"/>
                    <a:pt x="84" y="174"/>
                    <a:pt x="80" y="175"/>
                  </a:cubicBezTo>
                  <a:cubicBezTo>
                    <a:pt x="76" y="176"/>
                    <a:pt x="72" y="178"/>
                    <a:pt x="68" y="179"/>
                  </a:cubicBezTo>
                  <a:cubicBezTo>
                    <a:pt x="65" y="180"/>
                    <a:pt x="64" y="180"/>
                    <a:pt x="64" y="177"/>
                  </a:cubicBezTo>
                  <a:cubicBezTo>
                    <a:pt x="64" y="173"/>
                    <a:pt x="65" y="169"/>
                    <a:pt x="65" y="166"/>
                  </a:cubicBezTo>
                  <a:cubicBezTo>
                    <a:pt x="66" y="158"/>
                    <a:pt x="71" y="153"/>
                    <a:pt x="79" y="153"/>
                  </a:cubicBezTo>
                  <a:close/>
                  <a:moveTo>
                    <a:pt x="50" y="120"/>
                  </a:moveTo>
                  <a:cubicBezTo>
                    <a:pt x="48" y="124"/>
                    <a:pt x="45" y="127"/>
                    <a:pt x="43" y="131"/>
                  </a:cubicBezTo>
                  <a:cubicBezTo>
                    <a:pt x="42" y="131"/>
                    <a:pt x="41" y="132"/>
                    <a:pt x="41" y="132"/>
                  </a:cubicBezTo>
                  <a:cubicBezTo>
                    <a:pt x="40" y="131"/>
                    <a:pt x="40" y="130"/>
                    <a:pt x="40" y="130"/>
                  </a:cubicBezTo>
                  <a:cubicBezTo>
                    <a:pt x="39" y="123"/>
                    <a:pt x="38" y="117"/>
                    <a:pt x="37" y="110"/>
                  </a:cubicBezTo>
                  <a:cubicBezTo>
                    <a:pt x="37" y="110"/>
                    <a:pt x="37" y="110"/>
                    <a:pt x="37" y="109"/>
                  </a:cubicBezTo>
                  <a:cubicBezTo>
                    <a:pt x="37" y="109"/>
                    <a:pt x="37" y="108"/>
                    <a:pt x="38" y="108"/>
                  </a:cubicBezTo>
                  <a:cubicBezTo>
                    <a:pt x="38" y="108"/>
                    <a:pt x="39" y="108"/>
                    <a:pt x="39" y="109"/>
                  </a:cubicBezTo>
                  <a:cubicBezTo>
                    <a:pt x="42" y="112"/>
                    <a:pt x="44" y="114"/>
                    <a:pt x="48" y="116"/>
                  </a:cubicBezTo>
                  <a:cubicBezTo>
                    <a:pt x="49" y="116"/>
                    <a:pt x="50" y="119"/>
                    <a:pt x="50" y="12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 name="isḷiďè"/>
            <p:cNvSpPr/>
            <p:nvPr/>
          </p:nvSpPr>
          <p:spPr bwMode="auto">
            <a:xfrm>
              <a:off x="5448300" y="2878138"/>
              <a:ext cx="815975" cy="876300"/>
            </a:xfrm>
            <a:custGeom>
              <a:avLst/>
              <a:gdLst>
                <a:gd name="T0" fmla="*/ 199 w 226"/>
                <a:gd name="T1" fmla="*/ 3 h 242"/>
                <a:gd name="T2" fmla="*/ 140 w 226"/>
                <a:gd name="T3" fmla="*/ 20 h 242"/>
                <a:gd name="T4" fmla="*/ 40 w 226"/>
                <a:gd name="T5" fmla="*/ 64 h 242"/>
                <a:gd name="T6" fmla="*/ 2 w 226"/>
                <a:gd name="T7" fmla="*/ 86 h 242"/>
                <a:gd name="T8" fmla="*/ 4 w 226"/>
                <a:gd name="T9" fmla="*/ 101 h 242"/>
                <a:gd name="T10" fmla="*/ 44 w 226"/>
                <a:gd name="T11" fmla="*/ 90 h 242"/>
                <a:gd name="T12" fmla="*/ 86 w 226"/>
                <a:gd name="T13" fmla="*/ 67 h 242"/>
                <a:gd name="T14" fmla="*/ 121 w 226"/>
                <a:gd name="T15" fmla="*/ 54 h 242"/>
                <a:gd name="T16" fmla="*/ 77 w 226"/>
                <a:gd name="T17" fmla="*/ 103 h 242"/>
                <a:gd name="T18" fmla="*/ 70 w 226"/>
                <a:gd name="T19" fmla="*/ 151 h 242"/>
                <a:gd name="T20" fmla="*/ 83 w 226"/>
                <a:gd name="T21" fmla="*/ 151 h 242"/>
                <a:gd name="T22" fmla="*/ 93 w 226"/>
                <a:gd name="T23" fmla="*/ 137 h 242"/>
                <a:gd name="T24" fmla="*/ 98 w 226"/>
                <a:gd name="T25" fmla="*/ 125 h 242"/>
                <a:gd name="T26" fmla="*/ 131 w 226"/>
                <a:gd name="T27" fmla="*/ 93 h 242"/>
                <a:gd name="T28" fmla="*/ 154 w 226"/>
                <a:gd name="T29" fmla="*/ 87 h 242"/>
                <a:gd name="T30" fmla="*/ 126 w 226"/>
                <a:gd name="T31" fmla="*/ 114 h 242"/>
                <a:gd name="T32" fmla="*/ 95 w 226"/>
                <a:gd name="T33" fmla="*/ 149 h 242"/>
                <a:gd name="T34" fmla="*/ 106 w 226"/>
                <a:gd name="T35" fmla="*/ 154 h 242"/>
                <a:gd name="T36" fmla="*/ 106 w 226"/>
                <a:gd name="T37" fmla="*/ 181 h 242"/>
                <a:gd name="T38" fmla="*/ 78 w 226"/>
                <a:gd name="T39" fmla="*/ 198 h 242"/>
                <a:gd name="T40" fmla="*/ 67 w 226"/>
                <a:gd name="T41" fmla="*/ 196 h 242"/>
                <a:gd name="T42" fmla="*/ 58 w 226"/>
                <a:gd name="T43" fmla="*/ 208 h 242"/>
                <a:gd name="T44" fmla="*/ 77 w 226"/>
                <a:gd name="T45" fmla="*/ 224 h 242"/>
                <a:gd name="T46" fmla="*/ 100 w 226"/>
                <a:gd name="T47" fmla="*/ 208 h 242"/>
                <a:gd name="T48" fmla="*/ 101 w 226"/>
                <a:gd name="T49" fmla="*/ 230 h 242"/>
                <a:gd name="T50" fmla="*/ 109 w 226"/>
                <a:gd name="T51" fmla="*/ 239 h 242"/>
                <a:gd name="T52" fmla="*/ 117 w 226"/>
                <a:gd name="T53" fmla="*/ 239 h 242"/>
                <a:gd name="T54" fmla="*/ 127 w 226"/>
                <a:gd name="T55" fmla="*/ 231 h 242"/>
                <a:gd name="T56" fmla="*/ 126 w 226"/>
                <a:gd name="T57" fmla="*/ 202 h 242"/>
                <a:gd name="T58" fmla="*/ 153 w 226"/>
                <a:gd name="T59" fmla="*/ 192 h 242"/>
                <a:gd name="T60" fmla="*/ 155 w 226"/>
                <a:gd name="T61" fmla="*/ 201 h 242"/>
                <a:gd name="T62" fmla="*/ 145 w 226"/>
                <a:gd name="T63" fmla="*/ 208 h 242"/>
                <a:gd name="T64" fmla="*/ 152 w 226"/>
                <a:gd name="T65" fmla="*/ 207 h 242"/>
                <a:gd name="T66" fmla="*/ 177 w 226"/>
                <a:gd name="T67" fmla="*/ 196 h 242"/>
                <a:gd name="T68" fmla="*/ 150 w 226"/>
                <a:gd name="T69" fmla="*/ 171 h 242"/>
                <a:gd name="T70" fmla="*/ 127 w 226"/>
                <a:gd name="T71" fmla="*/ 171 h 242"/>
                <a:gd name="T72" fmla="*/ 134 w 226"/>
                <a:gd name="T73" fmla="*/ 148 h 242"/>
                <a:gd name="T74" fmla="*/ 148 w 226"/>
                <a:gd name="T75" fmla="*/ 124 h 242"/>
                <a:gd name="T76" fmla="*/ 156 w 226"/>
                <a:gd name="T77" fmla="*/ 100 h 242"/>
                <a:gd name="T78" fmla="*/ 159 w 226"/>
                <a:gd name="T79" fmla="*/ 74 h 242"/>
                <a:gd name="T80" fmla="*/ 126 w 226"/>
                <a:gd name="T81" fmla="*/ 77 h 242"/>
                <a:gd name="T82" fmla="*/ 99 w 226"/>
                <a:gd name="T83" fmla="*/ 94 h 242"/>
                <a:gd name="T84" fmla="*/ 88 w 226"/>
                <a:gd name="T85" fmla="*/ 104 h 242"/>
                <a:gd name="T86" fmla="*/ 92 w 226"/>
                <a:gd name="T87" fmla="*/ 92 h 242"/>
                <a:gd name="T88" fmla="*/ 123 w 226"/>
                <a:gd name="T89" fmla="*/ 59 h 242"/>
                <a:gd name="T90" fmla="*/ 154 w 226"/>
                <a:gd name="T91" fmla="*/ 46 h 242"/>
                <a:gd name="T92" fmla="*/ 203 w 226"/>
                <a:gd name="T93" fmla="*/ 38 h 242"/>
                <a:gd name="T94" fmla="*/ 224 w 226"/>
                <a:gd name="T95" fmla="*/ 30 h 242"/>
                <a:gd name="T96" fmla="*/ 206 w 226"/>
                <a:gd name="T97" fmla="*/ 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6" h="242">
                  <a:moveTo>
                    <a:pt x="206" y="1"/>
                  </a:moveTo>
                  <a:cubicBezTo>
                    <a:pt x="204" y="2"/>
                    <a:pt x="201" y="3"/>
                    <a:pt x="199" y="3"/>
                  </a:cubicBezTo>
                  <a:cubicBezTo>
                    <a:pt x="189" y="6"/>
                    <a:pt x="179" y="8"/>
                    <a:pt x="169" y="11"/>
                  </a:cubicBezTo>
                  <a:cubicBezTo>
                    <a:pt x="159" y="14"/>
                    <a:pt x="149" y="17"/>
                    <a:pt x="140" y="20"/>
                  </a:cubicBezTo>
                  <a:cubicBezTo>
                    <a:pt x="130" y="24"/>
                    <a:pt x="69" y="50"/>
                    <a:pt x="66" y="51"/>
                  </a:cubicBezTo>
                  <a:cubicBezTo>
                    <a:pt x="57" y="55"/>
                    <a:pt x="48" y="60"/>
                    <a:pt x="40" y="64"/>
                  </a:cubicBezTo>
                  <a:cubicBezTo>
                    <a:pt x="34" y="67"/>
                    <a:pt x="28" y="71"/>
                    <a:pt x="22" y="73"/>
                  </a:cubicBezTo>
                  <a:cubicBezTo>
                    <a:pt x="14" y="76"/>
                    <a:pt x="8" y="81"/>
                    <a:pt x="2" y="86"/>
                  </a:cubicBezTo>
                  <a:cubicBezTo>
                    <a:pt x="1" y="87"/>
                    <a:pt x="1" y="88"/>
                    <a:pt x="0" y="89"/>
                  </a:cubicBezTo>
                  <a:cubicBezTo>
                    <a:pt x="0" y="94"/>
                    <a:pt x="0" y="98"/>
                    <a:pt x="4" y="101"/>
                  </a:cubicBezTo>
                  <a:cubicBezTo>
                    <a:pt x="8" y="105"/>
                    <a:pt x="12" y="106"/>
                    <a:pt x="17" y="104"/>
                  </a:cubicBezTo>
                  <a:cubicBezTo>
                    <a:pt x="26" y="99"/>
                    <a:pt x="35" y="95"/>
                    <a:pt x="44" y="90"/>
                  </a:cubicBezTo>
                  <a:cubicBezTo>
                    <a:pt x="56" y="84"/>
                    <a:pt x="67" y="75"/>
                    <a:pt x="81" y="69"/>
                  </a:cubicBezTo>
                  <a:cubicBezTo>
                    <a:pt x="82" y="69"/>
                    <a:pt x="84" y="68"/>
                    <a:pt x="86" y="67"/>
                  </a:cubicBezTo>
                  <a:cubicBezTo>
                    <a:pt x="96" y="63"/>
                    <a:pt x="106" y="59"/>
                    <a:pt x="117" y="54"/>
                  </a:cubicBezTo>
                  <a:cubicBezTo>
                    <a:pt x="120" y="53"/>
                    <a:pt x="120" y="54"/>
                    <a:pt x="121" y="54"/>
                  </a:cubicBezTo>
                  <a:cubicBezTo>
                    <a:pt x="121" y="56"/>
                    <a:pt x="118" y="58"/>
                    <a:pt x="116" y="59"/>
                  </a:cubicBezTo>
                  <a:cubicBezTo>
                    <a:pt x="101" y="72"/>
                    <a:pt x="88" y="86"/>
                    <a:pt x="77" y="103"/>
                  </a:cubicBezTo>
                  <a:cubicBezTo>
                    <a:pt x="72" y="111"/>
                    <a:pt x="68" y="120"/>
                    <a:pt x="67" y="130"/>
                  </a:cubicBezTo>
                  <a:cubicBezTo>
                    <a:pt x="66" y="137"/>
                    <a:pt x="66" y="144"/>
                    <a:pt x="70" y="151"/>
                  </a:cubicBezTo>
                  <a:cubicBezTo>
                    <a:pt x="71" y="153"/>
                    <a:pt x="73" y="156"/>
                    <a:pt x="76" y="156"/>
                  </a:cubicBezTo>
                  <a:cubicBezTo>
                    <a:pt x="80" y="156"/>
                    <a:pt x="81" y="154"/>
                    <a:pt x="83" y="151"/>
                  </a:cubicBezTo>
                  <a:cubicBezTo>
                    <a:pt x="86" y="148"/>
                    <a:pt x="88" y="144"/>
                    <a:pt x="90" y="141"/>
                  </a:cubicBezTo>
                  <a:cubicBezTo>
                    <a:pt x="91" y="140"/>
                    <a:pt x="92" y="138"/>
                    <a:pt x="93" y="137"/>
                  </a:cubicBezTo>
                  <a:cubicBezTo>
                    <a:pt x="94" y="135"/>
                    <a:pt x="95" y="133"/>
                    <a:pt x="96" y="131"/>
                  </a:cubicBezTo>
                  <a:cubicBezTo>
                    <a:pt x="97" y="129"/>
                    <a:pt x="97" y="127"/>
                    <a:pt x="98" y="125"/>
                  </a:cubicBezTo>
                  <a:cubicBezTo>
                    <a:pt x="100" y="122"/>
                    <a:pt x="101" y="118"/>
                    <a:pt x="103" y="115"/>
                  </a:cubicBezTo>
                  <a:cubicBezTo>
                    <a:pt x="112" y="107"/>
                    <a:pt x="120" y="98"/>
                    <a:pt x="131" y="93"/>
                  </a:cubicBezTo>
                  <a:cubicBezTo>
                    <a:pt x="137" y="89"/>
                    <a:pt x="143" y="86"/>
                    <a:pt x="150" y="86"/>
                  </a:cubicBezTo>
                  <a:cubicBezTo>
                    <a:pt x="152" y="86"/>
                    <a:pt x="153" y="86"/>
                    <a:pt x="154" y="87"/>
                  </a:cubicBezTo>
                  <a:cubicBezTo>
                    <a:pt x="154" y="88"/>
                    <a:pt x="154" y="90"/>
                    <a:pt x="153" y="91"/>
                  </a:cubicBezTo>
                  <a:cubicBezTo>
                    <a:pt x="146" y="100"/>
                    <a:pt x="136" y="107"/>
                    <a:pt x="126" y="114"/>
                  </a:cubicBezTo>
                  <a:cubicBezTo>
                    <a:pt x="120" y="118"/>
                    <a:pt x="113" y="122"/>
                    <a:pt x="106" y="126"/>
                  </a:cubicBezTo>
                  <a:cubicBezTo>
                    <a:pt x="98" y="132"/>
                    <a:pt x="96" y="140"/>
                    <a:pt x="95" y="149"/>
                  </a:cubicBezTo>
                  <a:cubicBezTo>
                    <a:pt x="94" y="154"/>
                    <a:pt x="98" y="157"/>
                    <a:pt x="103" y="155"/>
                  </a:cubicBezTo>
                  <a:cubicBezTo>
                    <a:pt x="104" y="155"/>
                    <a:pt x="105" y="154"/>
                    <a:pt x="106" y="154"/>
                  </a:cubicBezTo>
                  <a:cubicBezTo>
                    <a:pt x="108" y="153"/>
                    <a:pt x="109" y="154"/>
                    <a:pt x="109" y="156"/>
                  </a:cubicBezTo>
                  <a:cubicBezTo>
                    <a:pt x="110" y="165"/>
                    <a:pt x="107" y="173"/>
                    <a:pt x="106" y="181"/>
                  </a:cubicBezTo>
                  <a:cubicBezTo>
                    <a:pt x="105" y="182"/>
                    <a:pt x="105" y="183"/>
                    <a:pt x="103" y="184"/>
                  </a:cubicBezTo>
                  <a:cubicBezTo>
                    <a:pt x="96" y="190"/>
                    <a:pt x="88" y="196"/>
                    <a:pt x="78" y="198"/>
                  </a:cubicBezTo>
                  <a:cubicBezTo>
                    <a:pt x="75" y="199"/>
                    <a:pt x="71" y="200"/>
                    <a:pt x="70" y="197"/>
                  </a:cubicBezTo>
                  <a:cubicBezTo>
                    <a:pt x="70" y="195"/>
                    <a:pt x="71" y="194"/>
                    <a:pt x="67" y="196"/>
                  </a:cubicBezTo>
                  <a:cubicBezTo>
                    <a:pt x="63" y="197"/>
                    <a:pt x="61" y="200"/>
                    <a:pt x="59" y="204"/>
                  </a:cubicBezTo>
                  <a:cubicBezTo>
                    <a:pt x="59" y="205"/>
                    <a:pt x="59" y="207"/>
                    <a:pt x="58" y="208"/>
                  </a:cubicBezTo>
                  <a:cubicBezTo>
                    <a:pt x="55" y="212"/>
                    <a:pt x="59" y="222"/>
                    <a:pt x="63" y="225"/>
                  </a:cubicBezTo>
                  <a:cubicBezTo>
                    <a:pt x="68" y="229"/>
                    <a:pt x="71" y="228"/>
                    <a:pt x="77" y="224"/>
                  </a:cubicBezTo>
                  <a:cubicBezTo>
                    <a:pt x="83" y="220"/>
                    <a:pt x="89" y="216"/>
                    <a:pt x="95" y="212"/>
                  </a:cubicBezTo>
                  <a:cubicBezTo>
                    <a:pt x="96" y="211"/>
                    <a:pt x="99" y="209"/>
                    <a:pt x="100" y="208"/>
                  </a:cubicBezTo>
                  <a:cubicBezTo>
                    <a:pt x="101" y="209"/>
                    <a:pt x="100" y="213"/>
                    <a:pt x="100" y="217"/>
                  </a:cubicBezTo>
                  <a:cubicBezTo>
                    <a:pt x="100" y="220"/>
                    <a:pt x="100" y="225"/>
                    <a:pt x="101" y="230"/>
                  </a:cubicBezTo>
                  <a:cubicBezTo>
                    <a:pt x="101" y="231"/>
                    <a:pt x="102" y="231"/>
                    <a:pt x="102" y="232"/>
                  </a:cubicBezTo>
                  <a:cubicBezTo>
                    <a:pt x="104" y="234"/>
                    <a:pt x="107" y="237"/>
                    <a:pt x="109" y="239"/>
                  </a:cubicBezTo>
                  <a:cubicBezTo>
                    <a:pt x="111" y="241"/>
                    <a:pt x="112" y="242"/>
                    <a:pt x="114" y="240"/>
                  </a:cubicBezTo>
                  <a:cubicBezTo>
                    <a:pt x="115" y="239"/>
                    <a:pt x="116" y="239"/>
                    <a:pt x="117" y="239"/>
                  </a:cubicBezTo>
                  <a:cubicBezTo>
                    <a:pt x="121" y="241"/>
                    <a:pt x="122" y="239"/>
                    <a:pt x="124" y="236"/>
                  </a:cubicBezTo>
                  <a:cubicBezTo>
                    <a:pt x="125" y="235"/>
                    <a:pt x="126" y="233"/>
                    <a:pt x="127" y="231"/>
                  </a:cubicBezTo>
                  <a:cubicBezTo>
                    <a:pt x="129" y="229"/>
                    <a:pt x="130" y="227"/>
                    <a:pt x="129" y="225"/>
                  </a:cubicBezTo>
                  <a:cubicBezTo>
                    <a:pt x="126" y="217"/>
                    <a:pt x="126" y="210"/>
                    <a:pt x="126" y="202"/>
                  </a:cubicBezTo>
                  <a:cubicBezTo>
                    <a:pt x="126" y="198"/>
                    <a:pt x="128" y="196"/>
                    <a:pt x="131" y="195"/>
                  </a:cubicBezTo>
                  <a:cubicBezTo>
                    <a:pt x="139" y="192"/>
                    <a:pt x="147" y="191"/>
                    <a:pt x="153" y="192"/>
                  </a:cubicBezTo>
                  <a:cubicBezTo>
                    <a:pt x="156" y="192"/>
                    <a:pt x="158" y="193"/>
                    <a:pt x="159" y="194"/>
                  </a:cubicBezTo>
                  <a:cubicBezTo>
                    <a:pt x="160" y="196"/>
                    <a:pt x="158" y="199"/>
                    <a:pt x="155" y="201"/>
                  </a:cubicBezTo>
                  <a:cubicBezTo>
                    <a:pt x="153" y="203"/>
                    <a:pt x="147" y="207"/>
                    <a:pt x="146" y="207"/>
                  </a:cubicBezTo>
                  <a:cubicBezTo>
                    <a:pt x="145" y="208"/>
                    <a:pt x="145" y="208"/>
                    <a:pt x="145" y="208"/>
                  </a:cubicBezTo>
                  <a:cubicBezTo>
                    <a:pt x="145" y="209"/>
                    <a:pt x="147" y="208"/>
                    <a:pt x="147" y="208"/>
                  </a:cubicBezTo>
                  <a:cubicBezTo>
                    <a:pt x="148" y="208"/>
                    <a:pt x="151" y="207"/>
                    <a:pt x="152" y="207"/>
                  </a:cubicBezTo>
                  <a:cubicBezTo>
                    <a:pt x="153" y="207"/>
                    <a:pt x="155" y="208"/>
                    <a:pt x="158" y="207"/>
                  </a:cubicBezTo>
                  <a:cubicBezTo>
                    <a:pt x="165" y="204"/>
                    <a:pt x="172" y="202"/>
                    <a:pt x="177" y="196"/>
                  </a:cubicBezTo>
                  <a:cubicBezTo>
                    <a:pt x="185" y="188"/>
                    <a:pt x="182" y="178"/>
                    <a:pt x="173" y="174"/>
                  </a:cubicBezTo>
                  <a:cubicBezTo>
                    <a:pt x="166" y="170"/>
                    <a:pt x="158" y="170"/>
                    <a:pt x="150" y="171"/>
                  </a:cubicBezTo>
                  <a:cubicBezTo>
                    <a:pt x="143" y="171"/>
                    <a:pt x="137" y="173"/>
                    <a:pt x="131" y="174"/>
                  </a:cubicBezTo>
                  <a:cubicBezTo>
                    <a:pt x="128" y="175"/>
                    <a:pt x="126" y="174"/>
                    <a:pt x="127" y="171"/>
                  </a:cubicBezTo>
                  <a:cubicBezTo>
                    <a:pt x="128" y="164"/>
                    <a:pt x="130" y="157"/>
                    <a:pt x="132" y="150"/>
                  </a:cubicBezTo>
                  <a:cubicBezTo>
                    <a:pt x="132" y="149"/>
                    <a:pt x="133" y="148"/>
                    <a:pt x="134" y="148"/>
                  </a:cubicBezTo>
                  <a:cubicBezTo>
                    <a:pt x="139" y="146"/>
                    <a:pt x="143" y="143"/>
                    <a:pt x="146" y="138"/>
                  </a:cubicBezTo>
                  <a:cubicBezTo>
                    <a:pt x="149" y="133"/>
                    <a:pt x="150" y="129"/>
                    <a:pt x="148" y="124"/>
                  </a:cubicBezTo>
                  <a:cubicBezTo>
                    <a:pt x="146" y="120"/>
                    <a:pt x="145" y="116"/>
                    <a:pt x="148" y="112"/>
                  </a:cubicBezTo>
                  <a:cubicBezTo>
                    <a:pt x="151" y="108"/>
                    <a:pt x="153" y="104"/>
                    <a:pt x="156" y="100"/>
                  </a:cubicBezTo>
                  <a:cubicBezTo>
                    <a:pt x="158" y="96"/>
                    <a:pt x="160" y="91"/>
                    <a:pt x="162" y="87"/>
                  </a:cubicBezTo>
                  <a:cubicBezTo>
                    <a:pt x="164" y="82"/>
                    <a:pt x="163" y="75"/>
                    <a:pt x="159" y="74"/>
                  </a:cubicBezTo>
                  <a:cubicBezTo>
                    <a:pt x="155" y="72"/>
                    <a:pt x="151" y="71"/>
                    <a:pt x="147" y="70"/>
                  </a:cubicBezTo>
                  <a:cubicBezTo>
                    <a:pt x="139" y="69"/>
                    <a:pt x="132" y="74"/>
                    <a:pt x="126" y="77"/>
                  </a:cubicBezTo>
                  <a:cubicBezTo>
                    <a:pt x="120" y="80"/>
                    <a:pt x="115" y="84"/>
                    <a:pt x="109" y="88"/>
                  </a:cubicBezTo>
                  <a:cubicBezTo>
                    <a:pt x="106" y="90"/>
                    <a:pt x="102" y="92"/>
                    <a:pt x="99" y="94"/>
                  </a:cubicBezTo>
                  <a:cubicBezTo>
                    <a:pt x="96" y="97"/>
                    <a:pt x="93" y="100"/>
                    <a:pt x="91" y="103"/>
                  </a:cubicBezTo>
                  <a:cubicBezTo>
                    <a:pt x="90" y="104"/>
                    <a:pt x="89" y="104"/>
                    <a:pt x="88" y="104"/>
                  </a:cubicBezTo>
                  <a:cubicBezTo>
                    <a:pt x="88" y="103"/>
                    <a:pt x="88" y="102"/>
                    <a:pt x="88" y="102"/>
                  </a:cubicBezTo>
                  <a:cubicBezTo>
                    <a:pt x="89" y="98"/>
                    <a:pt x="90" y="95"/>
                    <a:pt x="92" y="92"/>
                  </a:cubicBezTo>
                  <a:cubicBezTo>
                    <a:pt x="95" y="87"/>
                    <a:pt x="99" y="81"/>
                    <a:pt x="103" y="77"/>
                  </a:cubicBezTo>
                  <a:cubicBezTo>
                    <a:pt x="109" y="70"/>
                    <a:pt x="116" y="64"/>
                    <a:pt x="123" y="59"/>
                  </a:cubicBezTo>
                  <a:cubicBezTo>
                    <a:pt x="128" y="55"/>
                    <a:pt x="135" y="53"/>
                    <a:pt x="141" y="50"/>
                  </a:cubicBezTo>
                  <a:cubicBezTo>
                    <a:pt x="145" y="49"/>
                    <a:pt x="150" y="47"/>
                    <a:pt x="154" y="46"/>
                  </a:cubicBezTo>
                  <a:cubicBezTo>
                    <a:pt x="164" y="44"/>
                    <a:pt x="173" y="43"/>
                    <a:pt x="183" y="41"/>
                  </a:cubicBezTo>
                  <a:cubicBezTo>
                    <a:pt x="190" y="40"/>
                    <a:pt x="197" y="38"/>
                    <a:pt x="203" y="38"/>
                  </a:cubicBezTo>
                  <a:cubicBezTo>
                    <a:pt x="209" y="38"/>
                    <a:pt x="214" y="38"/>
                    <a:pt x="219" y="35"/>
                  </a:cubicBezTo>
                  <a:cubicBezTo>
                    <a:pt x="221" y="34"/>
                    <a:pt x="223" y="32"/>
                    <a:pt x="224" y="30"/>
                  </a:cubicBezTo>
                  <a:cubicBezTo>
                    <a:pt x="225" y="24"/>
                    <a:pt x="226" y="19"/>
                    <a:pt x="224" y="13"/>
                  </a:cubicBezTo>
                  <a:cubicBezTo>
                    <a:pt x="221" y="6"/>
                    <a:pt x="213" y="0"/>
                    <a:pt x="206"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 name="iśľíḋè"/>
            <p:cNvSpPr/>
            <p:nvPr/>
          </p:nvSpPr>
          <p:spPr bwMode="auto">
            <a:xfrm>
              <a:off x="7558088" y="2962276"/>
              <a:ext cx="639763" cy="604838"/>
            </a:xfrm>
            <a:custGeom>
              <a:avLst/>
              <a:gdLst>
                <a:gd name="T0" fmla="*/ 167 w 177"/>
                <a:gd name="T1" fmla="*/ 95 h 167"/>
                <a:gd name="T2" fmla="*/ 154 w 177"/>
                <a:gd name="T3" fmla="*/ 93 h 167"/>
                <a:gd name="T4" fmla="*/ 147 w 177"/>
                <a:gd name="T5" fmla="*/ 98 h 167"/>
                <a:gd name="T6" fmla="*/ 127 w 177"/>
                <a:gd name="T7" fmla="*/ 99 h 167"/>
                <a:gd name="T8" fmla="*/ 123 w 177"/>
                <a:gd name="T9" fmla="*/ 99 h 167"/>
                <a:gd name="T10" fmla="*/ 125 w 177"/>
                <a:gd name="T11" fmla="*/ 95 h 167"/>
                <a:gd name="T12" fmla="*/ 140 w 177"/>
                <a:gd name="T13" fmla="*/ 68 h 167"/>
                <a:gd name="T14" fmla="*/ 149 w 177"/>
                <a:gd name="T15" fmla="*/ 42 h 167"/>
                <a:gd name="T16" fmla="*/ 149 w 177"/>
                <a:gd name="T17" fmla="*/ 29 h 167"/>
                <a:gd name="T18" fmla="*/ 147 w 177"/>
                <a:gd name="T19" fmla="*/ 24 h 167"/>
                <a:gd name="T20" fmla="*/ 137 w 177"/>
                <a:gd name="T21" fmla="*/ 7 h 167"/>
                <a:gd name="T22" fmla="*/ 115 w 177"/>
                <a:gd name="T23" fmla="*/ 0 h 167"/>
                <a:gd name="T24" fmla="*/ 80 w 177"/>
                <a:gd name="T25" fmla="*/ 14 h 167"/>
                <a:gd name="T26" fmla="*/ 57 w 177"/>
                <a:gd name="T27" fmla="*/ 32 h 167"/>
                <a:gd name="T28" fmla="*/ 50 w 177"/>
                <a:gd name="T29" fmla="*/ 46 h 167"/>
                <a:gd name="T30" fmla="*/ 67 w 177"/>
                <a:gd name="T31" fmla="*/ 65 h 167"/>
                <a:gd name="T32" fmla="*/ 89 w 177"/>
                <a:gd name="T33" fmla="*/ 62 h 167"/>
                <a:gd name="T34" fmla="*/ 107 w 177"/>
                <a:gd name="T35" fmla="*/ 53 h 167"/>
                <a:gd name="T36" fmla="*/ 116 w 177"/>
                <a:gd name="T37" fmla="*/ 50 h 167"/>
                <a:gd name="T38" fmla="*/ 106 w 177"/>
                <a:gd name="T39" fmla="*/ 73 h 167"/>
                <a:gd name="T40" fmla="*/ 89 w 177"/>
                <a:gd name="T41" fmla="*/ 97 h 167"/>
                <a:gd name="T42" fmla="*/ 68 w 177"/>
                <a:gd name="T43" fmla="*/ 108 h 167"/>
                <a:gd name="T44" fmla="*/ 51 w 177"/>
                <a:gd name="T45" fmla="*/ 113 h 167"/>
                <a:gd name="T46" fmla="*/ 20 w 177"/>
                <a:gd name="T47" fmla="*/ 124 h 167"/>
                <a:gd name="T48" fmla="*/ 10 w 177"/>
                <a:gd name="T49" fmla="*/ 132 h 167"/>
                <a:gd name="T50" fmla="*/ 6 w 177"/>
                <a:gd name="T51" fmla="*/ 140 h 167"/>
                <a:gd name="T52" fmla="*/ 19 w 177"/>
                <a:gd name="T53" fmla="*/ 165 h 167"/>
                <a:gd name="T54" fmla="*/ 33 w 177"/>
                <a:gd name="T55" fmla="*/ 165 h 167"/>
                <a:gd name="T56" fmla="*/ 63 w 177"/>
                <a:gd name="T57" fmla="*/ 156 h 167"/>
                <a:gd name="T58" fmla="*/ 139 w 177"/>
                <a:gd name="T59" fmla="*/ 138 h 167"/>
                <a:gd name="T60" fmla="*/ 150 w 177"/>
                <a:gd name="T61" fmla="*/ 138 h 167"/>
                <a:gd name="T62" fmla="*/ 160 w 177"/>
                <a:gd name="T63" fmla="*/ 141 h 167"/>
                <a:gd name="T64" fmla="*/ 172 w 177"/>
                <a:gd name="T65" fmla="*/ 132 h 167"/>
                <a:gd name="T66" fmla="*/ 176 w 177"/>
                <a:gd name="T67" fmla="*/ 115 h 167"/>
                <a:gd name="T68" fmla="*/ 167 w 177"/>
                <a:gd name="T69" fmla="*/ 9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7" h="167">
                  <a:moveTo>
                    <a:pt x="167" y="95"/>
                  </a:moveTo>
                  <a:cubicBezTo>
                    <a:pt x="163" y="90"/>
                    <a:pt x="159" y="90"/>
                    <a:pt x="154" y="93"/>
                  </a:cubicBezTo>
                  <a:cubicBezTo>
                    <a:pt x="152" y="94"/>
                    <a:pt x="150" y="97"/>
                    <a:pt x="147" y="98"/>
                  </a:cubicBezTo>
                  <a:cubicBezTo>
                    <a:pt x="141" y="99"/>
                    <a:pt x="134" y="98"/>
                    <a:pt x="127" y="99"/>
                  </a:cubicBezTo>
                  <a:cubicBezTo>
                    <a:pt x="126" y="99"/>
                    <a:pt x="124" y="100"/>
                    <a:pt x="123" y="99"/>
                  </a:cubicBezTo>
                  <a:cubicBezTo>
                    <a:pt x="122" y="98"/>
                    <a:pt x="124" y="96"/>
                    <a:pt x="125" y="95"/>
                  </a:cubicBezTo>
                  <a:cubicBezTo>
                    <a:pt x="129" y="88"/>
                    <a:pt x="136" y="76"/>
                    <a:pt x="140" y="68"/>
                  </a:cubicBezTo>
                  <a:cubicBezTo>
                    <a:pt x="144" y="58"/>
                    <a:pt x="148" y="45"/>
                    <a:pt x="149" y="42"/>
                  </a:cubicBezTo>
                  <a:cubicBezTo>
                    <a:pt x="150" y="38"/>
                    <a:pt x="151" y="33"/>
                    <a:pt x="149" y="29"/>
                  </a:cubicBezTo>
                  <a:cubicBezTo>
                    <a:pt x="148" y="27"/>
                    <a:pt x="148" y="25"/>
                    <a:pt x="147" y="24"/>
                  </a:cubicBezTo>
                  <a:cubicBezTo>
                    <a:pt x="145" y="17"/>
                    <a:pt x="143" y="11"/>
                    <a:pt x="137" y="7"/>
                  </a:cubicBezTo>
                  <a:cubicBezTo>
                    <a:pt x="130" y="3"/>
                    <a:pt x="123" y="0"/>
                    <a:pt x="115" y="0"/>
                  </a:cubicBezTo>
                  <a:cubicBezTo>
                    <a:pt x="101" y="1"/>
                    <a:pt x="90" y="7"/>
                    <a:pt x="80" y="14"/>
                  </a:cubicBezTo>
                  <a:cubicBezTo>
                    <a:pt x="72" y="20"/>
                    <a:pt x="64" y="26"/>
                    <a:pt x="57" y="32"/>
                  </a:cubicBezTo>
                  <a:cubicBezTo>
                    <a:pt x="52" y="36"/>
                    <a:pt x="49" y="42"/>
                    <a:pt x="50" y="46"/>
                  </a:cubicBezTo>
                  <a:cubicBezTo>
                    <a:pt x="54" y="54"/>
                    <a:pt x="59" y="61"/>
                    <a:pt x="67" y="65"/>
                  </a:cubicBezTo>
                  <a:cubicBezTo>
                    <a:pt x="74" y="69"/>
                    <a:pt x="83" y="65"/>
                    <a:pt x="89" y="62"/>
                  </a:cubicBezTo>
                  <a:cubicBezTo>
                    <a:pt x="98" y="59"/>
                    <a:pt x="101" y="56"/>
                    <a:pt x="107" y="53"/>
                  </a:cubicBezTo>
                  <a:cubicBezTo>
                    <a:pt x="109" y="52"/>
                    <a:pt x="114" y="49"/>
                    <a:pt x="116" y="50"/>
                  </a:cubicBezTo>
                  <a:cubicBezTo>
                    <a:pt x="117" y="52"/>
                    <a:pt x="109" y="67"/>
                    <a:pt x="106" y="73"/>
                  </a:cubicBezTo>
                  <a:cubicBezTo>
                    <a:pt x="101" y="82"/>
                    <a:pt x="95" y="90"/>
                    <a:pt x="89" y="97"/>
                  </a:cubicBezTo>
                  <a:cubicBezTo>
                    <a:pt x="83" y="104"/>
                    <a:pt x="76" y="106"/>
                    <a:pt x="68" y="108"/>
                  </a:cubicBezTo>
                  <a:cubicBezTo>
                    <a:pt x="62" y="110"/>
                    <a:pt x="56" y="111"/>
                    <a:pt x="51" y="113"/>
                  </a:cubicBezTo>
                  <a:cubicBezTo>
                    <a:pt x="40" y="116"/>
                    <a:pt x="30" y="120"/>
                    <a:pt x="20" y="124"/>
                  </a:cubicBezTo>
                  <a:cubicBezTo>
                    <a:pt x="16" y="126"/>
                    <a:pt x="12" y="128"/>
                    <a:pt x="10" y="132"/>
                  </a:cubicBezTo>
                  <a:cubicBezTo>
                    <a:pt x="9" y="135"/>
                    <a:pt x="8" y="138"/>
                    <a:pt x="6" y="140"/>
                  </a:cubicBezTo>
                  <a:cubicBezTo>
                    <a:pt x="0" y="152"/>
                    <a:pt x="9" y="165"/>
                    <a:pt x="19" y="165"/>
                  </a:cubicBezTo>
                  <a:cubicBezTo>
                    <a:pt x="23" y="166"/>
                    <a:pt x="28" y="167"/>
                    <a:pt x="33" y="165"/>
                  </a:cubicBezTo>
                  <a:cubicBezTo>
                    <a:pt x="43" y="162"/>
                    <a:pt x="59" y="157"/>
                    <a:pt x="63" y="156"/>
                  </a:cubicBezTo>
                  <a:cubicBezTo>
                    <a:pt x="70" y="153"/>
                    <a:pt x="120" y="139"/>
                    <a:pt x="139" y="138"/>
                  </a:cubicBezTo>
                  <a:cubicBezTo>
                    <a:pt x="142" y="138"/>
                    <a:pt x="146" y="137"/>
                    <a:pt x="150" y="138"/>
                  </a:cubicBezTo>
                  <a:cubicBezTo>
                    <a:pt x="153" y="139"/>
                    <a:pt x="157" y="141"/>
                    <a:pt x="160" y="141"/>
                  </a:cubicBezTo>
                  <a:cubicBezTo>
                    <a:pt x="165" y="141"/>
                    <a:pt x="168" y="139"/>
                    <a:pt x="172" y="132"/>
                  </a:cubicBezTo>
                  <a:cubicBezTo>
                    <a:pt x="175" y="126"/>
                    <a:pt x="177" y="121"/>
                    <a:pt x="176" y="115"/>
                  </a:cubicBezTo>
                  <a:cubicBezTo>
                    <a:pt x="176" y="107"/>
                    <a:pt x="172" y="100"/>
                    <a:pt x="167" y="9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 name="iṩḻiḋé"/>
            <p:cNvSpPr/>
            <p:nvPr/>
          </p:nvSpPr>
          <p:spPr bwMode="auto">
            <a:xfrm>
              <a:off x="9434513" y="3092451"/>
              <a:ext cx="714375" cy="669925"/>
            </a:xfrm>
            <a:custGeom>
              <a:avLst/>
              <a:gdLst>
                <a:gd name="T0" fmla="*/ 177 w 198"/>
                <a:gd name="T1" fmla="*/ 51 h 185"/>
                <a:gd name="T2" fmla="*/ 157 w 198"/>
                <a:gd name="T3" fmla="*/ 51 h 185"/>
                <a:gd name="T4" fmla="*/ 121 w 198"/>
                <a:gd name="T5" fmla="*/ 57 h 185"/>
                <a:gd name="T6" fmla="*/ 108 w 198"/>
                <a:gd name="T7" fmla="*/ 60 h 185"/>
                <a:gd name="T8" fmla="*/ 105 w 198"/>
                <a:gd name="T9" fmla="*/ 59 h 185"/>
                <a:gd name="T10" fmla="*/ 106 w 198"/>
                <a:gd name="T11" fmla="*/ 55 h 185"/>
                <a:gd name="T12" fmla="*/ 112 w 198"/>
                <a:gd name="T13" fmla="*/ 46 h 185"/>
                <a:gd name="T14" fmla="*/ 119 w 198"/>
                <a:gd name="T15" fmla="*/ 36 h 185"/>
                <a:gd name="T16" fmla="*/ 129 w 198"/>
                <a:gd name="T17" fmla="*/ 23 h 185"/>
                <a:gd name="T18" fmla="*/ 128 w 198"/>
                <a:gd name="T19" fmla="*/ 13 h 185"/>
                <a:gd name="T20" fmla="*/ 126 w 198"/>
                <a:gd name="T21" fmla="*/ 11 h 185"/>
                <a:gd name="T22" fmla="*/ 104 w 198"/>
                <a:gd name="T23" fmla="*/ 2 h 185"/>
                <a:gd name="T24" fmla="*/ 84 w 198"/>
                <a:gd name="T25" fmla="*/ 9 h 185"/>
                <a:gd name="T26" fmla="*/ 80 w 198"/>
                <a:gd name="T27" fmla="*/ 15 h 185"/>
                <a:gd name="T28" fmla="*/ 83 w 198"/>
                <a:gd name="T29" fmla="*/ 22 h 185"/>
                <a:gd name="T30" fmla="*/ 95 w 198"/>
                <a:gd name="T31" fmla="*/ 27 h 185"/>
                <a:gd name="T32" fmla="*/ 98 w 198"/>
                <a:gd name="T33" fmla="*/ 31 h 185"/>
                <a:gd name="T34" fmla="*/ 92 w 198"/>
                <a:gd name="T35" fmla="*/ 43 h 185"/>
                <a:gd name="T36" fmla="*/ 86 w 198"/>
                <a:gd name="T37" fmla="*/ 52 h 185"/>
                <a:gd name="T38" fmla="*/ 84 w 198"/>
                <a:gd name="T39" fmla="*/ 64 h 185"/>
                <a:gd name="T40" fmla="*/ 81 w 198"/>
                <a:gd name="T41" fmla="*/ 68 h 185"/>
                <a:gd name="T42" fmla="*/ 49 w 198"/>
                <a:gd name="T43" fmla="*/ 79 h 185"/>
                <a:gd name="T44" fmla="*/ 23 w 198"/>
                <a:gd name="T45" fmla="*/ 91 h 185"/>
                <a:gd name="T46" fmla="*/ 5 w 198"/>
                <a:gd name="T47" fmla="*/ 98 h 185"/>
                <a:gd name="T48" fmla="*/ 2 w 198"/>
                <a:gd name="T49" fmla="*/ 104 h 185"/>
                <a:gd name="T50" fmla="*/ 4 w 198"/>
                <a:gd name="T51" fmla="*/ 108 h 185"/>
                <a:gd name="T52" fmla="*/ 26 w 198"/>
                <a:gd name="T53" fmla="*/ 121 h 185"/>
                <a:gd name="T54" fmla="*/ 32 w 198"/>
                <a:gd name="T55" fmla="*/ 120 h 185"/>
                <a:gd name="T56" fmla="*/ 81 w 198"/>
                <a:gd name="T57" fmla="*/ 100 h 185"/>
                <a:gd name="T58" fmla="*/ 97 w 198"/>
                <a:gd name="T59" fmla="*/ 96 h 185"/>
                <a:gd name="T60" fmla="*/ 95 w 198"/>
                <a:gd name="T61" fmla="*/ 133 h 185"/>
                <a:gd name="T62" fmla="*/ 81 w 198"/>
                <a:gd name="T63" fmla="*/ 155 h 185"/>
                <a:gd name="T64" fmla="*/ 68 w 198"/>
                <a:gd name="T65" fmla="*/ 157 h 185"/>
                <a:gd name="T66" fmla="*/ 50 w 198"/>
                <a:gd name="T67" fmla="*/ 145 h 185"/>
                <a:gd name="T68" fmla="*/ 44 w 198"/>
                <a:gd name="T69" fmla="*/ 140 h 185"/>
                <a:gd name="T70" fmla="*/ 43 w 198"/>
                <a:gd name="T71" fmla="*/ 143 h 185"/>
                <a:gd name="T72" fmla="*/ 52 w 198"/>
                <a:gd name="T73" fmla="*/ 159 h 185"/>
                <a:gd name="T74" fmla="*/ 53 w 198"/>
                <a:gd name="T75" fmla="*/ 168 h 185"/>
                <a:gd name="T76" fmla="*/ 64 w 198"/>
                <a:gd name="T77" fmla="*/ 181 h 185"/>
                <a:gd name="T78" fmla="*/ 84 w 198"/>
                <a:gd name="T79" fmla="*/ 182 h 185"/>
                <a:gd name="T80" fmla="*/ 118 w 198"/>
                <a:gd name="T81" fmla="*/ 136 h 185"/>
                <a:gd name="T82" fmla="*/ 123 w 198"/>
                <a:gd name="T83" fmla="*/ 93 h 185"/>
                <a:gd name="T84" fmla="*/ 127 w 198"/>
                <a:gd name="T85" fmla="*/ 91 h 185"/>
                <a:gd name="T86" fmla="*/ 142 w 198"/>
                <a:gd name="T87" fmla="*/ 88 h 185"/>
                <a:gd name="T88" fmla="*/ 169 w 198"/>
                <a:gd name="T89" fmla="*/ 89 h 185"/>
                <a:gd name="T90" fmla="*/ 182 w 198"/>
                <a:gd name="T91" fmla="*/ 92 h 185"/>
                <a:gd name="T92" fmla="*/ 192 w 198"/>
                <a:gd name="T93" fmla="*/ 82 h 185"/>
                <a:gd name="T94" fmla="*/ 191 w 198"/>
                <a:gd name="T95" fmla="*/ 62 h 185"/>
                <a:gd name="T96" fmla="*/ 177 w 198"/>
                <a:gd name="T97" fmla="*/ 5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185">
                  <a:moveTo>
                    <a:pt x="177" y="51"/>
                  </a:moveTo>
                  <a:cubicBezTo>
                    <a:pt x="173" y="50"/>
                    <a:pt x="168" y="49"/>
                    <a:pt x="157" y="51"/>
                  </a:cubicBezTo>
                  <a:cubicBezTo>
                    <a:pt x="147" y="52"/>
                    <a:pt x="134" y="54"/>
                    <a:pt x="121" y="57"/>
                  </a:cubicBezTo>
                  <a:cubicBezTo>
                    <a:pt x="117" y="58"/>
                    <a:pt x="112" y="59"/>
                    <a:pt x="108" y="60"/>
                  </a:cubicBezTo>
                  <a:cubicBezTo>
                    <a:pt x="107" y="60"/>
                    <a:pt x="105" y="60"/>
                    <a:pt x="105" y="59"/>
                  </a:cubicBezTo>
                  <a:cubicBezTo>
                    <a:pt x="105" y="58"/>
                    <a:pt x="106" y="56"/>
                    <a:pt x="106" y="55"/>
                  </a:cubicBezTo>
                  <a:cubicBezTo>
                    <a:pt x="108" y="52"/>
                    <a:pt x="110" y="49"/>
                    <a:pt x="112" y="46"/>
                  </a:cubicBezTo>
                  <a:cubicBezTo>
                    <a:pt x="115" y="43"/>
                    <a:pt x="117" y="39"/>
                    <a:pt x="119" y="36"/>
                  </a:cubicBezTo>
                  <a:cubicBezTo>
                    <a:pt x="122" y="32"/>
                    <a:pt x="126" y="28"/>
                    <a:pt x="129" y="23"/>
                  </a:cubicBezTo>
                  <a:cubicBezTo>
                    <a:pt x="132" y="19"/>
                    <a:pt x="132" y="17"/>
                    <a:pt x="128" y="13"/>
                  </a:cubicBezTo>
                  <a:cubicBezTo>
                    <a:pt x="127" y="13"/>
                    <a:pt x="127" y="12"/>
                    <a:pt x="126" y="11"/>
                  </a:cubicBezTo>
                  <a:cubicBezTo>
                    <a:pt x="122" y="4"/>
                    <a:pt x="112" y="0"/>
                    <a:pt x="104" y="2"/>
                  </a:cubicBezTo>
                  <a:cubicBezTo>
                    <a:pt x="97" y="4"/>
                    <a:pt x="91" y="6"/>
                    <a:pt x="84" y="9"/>
                  </a:cubicBezTo>
                  <a:cubicBezTo>
                    <a:pt x="82" y="10"/>
                    <a:pt x="79" y="11"/>
                    <a:pt x="80" y="15"/>
                  </a:cubicBezTo>
                  <a:cubicBezTo>
                    <a:pt x="80" y="17"/>
                    <a:pt x="82" y="20"/>
                    <a:pt x="83" y="22"/>
                  </a:cubicBezTo>
                  <a:cubicBezTo>
                    <a:pt x="86" y="25"/>
                    <a:pt x="90" y="27"/>
                    <a:pt x="95" y="27"/>
                  </a:cubicBezTo>
                  <a:cubicBezTo>
                    <a:pt x="97" y="27"/>
                    <a:pt x="99" y="28"/>
                    <a:pt x="98" y="31"/>
                  </a:cubicBezTo>
                  <a:cubicBezTo>
                    <a:pt x="96" y="35"/>
                    <a:pt x="95" y="39"/>
                    <a:pt x="92" y="43"/>
                  </a:cubicBezTo>
                  <a:cubicBezTo>
                    <a:pt x="91" y="46"/>
                    <a:pt x="88" y="48"/>
                    <a:pt x="86" y="52"/>
                  </a:cubicBezTo>
                  <a:cubicBezTo>
                    <a:pt x="84" y="56"/>
                    <a:pt x="84" y="59"/>
                    <a:pt x="84" y="64"/>
                  </a:cubicBezTo>
                  <a:cubicBezTo>
                    <a:pt x="84" y="66"/>
                    <a:pt x="84" y="67"/>
                    <a:pt x="81" y="68"/>
                  </a:cubicBezTo>
                  <a:cubicBezTo>
                    <a:pt x="70" y="71"/>
                    <a:pt x="59" y="75"/>
                    <a:pt x="49" y="79"/>
                  </a:cubicBezTo>
                  <a:cubicBezTo>
                    <a:pt x="40" y="83"/>
                    <a:pt x="31" y="87"/>
                    <a:pt x="23" y="91"/>
                  </a:cubicBezTo>
                  <a:cubicBezTo>
                    <a:pt x="17" y="93"/>
                    <a:pt x="12" y="98"/>
                    <a:pt x="5" y="98"/>
                  </a:cubicBezTo>
                  <a:cubicBezTo>
                    <a:pt x="1" y="98"/>
                    <a:pt x="0" y="101"/>
                    <a:pt x="2" y="104"/>
                  </a:cubicBezTo>
                  <a:cubicBezTo>
                    <a:pt x="3" y="106"/>
                    <a:pt x="4" y="107"/>
                    <a:pt x="4" y="108"/>
                  </a:cubicBezTo>
                  <a:cubicBezTo>
                    <a:pt x="7" y="116"/>
                    <a:pt x="17" y="123"/>
                    <a:pt x="26" y="121"/>
                  </a:cubicBezTo>
                  <a:cubicBezTo>
                    <a:pt x="28" y="121"/>
                    <a:pt x="30" y="121"/>
                    <a:pt x="32" y="120"/>
                  </a:cubicBezTo>
                  <a:cubicBezTo>
                    <a:pt x="49" y="115"/>
                    <a:pt x="65" y="106"/>
                    <a:pt x="81" y="100"/>
                  </a:cubicBezTo>
                  <a:cubicBezTo>
                    <a:pt x="87" y="98"/>
                    <a:pt x="92" y="98"/>
                    <a:pt x="97" y="96"/>
                  </a:cubicBezTo>
                  <a:cubicBezTo>
                    <a:pt x="107" y="93"/>
                    <a:pt x="100" y="121"/>
                    <a:pt x="95" y="133"/>
                  </a:cubicBezTo>
                  <a:cubicBezTo>
                    <a:pt x="91" y="143"/>
                    <a:pt x="84" y="154"/>
                    <a:pt x="81" y="155"/>
                  </a:cubicBezTo>
                  <a:cubicBezTo>
                    <a:pt x="79" y="157"/>
                    <a:pt x="76" y="159"/>
                    <a:pt x="68" y="157"/>
                  </a:cubicBezTo>
                  <a:cubicBezTo>
                    <a:pt x="60" y="156"/>
                    <a:pt x="52" y="147"/>
                    <a:pt x="50" y="145"/>
                  </a:cubicBezTo>
                  <a:cubicBezTo>
                    <a:pt x="49" y="144"/>
                    <a:pt x="46" y="139"/>
                    <a:pt x="44" y="140"/>
                  </a:cubicBezTo>
                  <a:cubicBezTo>
                    <a:pt x="43" y="141"/>
                    <a:pt x="43" y="142"/>
                    <a:pt x="43" y="143"/>
                  </a:cubicBezTo>
                  <a:cubicBezTo>
                    <a:pt x="43" y="145"/>
                    <a:pt x="47" y="154"/>
                    <a:pt x="52" y="159"/>
                  </a:cubicBezTo>
                  <a:cubicBezTo>
                    <a:pt x="56" y="164"/>
                    <a:pt x="51" y="166"/>
                    <a:pt x="53" y="168"/>
                  </a:cubicBezTo>
                  <a:cubicBezTo>
                    <a:pt x="57" y="174"/>
                    <a:pt x="62" y="179"/>
                    <a:pt x="64" y="181"/>
                  </a:cubicBezTo>
                  <a:cubicBezTo>
                    <a:pt x="70" y="184"/>
                    <a:pt x="77" y="185"/>
                    <a:pt x="84" y="182"/>
                  </a:cubicBezTo>
                  <a:cubicBezTo>
                    <a:pt x="94" y="177"/>
                    <a:pt x="109" y="162"/>
                    <a:pt x="118" y="136"/>
                  </a:cubicBezTo>
                  <a:cubicBezTo>
                    <a:pt x="122" y="122"/>
                    <a:pt x="123" y="102"/>
                    <a:pt x="123" y="93"/>
                  </a:cubicBezTo>
                  <a:cubicBezTo>
                    <a:pt x="124" y="91"/>
                    <a:pt x="125" y="91"/>
                    <a:pt x="127" y="91"/>
                  </a:cubicBezTo>
                  <a:cubicBezTo>
                    <a:pt x="133" y="89"/>
                    <a:pt x="137" y="89"/>
                    <a:pt x="142" y="88"/>
                  </a:cubicBezTo>
                  <a:cubicBezTo>
                    <a:pt x="151" y="88"/>
                    <a:pt x="159" y="86"/>
                    <a:pt x="169" y="89"/>
                  </a:cubicBezTo>
                  <a:cubicBezTo>
                    <a:pt x="170" y="89"/>
                    <a:pt x="178" y="92"/>
                    <a:pt x="182" y="92"/>
                  </a:cubicBezTo>
                  <a:cubicBezTo>
                    <a:pt x="186" y="92"/>
                    <a:pt x="188" y="89"/>
                    <a:pt x="192" y="82"/>
                  </a:cubicBezTo>
                  <a:cubicBezTo>
                    <a:pt x="198" y="72"/>
                    <a:pt x="194" y="66"/>
                    <a:pt x="191" y="62"/>
                  </a:cubicBezTo>
                  <a:cubicBezTo>
                    <a:pt x="188" y="57"/>
                    <a:pt x="184" y="54"/>
                    <a:pt x="177" y="5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7" name="îṥļïḓè"/>
            <p:cNvSpPr/>
            <p:nvPr/>
          </p:nvSpPr>
          <p:spPr bwMode="auto">
            <a:xfrm>
              <a:off x="6516688" y="2886076"/>
              <a:ext cx="320675" cy="814388"/>
            </a:xfrm>
            <a:custGeom>
              <a:avLst/>
              <a:gdLst>
                <a:gd name="T0" fmla="*/ 88 w 89"/>
                <a:gd name="T1" fmla="*/ 110 h 225"/>
                <a:gd name="T2" fmla="*/ 85 w 89"/>
                <a:gd name="T3" fmla="*/ 112 h 225"/>
                <a:gd name="T4" fmla="*/ 71 w 89"/>
                <a:gd name="T5" fmla="*/ 142 h 225"/>
                <a:gd name="T6" fmla="*/ 60 w 89"/>
                <a:gd name="T7" fmla="*/ 165 h 225"/>
                <a:gd name="T8" fmla="*/ 45 w 89"/>
                <a:gd name="T9" fmla="*/ 186 h 225"/>
                <a:gd name="T10" fmla="*/ 42 w 89"/>
                <a:gd name="T11" fmla="*/ 187 h 225"/>
                <a:gd name="T12" fmla="*/ 42 w 89"/>
                <a:gd name="T13" fmla="*/ 184 h 225"/>
                <a:gd name="T14" fmla="*/ 45 w 89"/>
                <a:gd name="T15" fmla="*/ 178 h 225"/>
                <a:gd name="T16" fmla="*/ 51 w 89"/>
                <a:gd name="T17" fmla="*/ 161 h 225"/>
                <a:gd name="T18" fmla="*/ 62 w 89"/>
                <a:gd name="T19" fmla="*/ 133 h 225"/>
                <a:gd name="T20" fmla="*/ 69 w 89"/>
                <a:gd name="T21" fmla="*/ 107 h 225"/>
                <a:gd name="T22" fmla="*/ 66 w 89"/>
                <a:gd name="T23" fmla="*/ 94 h 225"/>
                <a:gd name="T24" fmla="*/ 65 w 89"/>
                <a:gd name="T25" fmla="*/ 90 h 225"/>
                <a:gd name="T26" fmla="*/ 67 w 89"/>
                <a:gd name="T27" fmla="*/ 68 h 225"/>
                <a:gd name="T28" fmla="*/ 73 w 89"/>
                <a:gd name="T29" fmla="*/ 45 h 225"/>
                <a:gd name="T30" fmla="*/ 80 w 89"/>
                <a:gd name="T31" fmla="*/ 34 h 225"/>
                <a:gd name="T32" fmla="*/ 86 w 89"/>
                <a:gd name="T33" fmla="*/ 13 h 225"/>
                <a:gd name="T34" fmla="*/ 79 w 89"/>
                <a:gd name="T35" fmla="*/ 3 h 225"/>
                <a:gd name="T36" fmla="*/ 66 w 89"/>
                <a:gd name="T37" fmla="*/ 2 h 225"/>
                <a:gd name="T38" fmla="*/ 46 w 89"/>
                <a:gd name="T39" fmla="*/ 9 h 225"/>
                <a:gd name="T40" fmla="*/ 29 w 89"/>
                <a:gd name="T41" fmla="*/ 16 h 225"/>
                <a:gd name="T42" fmla="*/ 16 w 89"/>
                <a:gd name="T43" fmla="*/ 23 h 225"/>
                <a:gd name="T44" fmla="*/ 10 w 89"/>
                <a:gd name="T45" fmla="*/ 36 h 225"/>
                <a:gd name="T46" fmla="*/ 16 w 89"/>
                <a:gd name="T47" fmla="*/ 48 h 225"/>
                <a:gd name="T48" fmla="*/ 19 w 89"/>
                <a:gd name="T49" fmla="*/ 52 h 225"/>
                <a:gd name="T50" fmla="*/ 38 w 89"/>
                <a:gd name="T51" fmla="*/ 58 h 225"/>
                <a:gd name="T52" fmla="*/ 52 w 89"/>
                <a:gd name="T53" fmla="*/ 51 h 225"/>
                <a:gd name="T54" fmla="*/ 56 w 89"/>
                <a:gd name="T55" fmla="*/ 53 h 225"/>
                <a:gd name="T56" fmla="*/ 57 w 89"/>
                <a:gd name="T57" fmla="*/ 62 h 225"/>
                <a:gd name="T58" fmla="*/ 55 w 89"/>
                <a:gd name="T59" fmla="*/ 84 h 225"/>
                <a:gd name="T60" fmla="*/ 46 w 89"/>
                <a:gd name="T61" fmla="*/ 91 h 225"/>
                <a:gd name="T62" fmla="*/ 33 w 89"/>
                <a:gd name="T63" fmla="*/ 94 h 225"/>
                <a:gd name="T64" fmla="*/ 5 w 89"/>
                <a:gd name="T65" fmla="*/ 121 h 225"/>
                <a:gd name="T66" fmla="*/ 3 w 89"/>
                <a:gd name="T67" fmla="*/ 145 h 225"/>
                <a:gd name="T68" fmla="*/ 25 w 89"/>
                <a:gd name="T69" fmla="*/ 162 h 225"/>
                <a:gd name="T70" fmla="*/ 27 w 89"/>
                <a:gd name="T71" fmla="*/ 166 h 225"/>
                <a:gd name="T72" fmla="*/ 18 w 89"/>
                <a:gd name="T73" fmla="*/ 194 h 225"/>
                <a:gd name="T74" fmla="*/ 15 w 89"/>
                <a:gd name="T75" fmla="*/ 213 h 225"/>
                <a:gd name="T76" fmla="*/ 29 w 89"/>
                <a:gd name="T77" fmla="*/ 224 h 225"/>
                <a:gd name="T78" fmla="*/ 37 w 89"/>
                <a:gd name="T79" fmla="*/ 219 h 225"/>
                <a:gd name="T80" fmla="*/ 60 w 89"/>
                <a:gd name="T81" fmla="*/ 187 h 225"/>
                <a:gd name="T82" fmla="*/ 67 w 89"/>
                <a:gd name="T83" fmla="*/ 174 h 225"/>
                <a:gd name="T84" fmla="*/ 75 w 89"/>
                <a:gd name="T85" fmla="*/ 154 h 225"/>
                <a:gd name="T86" fmla="*/ 81 w 89"/>
                <a:gd name="T87" fmla="*/ 137 h 225"/>
                <a:gd name="T88" fmla="*/ 86 w 89"/>
                <a:gd name="T89" fmla="*/ 119 h 225"/>
                <a:gd name="T90" fmla="*/ 89 w 89"/>
                <a:gd name="T91" fmla="*/ 113 h 225"/>
                <a:gd name="T92" fmla="*/ 88 w 89"/>
                <a:gd name="T93" fmla="*/ 110 h 225"/>
                <a:gd name="T94" fmla="*/ 38 w 89"/>
                <a:gd name="T95" fmla="*/ 132 h 225"/>
                <a:gd name="T96" fmla="*/ 36 w 89"/>
                <a:gd name="T97" fmla="*/ 135 h 225"/>
                <a:gd name="T98" fmla="*/ 30 w 89"/>
                <a:gd name="T99" fmla="*/ 138 h 225"/>
                <a:gd name="T100" fmla="*/ 26 w 89"/>
                <a:gd name="T101" fmla="*/ 131 h 225"/>
                <a:gd name="T102" fmla="*/ 40 w 89"/>
                <a:gd name="T103" fmla="*/ 113 h 225"/>
                <a:gd name="T104" fmla="*/ 42 w 89"/>
                <a:gd name="T105" fmla="*/ 114 h 225"/>
                <a:gd name="T106" fmla="*/ 41 w 89"/>
                <a:gd name="T107" fmla="*/ 120 h 225"/>
                <a:gd name="T108" fmla="*/ 38 w 89"/>
                <a:gd name="T109" fmla="*/ 13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9" h="225">
                  <a:moveTo>
                    <a:pt x="88" y="110"/>
                  </a:moveTo>
                  <a:cubicBezTo>
                    <a:pt x="87" y="109"/>
                    <a:pt x="86" y="111"/>
                    <a:pt x="85" y="112"/>
                  </a:cubicBezTo>
                  <a:cubicBezTo>
                    <a:pt x="81" y="122"/>
                    <a:pt x="76" y="132"/>
                    <a:pt x="71" y="142"/>
                  </a:cubicBezTo>
                  <a:cubicBezTo>
                    <a:pt x="68" y="149"/>
                    <a:pt x="64" y="157"/>
                    <a:pt x="60" y="165"/>
                  </a:cubicBezTo>
                  <a:cubicBezTo>
                    <a:pt x="56" y="172"/>
                    <a:pt x="52" y="180"/>
                    <a:pt x="45" y="186"/>
                  </a:cubicBezTo>
                  <a:cubicBezTo>
                    <a:pt x="44" y="187"/>
                    <a:pt x="43" y="187"/>
                    <a:pt x="42" y="187"/>
                  </a:cubicBezTo>
                  <a:cubicBezTo>
                    <a:pt x="42" y="186"/>
                    <a:pt x="42" y="185"/>
                    <a:pt x="42" y="184"/>
                  </a:cubicBezTo>
                  <a:cubicBezTo>
                    <a:pt x="43" y="182"/>
                    <a:pt x="44" y="180"/>
                    <a:pt x="45" y="178"/>
                  </a:cubicBezTo>
                  <a:cubicBezTo>
                    <a:pt x="47" y="172"/>
                    <a:pt x="49" y="167"/>
                    <a:pt x="51" y="161"/>
                  </a:cubicBezTo>
                  <a:cubicBezTo>
                    <a:pt x="55" y="152"/>
                    <a:pt x="59" y="142"/>
                    <a:pt x="62" y="133"/>
                  </a:cubicBezTo>
                  <a:cubicBezTo>
                    <a:pt x="65" y="124"/>
                    <a:pt x="67" y="116"/>
                    <a:pt x="69" y="107"/>
                  </a:cubicBezTo>
                  <a:cubicBezTo>
                    <a:pt x="70" y="103"/>
                    <a:pt x="69" y="98"/>
                    <a:pt x="66" y="94"/>
                  </a:cubicBezTo>
                  <a:cubicBezTo>
                    <a:pt x="66" y="93"/>
                    <a:pt x="65" y="91"/>
                    <a:pt x="65" y="90"/>
                  </a:cubicBezTo>
                  <a:cubicBezTo>
                    <a:pt x="66" y="82"/>
                    <a:pt x="66" y="75"/>
                    <a:pt x="67" y="68"/>
                  </a:cubicBezTo>
                  <a:cubicBezTo>
                    <a:pt x="68" y="60"/>
                    <a:pt x="70" y="53"/>
                    <a:pt x="73" y="45"/>
                  </a:cubicBezTo>
                  <a:cubicBezTo>
                    <a:pt x="75" y="41"/>
                    <a:pt x="77" y="38"/>
                    <a:pt x="80" y="34"/>
                  </a:cubicBezTo>
                  <a:cubicBezTo>
                    <a:pt x="85" y="28"/>
                    <a:pt x="86" y="20"/>
                    <a:pt x="86" y="13"/>
                  </a:cubicBezTo>
                  <a:cubicBezTo>
                    <a:pt x="86" y="9"/>
                    <a:pt x="84" y="5"/>
                    <a:pt x="79" y="3"/>
                  </a:cubicBezTo>
                  <a:cubicBezTo>
                    <a:pt x="75" y="1"/>
                    <a:pt x="70" y="0"/>
                    <a:pt x="66" y="2"/>
                  </a:cubicBezTo>
                  <a:cubicBezTo>
                    <a:pt x="59" y="5"/>
                    <a:pt x="52" y="6"/>
                    <a:pt x="46" y="9"/>
                  </a:cubicBezTo>
                  <a:cubicBezTo>
                    <a:pt x="40" y="11"/>
                    <a:pt x="34" y="13"/>
                    <a:pt x="29" y="16"/>
                  </a:cubicBezTo>
                  <a:cubicBezTo>
                    <a:pt x="24" y="18"/>
                    <a:pt x="20" y="20"/>
                    <a:pt x="16" y="23"/>
                  </a:cubicBezTo>
                  <a:cubicBezTo>
                    <a:pt x="12" y="26"/>
                    <a:pt x="10" y="31"/>
                    <a:pt x="10" y="36"/>
                  </a:cubicBezTo>
                  <a:cubicBezTo>
                    <a:pt x="11" y="40"/>
                    <a:pt x="12" y="44"/>
                    <a:pt x="16" y="48"/>
                  </a:cubicBezTo>
                  <a:cubicBezTo>
                    <a:pt x="17" y="49"/>
                    <a:pt x="18" y="50"/>
                    <a:pt x="19" y="52"/>
                  </a:cubicBezTo>
                  <a:cubicBezTo>
                    <a:pt x="23" y="58"/>
                    <a:pt x="31" y="61"/>
                    <a:pt x="38" y="58"/>
                  </a:cubicBezTo>
                  <a:cubicBezTo>
                    <a:pt x="43" y="56"/>
                    <a:pt x="47" y="53"/>
                    <a:pt x="52" y="51"/>
                  </a:cubicBezTo>
                  <a:cubicBezTo>
                    <a:pt x="54" y="49"/>
                    <a:pt x="56" y="50"/>
                    <a:pt x="56" y="53"/>
                  </a:cubicBezTo>
                  <a:cubicBezTo>
                    <a:pt x="56" y="55"/>
                    <a:pt x="56" y="58"/>
                    <a:pt x="57" y="62"/>
                  </a:cubicBezTo>
                  <a:cubicBezTo>
                    <a:pt x="56" y="69"/>
                    <a:pt x="56" y="77"/>
                    <a:pt x="55" y="84"/>
                  </a:cubicBezTo>
                  <a:cubicBezTo>
                    <a:pt x="54" y="90"/>
                    <a:pt x="51" y="91"/>
                    <a:pt x="46" y="91"/>
                  </a:cubicBezTo>
                  <a:cubicBezTo>
                    <a:pt x="42" y="91"/>
                    <a:pt x="37" y="92"/>
                    <a:pt x="33" y="94"/>
                  </a:cubicBezTo>
                  <a:cubicBezTo>
                    <a:pt x="20" y="99"/>
                    <a:pt x="12" y="109"/>
                    <a:pt x="5" y="121"/>
                  </a:cubicBezTo>
                  <a:cubicBezTo>
                    <a:pt x="1" y="129"/>
                    <a:pt x="0" y="136"/>
                    <a:pt x="3" y="145"/>
                  </a:cubicBezTo>
                  <a:cubicBezTo>
                    <a:pt x="8" y="155"/>
                    <a:pt x="14" y="161"/>
                    <a:pt x="25" y="162"/>
                  </a:cubicBezTo>
                  <a:cubicBezTo>
                    <a:pt x="27" y="162"/>
                    <a:pt x="28" y="163"/>
                    <a:pt x="27" y="166"/>
                  </a:cubicBezTo>
                  <a:cubicBezTo>
                    <a:pt x="24" y="175"/>
                    <a:pt x="21" y="185"/>
                    <a:pt x="18" y="194"/>
                  </a:cubicBezTo>
                  <a:cubicBezTo>
                    <a:pt x="16" y="201"/>
                    <a:pt x="14" y="207"/>
                    <a:pt x="15" y="213"/>
                  </a:cubicBezTo>
                  <a:cubicBezTo>
                    <a:pt x="17" y="220"/>
                    <a:pt x="23" y="225"/>
                    <a:pt x="29" y="224"/>
                  </a:cubicBezTo>
                  <a:cubicBezTo>
                    <a:pt x="32" y="223"/>
                    <a:pt x="34" y="221"/>
                    <a:pt x="37" y="219"/>
                  </a:cubicBezTo>
                  <a:cubicBezTo>
                    <a:pt x="47" y="211"/>
                    <a:pt x="54" y="199"/>
                    <a:pt x="60" y="187"/>
                  </a:cubicBezTo>
                  <a:cubicBezTo>
                    <a:pt x="62" y="183"/>
                    <a:pt x="65" y="179"/>
                    <a:pt x="67" y="174"/>
                  </a:cubicBezTo>
                  <a:cubicBezTo>
                    <a:pt x="70" y="168"/>
                    <a:pt x="72" y="161"/>
                    <a:pt x="75" y="154"/>
                  </a:cubicBezTo>
                  <a:cubicBezTo>
                    <a:pt x="77" y="149"/>
                    <a:pt x="81" y="137"/>
                    <a:pt x="81" y="137"/>
                  </a:cubicBezTo>
                  <a:cubicBezTo>
                    <a:pt x="83" y="131"/>
                    <a:pt x="84" y="125"/>
                    <a:pt x="86" y="119"/>
                  </a:cubicBezTo>
                  <a:cubicBezTo>
                    <a:pt x="87" y="117"/>
                    <a:pt x="88" y="115"/>
                    <a:pt x="89" y="113"/>
                  </a:cubicBezTo>
                  <a:cubicBezTo>
                    <a:pt x="89" y="112"/>
                    <a:pt x="89" y="110"/>
                    <a:pt x="88" y="110"/>
                  </a:cubicBezTo>
                  <a:close/>
                  <a:moveTo>
                    <a:pt x="38" y="132"/>
                  </a:moveTo>
                  <a:cubicBezTo>
                    <a:pt x="37" y="133"/>
                    <a:pt x="37" y="135"/>
                    <a:pt x="36" y="135"/>
                  </a:cubicBezTo>
                  <a:cubicBezTo>
                    <a:pt x="34" y="137"/>
                    <a:pt x="33" y="140"/>
                    <a:pt x="30" y="138"/>
                  </a:cubicBezTo>
                  <a:cubicBezTo>
                    <a:pt x="27" y="138"/>
                    <a:pt x="25" y="134"/>
                    <a:pt x="26" y="131"/>
                  </a:cubicBezTo>
                  <a:cubicBezTo>
                    <a:pt x="27" y="122"/>
                    <a:pt x="33" y="117"/>
                    <a:pt x="40" y="113"/>
                  </a:cubicBezTo>
                  <a:cubicBezTo>
                    <a:pt x="40" y="113"/>
                    <a:pt x="42" y="114"/>
                    <a:pt x="42" y="114"/>
                  </a:cubicBezTo>
                  <a:cubicBezTo>
                    <a:pt x="42" y="117"/>
                    <a:pt x="42" y="119"/>
                    <a:pt x="41" y="120"/>
                  </a:cubicBezTo>
                  <a:cubicBezTo>
                    <a:pt x="40" y="124"/>
                    <a:pt x="39" y="128"/>
                    <a:pt x="38" y="13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9" name="ïṥliḍè"/>
            <p:cNvSpPr/>
            <p:nvPr/>
          </p:nvSpPr>
          <p:spPr bwMode="auto">
            <a:xfrm>
              <a:off x="9513888" y="2643188"/>
              <a:ext cx="549275" cy="379413"/>
            </a:xfrm>
            <a:custGeom>
              <a:avLst/>
              <a:gdLst>
                <a:gd name="T0" fmla="*/ 10 w 152"/>
                <a:gd name="T1" fmla="*/ 98 h 105"/>
                <a:gd name="T2" fmla="*/ 15 w 152"/>
                <a:gd name="T3" fmla="*/ 100 h 105"/>
                <a:gd name="T4" fmla="*/ 31 w 152"/>
                <a:gd name="T5" fmla="*/ 103 h 105"/>
                <a:gd name="T6" fmla="*/ 37 w 152"/>
                <a:gd name="T7" fmla="*/ 96 h 105"/>
                <a:gd name="T8" fmla="*/ 38 w 152"/>
                <a:gd name="T9" fmla="*/ 85 h 105"/>
                <a:gd name="T10" fmla="*/ 37 w 152"/>
                <a:gd name="T11" fmla="*/ 75 h 105"/>
                <a:gd name="T12" fmla="*/ 38 w 152"/>
                <a:gd name="T13" fmla="*/ 56 h 105"/>
                <a:gd name="T14" fmla="*/ 41 w 152"/>
                <a:gd name="T15" fmla="*/ 54 h 105"/>
                <a:gd name="T16" fmla="*/ 43 w 152"/>
                <a:gd name="T17" fmla="*/ 56 h 105"/>
                <a:gd name="T18" fmla="*/ 59 w 152"/>
                <a:gd name="T19" fmla="*/ 71 h 105"/>
                <a:gd name="T20" fmla="*/ 60 w 152"/>
                <a:gd name="T21" fmla="*/ 77 h 105"/>
                <a:gd name="T22" fmla="*/ 53 w 152"/>
                <a:gd name="T23" fmla="*/ 84 h 105"/>
                <a:gd name="T24" fmla="*/ 48 w 152"/>
                <a:gd name="T25" fmla="*/ 90 h 105"/>
                <a:gd name="T26" fmla="*/ 48 w 152"/>
                <a:gd name="T27" fmla="*/ 100 h 105"/>
                <a:gd name="T28" fmla="*/ 57 w 152"/>
                <a:gd name="T29" fmla="*/ 97 h 105"/>
                <a:gd name="T30" fmla="*/ 124 w 152"/>
                <a:gd name="T31" fmla="*/ 46 h 105"/>
                <a:gd name="T32" fmla="*/ 133 w 152"/>
                <a:gd name="T33" fmla="*/ 41 h 105"/>
                <a:gd name="T34" fmla="*/ 136 w 152"/>
                <a:gd name="T35" fmla="*/ 40 h 105"/>
                <a:gd name="T36" fmla="*/ 144 w 152"/>
                <a:gd name="T37" fmla="*/ 36 h 105"/>
                <a:gd name="T38" fmla="*/ 149 w 152"/>
                <a:gd name="T39" fmla="*/ 30 h 105"/>
                <a:gd name="T40" fmla="*/ 152 w 152"/>
                <a:gd name="T41" fmla="*/ 20 h 105"/>
                <a:gd name="T42" fmla="*/ 151 w 152"/>
                <a:gd name="T43" fmla="*/ 14 h 105"/>
                <a:gd name="T44" fmla="*/ 148 w 152"/>
                <a:gd name="T45" fmla="*/ 9 h 105"/>
                <a:gd name="T46" fmla="*/ 139 w 152"/>
                <a:gd name="T47" fmla="*/ 1 h 105"/>
                <a:gd name="T48" fmla="*/ 129 w 152"/>
                <a:gd name="T49" fmla="*/ 0 h 105"/>
                <a:gd name="T50" fmla="*/ 118 w 152"/>
                <a:gd name="T51" fmla="*/ 3 h 105"/>
                <a:gd name="T52" fmla="*/ 114 w 152"/>
                <a:gd name="T53" fmla="*/ 6 h 105"/>
                <a:gd name="T54" fmla="*/ 113 w 152"/>
                <a:gd name="T55" fmla="*/ 7 h 105"/>
                <a:gd name="T56" fmla="*/ 117 w 152"/>
                <a:gd name="T57" fmla="*/ 10 h 105"/>
                <a:gd name="T58" fmla="*/ 116 w 152"/>
                <a:gd name="T59" fmla="*/ 15 h 105"/>
                <a:gd name="T60" fmla="*/ 108 w 152"/>
                <a:gd name="T61" fmla="*/ 28 h 105"/>
                <a:gd name="T62" fmla="*/ 77 w 152"/>
                <a:gd name="T63" fmla="*/ 62 h 105"/>
                <a:gd name="T64" fmla="*/ 78 w 152"/>
                <a:gd name="T65" fmla="*/ 50 h 105"/>
                <a:gd name="T66" fmla="*/ 74 w 152"/>
                <a:gd name="T67" fmla="*/ 26 h 105"/>
                <a:gd name="T68" fmla="*/ 66 w 152"/>
                <a:gd name="T69" fmla="*/ 19 h 105"/>
                <a:gd name="T70" fmla="*/ 59 w 152"/>
                <a:gd name="T71" fmla="*/ 21 h 105"/>
                <a:gd name="T72" fmla="*/ 58 w 152"/>
                <a:gd name="T73" fmla="*/ 22 h 105"/>
                <a:gd name="T74" fmla="*/ 46 w 152"/>
                <a:gd name="T75" fmla="*/ 36 h 105"/>
                <a:gd name="T76" fmla="*/ 36 w 152"/>
                <a:gd name="T77" fmla="*/ 54 h 105"/>
                <a:gd name="T78" fmla="*/ 33 w 152"/>
                <a:gd name="T79" fmla="*/ 55 h 105"/>
                <a:gd name="T80" fmla="*/ 32 w 152"/>
                <a:gd name="T81" fmla="*/ 52 h 105"/>
                <a:gd name="T82" fmla="*/ 28 w 152"/>
                <a:gd name="T83" fmla="*/ 37 h 105"/>
                <a:gd name="T84" fmla="*/ 18 w 152"/>
                <a:gd name="T85" fmla="*/ 33 h 105"/>
                <a:gd name="T86" fmla="*/ 5 w 152"/>
                <a:gd name="T87" fmla="*/ 44 h 105"/>
                <a:gd name="T88" fmla="*/ 0 w 152"/>
                <a:gd name="T89" fmla="*/ 72 h 105"/>
                <a:gd name="T90" fmla="*/ 0 w 152"/>
                <a:gd name="T91" fmla="*/ 83 h 105"/>
                <a:gd name="T92" fmla="*/ 10 w 152"/>
                <a:gd name="T93" fmla="*/ 9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2" h="105">
                  <a:moveTo>
                    <a:pt x="10" y="98"/>
                  </a:moveTo>
                  <a:cubicBezTo>
                    <a:pt x="12" y="99"/>
                    <a:pt x="14" y="99"/>
                    <a:pt x="15" y="100"/>
                  </a:cubicBezTo>
                  <a:cubicBezTo>
                    <a:pt x="20" y="103"/>
                    <a:pt x="25" y="105"/>
                    <a:pt x="31" y="103"/>
                  </a:cubicBezTo>
                  <a:cubicBezTo>
                    <a:pt x="34" y="102"/>
                    <a:pt x="36" y="100"/>
                    <a:pt x="37" y="96"/>
                  </a:cubicBezTo>
                  <a:cubicBezTo>
                    <a:pt x="37" y="93"/>
                    <a:pt x="38" y="89"/>
                    <a:pt x="38" y="85"/>
                  </a:cubicBezTo>
                  <a:cubicBezTo>
                    <a:pt x="38" y="82"/>
                    <a:pt x="38" y="78"/>
                    <a:pt x="37" y="75"/>
                  </a:cubicBezTo>
                  <a:cubicBezTo>
                    <a:pt x="35" y="68"/>
                    <a:pt x="35" y="62"/>
                    <a:pt x="38" y="56"/>
                  </a:cubicBezTo>
                  <a:cubicBezTo>
                    <a:pt x="39" y="56"/>
                    <a:pt x="40" y="54"/>
                    <a:pt x="41" y="54"/>
                  </a:cubicBezTo>
                  <a:cubicBezTo>
                    <a:pt x="41" y="54"/>
                    <a:pt x="42" y="55"/>
                    <a:pt x="43" y="56"/>
                  </a:cubicBezTo>
                  <a:cubicBezTo>
                    <a:pt x="46" y="63"/>
                    <a:pt x="52" y="68"/>
                    <a:pt x="59" y="71"/>
                  </a:cubicBezTo>
                  <a:cubicBezTo>
                    <a:pt x="66" y="73"/>
                    <a:pt x="60" y="77"/>
                    <a:pt x="60" y="77"/>
                  </a:cubicBezTo>
                  <a:cubicBezTo>
                    <a:pt x="60" y="77"/>
                    <a:pt x="54" y="83"/>
                    <a:pt x="53" y="84"/>
                  </a:cubicBezTo>
                  <a:cubicBezTo>
                    <a:pt x="52" y="86"/>
                    <a:pt x="48" y="90"/>
                    <a:pt x="48" y="90"/>
                  </a:cubicBezTo>
                  <a:cubicBezTo>
                    <a:pt x="49" y="91"/>
                    <a:pt x="47" y="99"/>
                    <a:pt x="48" y="100"/>
                  </a:cubicBezTo>
                  <a:cubicBezTo>
                    <a:pt x="50" y="101"/>
                    <a:pt x="57" y="97"/>
                    <a:pt x="57" y="97"/>
                  </a:cubicBezTo>
                  <a:cubicBezTo>
                    <a:pt x="57" y="97"/>
                    <a:pt x="115" y="53"/>
                    <a:pt x="124" y="46"/>
                  </a:cubicBezTo>
                  <a:cubicBezTo>
                    <a:pt x="125" y="44"/>
                    <a:pt x="131" y="42"/>
                    <a:pt x="133" y="41"/>
                  </a:cubicBezTo>
                  <a:cubicBezTo>
                    <a:pt x="134" y="41"/>
                    <a:pt x="135" y="40"/>
                    <a:pt x="136" y="40"/>
                  </a:cubicBezTo>
                  <a:cubicBezTo>
                    <a:pt x="139" y="39"/>
                    <a:pt x="142" y="38"/>
                    <a:pt x="144" y="36"/>
                  </a:cubicBezTo>
                  <a:cubicBezTo>
                    <a:pt x="146" y="35"/>
                    <a:pt x="149" y="31"/>
                    <a:pt x="149" y="30"/>
                  </a:cubicBezTo>
                  <a:cubicBezTo>
                    <a:pt x="152" y="25"/>
                    <a:pt x="151" y="21"/>
                    <a:pt x="152" y="20"/>
                  </a:cubicBezTo>
                  <a:cubicBezTo>
                    <a:pt x="152" y="19"/>
                    <a:pt x="151" y="15"/>
                    <a:pt x="151" y="14"/>
                  </a:cubicBezTo>
                  <a:cubicBezTo>
                    <a:pt x="150" y="11"/>
                    <a:pt x="148" y="9"/>
                    <a:pt x="148" y="9"/>
                  </a:cubicBezTo>
                  <a:cubicBezTo>
                    <a:pt x="147" y="6"/>
                    <a:pt x="142" y="2"/>
                    <a:pt x="139" y="1"/>
                  </a:cubicBezTo>
                  <a:cubicBezTo>
                    <a:pt x="138" y="1"/>
                    <a:pt x="133" y="0"/>
                    <a:pt x="129" y="0"/>
                  </a:cubicBezTo>
                  <a:cubicBezTo>
                    <a:pt x="124" y="1"/>
                    <a:pt x="121" y="2"/>
                    <a:pt x="118" y="3"/>
                  </a:cubicBezTo>
                  <a:cubicBezTo>
                    <a:pt x="116" y="4"/>
                    <a:pt x="114" y="5"/>
                    <a:pt x="114" y="6"/>
                  </a:cubicBezTo>
                  <a:cubicBezTo>
                    <a:pt x="113" y="6"/>
                    <a:pt x="112" y="7"/>
                    <a:pt x="113" y="7"/>
                  </a:cubicBezTo>
                  <a:cubicBezTo>
                    <a:pt x="113" y="8"/>
                    <a:pt x="116" y="9"/>
                    <a:pt x="117" y="10"/>
                  </a:cubicBezTo>
                  <a:cubicBezTo>
                    <a:pt x="118" y="12"/>
                    <a:pt x="117" y="13"/>
                    <a:pt x="116" y="15"/>
                  </a:cubicBezTo>
                  <a:cubicBezTo>
                    <a:pt x="115" y="18"/>
                    <a:pt x="113" y="22"/>
                    <a:pt x="108" y="28"/>
                  </a:cubicBezTo>
                  <a:cubicBezTo>
                    <a:pt x="103" y="34"/>
                    <a:pt x="81" y="58"/>
                    <a:pt x="77" y="62"/>
                  </a:cubicBezTo>
                  <a:cubicBezTo>
                    <a:pt x="77" y="61"/>
                    <a:pt x="78" y="54"/>
                    <a:pt x="78" y="50"/>
                  </a:cubicBezTo>
                  <a:cubicBezTo>
                    <a:pt x="79" y="42"/>
                    <a:pt x="80" y="33"/>
                    <a:pt x="74" y="26"/>
                  </a:cubicBezTo>
                  <a:cubicBezTo>
                    <a:pt x="72" y="23"/>
                    <a:pt x="69" y="20"/>
                    <a:pt x="66" y="19"/>
                  </a:cubicBezTo>
                  <a:cubicBezTo>
                    <a:pt x="65" y="18"/>
                    <a:pt x="62" y="20"/>
                    <a:pt x="59" y="21"/>
                  </a:cubicBezTo>
                  <a:cubicBezTo>
                    <a:pt x="59" y="21"/>
                    <a:pt x="59" y="22"/>
                    <a:pt x="58" y="22"/>
                  </a:cubicBezTo>
                  <a:cubicBezTo>
                    <a:pt x="52" y="24"/>
                    <a:pt x="48" y="29"/>
                    <a:pt x="46" y="36"/>
                  </a:cubicBezTo>
                  <a:cubicBezTo>
                    <a:pt x="44" y="42"/>
                    <a:pt x="41" y="49"/>
                    <a:pt x="36" y="54"/>
                  </a:cubicBezTo>
                  <a:cubicBezTo>
                    <a:pt x="35" y="54"/>
                    <a:pt x="34" y="55"/>
                    <a:pt x="33" y="55"/>
                  </a:cubicBezTo>
                  <a:cubicBezTo>
                    <a:pt x="32" y="54"/>
                    <a:pt x="32" y="53"/>
                    <a:pt x="32" y="52"/>
                  </a:cubicBezTo>
                  <a:cubicBezTo>
                    <a:pt x="30" y="47"/>
                    <a:pt x="30" y="42"/>
                    <a:pt x="28" y="37"/>
                  </a:cubicBezTo>
                  <a:cubicBezTo>
                    <a:pt x="26" y="33"/>
                    <a:pt x="22" y="31"/>
                    <a:pt x="18" y="33"/>
                  </a:cubicBezTo>
                  <a:cubicBezTo>
                    <a:pt x="12" y="35"/>
                    <a:pt x="8" y="39"/>
                    <a:pt x="5" y="44"/>
                  </a:cubicBezTo>
                  <a:cubicBezTo>
                    <a:pt x="1" y="53"/>
                    <a:pt x="0" y="63"/>
                    <a:pt x="0" y="72"/>
                  </a:cubicBezTo>
                  <a:cubicBezTo>
                    <a:pt x="0" y="76"/>
                    <a:pt x="0" y="80"/>
                    <a:pt x="0" y="83"/>
                  </a:cubicBezTo>
                  <a:cubicBezTo>
                    <a:pt x="2" y="89"/>
                    <a:pt x="3" y="95"/>
                    <a:pt x="10" y="9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0" name="iśḷíḓê"/>
            <p:cNvSpPr/>
            <p:nvPr/>
          </p:nvSpPr>
          <p:spPr bwMode="auto">
            <a:xfrm>
              <a:off x="9531350" y="2911476"/>
              <a:ext cx="625475" cy="238125"/>
            </a:xfrm>
            <a:custGeom>
              <a:avLst/>
              <a:gdLst>
                <a:gd name="T0" fmla="*/ 113 w 173"/>
                <a:gd name="T1" fmla="*/ 3 h 66"/>
                <a:gd name="T2" fmla="*/ 76 w 173"/>
                <a:gd name="T3" fmla="*/ 14 h 66"/>
                <a:gd name="T4" fmla="*/ 31 w 173"/>
                <a:gd name="T5" fmla="*/ 38 h 66"/>
                <a:gd name="T6" fmla="*/ 1 w 173"/>
                <a:gd name="T7" fmla="*/ 58 h 66"/>
                <a:gd name="T8" fmla="*/ 2 w 173"/>
                <a:gd name="T9" fmla="*/ 59 h 66"/>
                <a:gd name="T10" fmla="*/ 17 w 173"/>
                <a:gd name="T11" fmla="*/ 57 h 66"/>
                <a:gd name="T12" fmla="*/ 40 w 173"/>
                <a:gd name="T13" fmla="*/ 51 h 66"/>
                <a:gd name="T14" fmla="*/ 54 w 173"/>
                <a:gd name="T15" fmla="*/ 41 h 66"/>
                <a:gd name="T16" fmla="*/ 93 w 173"/>
                <a:gd name="T17" fmla="*/ 20 h 66"/>
                <a:gd name="T18" fmla="*/ 144 w 173"/>
                <a:gd name="T19" fmla="*/ 10 h 66"/>
                <a:gd name="T20" fmla="*/ 154 w 173"/>
                <a:gd name="T21" fmla="*/ 18 h 66"/>
                <a:gd name="T22" fmla="*/ 146 w 173"/>
                <a:gd name="T23" fmla="*/ 35 h 66"/>
                <a:gd name="T24" fmla="*/ 129 w 173"/>
                <a:gd name="T25" fmla="*/ 50 h 66"/>
                <a:gd name="T26" fmla="*/ 106 w 173"/>
                <a:gd name="T27" fmla="*/ 63 h 66"/>
                <a:gd name="T28" fmla="*/ 106 w 173"/>
                <a:gd name="T29" fmla="*/ 64 h 66"/>
                <a:gd name="T30" fmla="*/ 106 w 173"/>
                <a:gd name="T31" fmla="*/ 64 h 66"/>
                <a:gd name="T32" fmla="*/ 107 w 173"/>
                <a:gd name="T33" fmla="*/ 65 h 66"/>
                <a:gd name="T34" fmla="*/ 110 w 173"/>
                <a:gd name="T35" fmla="*/ 66 h 66"/>
                <a:gd name="T36" fmla="*/ 123 w 173"/>
                <a:gd name="T37" fmla="*/ 66 h 66"/>
                <a:gd name="T38" fmla="*/ 160 w 173"/>
                <a:gd name="T39" fmla="*/ 51 h 66"/>
                <a:gd name="T40" fmla="*/ 173 w 173"/>
                <a:gd name="T41" fmla="*/ 30 h 66"/>
                <a:gd name="T42" fmla="*/ 171 w 173"/>
                <a:gd name="T43" fmla="*/ 16 h 66"/>
                <a:gd name="T44" fmla="*/ 153 w 173"/>
                <a:gd name="T45" fmla="*/ 3 h 66"/>
                <a:gd name="T46" fmla="*/ 113 w 173"/>
                <a:gd name="T47" fmla="*/ 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66">
                  <a:moveTo>
                    <a:pt x="113" y="3"/>
                  </a:moveTo>
                  <a:cubicBezTo>
                    <a:pt x="100" y="6"/>
                    <a:pt x="96" y="6"/>
                    <a:pt x="76" y="14"/>
                  </a:cubicBezTo>
                  <a:cubicBezTo>
                    <a:pt x="55" y="22"/>
                    <a:pt x="36" y="35"/>
                    <a:pt x="31" y="38"/>
                  </a:cubicBezTo>
                  <a:cubicBezTo>
                    <a:pt x="24" y="42"/>
                    <a:pt x="3" y="56"/>
                    <a:pt x="1" y="58"/>
                  </a:cubicBezTo>
                  <a:cubicBezTo>
                    <a:pt x="0" y="59"/>
                    <a:pt x="1" y="59"/>
                    <a:pt x="2" y="59"/>
                  </a:cubicBezTo>
                  <a:cubicBezTo>
                    <a:pt x="3" y="59"/>
                    <a:pt x="14" y="57"/>
                    <a:pt x="17" y="57"/>
                  </a:cubicBezTo>
                  <a:cubicBezTo>
                    <a:pt x="25" y="57"/>
                    <a:pt x="32" y="55"/>
                    <a:pt x="40" y="51"/>
                  </a:cubicBezTo>
                  <a:cubicBezTo>
                    <a:pt x="45" y="48"/>
                    <a:pt x="50" y="45"/>
                    <a:pt x="54" y="41"/>
                  </a:cubicBezTo>
                  <a:cubicBezTo>
                    <a:pt x="65" y="32"/>
                    <a:pt x="86" y="23"/>
                    <a:pt x="93" y="20"/>
                  </a:cubicBezTo>
                  <a:cubicBezTo>
                    <a:pt x="110" y="14"/>
                    <a:pt x="133" y="9"/>
                    <a:pt x="144" y="10"/>
                  </a:cubicBezTo>
                  <a:cubicBezTo>
                    <a:pt x="149" y="10"/>
                    <a:pt x="153" y="13"/>
                    <a:pt x="154" y="18"/>
                  </a:cubicBezTo>
                  <a:cubicBezTo>
                    <a:pt x="155" y="23"/>
                    <a:pt x="149" y="32"/>
                    <a:pt x="146" y="35"/>
                  </a:cubicBezTo>
                  <a:cubicBezTo>
                    <a:pt x="143" y="38"/>
                    <a:pt x="136" y="44"/>
                    <a:pt x="129" y="50"/>
                  </a:cubicBezTo>
                  <a:cubicBezTo>
                    <a:pt x="120" y="56"/>
                    <a:pt x="107" y="63"/>
                    <a:pt x="106" y="63"/>
                  </a:cubicBezTo>
                  <a:cubicBezTo>
                    <a:pt x="106" y="64"/>
                    <a:pt x="106" y="64"/>
                    <a:pt x="106" y="64"/>
                  </a:cubicBezTo>
                  <a:cubicBezTo>
                    <a:pt x="106" y="64"/>
                    <a:pt x="106" y="64"/>
                    <a:pt x="106" y="64"/>
                  </a:cubicBezTo>
                  <a:cubicBezTo>
                    <a:pt x="106" y="65"/>
                    <a:pt x="106" y="65"/>
                    <a:pt x="107" y="65"/>
                  </a:cubicBezTo>
                  <a:cubicBezTo>
                    <a:pt x="107" y="65"/>
                    <a:pt x="108" y="66"/>
                    <a:pt x="110" y="66"/>
                  </a:cubicBezTo>
                  <a:cubicBezTo>
                    <a:pt x="111" y="66"/>
                    <a:pt x="122" y="66"/>
                    <a:pt x="123" y="66"/>
                  </a:cubicBezTo>
                  <a:cubicBezTo>
                    <a:pt x="131" y="65"/>
                    <a:pt x="147" y="63"/>
                    <a:pt x="160" y="51"/>
                  </a:cubicBezTo>
                  <a:cubicBezTo>
                    <a:pt x="167" y="45"/>
                    <a:pt x="172" y="40"/>
                    <a:pt x="173" y="30"/>
                  </a:cubicBezTo>
                  <a:cubicBezTo>
                    <a:pt x="173" y="26"/>
                    <a:pt x="173" y="22"/>
                    <a:pt x="171" y="16"/>
                  </a:cubicBezTo>
                  <a:cubicBezTo>
                    <a:pt x="167" y="9"/>
                    <a:pt x="159" y="5"/>
                    <a:pt x="153" y="3"/>
                  </a:cubicBezTo>
                  <a:cubicBezTo>
                    <a:pt x="143" y="0"/>
                    <a:pt x="127" y="0"/>
                    <a:pt x="113"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1" name="isļiḓe"/>
            <p:cNvSpPr/>
            <p:nvPr/>
          </p:nvSpPr>
          <p:spPr bwMode="auto">
            <a:xfrm>
              <a:off x="5788025" y="2686051"/>
              <a:ext cx="219075" cy="239713"/>
            </a:xfrm>
            <a:custGeom>
              <a:avLst/>
              <a:gdLst>
                <a:gd name="T0" fmla="*/ 12 w 61"/>
                <a:gd name="T1" fmla="*/ 37 h 66"/>
                <a:gd name="T2" fmla="*/ 15 w 61"/>
                <a:gd name="T3" fmla="*/ 42 h 66"/>
                <a:gd name="T4" fmla="*/ 16 w 61"/>
                <a:gd name="T5" fmla="*/ 47 h 66"/>
                <a:gd name="T6" fmla="*/ 10 w 61"/>
                <a:gd name="T7" fmla="*/ 55 h 66"/>
                <a:gd name="T8" fmla="*/ 4 w 61"/>
                <a:gd name="T9" fmla="*/ 65 h 66"/>
                <a:gd name="T10" fmla="*/ 14 w 61"/>
                <a:gd name="T11" fmla="*/ 58 h 66"/>
                <a:gd name="T12" fmla="*/ 25 w 61"/>
                <a:gd name="T13" fmla="*/ 56 h 66"/>
                <a:gd name="T14" fmla="*/ 46 w 61"/>
                <a:gd name="T15" fmla="*/ 57 h 66"/>
                <a:gd name="T16" fmla="*/ 58 w 61"/>
                <a:gd name="T17" fmla="*/ 48 h 66"/>
                <a:gd name="T18" fmla="*/ 55 w 61"/>
                <a:gd name="T19" fmla="*/ 23 h 66"/>
                <a:gd name="T20" fmla="*/ 46 w 61"/>
                <a:gd name="T21" fmla="*/ 12 h 66"/>
                <a:gd name="T22" fmla="*/ 29 w 61"/>
                <a:gd name="T23" fmla="*/ 3 h 66"/>
                <a:gd name="T24" fmla="*/ 20 w 61"/>
                <a:gd name="T25" fmla="*/ 3 h 66"/>
                <a:gd name="T26" fmla="*/ 11 w 61"/>
                <a:gd name="T27" fmla="*/ 9 h 66"/>
                <a:gd name="T28" fmla="*/ 7 w 61"/>
                <a:gd name="T29" fmla="*/ 31 h 66"/>
                <a:gd name="T30" fmla="*/ 12 w 61"/>
                <a:gd name="T31"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6">
                  <a:moveTo>
                    <a:pt x="12" y="37"/>
                  </a:moveTo>
                  <a:cubicBezTo>
                    <a:pt x="13" y="39"/>
                    <a:pt x="14" y="41"/>
                    <a:pt x="15" y="42"/>
                  </a:cubicBezTo>
                  <a:cubicBezTo>
                    <a:pt x="17" y="44"/>
                    <a:pt x="17" y="45"/>
                    <a:pt x="16" y="47"/>
                  </a:cubicBezTo>
                  <a:cubicBezTo>
                    <a:pt x="14" y="50"/>
                    <a:pt x="12" y="52"/>
                    <a:pt x="10" y="55"/>
                  </a:cubicBezTo>
                  <a:cubicBezTo>
                    <a:pt x="9" y="57"/>
                    <a:pt x="3" y="63"/>
                    <a:pt x="4" y="65"/>
                  </a:cubicBezTo>
                  <a:cubicBezTo>
                    <a:pt x="5" y="66"/>
                    <a:pt x="11" y="60"/>
                    <a:pt x="14" y="58"/>
                  </a:cubicBezTo>
                  <a:cubicBezTo>
                    <a:pt x="17" y="56"/>
                    <a:pt x="21" y="54"/>
                    <a:pt x="25" y="56"/>
                  </a:cubicBezTo>
                  <a:cubicBezTo>
                    <a:pt x="32" y="59"/>
                    <a:pt x="39" y="58"/>
                    <a:pt x="46" y="57"/>
                  </a:cubicBezTo>
                  <a:cubicBezTo>
                    <a:pt x="52" y="56"/>
                    <a:pt x="57" y="54"/>
                    <a:pt x="58" y="48"/>
                  </a:cubicBezTo>
                  <a:cubicBezTo>
                    <a:pt x="60" y="40"/>
                    <a:pt x="61" y="31"/>
                    <a:pt x="55" y="23"/>
                  </a:cubicBezTo>
                  <a:cubicBezTo>
                    <a:pt x="52" y="20"/>
                    <a:pt x="49" y="15"/>
                    <a:pt x="46" y="12"/>
                  </a:cubicBezTo>
                  <a:cubicBezTo>
                    <a:pt x="41" y="9"/>
                    <a:pt x="35" y="6"/>
                    <a:pt x="29" y="3"/>
                  </a:cubicBezTo>
                  <a:cubicBezTo>
                    <a:pt x="26" y="2"/>
                    <a:pt x="23" y="0"/>
                    <a:pt x="20" y="3"/>
                  </a:cubicBezTo>
                  <a:cubicBezTo>
                    <a:pt x="17" y="5"/>
                    <a:pt x="14" y="7"/>
                    <a:pt x="11" y="9"/>
                  </a:cubicBezTo>
                  <a:cubicBezTo>
                    <a:pt x="4" y="13"/>
                    <a:pt x="0" y="25"/>
                    <a:pt x="7" y="31"/>
                  </a:cubicBezTo>
                  <a:cubicBezTo>
                    <a:pt x="9" y="33"/>
                    <a:pt x="10" y="35"/>
                    <a:pt x="12" y="3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2" name="îs1ïdè"/>
            <p:cNvSpPr/>
            <p:nvPr/>
          </p:nvSpPr>
          <p:spPr bwMode="auto">
            <a:xfrm>
              <a:off x="9358313" y="3128963"/>
              <a:ext cx="130175" cy="217488"/>
            </a:xfrm>
            <a:custGeom>
              <a:avLst/>
              <a:gdLst>
                <a:gd name="T0" fmla="*/ 31 w 36"/>
                <a:gd name="T1" fmla="*/ 53 h 60"/>
                <a:gd name="T2" fmla="*/ 32 w 36"/>
                <a:gd name="T3" fmla="*/ 39 h 60"/>
                <a:gd name="T4" fmla="*/ 36 w 36"/>
                <a:gd name="T5" fmla="*/ 9 h 60"/>
                <a:gd name="T6" fmla="*/ 31 w 36"/>
                <a:gd name="T7" fmla="*/ 3 h 60"/>
                <a:gd name="T8" fmla="*/ 30 w 36"/>
                <a:gd name="T9" fmla="*/ 3 h 60"/>
                <a:gd name="T10" fmla="*/ 19 w 36"/>
                <a:gd name="T11" fmla="*/ 0 h 60"/>
                <a:gd name="T12" fmla="*/ 14 w 36"/>
                <a:gd name="T13" fmla="*/ 3 h 60"/>
                <a:gd name="T14" fmla="*/ 7 w 36"/>
                <a:gd name="T15" fmla="*/ 13 h 60"/>
                <a:gd name="T16" fmla="*/ 2 w 36"/>
                <a:gd name="T17" fmla="*/ 41 h 60"/>
                <a:gd name="T18" fmla="*/ 14 w 36"/>
                <a:gd name="T19" fmla="*/ 58 h 60"/>
                <a:gd name="T20" fmla="*/ 23 w 36"/>
                <a:gd name="T21" fmla="*/ 59 h 60"/>
                <a:gd name="T22" fmla="*/ 31 w 36"/>
                <a:gd name="T23" fmla="*/ 5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60">
                  <a:moveTo>
                    <a:pt x="31" y="53"/>
                  </a:moveTo>
                  <a:cubicBezTo>
                    <a:pt x="30" y="48"/>
                    <a:pt x="31" y="44"/>
                    <a:pt x="32" y="39"/>
                  </a:cubicBezTo>
                  <a:cubicBezTo>
                    <a:pt x="33" y="29"/>
                    <a:pt x="34" y="19"/>
                    <a:pt x="36" y="9"/>
                  </a:cubicBezTo>
                  <a:cubicBezTo>
                    <a:pt x="36" y="5"/>
                    <a:pt x="35" y="4"/>
                    <a:pt x="31" y="3"/>
                  </a:cubicBezTo>
                  <a:cubicBezTo>
                    <a:pt x="31" y="3"/>
                    <a:pt x="30" y="3"/>
                    <a:pt x="30" y="3"/>
                  </a:cubicBezTo>
                  <a:cubicBezTo>
                    <a:pt x="26" y="2"/>
                    <a:pt x="23" y="1"/>
                    <a:pt x="19" y="0"/>
                  </a:cubicBezTo>
                  <a:cubicBezTo>
                    <a:pt x="17" y="1"/>
                    <a:pt x="15" y="1"/>
                    <a:pt x="14" y="3"/>
                  </a:cubicBezTo>
                  <a:cubicBezTo>
                    <a:pt x="11" y="6"/>
                    <a:pt x="8" y="9"/>
                    <a:pt x="7" y="13"/>
                  </a:cubicBezTo>
                  <a:cubicBezTo>
                    <a:pt x="5" y="22"/>
                    <a:pt x="3" y="32"/>
                    <a:pt x="2" y="41"/>
                  </a:cubicBezTo>
                  <a:cubicBezTo>
                    <a:pt x="0" y="50"/>
                    <a:pt x="5" y="56"/>
                    <a:pt x="14" y="58"/>
                  </a:cubicBezTo>
                  <a:cubicBezTo>
                    <a:pt x="17" y="58"/>
                    <a:pt x="20" y="58"/>
                    <a:pt x="23" y="59"/>
                  </a:cubicBezTo>
                  <a:cubicBezTo>
                    <a:pt x="28" y="60"/>
                    <a:pt x="32" y="57"/>
                    <a:pt x="31" y="5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3" name="iṡḻïďe"/>
            <p:cNvSpPr/>
            <p:nvPr/>
          </p:nvSpPr>
          <p:spPr bwMode="auto">
            <a:xfrm>
              <a:off x="4478338"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4" name="ï$ľídè"/>
            <p:cNvSpPr/>
            <p:nvPr/>
          </p:nvSpPr>
          <p:spPr bwMode="auto">
            <a:xfrm>
              <a:off x="4622800" y="4022726"/>
              <a:ext cx="158750" cy="188913"/>
            </a:xfrm>
            <a:custGeom>
              <a:avLst/>
              <a:gdLst>
                <a:gd name="T0" fmla="*/ 38 w 100"/>
                <a:gd name="T1" fmla="*/ 0 h 119"/>
                <a:gd name="T2" fmla="*/ 0 w 100"/>
                <a:gd name="T3" fmla="*/ 119 h 119"/>
                <a:gd name="T4" fmla="*/ 20 w 100"/>
                <a:gd name="T5" fmla="*/ 119 h 119"/>
                <a:gd name="T6" fmla="*/ 29 w 100"/>
                <a:gd name="T7" fmla="*/ 92 h 119"/>
                <a:gd name="T8" fmla="*/ 70 w 100"/>
                <a:gd name="T9" fmla="*/ 92 h 119"/>
                <a:gd name="T10" fmla="*/ 79 w 100"/>
                <a:gd name="T11" fmla="*/ 119 h 119"/>
                <a:gd name="T12" fmla="*/ 100 w 100"/>
                <a:gd name="T13" fmla="*/ 119 h 119"/>
                <a:gd name="T14" fmla="*/ 61 w 100"/>
                <a:gd name="T15" fmla="*/ 0 h 119"/>
                <a:gd name="T16" fmla="*/ 38 w 100"/>
                <a:gd name="T17" fmla="*/ 0 h 119"/>
                <a:gd name="T18" fmla="*/ 36 w 100"/>
                <a:gd name="T19" fmla="*/ 71 h 119"/>
                <a:gd name="T20" fmla="*/ 50 w 100"/>
                <a:gd name="T21" fmla="*/ 28 h 119"/>
                <a:gd name="T22" fmla="*/ 63 w 100"/>
                <a:gd name="T23" fmla="*/ 71 h 119"/>
                <a:gd name="T24" fmla="*/ 36 w 100"/>
                <a:gd name="T25" fmla="*/ 7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9">
                  <a:moveTo>
                    <a:pt x="38" y="0"/>
                  </a:moveTo>
                  <a:lnTo>
                    <a:pt x="0" y="119"/>
                  </a:lnTo>
                  <a:lnTo>
                    <a:pt x="20" y="119"/>
                  </a:lnTo>
                  <a:lnTo>
                    <a:pt x="29" y="92"/>
                  </a:lnTo>
                  <a:lnTo>
                    <a:pt x="70" y="92"/>
                  </a:lnTo>
                  <a:lnTo>
                    <a:pt x="79" y="119"/>
                  </a:lnTo>
                  <a:lnTo>
                    <a:pt x="100" y="119"/>
                  </a:lnTo>
                  <a:lnTo>
                    <a:pt x="61" y="0"/>
                  </a:lnTo>
                  <a:lnTo>
                    <a:pt x="38" y="0"/>
                  </a:lnTo>
                  <a:close/>
                  <a:moveTo>
                    <a:pt x="36" y="71"/>
                  </a:moveTo>
                  <a:lnTo>
                    <a:pt x="50" y="28"/>
                  </a:lnTo>
                  <a:lnTo>
                    <a:pt x="63" y="71"/>
                  </a:lnTo>
                  <a:lnTo>
                    <a:pt x="36" y="7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5" name="isḻïḋê"/>
            <p:cNvSpPr/>
            <p:nvPr/>
          </p:nvSpPr>
          <p:spPr bwMode="auto">
            <a:xfrm>
              <a:off x="4799013"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6" name="îṧḷïde"/>
            <p:cNvSpPr/>
            <p:nvPr/>
          </p:nvSpPr>
          <p:spPr bwMode="auto">
            <a:xfrm>
              <a:off x="4946650" y="4022726"/>
              <a:ext cx="101600" cy="192088"/>
            </a:xfrm>
            <a:custGeom>
              <a:avLst/>
              <a:gdLst>
                <a:gd name="T0" fmla="*/ 20 w 28"/>
                <a:gd name="T1" fmla="*/ 33 h 53"/>
                <a:gd name="T2" fmla="*/ 18 w 28"/>
                <a:gd name="T3" fmla="*/ 42 h 53"/>
                <a:gd name="T4" fmla="*/ 14 w 28"/>
                <a:gd name="T5" fmla="*/ 44 h 53"/>
                <a:gd name="T6" fmla="*/ 10 w 28"/>
                <a:gd name="T7" fmla="*/ 41 h 53"/>
                <a:gd name="T8" fmla="*/ 9 w 28"/>
                <a:gd name="T9" fmla="*/ 35 h 53"/>
                <a:gd name="T10" fmla="*/ 0 w 28"/>
                <a:gd name="T11" fmla="*/ 36 h 53"/>
                <a:gd name="T12" fmla="*/ 4 w 28"/>
                <a:gd name="T13" fmla="*/ 48 h 53"/>
                <a:gd name="T14" fmla="*/ 14 w 28"/>
                <a:gd name="T15" fmla="*/ 53 h 53"/>
                <a:gd name="T16" fmla="*/ 23 w 28"/>
                <a:gd name="T17" fmla="*/ 50 h 53"/>
                <a:gd name="T18" fmla="*/ 27 w 28"/>
                <a:gd name="T19" fmla="*/ 43 h 53"/>
                <a:gd name="T20" fmla="*/ 28 w 28"/>
                <a:gd name="T21" fmla="*/ 33 h 53"/>
                <a:gd name="T22" fmla="*/ 28 w 28"/>
                <a:gd name="T23" fmla="*/ 0 h 53"/>
                <a:gd name="T24" fmla="*/ 20 w 28"/>
                <a:gd name="T25" fmla="*/ 0 h 53"/>
                <a:gd name="T26" fmla="*/ 20 w 28"/>
                <a:gd name="T27"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53">
                  <a:moveTo>
                    <a:pt x="20" y="33"/>
                  </a:moveTo>
                  <a:cubicBezTo>
                    <a:pt x="20" y="38"/>
                    <a:pt x="19" y="40"/>
                    <a:pt x="18" y="42"/>
                  </a:cubicBezTo>
                  <a:cubicBezTo>
                    <a:pt x="17" y="43"/>
                    <a:pt x="16" y="44"/>
                    <a:pt x="14" y="44"/>
                  </a:cubicBezTo>
                  <a:cubicBezTo>
                    <a:pt x="12" y="44"/>
                    <a:pt x="11" y="43"/>
                    <a:pt x="10" y="41"/>
                  </a:cubicBezTo>
                  <a:cubicBezTo>
                    <a:pt x="9" y="40"/>
                    <a:pt x="9" y="38"/>
                    <a:pt x="9" y="35"/>
                  </a:cubicBezTo>
                  <a:cubicBezTo>
                    <a:pt x="0" y="36"/>
                    <a:pt x="0" y="36"/>
                    <a:pt x="0" y="36"/>
                  </a:cubicBezTo>
                  <a:cubicBezTo>
                    <a:pt x="0" y="41"/>
                    <a:pt x="1" y="46"/>
                    <a:pt x="4" y="48"/>
                  </a:cubicBezTo>
                  <a:cubicBezTo>
                    <a:pt x="6" y="51"/>
                    <a:pt x="9" y="53"/>
                    <a:pt x="14" y="53"/>
                  </a:cubicBezTo>
                  <a:cubicBezTo>
                    <a:pt x="17" y="53"/>
                    <a:pt x="20" y="52"/>
                    <a:pt x="23" y="50"/>
                  </a:cubicBezTo>
                  <a:cubicBezTo>
                    <a:pt x="25" y="48"/>
                    <a:pt x="27" y="46"/>
                    <a:pt x="27" y="43"/>
                  </a:cubicBezTo>
                  <a:cubicBezTo>
                    <a:pt x="28" y="40"/>
                    <a:pt x="28" y="37"/>
                    <a:pt x="28" y="33"/>
                  </a:cubicBezTo>
                  <a:cubicBezTo>
                    <a:pt x="28" y="0"/>
                    <a:pt x="28" y="0"/>
                    <a:pt x="28" y="0"/>
                  </a:cubicBezTo>
                  <a:cubicBezTo>
                    <a:pt x="20" y="0"/>
                    <a:pt x="20" y="0"/>
                    <a:pt x="20" y="0"/>
                  </a:cubicBezTo>
                  <a:lnTo>
                    <a:pt x="20" y="3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7" name="iṣḷíḍé"/>
            <p:cNvSpPr/>
            <p:nvPr/>
          </p:nvSpPr>
          <p:spPr bwMode="auto">
            <a:xfrm>
              <a:off x="5083175"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8" name="isľïde"/>
            <p:cNvSpPr/>
            <p:nvPr/>
          </p:nvSpPr>
          <p:spPr bwMode="auto">
            <a:xfrm>
              <a:off x="5145088" y="4022726"/>
              <a:ext cx="127000" cy="188913"/>
            </a:xfrm>
            <a:custGeom>
              <a:avLst/>
              <a:gdLst>
                <a:gd name="T0" fmla="*/ 61 w 80"/>
                <a:gd name="T1" fmla="*/ 80 h 119"/>
                <a:gd name="T2" fmla="*/ 21 w 80"/>
                <a:gd name="T3" fmla="*/ 0 h 119"/>
                <a:gd name="T4" fmla="*/ 0 w 80"/>
                <a:gd name="T5" fmla="*/ 0 h 119"/>
                <a:gd name="T6" fmla="*/ 0 w 80"/>
                <a:gd name="T7" fmla="*/ 119 h 119"/>
                <a:gd name="T8" fmla="*/ 18 w 80"/>
                <a:gd name="T9" fmla="*/ 119 h 119"/>
                <a:gd name="T10" fmla="*/ 18 w 80"/>
                <a:gd name="T11" fmla="*/ 42 h 119"/>
                <a:gd name="T12" fmla="*/ 59 w 80"/>
                <a:gd name="T13" fmla="*/ 119 h 119"/>
                <a:gd name="T14" fmla="*/ 80 w 80"/>
                <a:gd name="T15" fmla="*/ 119 h 119"/>
                <a:gd name="T16" fmla="*/ 80 w 80"/>
                <a:gd name="T17" fmla="*/ 0 h 119"/>
                <a:gd name="T18" fmla="*/ 61 w 80"/>
                <a:gd name="T19" fmla="*/ 0 h 119"/>
                <a:gd name="T20" fmla="*/ 61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61" y="80"/>
                  </a:moveTo>
                  <a:lnTo>
                    <a:pt x="21" y="0"/>
                  </a:lnTo>
                  <a:lnTo>
                    <a:pt x="0" y="0"/>
                  </a:lnTo>
                  <a:lnTo>
                    <a:pt x="0" y="119"/>
                  </a:lnTo>
                  <a:lnTo>
                    <a:pt x="18" y="119"/>
                  </a:lnTo>
                  <a:lnTo>
                    <a:pt x="18" y="42"/>
                  </a:lnTo>
                  <a:lnTo>
                    <a:pt x="59" y="119"/>
                  </a:lnTo>
                  <a:lnTo>
                    <a:pt x="80" y="119"/>
                  </a:lnTo>
                  <a:lnTo>
                    <a:pt x="80"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29" name="îślîḍé"/>
            <p:cNvSpPr/>
            <p:nvPr/>
          </p:nvSpPr>
          <p:spPr bwMode="auto">
            <a:xfrm>
              <a:off x="530066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3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1" y="15"/>
                    <a:pt x="32" y="17"/>
                  </a:cubicBezTo>
                  <a:cubicBezTo>
                    <a:pt x="41" y="15"/>
                    <a:pt x="41" y="15"/>
                    <a:pt x="41" y="15"/>
                  </a:cubicBezTo>
                  <a:cubicBezTo>
                    <a:pt x="40" y="10"/>
                    <a:pt x="38" y="7"/>
                    <a:pt x="35" y="4"/>
                  </a:cubicBezTo>
                  <a:cubicBezTo>
                    <a:pt x="32" y="1"/>
                    <a:pt x="28" y="0"/>
                    <a:pt x="22" y="0"/>
                  </a:cubicBezTo>
                  <a:cubicBezTo>
                    <a:pt x="18" y="0"/>
                    <a:pt x="14" y="1"/>
                    <a:pt x="12" y="2"/>
                  </a:cubicBezTo>
                  <a:cubicBezTo>
                    <a:pt x="8" y="5"/>
                    <a:pt x="5" y="8"/>
                    <a:pt x="3" y="12"/>
                  </a:cubicBezTo>
                  <a:cubicBezTo>
                    <a:pt x="1" y="16"/>
                    <a:pt x="0" y="21"/>
                    <a:pt x="0" y="27"/>
                  </a:cubicBezTo>
                  <a:cubicBezTo>
                    <a:pt x="0" y="32"/>
                    <a:pt x="1" y="36"/>
                    <a:pt x="3" y="40"/>
                  </a:cubicBezTo>
                  <a:cubicBezTo>
                    <a:pt x="4" y="45"/>
                    <a:pt x="7" y="48"/>
                    <a:pt x="11" y="50"/>
                  </a:cubicBezTo>
                  <a:cubicBezTo>
                    <a:pt x="14" y="53"/>
                    <a:pt x="18" y="54"/>
                    <a:pt x="23" y="54"/>
                  </a:cubicBezTo>
                  <a:cubicBezTo>
                    <a:pt x="26" y="54"/>
                    <a:pt x="30" y="53"/>
                    <a:pt x="33"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0" name="îŝḻiďé"/>
            <p:cNvSpPr/>
            <p:nvPr/>
          </p:nvSpPr>
          <p:spPr bwMode="auto">
            <a:xfrm>
              <a:off x="5541963" y="4022726"/>
              <a:ext cx="127000" cy="192088"/>
            </a:xfrm>
            <a:custGeom>
              <a:avLst/>
              <a:gdLst>
                <a:gd name="T0" fmla="*/ 26 w 35"/>
                <a:gd name="T1" fmla="*/ 29 h 53"/>
                <a:gd name="T2" fmla="*/ 26 w 35"/>
                <a:gd name="T3" fmla="*/ 37 h 53"/>
                <a:gd name="T4" fmla="*/ 23 w 35"/>
                <a:gd name="T5" fmla="*/ 42 h 53"/>
                <a:gd name="T6" fmla="*/ 18 w 35"/>
                <a:gd name="T7" fmla="*/ 44 h 53"/>
                <a:gd name="T8" fmla="*/ 12 w 35"/>
                <a:gd name="T9" fmla="*/ 42 h 53"/>
                <a:gd name="T10" fmla="*/ 9 w 35"/>
                <a:gd name="T11" fmla="*/ 37 h 53"/>
                <a:gd name="T12" fmla="*/ 9 w 35"/>
                <a:gd name="T13" fmla="*/ 28 h 53"/>
                <a:gd name="T14" fmla="*/ 9 w 35"/>
                <a:gd name="T15" fmla="*/ 0 h 53"/>
                <a:gd name="T16" fmla="*/ 0 w 35"/>
                <a:gd name="T17" fmla="*/ 0 h 53"/>
                <a:gd name="T18" fmla="*/ 0 w 35"/>
                <a:gd name="T19" fmla="*/ 28 h 53"/>
                <a:gd name="T20" fmla="*/ 1 w 35"/>
                <a:gd name="T21" fmla="*/ 41 h 53"/>
                <a:gd name="T22" fmla="*/ 3 w 35"/>
                <a:gd name="T23" fmla="*/ 47 h 53"/>
                <a:gd name="T24" fmla="*/ 8 w 35"/>
                <a:gd name="T25" fmla="*/ 51 h 53"/>
                <a:gd name="T26" fmla="*/ 18 w 35"/>
                <a:gd name="T27" fmla="*/ 53 h 53"/>
                <a:gd name="T28" fmla="*/ 27 w 35"/>
                <a:gd name="T29" fmla="*/ 51 h 53"/>
                <a:gd name="T30" fmla="*/ 32 w 35"/>
                <a:gd name="T31" fmla="*/ 47 h 53"/>
                <a:gd name="T32" fmla="*/ 34 w 35"/>
                <a:gd name="T33" fmla="*/ 40 h 53"/>
                <a:gd name="T34" fmla="*/ 35 w 35"/>
                <a:gd name="T35" fmla="*/ 27 h 53"/>
                <a:gd name="T36" fmla="*/ 35 w 35"/>
                <a:gd name="T37" fmla="*/ 0 h 53"/>
                <a:gd name="T38" fmla="*/ 26 w 35"/>
                <a:gd name="T39" fmla="*/ 0 h 53"/>
                <a:gd name="T40" fmla="*/ 26 w 35"/>
                <a:gd name="T41" fmla="*/ 2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53">
                  <a:moveTo>
                    <a:pt x="26" y="29"/>
                  </a:moveTo>
                  <a:cubicBezTo>
                    <a:pt x="26" y="33"/>
                    <a:pt x="26" y="36"/>
                    <a:pt x="26" y="37"/>
                  </a:cubicBezTo>
                  <a:cubicBezTo>
                    <a:pt x="26" y="39"/>
                    <a:pt x="25" y="41"/>
                    <a:pt x="23" y="42"/>
                  </a:cubicBezTo>
                  <a:cubicBezTo>
                    <a:pt x="22" y="43"/>
                    <a:pt x="20" y="44"/>
                    <a:pt x="18" y="44"/>
                  </a:cubicBezTo>
                  <a:cubicBezTo>
                    <a:pt x="15" y="44"/>
                    <a:pt x="13" y="43"/>
                    <a:pt x="12" y="42"/>
                  </a:cubicBezTo>
                  <a:cubicBezTo>
                    <a:pt x="10" y="40"/>
                    <a:pt x="10" y="39"/>
                    <a:pt x="9" y="37"/>
                  </a:cubicBezTo>
                  <a:cubicBezTo>
                    <a:pt x="9" y="35"/>
                    <a:pt x="9" y="32"/>
                    <a:pt x="9" y="28"/>
                  </a:cubicBezTo>
                  <a:cubicBezTo>
                    <a:pt x="9" y="0"/>
                    <a:pt x="9" y="0"/>
                    <a:pt x="9" y="0"/>
                  </a:cubicBezTo>
                  <a:cubicBezTo>
                    <a:pt x="0" y="0"/>
                    <a:pt x="0" y="0"/>
                    <a:pt x="0" y="0"/>
                  </a:cubicBezTo>
                  <a:cubicBezTo>
                    <a:pt x="0" y="28"/>
                    <a:pt x="0" y="28"/>
                    <a:pt x="0" y="28"/>
                  </a:cubicBezTo>
                  <a:cubicBezTo>
                    <a:pt x="0" y="33"/>
                    <a:pt x="0" y="38"/>
                    <a:pt x="1" y="41"/>
                  </a:cubicBezTo>
                  <a:cubicBezTo>
                    <a:pt x="1" y="43"/>
                    <a:pt x="2" y="45"/>
                    <a:pt x="3" y="47"/>
                  </a:cubicBezTo>
                  <a:cubicBezTo>
                    <a:pt x="5" y="48"/>
                    <a:pt x="6" y="50"/>
                    <a:pt x="8" y="51"/>
                  </a:cubicBezTo>
                  <a:cubicBezTo>
                    <a:pt x="11" y="52"/>
                    <a:pt x="14" y="53"/>
                    <a:pt x="18" y="53"/>
                  </a:cubicBezTo>
                  <a:cubicBezTo>
                    <a:pt x="22" y="53"/>
                    <a:pt x="24" y="52"/>
                    <a:pt x="27" y="51"/>
                  </a:cubicBezTo>
                  <a:cubicBezTo>
                    <a:pt x="29" y="50"/>
                    <a:pt x="30" y="49"/>
                    <a:pt x="32" y="47"/>
                  </a:cubicBezTo>
                  <a:cubicBezTo>
                    <a:pt x="33" y="45"/>
                    <a:pt x="34" y="43"/>
                    <a:pt x="34" y="40"/>
                  </a:cubicBezTo>
                  <a:cubicBezTo>
                    <a:pt x="35" y="38"/>
                    <a:pt x="35" y="33"/>
                    <a:pt x="35" y="27"/>
                  </a:cubicBezTo>
                  <a:cubicBezTo>
                    <a:pt x="35" y="0"/>
                    <a:pt x="35" y="0"/>
                    <a:pt x="35" y="0"/>
                  </a:cubicBezTo>
                  <a:cubicBezTo>
                    <a:pt x="26" y="0"/>
                    <a:pt x="26" y="0"/>
                    <a:pt x="26" y="0"/>
                  </a:cubicBezTo>
                  <a:lnTo>
                    <a:pt x="26" y="2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1" name="íṣḻiḋè"/>
            <p:cNvSpPr/>
            <p:nvPr/>
          </p:nvSpPr>
          <p:spPr bwMode="auto">
            <a:xfrm>
              <a:off x="5703888" y="4022726"/>
              <a:ext cx="127000" cy="188913"/>
            </a:xfrm>
            <a:custGeom>
              <a:avLst/>
              <a:gdLst>
                <a:gd name="T0" fmla="*/ 59 w 80"/>
                <a:gd name="T1" fmla="*/ 80 h 119"/>
                <a:gd name="T2" fmla="*/ 19 w 80"/>
                <a:gd name="T3" fmla="*/ 0 h 119"/>
                <a:gd name="T4" fmla="*/ 0 w 80"/>
                <a:gd name="T5" fmla="*/ 0 h 119"/>
                <a:gd name="T6" fmla="*/ 0 w 80"/>
                <a:gd name="T7" fmla="*/ 119 h 119"/>
                <a:gd name="T8" fmla="*/ 19 w 80"/>
                <a:gd name="T9" fmla="*/ 119 h 119"/>
                <a:gd name="T10" fmla="*/ 19 w 80"/>
                <a:gd name="T11" fmla="*/ 42 h 119"/>
                <a:gd name="T12" fmla="*/ 59 w 80"/>
                <a:gd name="T13" fmla="*/ 119 h 119"/>
                <a:gd name="T14" fmla="*/ 80 w 80"/>
                <a:gd name="T15" fmla="*/ 119 h 119"/>
                <a:gd name="T16" fmla="*/ 80 w 80"/>
                <a:gd name="T17" fmla="*/ 0 h 119"/>
                <a:gd name="T18" fmla="*/ 59 w 80"/>
                <a:gd name="T19" fmla="*/ 0 h 119"/>
                <a:gd name="T20" fmla="*/ 59 w 80"/>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19">
                  <a:moveTo>
                    <a:pt x="59" y="80"/>
                  </a:moveTo>
                  <a:lnTo>
                    <a:pt x="19" y="0"/>
                  </a:lnTo>
                  <a:lnTo>
                    <a:pt x="0" y="0"/>
                  </a:lnTo>
                  <a:lnTo>
                    <a:pt x="0" y="119"/>
                  </a:lnTo>
                  <a:lnTo>
                    <a:pt x="19" y="119"/>
                  </a:lnTo>
                  <a:lnTo>
                    <a:pt x="19" y="42"/>
                  </a:lnTo>
                  <a:lnTo>
                    <a:pt x="59" y="119"/>
                  </a:lnTo>
                  <a:lnTo>
                    <a:pt x="80" y="119"/>
                  </a:lnTo>
                  <a:lnTo>
                    <a:pt x="80" y="0"/>
                  </a:lnTo>
                  <a:lnTo>
                    <a:pt x="59" y="0"/>
                  </a:lnTo>
                  <a:lnTo>
                    <a:pt x="59"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2" name="îSlîḓè"/>
            <p:cNvSpPr/>
            <p:nvPr/>
          </p:nvSpPr>
          <p:spPr bwMode="auto">
            <a:xfrm>
              <a:off x="5862638" y="4022726"/>
              <a:ext cx="33338"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3" name="iṩḷïdê"/>
            <p:cNvSpPr/>
            <p:nvPr/>
          </p:nvSpPr>
          <p:spPr bwMode="auto">
            <a:xfrm>
              <a:off x="5910263" y="4022726"/>
              <a:ext cx="147638" cy="188913"/>
            </a:xfrm>
            <a:custGeom>
              <a:avLst/>
              <a:gdLst>
                <a:gd name="T0" fmla="*/ 48 w 93"/>
                <a:gd name="T1" fmla="*/ 87 h 119"/>
                <a:gd name="T2" fmla="*/ 20 w 93"/>
                <a:gd name="T3" fmla="*/ 0 h 119"/>
                <a:gd name="T4" fmla="*/ 0 w 93"/>
                <a:gd name="T5" fmla="*/ 0 h 119"/>
                <a:gd name="T6" fmla="*/ 36 w 93"/>
                <a:gd name="T7" fmla="*/ 119 h 119"/>
                <a:gd name="T8" fmla="*/ 57 w 93"/>
                <a:gd name="T9" fmla="*/ 119 h 119"/>
                <a:gd name="T10" fmla="*/ 93 w 93"/>
                <a:gd name="T11" fmla="*/ 0 h 119"/>
                <a:gd name="T12" fmla="*/ 70 w 93"/>
                <a:gd name="T13" fmla="*/ 0 h 119"/>
                <a:gd name="T14" fmla="*/ 48 w 93"/>
                <a:gd name="T15" fmla="*/ 87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19">
                  <a:moveTo>
                    <a:pt x="48" y="87"/>
                  </a:moveTo>
                  <a:lnTo>
                    <a:pt x="20" y="0"/>
                  </a:lnTo>
                  <a:lnTo>
                    <a:pt x="0" y="0"/>
                  </a:lnTo>
                  <a:lnTo>
                    <a:pt x="36" y="119"/>
                  </a:lnTo>
                  <a:lnTo>
                    <a:pt x="57" y="119"/>
                  </a:lnTo>
                  <a:lnTo>
                    <a:pt x="93" y="0"/>
                  </a:lnTo>
                  <a:lnTo>
                    <a:pt x="70" y="0"/>
                  </a:lnTo>
                  <a:lnTo>
                    <a:pt x="48" y="8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4" name="ïś1ïḍê"/>
            <p:cNvSpPr/>
            <p:nvPr/>
          </p:nvSpPr>
          <p:spPr bwMode="auto">
            <a:xfrm>
              <a:off x="6075363" y="4022726"/>
              <a:ext cx="119063" cy="188913"/>
            </a:xfrm>
            <a:custGeom>
              <a:avLst/>
              <a:gdLst>
                <a:gd name="T0" fmla="*/ 19 w 75"/>
                <a:gd name="T1" fmla="*/ 67 h 119"/>
                <a:gd name="T2" fmla="*/ 71 w 75"/>
                <a:gd name="T3" fmla="*/ 67 h 119"/>
                <a:gd name="T4" fmla="*/ 71 w 75"/>
                <a:gd name="T5" fmla="*/ 46 h 119"/>
                <a:gd name="T6" fmla="*/ 19 w 75"/>
                <a:gd name="T7" fmla="*/ 46 h 119"/>
                <a:gd name="T8" fmla="*/ 19 w 75"/>
                <a:gd name="T9" fmla="*/ 21 h 119"/>
                <a:gd name="T10" fmla="*/ 73 w 75"/>
                <a:gd name="T11" fmla="*/ 21 h 119"/>
                <a:gd name="T12" fmla="*/ 73 w 75"/>
                <a:gd name="T13" fmla="*/ 0 h 119"/>
                <a:gd name="T14" fmla="*/ 0 w 75"/>
                <a:gd name="T15" fmla="*/ 0 h 119"/>
                <a:gd name="T16" fmla="*/ 0 w 75"/>
                <a:gd name="T17" fmla="*/ 119 h 119"/>
                <a:gd name="T18" fmla="*/ 75 w 75"/>
                <a:gd name="T19" fmla="*/ 119 h 119"/>
                <a:gd name="T20" fmla="*/ 75 w 75"/>
                <a:gd name="T21" fmla="*/ 99 h 119"/>
                <a:gd name="T22" fmla="*/ 19 w 75"/>
                <a:gd name="T23" fmla="*/ 99 h 119"/>
                <a:gd name="T24" fmla="*/ 19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19" y="67"/>
                  </a:moveTo>
                  <a:lnTo>
                    <a:pt x="71" y="67"/>
                  </a:lnTo>
                  <a:lnTo>
                    <a:pt x="71" y="46"/>
                  </a:lnTo>
                  <a:lnTo>
                    <a:pt x="19" y="46"/>
                  </a:lnTo>
                  <a:lnTo>
                    <a:pt x="19" y="21"/>
                  </a:lnTo>
                  <a:lnTo>
                    <a:pt x="73" y="21"/>
                  </a:lnTo>
                  <a:lnTo>
                    <a:pt x="73" y="0"/>
                  </a:lnTo>
                  <a:lnTo>
                    <a:pt x="0" y="0"/>
                  </a:lnTo>
                  <a:lnTo>
                    <a:pt x="0" y="119"/>
                  </a:lnTo>
                  <a:lnTo>
                    <a:pt x="75" y="119"/>
                  </a:lnTo>
                  <a:lnTo>
                    <a:pt x="75" y="99"/>
                  </a:lnTo>
                  <a:lnTo>
                    <a:pt x="19" y="99"/>
                  </a:lnTo>
                  <a:lnTo>
                    <a:pt x="19"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5" name="îşliḍè"/>
            <p:cNvSpPr/>
            <p:nvPr/>
          </p:nvSpPr>
          <p:spPr bwMode="auto">
            <a:xfrm>
              <a:off x="6224588" y="4022726"/>
              <a:ext cx="142875" cy="188913"/>
            </a:xfrm>
            <a:custGeom>
              <a:avLst/>
              <a:gdLst>
                <a:gd name="T0" fmla="*/ 29 w 40"/>
                <a:gd name="T1" fmla="*/ 33 h 52"/>
                <a:gd name="T2" fmla="*/ 24 w 40"/>
                <a:gd name="T3" fmla="*/ 29 h 52"/>
                <a:gd name="T4" fmla="*/ 33 w 40"/>
                <a:gd name="T5" fmla="*/ 24 h 52"/>
                <a:gd name="T6" fmla="*/ 36 w 40"/>
                <a:gd name="T7" fmla="*/ 14 h 52"/>
                <a:gd name="T8" fmla="*/ 34 w 40"/>
                <a:gd name="T9" fmla="*/ 6 h 52"/>
                <a:gd name="T10" fmla="*/ 29 w 40"/>
                <a:gd name="T11" fmla="*/ 1 h 52"/>
                <a:gd name="T12" fmla="*/ 19 w 40"/>
                <a:gd name="T13" fmla="*/ 0 h 52"/>
                <a:gd name="T14" fmla="*/ 0 w 40"/>
                <a:gd name="T15" fmla="*/ 0 h 52"/>
                <a:gd name="T16" fmla="*/ 0 w 40"/>
                <a:gd name="T17" fmla="*/ 52 h 52"/>
                <a:gd name="T18" fmla="*/ 9 w 40"/>
                <a:gd name="T19" fmla="*/ 52 h 52"/>
                <a:gd name="T20" fmla="*/ 9 w 40"/>
                <a:gd name="T21" fmla="*/ 30 h 52"/>
                <a:gd name="T22" fmla="*/ 10 w 40"/>
                <a:gd name="T23" fmla="*/ 30 h 52"/>
                <a:gd name="T24" fmla="*/ 15 w 40"/>
                <a:gd name="T25" fmla="*/ 31 h 52"/>
                <a:gd name="T26" fmla="*/ 18 w 40"/>
                <a:gd name="T27" fmla="*/ 33 h 52"/>
                <a:gd name="T28" fmla="*/ 22 w 40"/>
                <a:gd name="T29" fmla="*/ 40 h 52"/>
                <a:gd name="T30" fmla="*/ 29 w 40"/>
                <a:gd name="T31" fmla="*/ 52 h 52"/>
                <a:gd name="T32" fmla="*/ 40 w 40"/>
                <a:gd name="T33" fmla="*/ 52 h 52"/>
                <a:gd name="T34" fmla="*/ 34 w 40"/>
                <a:gd name="T35" fmla="*/ 42 h 52"/>
                <a:gd name="T36" fmla="*/ 29 w 40"/>
                <a:gd name="T37" fmla="*/ 33 h 52"/>
                <a:gd name="T38" fmla="*/ 15 w 40"/>
                <a:gd name="T39" fmla="*/ 22 h 52"/>
                <a:gd name="T40" fmla="*/ 9 w 40"/>
                <a:gd name="T41" fmla="*/ 22 h 52"/>
                <a:gd name="T42" fmla="*/ 9 w 40"/>
                <a:gd name="T43" fmla="*/ 9 h 52"/>
                <a:gd name="T44" fmla="*/ 16 w 40"/>
                <a:gd name="T45" fmla="*/ 9 h 52"/>
                <a:gd name="T46" fmla="*/ 22 w 40"/>
                <a:gd name="T47" fmla="*/ 9 h 52"/>
                <a:gd name="T48" fmla="*/ 26 w 40"/>
                <a:gd name="T49" fmla="*/ 11 h 52"/>
                <a:gd name="T50" fmla="*/ 27 w 40"/>
                <a:gd name="T51" fmla="*/ 15 h 52"/>
                <a:gd name="T52" fmla="*/ 26 w 40"/>
                <a:gd name="T53" fmla="*/ 19 h 52"/>
                <a:gd name="T54" fmla="*/ 23 w 40"/>
                <a:gd name="T55" fmla="*/ 21 h 52"/>
                <a:gd name="T56" fmla="*/ 15 w 40"/>
                <a:gd name="T57"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52">
                  <a:moveTo>
                    <a:pt x="29" y="33"/>
                  </a:moveTo>
                  <a:cubicBezTo>
                    <a:pt x="28" y="32"/>
                    <a:pt x="26" y="30"/>
                    <a:pt x="24" y="29"/>
                  </a:cubicBezTo>
                  <a:cubicBezTo>
                    <a:pt x="28" y="28"/>
                    <a:pt x="31" y="27"/>
                    <a:pt x="33" y="24"/>
                  </a:cubicBezTo>
                  <a:cubicBezTo>
                    <a:pt x="35" y="21"/>
                    <a:pt x="36" y="18"/>
                    <a:pt x="36" y="14"/>
                  </a:cubicBezTo>
                  <a:cubicBezTo>
                    <a:pt x="36" y="11"/>
                    <a:pt x="35" y="9"/>
                    <a:pt x="34" y="6"/>
                  </a:cubicBezTo>
                  <a:cubicBezTo>
                    <a:pt x="33" y="4"/>
                    <a:pt x="31" y="2"/>
                    <a:pt x="29" y="1"/>
                  </a:cubicBezTo>
                  <a:cubicBezTo>
                    <a:pt x="27" y="0"/>
                    <a:pt x="23" y="0"/>
                    <a:pt x="19" y="0"/>
                  </a:cubicBezTo>
                  <a:cubicBezTo>
                    <a:pt x="0" y="0"/>
                    <a:pt x="0" y="0"/>
                    <a:pt x="0" y="0"/>
                  </a:cubicBezTo>
                  <a:cubicBezTo>
                    <a:pt x="0" y="52"/>
                    <a:pt x="0" y="52"/>
                    <a:pt x="0" y="52"/>
                  </a:cubicBezTo>
                  <a:cubicBezTo>
                    <a:pt x="9" y="52"/>
                    <a:pt x="9" y="52"/>
                    <a:pt x="9" y="52"/>
                  </a:cubicBezTo>
                  <a:cubicBezTo>
                    <a:pt x="9" y="30"/>
                    <a:pt x="9" y="30"/>
                    <a:pt x="9" y="30"/>
                  </a:cubicBezTo>
                  <a:cubicBezTo>
                    <a:pt x="10" y="30"/>
                    <a:pt x="10" y="30"/>
                    <a:pt x="10" y="30"/>
                  </a:cubicBezTo>
                  <a:cubicBezTo>
                    <a:pt x="13" y="30"/>
                    <a:pt x="14" y="30"/>
                    <a:pt x="15" y="31"/>
                  </a:cubicBezTo>
                  <a:cubicBezTo>
                    <a:pt x="16" y="31"/>
                    <a:pt x="17" y="32"/>
                    <a:pt x="18" y="33"/>
                  </a:cubicBezTo>
                  <a:cubicBezTo>
                    <a:pt x="19" y="34"/>
                    <a:pt x="20" y="36"/>
                    <a:pt x="22" y="40"/>
                  </a:cubicBezTo>
                  <a:cubicBezTo>
                    <a:pt x="29" y="52"/>
                    <a:pt x="29" y="52"/>
                    <a:pt x="29" y="52"/>
                  </a:cubicBezTo>
                  <a:cubicBezTo>
                    <a:pt x="40" y="52"/>
                    <a:pt x="40" y="52"/>
                    <a:pt x="40" y="52"/>
                  </a:cubicBezTo>
                  <a:cubicBezTo>
                    <a:pt x="34" y="42"/>
                    <a:pt x="34" y="42"/>
                    <a:pt x="34" y="42"/>
                  </a:cubicBezTo>
                  <a:cubicBezTo>
                    <a:pt x="32" y="38"/>
                    <a:pt x="30" y="35"/>
                    <a:pt x="29" y="33"/>
                  </a:cubicBezTo>
                  <a:close/>
                  <a:moveTo>
                    <a:pt x="15" y="22"/>
                  </a:moveTo>
                  <a:cubicBezTo>
                    <a:pt x="9" y="22"/>
                    <a:pt x="9" y="22"/>
                    <a:pt x="9" y="22"/>
                  </a:cubicBezTo>
                  <a:cubicBezTo>
                    <a:pt x="9" y="9"/>
                    <a:pt x="9" y="9"/>
                    <a:pt x="9" y="9"/>
                  </a:cubicBezTo>
                  <a:cubicBezTo>
                    <a:pt x="16" y="9"/>
                    <a:pt x="16" y="9"/>
                    <a:pt x="16" y="9"/>
                  </a:cubicBezTo>
                  <a:cubicBezTo>
                    <a:pt x="19" y="9"/>
                    <a:pt x="21" y="9"/>
                    <a:pt x="22" y="9"/>
                  </a:cubicBezTo>
                  <a:cubicBezTo>
                    <a:pt x="24" y="9"/>
                    <a:pt x="25" y="10"/>
                    <a:pt x="26" y="11"/>
                  </a:cubicBezTo>
                  <a:cubicBezTo>
                    <a:pt x="26" y="12"/>
                    <a:pt x="27" y="13"/>
                    <a:pt x="27" y="15"/>
                  </a:cubicBezTo>
                  <a:cubicBezTo>
                    <a:pt x="27" y="17"/>
                    <a:pt x="26" y="18"/>
                    <a:pt x="26" y="19"/>
                  </a:cubicBezTo>
                  <a:cubicBezTo>
                    <a:pt x="25" y="20"/>
                    <a:pt x="24" y="21"/>
                    <a:pt x="23" y="21"/>
                  </a:cubicBezTo>
                  <a:cubicBezTo>
                    <a:pt x="22" y="22"/>
                    <a:pt x="20" y="22"/>
                    <a:pt x="15"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6" name="išḷidê"/>
            <p:cNvSpPr/>
            <p:nvPr/>
          </p:nvSpPr>
          <p:spPr bwMode="auto">
            <a:xfrm>
              <a:off x="6375400" y="4019551"/>
              <a:ext cx="130175" cy="195263"/>
            </a:xfrm>
            <a:custGeom>
              <a:avLst/>
              <a:gdLst>
                <a:gd name="T0" fmla="*/ 29 w 36"/>
                <a:gd name="T1" fmla="*/ 24 h 54"/>
                <a:gd name="T2" fmla="*/ 20 w 36"/>
                <a:gd name="T3" fmla="*/ 20 h 54"/>
                <a:gd name="T4" fmla="*/ 12 w 36"/>
                <a:gd name="T5" fmla="*/ 17 h 54"/>
                <a:gd name="T6" fmla="*/ 10 w 36"/>
                <a:gd name="T7" fmla="*/ 14 h 54"/>
                <a:gd name="T8" fmla="*/ 12 w 36"/>
                <a:gd name="T9" fmla="*/ 10 h 54"/>
                <a:gd name="T10" fmla="*/ 18 w 36"/>
                <a:gd name="T11" fmla="*/ 9 h 54"/>
                <a:gd name="T12" fmla="*/ 23 w 36"/>
                <a:gd name="T13" fmla="*/ 10 h 54"/>
                <a:gd name="T14" fmla="*/ 26 w 36"/>
                <a:gd name="T15" fmla="*/ 16 h 54"/>
                <a:gd name="T16" fmla="*/ 35 w 36"/>
                <a:gd name="T17" fmla="*/ 16 h 54"/>
                <a:gd name="T18" fmla="*/ 30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6 w 36"/>
                <a:gd name="T35" fmla="*/ 35 h 54"/>
                <a:gd name="T36" fmla="*/ 27 w 36"/>
                <a:gd name="T37" fmla="*/ 38 h 54"/>
                <a:gd name="T38" fmla="*/ 25 w 36"/>
                <a:gd name="T39" fmla="*/ 43 h 54"/>
                <a:gd name="T40" fmla="*/ 18 w 36"/>
                <a:gd name="T41" fmla="*/ 45 h 54"/>
                <a:gd name="T42" fmla="*/ 12 w 36"/>
                <a:gd name="T43" fmla="*/ 42 h 54"/>
                <a:gd name="T44" fmla="*/ 9 w 36"/>
                <a:gd name="T45" fmla="*/ 35 h 54"/>
                <a:gd name="T46" fmla="*/ 0 w 36"/>
                <a:gd name="T47" fmla="*/ 36 h 54"/>
                <a:gd name="T48" fmla="*/ 5 w 36"/>
                <a:gd name="T49" fmla="*/ 49 h 54"/>
                <a:gd name="T50" fmla="*/ 18 w 36"/>
                <a:gd name="T51" fmla="*/ 54 h 54"/>
                <a:gd name="T52" fmla="*/ 28 w 36"/>
                <a:gd name="T53" fmla="*/ 52 h 54"/>
                <a:gd name="T54" fmla="*/ 34 w 36"/>
                <a:gd name="T55" fmla="*/ 46 h 54"/>
                <a:gd name="T56" fmla="*/ 36 w 36"/>
                <a:gd name="T57" fmla="*/ 38 h 54"/>
                <a:gd name="T58" fmla="*/ 34 w 36"/>
                <a:gd name="T59" fmla="*/ 29 h 54"/>
                <a:gd name="T60" fmla="*/ 29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29" y="24"/>
                  </a:moveTo>
                  <a:cubicBezTo>
                    <a:pt x="27" y="23"/>
                    <a:pt x="24" y="22"/>
                    <a:pt x="20" y="20"/>
                  </a:cubicBezTo>
                  <a:cubicBezTo>
                    <a:pt x="15" y="19"/>
                    <a:pt x="13" y="18"/>
                    <a:pt x="12" y="17"/>
                  </a:cubicBezTo>
                  <a:cubicBezTo>
                    <a:pt x="11" y="16"/>
                    <a:pt x="10" y="15"/>
                    <a:pt x="10" y="14"/>
                  </a:cubicBezTo>
                  <a:cubicBezTo>
                    <a:pt x="10" y="12"/>
                    <a:pt x="11" y="11"/>
                    <a:pt x="12" y="10"/>
                  </a:cubicBezTo>
                  <a:cubicBezTo>
                    <a:pt x="13" y="9"/>
                    <a:pt x="15" y="9"/>
                    <a:pt x="18" y="9"/>
                  </a:cubicBezTo>
                  <a:cubicBezTo>
                    <a:pt x="20" y="9"/>
                    <a:pt x="22" y="9"/>
                    <a:pt x="23" y="10"/>
                  </a:cubicBezTo>
                  <a:cubicBezTo>
                    <a:pt x="25" y="12"/>
                    <a:pt x="25" y="13"/>
                    <a:pt x="26" y="16"/>
                  </a:cubicBezTo>
                  <a:cubicBezTo>
                    <a:pt x="35" y="16"/>
                    <a:pt x="35" y="16"/>
                    <a:pt x="35" y="16"/>
                  </a:cubicBezTo>
                  <a:cubicBezTo>
                    <a:pt x="35" y="11"/>
                    <a:pt x="33" y="7"/>
                    <a:pt x="30" y="4"/>
                  </a:cubicBezTo>
                  <a:cubicBezTo>
                    <a:pt x="28" y="1"/>
                    <a:pt x="23" y="0"/>
                    <a:pt x="18" y="0"/>
                  </a:cubicBezTo>
                  <a:cubicBezTo>
                    <a:pt x="14" y="0"/>
                    <a:pt x="12" y="0"/>
                    <a:pt x="9" y="2"/>
                  </a:cubicBezTo>
                  <a:cubicBezTo>
                    <a:pt x="7" y="3"/>
                    <a:pt x="5" y="5"/>
                    <a:pt x="4" y="7"/>
                  </a:cubicBezTo>
                  <a:cubicBezTo>
                    <a:pt x="2" y="9"/>
                    <a:pt x="2" y="12"/>
                    <a:pt x="2" y="14"/>
                  </a:cubicBezTo>
                  <a:cubicBezTo>
                    <a:pt x="2" y="19"/>
                    <a:pt x="3" y="22"/>
                    <a:pt x="6" y="25"/>
                  </a:cubicBezTo>
                  <a:cubicBezTo>
                    <a:pt x="8" y="27"/>
                    <a:pt x="11" y="29"/>
                    <a:pt x="16" y="30"/>
                  </a:cubicBezTo>
                  <a:cubicBezTo>
                    <a:pt x="20" y="31"/>
                    <a:pt x="22" y="32"/>
                    <a:pt x="23" y="32"/>
                  </a:cubicBezTo>
                  <a:cubicBezTo>
                    <a:pt x="25" y="33"/>
                    <a:pt x="26" y="34"/>
                    <a:pt x="26" y="35"/>
                  </a:cubicBezTo>
                  <a:cubicBezTo>
                    <a:pt x="27" y="35"/>
                    <a:pt x="27" y="36"/>
                    <a:pt x="27" y="38"/>
                  </a:cubicBezTo>
                  <a:cubicBezTo>
                    <a:pt x="27" y="40"/>
                    <a:pt x="26" y="41"/>
                    <a:pt x="25" y="43"/>
                  </a:cubicBezTo>
                  <a:cubicBezTo>
                    <a:pt x="23" y="44"/>
                    <a:pt x="21" y="45"/>
                    <a:pt x="18" y="45"/>
                  </a:cubicBezTo>
                  <a:cubicBezTo>
                    <a:pt x="16" y="45"/>
                    <a:pt x="14" y="44"/>
                    <a:pt x="12" y="42"/>
                  </a:cubicBezTo>
                  <a:cubicBezTo>
                    <a:pt x="10" y="41"/>
                    <a:pt x="9" y="38"/>
                    <a:pt x="9" y="35"/>
                  </a:cubicBezTo>
                  <a:cubicBezTo>
                    <a:pt x="0" y="36"/>
                    <a:pt x="0" y="36"/>
                    <a:pt x="0" y="36"/>
                  </a:cubicBezTo>
                  <a:cubicBezTo>
                    <a:pt x="1" y="42"/>
                    <a:pt x="2" y="46"/>
                    <a:pt x="5" y="49"/>
                  </a:cubicBezTo>
                  <a:cubicBezTo>
                    <a:pt x="8" y="52"/>
                    <a:pt x="13" y="54"/>
                    <a:pt x="18" y="54"/>
                  </a:cubicBezTo>
                  <a:cubicBezTo>
                    <a:pt x="22" y="54"/>
                    <a:pt x="25" y="53"/>
                    <a:pt x="28" y="52"/>
                  </a:cubicBezTo>
                  <a:cubicBezTo>
                    <a:pt x="31" y="51"/>
                    <a:pt x="33" y="49"/>
                    <a:pt x="34" y="46"/>
                  </a:cubicBezTo>
                  <a:cubicBezTo>
                    <a:pt x="35" y="43"/>
                    <a:pt x="36" y="41"/>
                    <a:pt x="36" y="38"/>
                  </a:cubicBezTo>
                  <a:cubicBezTo>
                    <a:pt x="36" y="34"/>
                    <a:pt x="35" y="32"/>
                    <a:pt x="34" y="29"/>
                  </a:cubicBezTo>
                  <a:cubicBezTo>
                    <a:pt x="33" y="27"/>
                    <a:pt x="31" y="25"/>
                    <a:pt x="29"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7" name="îSḻiḍe"/>
            <p:cNvSpPr/>
            <p:nvPr/>
          </p:nvSpPr>
          <p:spPr bwMode="auto">
            <a:xfrm>
              <a:off x="653097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8" name="ïṧļïḍe"/>
            <p:cNvSpPr/>
            <p:nvPr/>
          </p:nvSpPr>
          <p:spPr bwMode="auto">
            <a:xfrm>
              <a:off x="6584950" y="4022726"/>
              <a:ext cx="125413" cy="188913"/>
            </a:xfrm>
            <a:custGeom>
              <a:avLst/>
              <a:gdLst>
                <a:gd name="T0" fmla="*/ 0 w 79"/>
                <a:gd name="T1" fmla="*/ 21 h 119"/>
                <a:gd name="T2" fmla="*/ 29 w 79"/>
                <a:gd name="T3" fmla="*/ 21 h 119"/>
                <a:gd name="T4" fmla="*/ 29 w 79"/>
                <a:gd name="T5" fmla="*/ 119 h 119"/>
                <a:gd name="T6" fmla="*/ 50 w 79"/>
                <a:gd name="T7" fmla="*/ 119 h 119"/>
                <a:gd name="T8" fmla="*/ 50 w 79"/>
                <a:gd name="T9" fmla="*/ 21 h 119"/>
                <a:gd name="T10" fmla="*/ 79 w 79"/>
                <a:gd name="T11" fmla="*/ 21 h 119"/>
                <a:gd name="T12" fmla="*/ 79 w 79"/>
                <a:gd name="T13" fmla="*/ 0 h 119"/>
                <a:gd name="T14" fmla="*/ 0 w 79"/>
                <a:gd name="T15" fmla="*/ 0 h 119"/>
                <a:gd name="T16" fmla="*/ 0 w 79"/>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119">
                  <a:moveTo>
                    <a:pt x="0" y="21"/>
                  </a:moveTo>
                  <a:lnTo>
                    <a:pt x="29" y="21"/>
                  </a:lnTo>
                  <a:lnTo>
                    <a:pt x="29" y="119"/>
                  </a:lnTo>
                  <a:lnTo>
                    <a:pt x="50" y="119"/>
                  </a:lnTo>
                  <a:lnTo>
                    <a:pt x="50" y="21"/>
                  </a:lnTo>
                  <a:lnTo>
                    <a:pt x="79" y="21"/>
                  </a:lnTo>
                  <a:lnTo>
                    <a:pt x="79"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39" name="îŝļïḋé"/>
            <p:cNvSpPr/>
            <p:nvPr/>
          </p:nvSpPr>
          <p:spPr bwMode="auto">
            <a:xfrm>
              <a:off x="6715125" y="4022726"/>
              <a:ext cx="147638" cy="188913"/>
            </a:xfrm>
            <a:custGeom>
              <a:avLst/>
              <a:gdLst>
                <a:gd name="T0" fmla="*/ 47 w 93"/>
                <a:gd name="T1" fmla="*/ 46 h 119"/>
                <a:gd name="T2" fmla="*/ 22 w 93"/>
                <a:gd name="T3" fmla="*/ 0 h 119"/>
                <a:gd name="T4" fmla="*/ 0 w 93"/>
                <a:gd name="T5" fmla="*/ 0 h 119"/>
                <a:gd name="T6" fmla="*/ 36 w 93"/>
                <a:gd name="T7" fmla="*/ 69 h 119"/>
                <a:gd name="T8" fmla="*/ 36 w 93"/>
                <a:gd name="T9" fmla="*/ 119 h 119"/>
                <a:gd name="T10" fmla="*/ 56 w 93"/>
                <a:gd name="T11" fmla="*/ 119 h 119"/>
                <a:gd name="T12" fmla="*/ 56 w 93"/>
                <a:gd name="T13" fmla="*/ 69 h 119"/>
                <a:gd name="T14" fmla="*/ 93 w 93"/>
                <a:gd name="T15" fmla="*/ 0 h 119"/>
                <a:gd name="T16" fmla="*/ 70 w 93"/>
                <a:gd name="T17" fmla="*/ 0 h 119"/>
                <a:gd name="T18" fmla="*/ 47 w 93"/>
                <a:gd name="T19"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19">
                  <a:moveTo>
                    <a:pt x="47" y="46"/>
                  </a:moveTo>
                  <a:lnTo>
                    <a:pt x="22" y="0"/>
                  </a:lnTo>
                  <a:lnTo>
                    <a:pt x="0" y="0"/>
                  </a:lnTo>
                  <a:lnTo>
                    <a:pt x="36" y="69"/>
                  </a:lnTo>
                  <a:lnTo>
                    <a:pt x="36" y="119"/>
                  </a:lnTo>
                  <a:lnTo>
                    <a:pt x="56" y="119"/>
                  </a:lnTo>
                  <a:lnTo>
                    <a:pt x="56" y="69"/>
                  </a:lnTo>
                  <a:lnTo>
                    <a:pt x="93" y="0"/>
                  </a:lnTo>
                  <a:lnTo>
                    <a:pt x="70" y="0"/>
                  </a:lnTo>
                  <a:lnTo>
                    <a:pt x="47"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0" name="îṡlïḍe"/>
            <p:cNvSpPr/>
            <p:nvPr/>
          </p:nvSpPr>
          <p:spPr bwMode="auto">
            <a:xfrm>
              <a:off x="6931025" y="4019551"/>
              <a:ext cx="155575"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2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2" y="13"/>
                  </a:cubicBezTo>
                  <a:cubicBezTo>
                    <a:pt x="15" y="10"/>
                    <a:pt x="18" y="9"/>
                    <a:pt x="21" y="9"/>
                  </a:cubicBezTo>
                  <a:cubicBezTo>
                    <a:pt x="25" y="9"/>
                    <a:pt x="28" y="10"/>
                    <a:pt x="30" y="13"/>
                  </a:cubicBezTo>
                  <a:cubicBezTo>
                    <a:pt x="32"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1" name="ïśļïḑê"/>
            <p:cNvSpPr/>
            <p:nvPr/>
          </p:nvSpPr>
          <p:spPr bwMode="auto">
            <a:xfrm>
              <a:off x="7112000" y="4022726"/>
              <a:ext cx="107950" cy="188913"/>
            </a:xfrm>
            <a:custGeom>
              <a:avLst/>
              <a:gdLst>
                <a:gd name="T0" fmla="*/ 0 w 68"/>
                <a:gd name="T1" fmla="*/ 119 h 119"/>
                <a:gd name="T2" fmla="*/ 20 w 68"/>
                <a:gd name="T3" fmla="*/ 119 h 119"/>
                <a:gd name="T4" fmla="*/ 20 w 68"/>
                <a:gd name="T5" fmla="*/ 69 h 119"/>
                <a:gd name="T6" fmla="*/ 61 w 68"/>
                <a:gd name="T7" fmla="*/ 69 h 119"/>
                <a:gd name="T8" fmla="*/ 61 w 68"/>
                <a:gd name="T9" fmla="*/ 48 h 119"/>
                <a:gd name="T10" fmla="*/ 20 w 68"/>
                <a:gd name="T11" fmla="*/ 48 h 119"/>
                <a:gd name="T12" fmla="*/ 20 w 68"/>
                <a:gd name="T13" fmla="*/ 21 h 119"/>
                <a:gd name="T14" fmla="*/ 68 w 68"/>
                <a:gd name="T15" fmla="*/ 21 h 119"/>
                <a:gd name="T16" fmla="*/ 68 w 68"/>
                <a:gd name="T17" fmla="*/ 0 h 119"/>
                <a:gd name="T18" fmla="*/ 0 w 68"/>
                <a:gd name="T19" fmla="*/ 0 h 119"/>
                <a:gd name="T20" fmla="*/ 0 w 68"/>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19">
                  <a:moveTo>
                    <a:pt x="0" y="119"/>
                  </a:moveTo>
                  <a:lnTo>
                    <a:pt x="20" y="119"/>
                  </a:lnTo>
                  <a:lnTo>
                    <a:pt x="20" y="69"/>
                  </a:lnTo>
                  <a:lnTo>
                    <a:pt x="61" y="69"/>
                  </a:lnTo>
                  <a:lnTo>
                    <a:pt x="61" y="48"/>
                  </a:lnTo>
                  <a:lnTo>
                    <a:pt x="20" y="48"/>
                  </a:lnTo>
                  <a:lnTo>
                    <a:pt x="20" y="21"/>
                  </a:lnTo>
                  <a:lnTo>
                    <a:pt x="68" y="21"/>
                  </a:lnTo>
                  <a:lnTo>
                    <a:pt x="68" y="0"/>
                  </a:lnTo>
                  <a:lnTo>
                    <a:pt x="0" y="0"/>
                  </a:lnTo>
                  <a:lnTo>
                    <a:pt x="0" y="11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2" name="îSľïde"/>
            <p:cNvSpPr/>
            <p:nvPr/>
          </p:nvSpPr>
          <p:spPr bwMode="auto">
            <a:xfrm>
              <a:off x="7299325" y="4019551"/>
              <a:ext cx="130175" cy="195263"/>
            </a:xfrm>
            <a:custGeom>
              <a:avLst/>
              <a:gdLst>
                <a:gd name="T0" fmla="*/ 30 w 36"/>
                <a:gd name="T1" fmla="*/ 24 h 54"/>
                <a:gd name="T2" fmla="*/ 20 w 36"/>
                <a:gd name="T3" fmla="*/ 20 h 54"/>
                <a:gd name="T4" fmla="*/ 12 w 36"/>
                <a:gd name="T5" fmla="*/ 17 h 54"/>
                <a:gd name="T6" fmla="*/ 11 w 36"/>
                <a:gd name="T7" fmla="*/ 14 h 54"/>
                <a:gd name="T8" fmla="*/ 12 w 36"/>
                <a:gd name="T9" fmla="*/ 10 h 54"/>
                <a:gd name="T10" fmla="*/ 18 w 36"/>
                <a:gd name="T11" fmla="*/ 9 h 54"/>
                <a:gd name="T12" fmla="*/ 24 w 36"/>
                <a:gd name="T13" fmla="*/ 10 h 54"/>
                <a:gd name="T14" fmla="*/ 26 w 36"/>
                <a:gd name="T15" fmla="*/ 16 h 54"/>
                <a:gd name="T16" fmla="*/ 35 w 36"/>
                <a:gd name="T17" fmla="*/ 16 h 54"/>
                <a:gd name="T18" fmla="*/ 31 w 36"/>
                <a:gd name="T19" fmla="*/ 4 h 54"/>
                <a:gd name="T20" fmla="*/ 18 w 36"/>
                <a:gd name="T21" fmla="*/ 0 h 54"/>
                <a:gd name="T22" fmla="*/ 9 w 36"/>
                <a:gd name="T23" fmla="*/ 2 h 54"/>
                <a:gd name="T24" fmla="*/ 4 w 36"/>
                <a:gd name="T25" fmla="*/ 7 h 54"/>
                <a:gd name="T26" fmla="*/ 2 w 36"/>
                <a:gd name="T27" fmla="*/ 14 h 54"/>
                <a:gd name="T28" fmla="*/ 6 w 36"/>
                <a:gd name="T29" fmla="*/ 25 h 54"/>
                <a:gd name="T30" fmla="*/ 16 w 36"/>
                <a:gd name="T31" fmla="*/ 30 h 54"/>
                <a:gd name="T32" fmla="*/ 23 w 36"/>
                <a:gd name="T33" fmla="*/ 32 h 54"/>
                <a:gd name="T34" fmla="*/ 27 w 36"/>
                <a:gd name="T35" fmla="*/ 35 h 54"/>
                <a:gd name="T36" fmla="*/ 27 w 36"/>
                <a:gd name="T37" fmla="*/ 38 h 54"/>
                <a:gd name="T38" fmla="*/ 25 w 36"/>
                <a:gd name="T39" fmla="*/ 43 h 54"/>
                <a:gd name="T40" fmla="*/ 19 w 36"/>
                <a:gd name="T41" fmla="*/ 45 h 54"/>
                <a:gd name="T42" fmla="*/ 12 w 36"/>
                <a:gd name="T43" fmla="*/ 42 h 54"/>
                <a:gd name="T44" fmla="*/ 9 w 36"/>
                <a:gd name="T45" fmla="*/ 35 h 54"/>
                <a:gd name="T46" fmla="*/ 0 w 36"/>
                <a:gd name="T47" fmla="*/ 36 h 54"/>
                <a:gd name="T48" fmla="*/ 6 w 36"/>
                <a:gd name="T49" fmla="*/ 49 h 54"/>
                <a:gd name="T50" fmla="*/ 19 w 36"/>
                <a:gd name="T51" fmla="*/ 54 h 54"/>
                <a:gd name="T52" fmla="*/ 28 w 36"/>
                <a:gd name="T53" fmla="*/ 52 h 54"/>
                <a:gd name="T54" fmla="*/ 34 w 36"/>
                <a:gd name="T55" fmla="*/ 46 h 54"/>
                <a:gd name="T56" fmla="*/ 36 w 36"/>
                <a:gd name="T57" fmla="*/ 38 h 54"/>
                <a:gd name="T58" fmla="*/ 35 w 36"/>
                <a:gd name="T59" fmla="*/ 29 h 54"/>
                <a:gd name="T60" fmla="*/ 30 w 36"/>
                <a:gd name="T61" fmla="*/ 2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 h="54">
                  <a:moveTo>
                    <a:pt x="30" y="24"/>
                  </a:moveTo>
                  <a:cubicBezTo>
                    <a:pt x="28" y="23"/>
                    <a:pt x="24" y="22"/>
                    <a:pt x="20" y="20"/>
                  </a:cubicBezTo>
                  <a:cubicBezTo>
                    <a:pt x="16" y="19"/>
                    <a:pt x="13" y="18"/>
                    <a:pt x="12" y="17"/>
                  </a:cubicBezTo>
                  <a:cubicBezTo>
                    <a:pt x="11" y="16"/>
                    <a:pt x="11" y="15"/>
                    <a:pt x="11" y="14"/>
                  </a:cubicBezTo>
                  <a:cubicBezTo>
                    <a:pt x="11" y="12"/>
                    <a:pt x="11" y="11"/>
                    <a:pt x="12" y="10"/>
                  </a:cubicBezTo>
                  <a:cubicBezTo>
                    <a:pt x="13" y="9"/>
                    <a:pt x="15" y="9"/>
                    <a:pt x="18" y="9"/>
                  </a:cubicBezTo>
                  <a:cubicBezTo>
                    <a:pt x="21" y="9"/>
                    <a:pt x="22" y="9"/>
                    <a:pt x="24" y="10"/>
                  </a:cubicBezTo>
                  <a:cubicBezTo>
                    <a:pt x="25" y="12"/>
                    <a:pt x="26" y="13"/>
                    <a:pt x="26" y="16"/>
                  </a:cubicBezTo>
                  <a:cubicBezTo>
                    <a:pt x="35" y="16"/>
                    <a:pt x="35" y="16"/>
                    <a:pt x="35" y="16"/>
                  </a:cubicBezTo>
                  <a:cubicBezTo>
                    <a:pt x="35" y="11"/>
                    <a:pt x="33" y="7"/>
                    <a:pt x="31" y="4"/>
                  </a:cubicBezTo>
                  <a:cubicBezTo>
                    <a:pt x="28" y="1"/>
                    <a:pt x="24" y="0"/>
                    <a:pt x="18" y="0"/>
                  </a:cubicBezTo>
                  <a:cubicBezTo>
                    <a:pt x="15" y="0"/>
                    <a:pt x="12" y="0"/>
                    <a:pt x="9" y="2"/>
                  </a:cubicBezTo>
                  <a:cubicBezTo>
                    <a:pt x="7" y="3"/>
                    <a:pt x="5" y="5"/>
                    <a:pt x="4" y="7"/>
                  </a:cubicBezTo>
                  <a:cubicBezTo>
                    <a:pt x="3" y="9"/>
                    <a:pt x="2" y="12"/>
                    <a:pt x="2" y="14"/>
                  </a:cubicBezTo>
                  <a:cubicBezTo>
                    <a:pt x="2" y="19"/>
                    <a:pt x="3" y="22"/>
                    <a:pt x="6" y="25"/>
                  </a:cubicBezTo>
                  <a:cubicBezTo>
                    <a:pt x="8" y="27"/>
                    <a:pt x="11" y="29"/>
                    <a:pt x="16" y="30"/>
                  </a:cubicBezTo>
                  <a:cubicBezTo>
                    <a:pt x="20" y="31"/>
                    <a:pt x="22" y="32"/>
                    <a:pt x="23" y="32"/>
                  </a:cubicBezTo>
                  <a:cubicBezTo>
                    <a:pt x="25" y="33"/>
                    <a:pt x="26" y="34"/>
                    <a:pt x="27" y="35"/>
                  </a:cubicBezTo>
                  <a:cubicBezTo>
                    <a:pt x="27" y="35"/>
                    <a:pt x="27" y="36"/>
                    <a:pt x="27" y="38"/>
                  </a:cubicBezTo>
                  <a:cubicBezTo>
                    <a:pt x="27" y="40"/>
                    <a:pt x="27" y="41"/>
                    <a:pt x="25" y="43"/>
                  </a:cubicBezTo>
                  <a:cubicBezTo>
                    <a:pt x="24" y="44"/>
                    <a:pt x="22" y="45"/>
                    <a:pt x="19" y="45"/>
                  </a:cubicBezTo>
                  <a:cubicBezTo>
                    <a:pt x="16" y="45"/>
                    <a:pt x="14" y="44"/>
                    <a:pt x="12" y="42"/>
                  </a:cubicBezTo>
                  <a:cubicBezTo>
                    <a:pt x="11" y="41"/>
                    <a:pt x="10" y="38"/>
                    <a:pt x="9" y="35"/>
                  </a:cubicBezTo>
                  <a:cubicBezTo>
                    <a:pt x="0" y="36"/>
                    <a:pt x="0" y="36"/>
                    <a:pt x="0" y="36"/>
                  </a:cubicBezTo>
                  <a:cubicBezTo>
                    <a:pt x="1" y="42"/>
                    <a:pt x="3" y="46"/>
                    <a:pt x="6" y="49"/>
                  </a:cubicBezTo>
                  <a:cubicBezTo>
                    <a:pt x="9" y="52"/>
                    <a:pt x="13" y="54"/>
                    <a:pt x="19" y="54"/>
                  </a:cubicBezTo>
                  <a:cubicBezTo>
                    <a:pt x="22" y="54"/>
                    <a:pt x="26" y="53"/>
                    <a:pt x="28" y="52"/>
                  </a:cubicBezTo>
                  <a:cubicBezTo>
                    <a:pt x="31" y="51"/>
                    <a:pt x="33" y="49"/>
                    <a:pt x="34" y="46"/>
                  </a:cubicBezTo>
                  <a:cubicBezTo>
                    <a:pt x="36" y="43"/>
                    <a:pt x="36" y="41"/>
                    <a:pt x="36" y="38"/>
                  </a:cubicBezTo>
                  <a:cubicBezTo>
                    <a:pt x="36" y="34"/>
                    <a:pt x="36" y="32"/>
                    <a:pt x="35" y="29"/>
                  </a:cubicBezTo>
                  <a:cubicBezTo>
                    <a:pt x="33" y="27"/>
                    <a:pt x="32" y="25"/>
                    <a:pt x="30" y="2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3" name="iṧḻïdé"/>
            <p:cNvSpPr/>
            <p:nvPr/>
          </p:nvSpPr>
          <p:spPr bwMode="auto">
            <a:xfrm>
              <a:off x="7450138" y="4019551"/>
              <a:ext cx="141288" cy="195263"/>
            </a:xfrm>
            <a:custGeom>
              <a:avLst/>
              <a:gdLst>
                <a:gd name="T0" fmla="*/ 26 w 39"/>
                <a:gd name="T1" fmla="*/ 42 h 54"/>
                <a:gd name="T2" fmla="*/ 20 w 39"/>
                <a:gd name="T3" fmla="*/ 45 h 54"/>
                <a:gd name="T4" fmla="*/ 13 w 39"/>
                <a:gd name="T5" fmla="*/ 41 h 54"/>
                <a:gd name="T6" fmla="*/ 10 w 39"/>
                <a:gd name="T7" fmla="*/ 26 h 54"/>
                <a:gd name="T8" fmla="*/ 13 w 39"/>
                <a:gd name="T9" fmla="*/ 13 h 54"/>
                <a:gd name="T10" fmla="*/ 21 w 39"/>
                <a:gd name="T11" fmla="*/ 9 h 54"/>
                <a:gd name="T12" fmla="*/ 27 w 39"/>
                <a:gd name="T13" fmla="*/ 11 h 54"/>
                <a:gd name="T14" fmla="*/ 30 w 39"/>
                <a:gd name="T15" fmla="*/ 18 h 54"/>
                <a:gd name="T16" fmla="*/ 39 w 39"/>
                <a:gd name="T17" fmla="*/ 15 h 54"/>
                <a:gd name="T18" fmla="*/ 34 w 39"/>
                <a:gd name="T19" fmla="*/ 6 h 54"/>
                <a:gd name="T20" fmla="*/ 21 w 39"/>
                <a:gd name="T21" fmla="*/ 0 h 54"/>
                <a:gd name="T22" fmla="*/ 6 w 39"/>
                <a:gd name="T23" fmla="*/ 7 h 54"/>
                <a:gd name="T24" fmla="*/ 0 w 39"/>
                <a:gd name="T25" fmla="*/ 27 h 54"/>
                <a:gd name="T26" fmla="*/ 6 w 39"/>
                <a:gd name="T27" fmla="*/ 47 h 54"/>
                <a:gd name="T28" fmla="*/ 20 w 39"/>
                <a:gd name="T29" fmla="*/ 54 h 54"/>
                <a:gd name="T30" fmla="*/ 32 w 39"/>
                <a:gd name="T31" fmla="*/ 50 h 54"/>
                <a:gd name="T32" fmla="*/ 39 w 39"/>
                <a:gd name="T33" fmla="*/ 37 h 54"/>
                <a:gd name="T34" fmla="*/ 30 w 39"/>
                <a:gd name="T35" fmla="*/ 34 h 54"/>
                <a:gd name="T36" fmla="*/ 26 w 39"/>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54">
                  <a:moveTo>
                    <a:pt x="26" y="42"/>
                  </a:moveTo>
                  <a:cubicBezTo>
                    <a:pt x="25" y="44"/>
                    <a:pt x="23" y="45"/>
                    <a:pt x="20" y="45"/>
                  </a:cubicBezTo>
                  <a:cubicBezTo>
                    <a:pt x="17" y="45"/>
                    <a:pt x="15" y="43"/>
                    <a:pt x="13" y="41"/>
                  </a:cubicBezTo>
                  <a:cubicBezTo>
                    <a:pt x="10" y="38"/>
                    <a:pt x="10" y="33"/>
                    <a:pt x="10" y="26"/>
                  </a:cubicBezTo>
                  <a:cubicBezTo>
                    <a:pt x="10" y="20"/>
                    <a:pt x="11" y="16"/>
                    <a:pt x="13" y="13"/>
                  </a:cubicBezTo>
                  <a:cubicBezTo>
                    <a:pt x="15" y="10"/>
                    <a:pt x="17" y="9"/>
                    <a:pt x="21" y="9"/>
                  </a:cubicBezTo>
                  <a:cubicBezTo>
                    <a:pt x="23" y="9"/>
                    <a:pt x="25" y="10"/>
                    <a:pt x="27" y="11"/>
                  </a:cubicBezTo>
                  <a:cubicBezTo>
                    <a:pt x="28" y="13"/>
                    <a:pt x="29" y="15"/>
                    <a:pt x="30" y="18"/>
                  </a:cubicBezTo>
                  <a:cubicBezTo>
                    <a:pt x="39" y="15"/>
                    <a:pt x="39" y="15"/>
                    <a:pt x="39" y="15"/>
                  </a:cubicBezTo>
                  <a:cubicBezTo>
                    <a:pt x="38" y="11"/>
                    <a:pt x="36" y="8"/>
                    <a:pt x="34" y="6"/>
                  </a:cubicBezTo>
                  <a:cubicBezTo>
                    <a:pt x="31" y="2"/>
                    <a:pt x="26" y="0"/>
                    <a:pt x="21" y="0"/>
                  </a:cubicBezTo>
                  <a:cubicBezTo>
                    <a:pt x="15" y="0"/>
                    <a:pt x="10" y="2"/>
                    <a:pt x="6" y="7"/>
                  </a:cubicBezTo>
                  <a:cubicBezTo>
                    <a:pt x="2" y="12"/>
                    <a:pt x="0" y="19"/>
                    <a:pt x="0" y="27"/>
                  </a:cubicBezTo>
                  <a:cubicBezTo>
                    <a:pt x="0" y="35"/>
                    <a:pt x="2" y="42"/>
                    <a:pt x="6" y="47"/>
                  </a:cubicBezTo>
                  <a:cubicBezTo>
                    <a:pt x="10" y="51"/>
                    <a:pt x="15" y="54"/>
                    <a:pt x="20" y="54"/>
                  </a:cubicBezTo>
                  <a:cubicBezTo>
                    <a:pt x="25" y="54"/>
                    <a:pt x="29" y="52"/>
                    <a:pt x="32" y="50"/>
                  </a:cubicBezTo>
                  <a:cubicBezTo>
                    <a:pt x="35" y="47"/>
                    <a:pt x="37" y="43"/>
                    <a:pt x="39"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4" name="íŝļíḑé"/>
            <p:cNvSpPr/>
            <p:nvPr/>
          </p:nvSpPr>
          <p:spPr bwMode="auto">
            <a:xfrm>
              <a:off x="7616825" y="4022726"/>
              <a:ext cx="31750" cy="188913"/>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5" name="ï$ļiḑé"/>
            <p:cNvSpPr/>
            <p:nvPr/>
          </p:nvSpPr>
          <p:spPr bwMode="auto">
            <a:xfrm>
              <a:off x="7681913" y="4022726"/>
              <a:ext cx="119063" cy="188913"/>
            </a:xfrm>
            <a:custGeom>
              <a:avLst/>
              <a:gdLst>
                <a:gd name="T0" fmla="*/ 20 w 75"/>
                <a:gd name="T1" fmla="*/ 67 h 119"/>
                <a:gd name="T2" fmla="*/ 70 w 75"/>
                <a:gd name="T3" fmla="*/ 67 h 119"/>
                <a:gd name="T4" fmla="*/ 70 w 75"/>
                <a:gd name="T5" fmla="*/ 46 h 119"/>
                <a:gd name="T6" fmla="*/ 20 w 75"/>
                <a:gd name="T7" fmla="*/ 46 h 119"/>
                <a:gd name="T8" fmla="*/ 20 w 75"/>
                <a:gd name="T9" fmla="*/ 21 h 119"/>
                <a:gd name="T10" fmla="*/ 72 w 75"/>
                <a:gd name="T11" fmla="*/ 21 h 119"/>
                <a:gd name="T12" fmla="*/ 72 w 75"/>
                <a:gd name="T13" fmla="*/ 0 h 119"/>
                <a:gd name="T14" fmla="*/ 0 w 75"/>
                <a:gd name="T15" fmla="*/ 0 h 119"/>
                <a:gd name="T16" fmla="*/ 0 w 75"/>
                <a:gd name="T17" fmla="*/ 119 h 119"/>
                <a:gd name="T18" fmla="*/ 75 w 75"/>
                <a:gd name="T19" fmla="*/ 119 h 119"/>
                <a:gd name="T20" fmla="*/ 75 w 75"/>
                <a:gd name="T21" fmla="*/ 99 h 119"/>
                <a:gd name="T22" fmla="*/ 20 w 75"/>
                <a:gd name="T23" fmla="*/ 99 h 119"/>
                <a:gd name="T24" fmla="*/ 20 w 75"/>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119">
                  <a:moveTo>
                    <a:pt x="20" y="67"/>
                  </a:moveTo>
                  <a:lnTo>
                    <a:pt x="70" y="67"/>
                  </a:lnTo>
                  <a:lnTo>
                    <a:pt x="70" y="46"/>
                  </a:lnTo>
                  <a:lnTo>
                    <a:pt x="20" y="46"/>
                  </a:lnTo>
                  <a:lnTo>
                    <a:pt x="20" y="21"/>
                  </a:lnTo>
                  <a:lnTo>
                    <a:pt x="72" y="21"/>
                  </a:lnTo>
                  <a:lnTo>
                    <a:pt x="72" y="0"/>
                  </a:lnTo>
                  <a:lnTo>
                    <a:pt x="0" y="0"/>
                  </a:lnTo>
                  <a:lnTo>
                    <a:pt x="0" y="119"/>
                  </a:lnTo>
                  <a:lnTo>
                    <a:pt x="75" y="119"/>
                  </a:lnTo>
                  <a:lnTo>
                    <a:pt x="75" y="99"/>
                  </a:lnTo>
                  <a:lnTo>
                    <a:pt x="20" y="99"/>
                  </a:lnTo>
                  <a:lnTo>
                    <a:pt x="20"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6" name="îṧļïde"/>
            <p:cNvSpPr/>
            <p:nvPr/>
          </p:nvSpPr>
          <p:spPr bwMode="auto">
            <a:xfrm>
              <a:off x="7829550" y="4022726"/>
              <a:ext cx="125413" cy="188913"/>
            </a:xfrm>
            <a:custGeom>
              <a:avLst/>
              <a:gdLst>
                <a:gd name="T0" fmla="*/ 61 w 79"/>
                <a:gd name="T1" fmla="*/ 80 h 119"/>
                <a:gd name="T2" fmla="*/ 20 w 79"/>
                <a:gd name="T3" fmla="*/ 0 h 119"/>
                <a:gd name="T4" fmla="*/ 0 w 79"/>
                <a:gd name="T5" fmla="*/ 0 h 119"/>
                <a:gd name="T6" fmla="*/ 0 w 79"/>
                <a:gd name="T7" fmla="*/ 119 h 119"/>
                <a:gd name="T8" fmla="*/ 18 w 79"/>
                <a:gd name="T9" fmla="*/ 119 h 119"/>
                <a:gd name="T10" fmla="*/ 18 w 79"/>
                <a:gd name="T11" fmla="*/ 42 h 119"/>
                <a:gd name="T12" fmla="*/ 59 w 79"/>
                <a:gd name="T13" fmla="*/ 119 h 119"/>
                <a:gd name="T14" fmla="*/ 79 w 79"/>
                <a:gd name="T15" fmla="*/ 119 h 119"/>
                <a:gd name="T16" fmla="*/ 79 w 79"/>
                <a:gd name="T17" fmla="*/ 0 h 119"/>
                <a:gd name="T18" fmla="*/ 61 w 79"/>
                <a:gd name="T19" fmla="*/ 0 h 119"/>
                <a:gd name="T20" fmla="*/ 61 w 79"/>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9">
                  <a:moveTo>
                    <a:pt x="61" y="80"/>
                  </a:moveTo>
                  <a:lnTo>
                    <a:pt x="20" y="0"/>
                  </a:lnTo>
                  <a:lnTo>
                    <a:pt x="0" y="0"/>
                  </a:lnTo>
                  <a:lnTo>
                    <a:pt x="0" y="119"/>
                  </a:lnTo>
                  <a:lnTo>
                    <a:pt x="18" y="119"/>
                  </a:lnTo>
                  <a:lnTo>
                    <a:pt x="18" y="42"/>
                  </a:lnTo>
                  <a:lnTo>
                    <a:pt x="59" y="119"/>
                  </a:lnTo>
                  <a:lnTo>
                    <a:pt x="79" y="119"/>
                  </a:lnTo>
                  <a:lnTo>
                    <a:pt x="79"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7" name="íşlîḍè"/>
            <p:cNvSpPr/>
            <p:nvPr/>
          </p:nvSpPr>
          <p:spPr bwMode="auto">
            <a:xfrm>
              <a:off x="7985125"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4 w 38"/>
                <a:gd name="T19" fmla="*/ 6 h 54"/>
                <a:gd name="T20" fmla="*/ 21 w 38"/>
                <a:gd name="T21" fmla="*/ 0 h 54"/>
                <a:gd name="T22" fmla="*/ 6 w 38"/>
                <a:gd name="T23" fmla="*/ 7 h 54"/>
                <a:gd name="T24" fmla="*/ 0 w 38"/>
                <a:gd name="T25" fmla="*/ 27 h 54"/>
                <a:gd name="T26" fmla="*/ 6 w 38"/>
                <a:gd name="T27" fmla="*/ 47 h 54"/>
                <a:gd name="T28" fmla="*/ 20 w 38"/>
                <a:gd name="T29" fmla="*/ 54 h 54"/>
                <a:gd name="T30" fmla="*/ 32 w 38"/>
                <a:gd name="T31" fmla="*/ 50 h 54"/>
                <a:gd name="T32" fmla="*/ 38 w 38"/>
                <a:gd name="T33" fmla="*/ 37 h 54"/>
                <a:gd name="T34" fmla="*/ 30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7" y="45"/>
                    <a:pt x="14" y="43"/>
                    <a:pt x="12" y="41"/>
                  </a:cubicBezTo>
                  <a:cubicBezTo>
                    <a:pt x="10" y="38"/>
                    <a:pt x="9" y="33"/>
                    <a:pt x="9" y="26"/>
                  </a:cubicBezTo>
                  <a:cubicBezTo>
                    <a:pt x="9" y="20"/>
                    <a:pt x="10" y="16"/>
                    <a:pt x="12" y="13"/>
                  </a:cubicBezTo>
                  <a:cubicBezTo>
                    <a:pt x="14" y="10"/>
                    <a:pt x="17" y="9"/>
                    <a:pt x="20" y="9"/>
                  </a:cubicBezTo>
                  <a:cubicBezTo>
                    <a:pt x="23" y="9"/>
                    <a:pt x="25" y="10"/>
                    <a:pt x="26" y="11"/>
                  </a:cubicBezTo>
                  <a:cubicBezTo>
                    <a:pt x="28" y="13"/>
                    <a:pt x="29" y="15"/>
                    <a:pt x="29" y="18"/>
                  </a:cubicBezTo>
                  <a:cubicBezTo>
                    <a:pt x="38" y="15"/>
                    <a:pt x="38" y="15"/>
                    <a:pt x="38" y="15"/>
                  </a:cubicBezTo>
                  <a:cubicBezTo>
                    <a:pt x="37" y="11"/>
                    <a:pt x="36" y="8"/>
                    <a:pt x="34" y="6"/>
                  </a:cubicBezTo>
                  <a:cubicBezTo>
                    <a:pt x="30" y="2"/>
                    <a:pt x="26" y="0"/>
                    <a:pt x="21" y="0"/>
                  </a:cubicBezTo>
                  <a:cubicBezTo>
                    <a:pt x="14" y="0"/>
                    <a:pt x="9" y="2"/>
                    <a:pt x="6" y="7"/>
                  </a:cubicBezTo>
                  <a:cubicBezTo>
                    <a:pt x="2" y="12"/>
                    <a:pt x="0" y="19"/>
                    <a:pt x="0" y="27"/>
                  </a:cubicBezTo>
                  <a:cubicBezTo>
                    <a:pt x="0" y="35"/>
                    <a:pt x="2" y="42"/>
                    <a:pt x="6" y="47"/>
                  </a:cubicBezTo>
                  <a:cubicBezTo>
                    <a:pt x="9" y="51"/>
                    <a:pt x="14" y="54"/>
                    <a:pt x="20" y="54"/>
                  </a:cubicBezTo>
                  <a:cubicBezTo>
                    <a:pt x="25" y="54"/>
                    <a:pt x="29" y="52"/>
                    <a:pt x="32" y="50"/>
                  </a:cubicBezTo>
                  <a:cubicBezTo>
                    <a:pt x="35" y="47"/>
                    <a:pt x="37" y="43"/>
                    <a:pt x="38" y="37"/>
                  </a:cubicBezTo>
                  <a:cubicBezTo>
                    <a:pt x="30" y="34"/>
                    <a:pt x="30" y="34"/>
                    <a:pt x="30" y="34"/>
                  </a:cubicBezTo>
                  <a:cubicBezTo>
                    <a:pt x="29" y="37"/>
                    <a:pt x="28"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8" name="îŝļîďé"/>
            <p:cNvSpPr/>
            <p:nvPr/>
          </p:nvSpPr>
          <p:spPr bwMode="auto">
            <a:xfrm>
              <a:off x="8150225"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49" name="îŝlîḑê"/>
            <p:cNvSpPr/>
            <p:nvPr/>
          </p:nvSpPr>
          <p:spPr bwMode="auto">
            <a:xfrm>
              <a:off x="8356600" y="4019551"/>
              <a:ext cx="147638" cy="195263"/>
            </a:xfrm>
            <a:custGeom>
              <a:avLst/>
              <a:gdLst>
                <a:gd name="T0" fmla="*/ 34 w 41"/>
                <a:gd name="T1" fmla="*/ 41 h 54"/>
                <a:gd name="T2" fmla="*/ 35 w 41"/>
                <a:gd name="T3" fmla="*/ 37 h 54"/>
                <a:gd name="T4" fmla="*/ 37 w 41"/>
                <a:gd name="T5" fmla="*/ 30 h 54"/>
                <a:gd name="T6" fmla="*/ 30 w 41"/>
                <a:gd name="T7" fmla="*/ 28 h 54"/>
                <a:gd name="T8" fmla="*/ 28 w 41"/>
                <a:gd name="T9" fmla="*/ 34 h 54"/>
                <a:gd name="T10" fmla="*/ 22 w 41"/>
                <a:gd name="T11" fmla="*/ 24 h 54"/>
                <a:gd name="T12" fmla="*/ 28 w 41"/>
                <a:gd name="T13" fmla="*/ 18 h 54"/>
                <a:gd name="T14" fmla="*/ 30 w 41"/>
                <a:gd name="T15" fmla="*/ 12 h 54"/>
                <a:gd name="T16" fmla="*/ 27 w 41"/>
                <a:gd name="T17" fmla="*/ 3 h 54"/>
                <a:gd name="T18" fmla="*/ 18 w 41"/>
                <a:gd name="T19" fmla="*/ 0 h 54"/>
                <a:gd name="T20" fmla="*/ 8 w 41"/>
                <a:gd name="T21" fmla="*/ 3 h 54"/>
                <a:gd name="T22" fmla="*/ 5 w 41"/>
                <a:gd name="T23" fmla="*/ 11 h 54"/>
                <a:gd name="T24" fmla="*/ 6 w 41"/>
                <a:gd name="T25" fmla="*/ 17 h 54"/>
                <a:gd name="T26" fmla="*/ 10 w 41"/>
                <a:gd name="T27" fmla="*/ 23 h 54"/>
                <a:gd name="T28" fmla="*/ 2 w 41"/>
                <a:gd name="T29" fmla="*/ 30 h 54"/>
                <a:gd name="T30" fmla="*/ 0 w 41"/>
                <a:gd name="T31" fmla="*/ 39 h 54"/>
                <a:gd name="T32" fmla="*/ 3 w 41"/>
                <a:gd name="T33" fmla="*/ 48 h 54"/>
                <a:gd name="T34" fmla="*/ 15 w 41"/>
                <a:gd name="T35" fmla="*/ 54 h 54"/>
                <a:gd name="T36" fmla="*/ 22 w 41"/>
                <a:gd name="T37" fmla="*/ 52 h 54"/>
                <a:gd name="T38" fmla="*/ 28 w 41"/>
                <a:gd name="T39" fmla="*/ 48 h 54"/>
                <a:gd name="T40" fmla="*/ 35 w 41"/>
                <a:gd name="T41" fmla="*/ 54 h 54"/>
                <a:gd name="T42" fmla="*/ 41 w 41"/>
                <a:gd name="T43" fmla="*/ 46 h 54"/>
                <a:gd name="T44" fmla="*/ 37 w 41"/>
                <a:gd name="T45" fmla="*/ 44 h 54"/>
                <a:gd name="T46" fmla="*/ 34 w 41"/>
                <a:gd name="T47" fmla="*/ 41 h 54"/>
                <a:gd name="T48" fmla="*/ 15 w 41"/>
                <a:gd name="T49" fmla="*/ 8 h 54"/>
                <a:gd name="T50" fmla="*/ 18 w 41"/>
                <a:gd name="T51" fmla="*/ 7 h 54"/>
                <a:gd name="T52" fmla="*/ 21 w 41"/>
                <a:gd name="T53" fmla="*/ 8 h 54"/>
                <a:gd name="T54" fmla="*/ 22 w 41"/>
                <a:gd name="T55" fmla="*/ 12 h 54"/>
                <a:gd name="T56" fmla="*/ 20 w 41"/>
                <a:gd name="T57" fmla="*/ 16 h 54"/>
                <a:gd name="T58" fmla="*/ 17 w 41"/>
                <a:gd name="T59" fmla="*/ 18 h 54"/>
                <a:gd name="T60" fmla="*/ 15 w 41"/>
                <a:gd name="T61" fmla="*/ 15 h 54"/>
                <a:gd name="T62" fmla="*/ 13 w 41"/>
                <a:gd name="T63" fmla="*/ 11 h 54"/>
                <a:gd name="T64" fmla="*/ 15 w 41"/>
                <a:gd name="T65" fmla="*/ 8 h 54"/>
                <a:gd name="T66" fmla="*/ 19 w 41"/>
                <a:gd name="T67" fmla="*/ 45 h 54"/>
                <a:gd name="T68" fmla="*/ 15 w 41"/>
                <a:gd name="T69" fmla="*/ 45 h 54"/>
                <a:gd name="T70" fmla="*/ 10 w 41"/>
                <a:gd name="T71" fmla="*/ 43 h 54"/>
                <a:gd name="T72" fmla="*/ 8 w 41"/>
                <a:gd name="T73" fmla="*/ 38 h 54"/>
                <a:gd name="T74" fmla="*/ 10 w 41"/>
                <a:gd name="T75" fmla="*/ 33 h 54"/>
                <a:gd name="T76" fmla="*/ 14 w 41"/>
                <a:gd name="T77" fmla="*/ 29 h 54"/>
                <a:gd name="T78" fmla="*/ 23 w 41"/>
                <a:gd name="T79" fmla="*/ 42 h 54"/>
                <a:gd name="T80" fmla="*/ 19 w 41"/>
                <a:gd name="T81"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 h="54">
                  <a:moveTo>
                    <a:pt x="34" y="41"/>
                  </a:moveTo>
                  <a:cubicBezTo>
                    <a:pt x="34" y="40"/>
                    <a:pt x="35" y="38"/>
                    <a:pt x="35" y="37"/>
                  </a:cubicBezTo>
                  <a:cubicBezTo>
                    <a:pt x="36" y="35"/>
                    <a:pt x="37" y="33"/>
                    <a:pt x="37" y="30"/>
                  </a:cubicBezTo>
                  <a:cubicBezTo>
                    <a:pt x="30" y="28"/>
                    <a:pt x="30" y="28"/>
                    <a:pt x="30" y="28"/>
                  </a:cubicBezTo>
                  <a:cubicBezTo>
                    <a:pt x="29" y="30"/>
                    <a:pt x="29" y="32"/>
                    <a:pt x="28" y="34"/>
                  </a:cubicBezTo>
                  <a:cubicBezTo>
                    <a:pt x="22" y="24"/>
                    <a:pt x="22" y="24"/>
                    <a:pt x="22" y="24"/>
                  </a:cubicBezTo>
                  <a:cubicBezTo>
                    <a:pt x="25" y="22"/>
                    <a:pt x="27" y="20"/>
                    <a:pt x="28" y="18"/>
                  </a:cubicBezTo>
                  <a:cubicBezTo>
                    <a:pt x="29" y="16"/>
                    <a:pt x="30" y="14"/>
                    <a:pt x="30" y="12"/>
                  </a:cubicBezTo>
                  <a:cubicBezTo>
                    <a:pt x="30" y="8"/>
                    <a:pt x="29" y="6"/>
                    <a:pt x="27" y="3"/>
                  </a:cubicBezTo>
                  <a:cubicBezTo>
                    <a:pt x="24" y="1"/>
                    <a:pt x="21" y="0"/>
                    <a:pt x="18" y="0"/>
                  </a:cubicBezTo>
                  <a:cubicBezTo>
                    <a:pt x="14" y="0"/>
                    <a:pt x="11" y="1"/>
                    <a:pt x="8" y="3"/>
                  </a:cubicBezTo>
                  <a:cubicBezTo>
                    <a:pt x="6" y="5"/>
                    <a:pt x="5" y="8"/>
                    <a:pt x="5" y="11"/>
                  </a:cubicBezTo>
                  <a:cubicBezTo>
                    <a:pt x="5" y="13"/>
                    <a:pt x="6" y="15"/>
                    <a:pt x="6" y="17"/>
                  </a:cubicBezTo>
                  <a:cubicBezTo>
                    <a:pt x="7" y="18"/>
                    <a:pt x="8" y="21"/>
                    <a:pt x="10" y="23"/>
                  </a:cubicBezTo>
                  <a:cubicBezTo>
                    <a:pt x="6" y="25"/>
                    <a:pt x="4" y="27"/>
                    <a:pt x="2" y="30"/>
                  </a:cubicBezTo>
                  <a:cubicBezTo>
                    <a:pt x="1" y="32"/>
                    <a:pt x="0" y="35"/>
                    <a:pt x="0" y="39"/>
                  </a:cubicBezTo>
                  <a:cubicBezTo>
                    <a:pt x="0" y="42"/>
                    <a:pt x="1" y="45"/>
                    <a:pt x="3" y="48"/>
                  </a:cubicBezTo>
                  <a:cubicBezTo>
                    <a:pt x="6" y="52"/>
                    <a:pt x="10" y="54"/>
                    <a:pt x="15" y="54"/>
                  </a:cubicBezTo>
                  <a:cubicBezTo>
                    <a:pt x="18" y="54"/>
                    <a:pt x="20" y="53"/>
                    <a:pt x="22" y="52"/>
                  </a:cubicBezTo>
                  <a:cubicBezTo>
                    <a:pt x="25" y="51"/>
                    <a:pt x="26" y="50"/>
                    <a:pt x="28" y="48"/>
                  </a:cubicBezTo>
                  <a:cubicBezTo>
                    <a:pt x="31" y="51"/>
                    <a:pt x="33" y="53"/>
                    <a:pt x="35" y="54"/>
                  </a:cubicBezTo>
                  <a:cubicBezTo>
                    <a:pt x="41" y="46"/>
                    <a:pt x="41" y="46"/>
                    <a:pt x="41" y="46"/>
                  </a:cubicBezTo>
                  <a:cubicBezTo>
                    <a:pt x="40" y="46"/>
                    <a:pt x="39" y="45"/>
                    <a:pt x="37" y="44"/>
                  </a:cubicBezTo>
                  <a:cubicBezTo>
                    <a:pt x="36" y="43"/>
                    <a:pt x="35" y="42"/>
                    <a:pt x="34" y="41"/>
                  </a:cubicBezTo>
                  <a:close/>
                  <a:moveTo>
                    <a:pt x="15" y="8"/>
                  </a:moveTo>
                  <a:cubicBezTo>
                    <a:pt x="15" y="7"/>
                    <a:pt x="16" y="7"/>
                    <a:pt x="18" y="7"/>
                  </a:cubicBezTo>
                  <a:cubicBezTo>
                    <a:pt x="19" y="7"/>
                    <a:pt x="20" y="7"/>
                    <a:pt x="21" y="8"/>
                  </a:cubicBezTo>
                  <a:cubicBezTo>
                    <a:pt x="22" y="9"/>
                    <a:pt x="22" y="10"/>
                    <a:pt x="22" y="12"/>
                  </a:cubicBezTo>
                  <a:cubicBezTo>
                    <a:pt x="22" y="13"/>
                    <a:pt x="21" y="15"/>
                    <a:pt x="20" y="16"/>
                  </a:cubicBezTo>
                  <a:cubicBezTo>
                    <a:pt x="17" y="18"/>
                    <a:pt x="17" y="18"/>
                    <a:pt x="17" y="18"/>
                  </a:cubicBezTo>
                  <a:cubicBezTo>
                    <a:pt x="15" y="15"/>
                    <a:pt x="15" y="15"/>
                    <a:pt x="15" y="15"/>
                  </a:cubicBezTo>
                  <a:cubicBezTo>
                    <a:pt x="14" y="14"/>
                    <a:pt x="13" y="12"/>
                    <a:pt x="13" y="11"/>
                  </a:cubicBezTo>
                  <a:cubicBezTo>
                    <a:pt x="13" y="10"/>
                    <a:pt x="14" y="9"/>
                    <a:pt x="15" y="8"/>
                  </a:cubicBezTo>
                  <a:close/>
                  <a:moveTo>
                    <a:pt x="19" y="45"/>
                  </a:moveTo>
                  <a:cubicBezTo>
                    <a:pt x="18" y="45"/>
                    <a:pt x="16" y="45"/>
                    <a:pt x="15" y="45"/>
                  </a:cubicBezTo>
                  <a:cubicBezTo>
                    <a:pt x="13" y="45"/>
                    <a:pt x="11" y="45"/>
                    <a:pt x="10" y="43"/>
                  </a:cubicBezTo>
                  <a:cubicBezTo>
                    <a:pt x="9" y="42"/>
                    <a:pt x="8" y="40"/>
                    <a:pt x="8" y="38"/>
                  </a:cubicBezTo>
                  <a:cubicBezTo>
                    <a:pt x="8" y="36"/>
                    <a:pt x="9" y="35"/>
                    <a:pt x="10" y="33"/>
                  </a:cubicBezTo>
                  <a:cubicBezTo>
                    <a:pt x="11" y="32"/>
                    <a:pt x="12" y="30"/>
                    <a:pt x="14" y="29"/>
                  </a:cubicBezTo>
                  <a:cubicBezTo>
                    <a:pt x="23" y="42"/>
                    <a:pt x="23" y="42"/>
                    <a:pt x="23" y="42"/>
                  </a:cubicBezTo>
                  <a:cubicBezTo>
                    <a:pt x="21" y="43"/>
                    <a:pt x="20" y="44"/>
                    <a:pt x="19" y="45"/>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0" name="îṣḷïdè"/>
            <p:cNvSpPr/>
            <p:nvPr/>
          </p:nvSpPr>
          <p:spPr bwMode="auto">
            <a:xfrm>
              <a:off x="8572500" y="4022726"/>
              <a:ext cx="127000" cy="188913"/>
            </a:xfrm>
            <a:custGeom>
              <a:avLst/>
              <a:gdLst>
                <a:gd name="T0" fmla="*/ 0 w 80"/>
                <a:gd name="T1" fmla="*/ 21 h 119"/>
                <a:gd name="T2" fmla="*/ 30 w 80"/>
                <a:gd name="T3" fmla="*/ 21 h 119"/>
                <a:gd name="T4" fmla="*/ 30 w 80"/>
                <a:gd name="T5" fmla="*/ 119 h 119"/>
                <a:gd name="T6" fmla="*/ 50 w 80"/>
                <a:gd name="T7" fmla="*/ 119 h 119"/>
                <a:gd name="T8" fmla="*/ 50 w 80"/>
                <a:gd name="T9" fmla="*/ 21 h 119"/>
                <a:gd name="T10" fmla="*/ 80 w 80"/>
                <a:gd name="T11" fmla="*/ 21 h 119"/>
                <a:gd name="T12" fmla="*/ 80 w 80"/>
                <a:gd name="T13" fmla="*/ 0 h 119"/>
                <a:gd name="T14" fmla="*/ 0 w 80"/>
                <a:gd name="T15" fmla="*/ 0 h 119"/>
                <a:gd name="T16" fmla="*/ 0 w 80"/>
                <a:gd name="T17" fmla="*/ 2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119">
                  <a:moveTo>
                    <a:pt x="0" y="21"/>
                  </a:moveTo>
                  <a:lnTo>
                    <a:pt x="30" y="21"/>
                  </a:lnTo>
                  <a:lnTo>
                    <a:pt x="30" y="119"/>
                  </a:lnTo>
                  <a:lnTo>
                    <a:pt x="50" y="119"/>
                  </a:lnTo>
                  <a:lnTo>
                    <a:pt x="50" y="21"/>
                  </a:lnTo>
                  <a:lnTo>
                    <a:pt x="80" y="21"/>
                  </a:lnTo>
                  <a:lnTo>
                    <a:pt x="80" y="0"/>
                  </a:lnTo>
                  <a:lnTo>
                    <a:pt x="0" y="0"/>
                  </a:lnTo>
                  <a:lnTo>
                    <a:pt x="0" y="2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1" name="íśļîḍè"/>
            <p:cNvSpPr/>
            <p:nvPr/>
          </p:nvSpPr>
          <p:spPr bwMode="auto">
            <a:xfrm>
              <a:off x="8720138" y="4022726"/>
              <a:ext cx="122238" cy="188913"/>
            </a:xfrm>
            <a:custGeom>
              <a:avLst/>
              <a:gdLst>
                <a:gd name="T0" fmla="*/ 21 w 77"/>
                <a:gd name="T1" fmla="*/ 67 h 119"/>
                <a:gd name="T2" fmla="*/ 71 w 77"/>
                <a:gd name="T3" fmla="*/ 67 h 119"/>
                <a:gd name="T4" fmla="*/ 71 w 77"/>
                <a:gd name="T5" fmla="*/ 46 h 119"/>
                <a:gd name="T6" fmla="*/ 21 w 77"/>
                <a:gd name="T7" fmla="*/ 46 h 119"/>
                <a:gd name="T8" fmla="*/ 21 w 77"/>
                <a:gd name="T9" fmla="*/ 21 h 119"/>
                <a:gd name="T10" fmla="*/ 75 w 77"/>
                <a:gd name="T11" fmla="*/ 21 h 119"/>
                <a:gd name="T12" fmla="*/ 75 w 77"/>
                <a:gd name="T13" fmla="*/ 0 h 119"/>
                <a:gd name="T14" fmla="*/ 0 w 77"/>
                <a:gd name="T15" fmla="*/ 0 h 119"/>
                <a:gd name="T16" fmla="*/ 0 w 77"/>
                <a:gd name="T17" fmla="*/ 119 h 119"/>
                <a:gd name="T18" fmla="*/ 77 w 77"/>
                <a:gd name="T19" fmla="*/ 119 h 119"/>
                <a:gd name="T20" fmla="*/ 77 w 77"/>
                <a:gd name="T21" fmla="*/ 99 h 119"/>
                <a:gd name="T22" fmla="*/ 21 w 77"/>
                <a:gd name="T23" fmla="*/ 99 h 119"/>
                <a:gd name="T24" fmla="*/ 21 w 77"/>
                <a:gd name="T25" fmla="*/ 6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119">
                  <a:moveTo>
                    <a:pt x="21" y="67"/>
                  </a:moveTo>
                  <a:lnTo>
                    <a:pt x="71" y="67"/>
                  </a:lnTo>
                  <a:lnTo>
                    <a:pt x="71" y="46"/>
                  </a:lnTo>
                  <a:lnTo>
                    <a:pt x="21" y="46"/>
                  </a:lnTo>
                  <a:lnTo>
                    <a:pt x="21" y="21"/>
                  </a:lnTo>
                  <a:lnTo>
                    <a:pt x="75" y="21"/>
                  </a:lnTo>
                  <a:lnTo>
                    <a:pt x="75" y="0"/>
                  </a:lnTo>
                  <a:lnTo>
                    <a:pt x="0" y="0"/>
                  </a:lnTo>
                  <a:lnTo>
                    <a:pt x="0" y="119"/>
                  </a:lnTo>
                  <a:lnTo>
                    <a:pt x="77" y="119"/>
                  </a:lnTo>
                  <a:lnTo>
                    <a:pt x="77" y="99"/>
                  </a:lnTo>
                  <a:lnTo>
                    <a:pt x="21" y="99"/>
                  </a:lnTo>
                  <a:lnTo>
                    <a:pt x="21"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2" name="íśļïḍe"/>
            <p:cNvSpPr/>
            <p:nvPr/>
          </p:nvSpPr>
          <p:spPr bwMode="auto">
            <a:xfrm>
              <a:off x="8864600" y="4019551"/>
              <a:ext cx="136525" cy="195263"/>
            </a:xfrm>
            <a:custGeom>
              <a:avLst/>
              <a:gdLst>
                <a:gd name="T0" fmla="*/ 26 w 38"/>
                <a:gd name="T1" fmla="*/ 42 h 54"/>
                <a:gd name="T2" fmla="*/ 20 w 38"/>
                <a:gd name="T3" fmla="*/ 45 h 54"/>
                <a:gd name="T4" fmla="*/ 12 w 38"/>
                <a:gd name="T5" fmla="*/ 41 h 54"/>
                <a:gd name="T6" fmla="*/ 9 w 38"/>
                <a:gd name="T7" fmla="*/ 26 h 54"/>
                <a:gd name="T8" fmla="*/ 12 w 38"/>
                <a:gd name="T9" fmla="*/ 13 h 54"/>
                <a:gd name="T10" fmla="*/ 20 w 38"/>
                <a:gd name="T11" fmla="*/ 9 h 54"/>
                <a:gd name="T12" fmla="*/ 26 w 38"/>
                <a:gd name="T13" fmla="*/ 11 h 54"/>
                <a:gd name="T14" fmla="*/ 29 w 38"/>
                <a:gd name="T15" fmla="*/ 18 h 54"/>
                <a:gd name="T16" fmla="*/ 38 w 38"/>
                <a:gd name="T17" fmla="*/ 15 h 54"/>
                <a:gd name="T18" fmla="*/ 33 w 38"/>
                <a:gd name="T19" fmla="*/ 6 h 54"/>
                <a:gd name="T20" fmla="*/ 20 w 38"/>
                <a:gd name="T21" fmla="*/ 0 h 54"/>
                <a:gd name="T22" fmla="*/ 5 w 38"/>
                <a:gd name="T23" fmla="*/ 7 h 54"/>
                <a:gd name="T24" fmla="*/ 0 w 38"/>
                <a:gd name="T25" fmla="*/ 27 h 54"/>
                <a:gd name="T26" fmla="*/ 5 w 38"/>
                <a:gd name="T27" fmla="*/ 47 h 54"/>
                <a:gd name="T28" fmla="*/ 20 w 38"/>
                <a:gd name="T29" fmla="*/ 54 h 54"/>
                <a:gd name="T30" fmla="*/ 31 w 38"/>
                <a:gd name="T31" fmla="*/ 50 h 54"/>
                <a:gd name="T32" fmla="*/ 38 w 38"/>
                <a:gd name="T33" fmla="*/ 37 h 54"/>
                <a:gd name="T34" fmla="*/ 29 w 38"/>
                <a:gd name="T35" fmla="*/ 34 h 54"/>
                <a:gd name="T36" fmla="*/ 26 w 38"/>
                <a:gd name="T37"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54">
                  <a:moveTo>
                    <a:pt x="26" y="42"/>
                  </a:moveTo>
                  <a:cubicBezTo>
                    <a:pt x="24" y="44"/>
                    <a:pt x="22" y="45"/>
                    <a:pt x="20" y="45"/>
                  </a:cubicBezTo>
                  <a:cubicBezTo>
                    <a:pt x="16" y="45"/>
                    <a:pt x="14" y="43"/>
                    <a:pt x="12" y="41"/>
                  </a:cubicBezTo>
                  <a:cubicBezTo>
                    <a:pt x="10" y="38"/>
                    <a:pt x="9" y="33"/>
                    <a:pt x="9" y="26"/>
                  </a:cubicBezTo>
                  <a:cubicBezTo>
                    <a:pt x="9" y="20"/>
                    <a:pt x="10" y="16"/>
                    <a:pt x="12" y="13"/>
                  </a:cubicBezTo>
                  <a:cubicBezTo>
                    <a:pt x="14" y="10"/>
                    <a:pt x="17" y="9"/>
                    <a:pt x="20" y="9"/>
                  </a:cubicBezTo>
                  <a:cubicBezTo>
                    <a:pt x="22" y="9"/>
                    <a:pt x="24" y="10"/>
                    <a:pt x="26" y="11"/>
                  </a:cubicBezTo>
                  <a:cubicBezTo>
                    <a:pt x="28" y="13"/>
                    <a:pt x="29" y="15"/>
                    <a:pt x="29" y="18"/>
                  </a:cubicBezTo>
                  <a:cubicBezTo>
                    <a:pt x="38" y="15"/>
                    <a:pt x="38" y="15"/>
                    <a:pt x="38" y="15"/>
                  </a:cubicBezTo>
                  <a:cubicBezTo>
                    <a:pt x="37" y="11"/>
                    <a:pt x="35" y="8"/>
                    <a:pt x="33" y="6"/>
                  </a:cubicBezTo>
                  <a:cubicBezTo>
                    <a:pt x="30" y="2"/>
                    <a:pt x="26" y="0"/>
                    <a:pt x="20" y="0"/>
                  </a:cubicBezTo>
                  <a:cubicBezTo>
                    <a:pt x="14" y="0"/>
                    <a:pt x="9" y="2"/>
                    <a:pt x="5" y="7"/>
                  </a:cubicBezTo>
                  <a:cubicBezTo>
                    <a:pt x="1" y="12"/>
                    <a:pt x="0" y="19"/>
                    <a:pt x="0" y="27"/>
                  </a:cubicBezTo>
                  <a:cubicBezTo>
                    <a:pt x="0" y="35"/>
                    <a:pt x="1" y="42"/>
                    <a:pt x="5" y="47"/>
                  </a:cubicBezTo>
                  <a:cubicBezTo>
                    <a:pt x="9" y="51"/>
                    <a:pt x="14" y="54"/>
                    <a:pt x="20" y="54"/>
                  </a:cubicBezTo>
                  <a:cubicBezTo>
                    <a:pt x="24" y="54"/>
                    <a:pt x="28" y="52"/>
                    <a:pt x="31" y="50"/>
                  </a:cubicBezTo>
                  <a:cubicBezTo>
                    <a:pt x="35" y="47"/>
                    <a:pt x="37" y="43"/>
                    <a:pt x="38" y="37"/>
                  </a:cubicBezTo>
                  <a:cubicBezTo>
                    <a:pt x="29" y="34"/>
                    <a:pt x="29" y="34"/>
                    <a:pt x="29" y="34"/>
                  </a:cubicBezTo>
                  <a:cubicBezTo>
                    <a:pt x="29" y="37"/>
                    <a:pt x="27" y="40"/>
                    <a:pt x="26" y="4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3" name="íŝliḓê"/>
            <p:cNvSpPr/>
            <p:nvPr/>
          </p:nvSpPr>
          <p:spPr bwMode="auto">
            <a:xfrm>
              <a:off x="9031288" y="4022726"/>
              <a:ext cx="125413" cy="188913"/>
            </a:xfrm>
            <a:custGeom>
              <a:avLst/>
              <a:gdLst>
                <a:gd name="T0" fmla="*/ 59 w 79"/>
                <a:gd name="T1" fmla="*/ 46 h 119"/>
                <a:gd name="T2" fmla="*/ 20 w 79"/>
                <a:gd name="T3" fmla="*/ 46 h 119"/>
                <a:gd name="T4" fmla="*/ 20 w 79"/>
                <a:gd name="T5" fmla="*/ 0 h 119"/>
                <a:gd name="T6" fmla="*/ 0 w 79"/>
                <a:gd name="T7" fmla="*/ 0 h 119"/>
                <a:gd name="T8" fmla="*/ 0 w 79"/>
                <a:gd name="T9" fmla="*/ 119 h 119"/>
                <a:gd name="T10" fmla="*/ 20 w 79"/>
                <a:gd name="T11" fmla="*/ 119 h 119"/>
                <a:gd name="T12" fmla="*/ 20 w 79"/>
                <a:gd name="T13" fmla="*/ 67 h 119"/>
                <a:gd name="T14" fmla="*/ 59 w 79"/>
                <a:gd name="T15" fmla="*/ 67 h 119"/>
                <a:gd name="T16" fmla="*/ 59 w 79"/>
                <a:gd name="T17" fmla="*/ 119 h 119"/>
                <a:gd name="T18" fmla="*/ 79 w 79"/>
                <a:gd name="T19" fmla="*/ 119 h 119"/>
                <a:gd name="T20" fmla="*/ 79 w 79"/>
                <a:gd name="T21" fmla="*/ 0 h 119"/>
                <a:gd name="T22" fmla="*/ 59 w 79"/>
                <a:gd name="T23" fmla="*/ 0 h 119"/>
                <a:gd name="T24" fmla="*/ 59 w 79"/>
                <a:gd name="T25" fmla="*/ 4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19">
                  <a:moveTo>
                    <a:pt x="59" y="46"/>
                  </a:moveTo>
                  <a:lnTo>
                    <a:pt x="20" y="46"/>
                  </a:lnTo>
                  <a:lnTo>
                    <a:pt x="20" y="0"/>
                  </a:lnTo>
                  <a:lnTo>
                    <a:pt x="0" y="0"/>
                  </a:lnTo>
                  <a:lnTo>
                    <a:pt x="0" y="119"/>
                  </a:lnTo>
                  <a:lnTo>
                    <a:pt x="20" y="119"/>
                  </a:lnTo>
                  <a:lnTo>
                    <a:pt x="20" y="67"/>
                  </a:lnTo>
                  <a:lnTo>
                    <a:pt x="59" y="67"/>
                  </a:lnTo>
                  <a:lnTo>
                    <a:pt x="59" y="119"/>
                  </a:lnTo>
                  <a:lnTo>
                    <a:pt x="79" y="119"/>
                  </a:lnTo>
                  <a:lnTo>
                    <a:pt x="79" y="0"/>
                  </a:lnTo>
                  <a:lnTo>
                    <a:pt x="59" y="0"/>
                  </a:lnTo>
                  <a:lnTo>
                    <a:pt x="59" y="4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4" name="iślïḓê"/>
            <p:cNvSpPr/>
            <p:nvPr/>
          </p:nvSpPr>
          <p:spPr bwMode="auto">
            <a:xfrm>
              <a:off x="9190038" y="4022726"/>
              <a:ext cx="128588" cy="188913"/>
            </a:xfrm>
            <a:custGeom>
              <a:avLst/>
              <a:gdLst>
                <a:gd name="T0" fmla="*/ 61 w 81"/>
                <a:gd name="T1" fmla="*/ 80 h 119"/>
                <a:gd name="T2" fmla="*/ 20 w 81"/>
                <a:gd name="T3" fmla="*/ 0 h 119"/>
                <a:gd name="T4" fmla="*/ 0 w 81"/>
                <a:gd name="T5" fmla="*/ 0 h 119"/>
                <a:gd name="T6" fmla="*/ 0 w 81"/>
                <a:gd name="T7" fmla="*/ 119 h 119"/>
                <a:gd name="T8" fmla="*/ 20 w 81"/>
                <a:gd name="T9" fmla="*/ 119 h 119"/>
                <a:gd name="T10" fmla="*/ 20 w 81"/>
                <a:gd name="T11" fmla="*/ 42 h 119"/>
                <a:gd name="T12" fmla="*/ 61 w 81"/>
                <a:gd name="T13" fmla="*/ 119 h 119"/>
                <a:gd name="T14" fmla="*/ 81 w 81"/>
                <a:gd name="T15" fmla="*/ 119 h 119"/>
                <a:gd name="T16" fmla="*/ 81 w 81"/>
                <a:gd name="T17" fmla="*/ 0 h 119"/>
                <a:gd name="T18" fmla="*/ 61 w 81"/>
                <a:gd name="T19" fmla="*/ 0 h 119"/>
                <a:gd name="T20" fmla="*/ 61 w 81"/>
                <a:gd name="T2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19">
                  <a:moveTo>
                    <a:pt x="61" y="80"/>
                  </a:moveTo>
                  <a:lnTo>
                    <a:pt x="20" y="0"/>
                  </a:lnTo>
                  <a:lnTo>
                    <a:pt x="0" y="0"/>
                  </a:lnTo>
                  <a:lnTo>
                    <a:pt x="0" y="119"/>
                  </a:lnTo>
                  <a:lnTo>
                    <a:pt x="20" y="119"/>
                  </a:lnTo>
                  <a:lnTo>
                    <a:pt x="20" y="42"/>
                  </a:lnTo>
                  <a:lnTo>
                    <a:pt x="61" y="119"/>
                  </a:lnTo>
                  <a:lnTo>
                    <a:pt x="81" y="119"/>
                  </a:lnTo>
                  <a:lnTo>
                    <a:pt x="81" y="0"/>
                  </a:lnTo>
                  <a:lnTo>
                    <a:pt x="61" y="0"/>
                  </a:lnTo>
                  <a:lnTo>
                    <a:pt x="61" y="8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5" name="íSlïdè"/>
            <p:cNvSpPr/>
            <p:nvPr/>
          </p:nvSpPr>
          <p:spPr bwMode="auto">
            <a:xfrm>
              <a:off x="9344025" y="4019551"/>
              <a:ext cx="155575" cy="195263"/>
            </a:xfrm>
            <a:custGeom>
              <a:avLst/>
              <a:gdLst>
                <a:gd name="T0" fmla="*/ 22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2 w 43"/>
                <a:gd name="T13" fmla="*/ 54 h 54"/>
                <a:gd name="T14" fmla="*/ 37 w 43"/>
                <a:gd name="T15" fmla="*/ 47 h 54"/>
                <a:gd name="T16" fmla="*/ 43 w 43"/>
                <a:gd name="T17" fmla="*/ 27 h 54"/>
                <a:gd name="T18" fmla="*/ 37 w 43"/>
                <a:gd name="T19" fmla="*/ 7 h 54"/>
                <a:gd name="T20" fmla="*/ 22 w 43"/>
                <a:gd name="T21" fmla="*/ 0 h 54"/>
                <a:gd name="T22" fmla="*/ 30 w 43"/>
                <a:gd name="T23" fmla="*/ 40 h 54"/>
                <a:gd name="T24" fmla="*/ 22 w 43"/>
                <a:gd name="T25" fmla="*/ 45 h 54"/>
                <a:gd name="T26" fmla="*/ 13 w 43"/>
                <a:gd name="T27" fmla="*/ 40 h 54"/>
                <a:gd name="T28" fmla="*/ 9 w 43"/>
                <a:gd name="T29" fmla="*/ 27 h 54"/>
                <a:gd name="T30" fmla="*/ 13 w 43"/>
                <a:gd name="T31" fmla="*/ 13 h 54"/>
                <a:gd name="T32" fmla="*/ 22 w 43"/>
                <a:gd name="T33" fmla="*/ 9 h 54"/>
                <a:gd name="T34" fmla="*/ 31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2" y="0"/>
                  </a:moveTo>
                  <a:cubicBezTo>
                    <a:pt x="18" y="0"/>
                    <a:pt x="15" y="1"/>
                    <a:pt x="12" y="2"/>
                  </a:cubicBezTo>
                  <a:cubicBezTo>
                    <a:pt x="10" y="3"/>
                    <a:pt x="8" y="5"/>
                    <a:pt x="6" y="7"/>
                  </a:cubicBezTo>
                  <a:cubicBezTo>
                    <a:pt x="5" y="9"/>
                    <a:pt x="3" y="11"/>
                    <a:pt x="2" y="14"/>
                  </a:cubicBezTo>
                  <a:cubicBezTo>
                    <a:pt x="1" y="17"/>
                    <a:pt x="0" y="22"/>
                    <a:pt x="0" y="27"/>
                  </a:cubicBezTo>
                  <a:cubicBezTo>
                    <a:pt x="0" y="35"/>
                    <a:pt x="2" y="42"/>
                    <a:pt x="6" y="47"/>
                  </a:cubicBezTo>
                  <a:cubicBezTo>
                    <a:pt x="10" y="51"/>
                    <a:pt x="15" y="54"/>
                    <a:pt x="22" y="54"/>
                  </a:cubicBezTo>
                  <a:cubicBezTo>
                    <a:pt x="28" y="54"/>
                    <a:pt x="33" y="51"/>
                    <a:pt x="37" y="47"/>
                  </a:cubicBezTo>
                  <a:cubicBezTo>
                    <a:pt x="41" y="42"/>
                    <a:pt x="43" y="35"/>
                    <a:pt x="43" y="27"/>
                  </a:cubicBezTo>
                  <a:cubicBezTo>
                    <a:pt x="43" y="18"/>
                    <a:pt x="41" y="12"/>
                    <a:pt x="37" y="7"/>
                  </a:cubicBezTo>
                  <a:cubicBezTo>
                    <a:pt x="33" y="2"/>
                    <a:pt x="28" y="0"/>
                    <a:pt x="22" y="0"/>
                  </a:cubicBezTo>
                  <a:close/>
                  <a:moveTo>
                    <a:pt x="30" y="40"/>
                  </a:moveTo>
                  <a:cubicBezTo>
                    <a:pt x="28" y="43"/>
                    <a:pt x="25" y="45"/>
                    <a:pt x="22" y="45"/>
                  </a:cubicBezTo>
                  <a:cubicBezTo>
                    <a:pt x="18" y="45"/>
                    <a:pt x="15" y="43"/>
                    <a:pt x="13" y="40"/>
                  </a:cubicBezTo>
                  <a:cubicBezTo>
                    <a:pt x="11" y="37"/>
                    <a:pt x="9" y="33"/>
                    <a:pt x="9" y="27"/>
                  </a:cubicBezTo>
                  <a:cubicBezTo>
                    <a:pt x="9" y="21"/>
                    <a:pt x="11" y="16"/>
                    <a:pt x="13" y="13"/>
                  </a:cubicBezTo>
                  <a:cubicBezTo>
                    <a:pt x="15" y="10"/>
                    <a:pt x="18" y="9"/>
                    <a:pt x="22" y="9"/>
                  </a:cubicBezTo>
                  <a:cubicBezTo>
                    <a:pt x="25" y="9"/>
                    <a:pt x="28" y="10"/>
                    <a:pt x="31" y="13"/>
                  </a:cubicBezTo>
                  <a:cubicBezTo>
                    <a:pt x="33" y="16"/>
                    <a:pt x="34" y="21"/>
                    <a:pt x="34" y="27"/>
                  </a:cubicBezTo>
                  <a:cubicBezTo>
                    <a:pt x="34" y="33"/>
                    <a:pt x="33"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6" name="iṣḻïḍe"/>
            <p:cNvSpPr/>
            <p:nvPr/>
          </p:nvSpPr>
          <p:spPr bwMode="auto">
            <a:xfrm>
              <a:off x="9525000" y="4022726"/>
              <a:ext cx="111125" cy="188913"/>
            </a:xfrm>
            <a:custGeom>
              <a:avLst/>
              <a:gdLst>
                <a:gd name="T0" fmla="*/ 20 w 70"/>
                <a:gd name="T1" fmla="*/ 0 h 119"/>
                <a:gd name="T2" fmla="*/ 0 w 70"/>
                <a:gd name="T3" fmla="*/ 0 h 119"/>
                <a:gd name="T4" fmla="*/ 0 w 70"/>
                <a:gd name="T5" fmla="*/ 119 h 119"/>
                <a:gd name="T6" fmla="*/ 70 w 70"/>
                <a:gd name="T7" fmla="*/ 119 h 119"/>
                <a:gd name="T8" fmla="*/ 70 w 70"/>
                <a:gd name="T9" fmla="*/ 99 h 119"/>
                <a:gd name="T10" fmla="*/ 20 w 70"/>
                <a:gd name="T11" fmla="*/ 99 h 119"/>
                <a:gd name="T12" fmla="*/ 20 w 70"/>
                <a:gd name="T13" fmla="*/ 0 h 119"/>
              </a:gdLst>
              <a:ahLst/>
              <a:cxnLst>
                <a:cxn ang="0">
                  <a:pos x="T0" y="T1"/>
                </a:cxn>
                <a:cxn ang="0">
                  <a:pos x="T2" y="T3"/>
                </a:cxn>
                <a:cxn ang="0">
                  <a:pos x="T4" y="T5"/>
                </a:cxn>
                <a:cxn ang="0">
                  <a:pos x="T6" y="T7"/>
                </a:cxn>
                <a:cxn ang="0">
                  <a:pos x="T8" y="T9"/>
                </a:cxn>
                <a:cxn ang="0">
                  <a:pos x="T10" y="T11"/>
                </a:cxn>
                <a:cxn ang="0">
                  <a:pos x="T12" y="T13"/>
                </a:cxn>
              </a:cxnLst>
              <a:rect l="0" t="0" r="r" b="b"/>
              <a:pathLst>
                <a:path w="70" h="119">
                  <a:moveTo>
                    <a:pt x="20" y="0"/>
                  </a:moveTo>
                  <a:lnTo>
                    <a:pt x="0" y="0"/>
                  </a:lnTo>
                  <a:lnTo>
                    <a:pt x="0" y="119"/>
                  </a:lnTo>
                  <a:lnTo>
                    <a:pt x="70" y="119"/>
                  </a:lnTo>
                  <a:lnTo>
                    <a:pt x="70" y="99"/>
                  </a:lnTo>
                  <a:lnTo>
                    <a:pt x="20" y="99"/>
                  </a:ln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7" name="ïşľidé"/>
            <p:cNvSpPr/>
            <p:nvPr/>
          </p:nvSpPr>
          <p:spPr bwMode="auto">
            <a:xfrm>
              <a:off x="9655175" y="4019551"/>
              <a:ext cx="153988" cy="195263"/>
            </a:xfrm>
            <a:custGeom>
              <a:avLst/>
              <a:gdLst>
                <a:gd name="T0" fmla="*/ 21 w 43"/>
                <a:gd name="T1" fmla="*/ 0 h 54"/>
                <a:gd name="T2" fmla="*/ 12 w 43"/>
                <a:gd name="T3" fmla="*/ 2 h 54"/>
                <a:gd name="T4" fmla="*/ 6 w 43"/>
                <a:gd name="T5" fmla="*/ 7 h 54"/>
                <a:gd name="T6" fmla="*/ 2 w 43"/>
                <a:gd name="T7" fmla="*/ 14 h 54"/>
                <a:gd name="T8" fmla="*/ 0 w 43"/>
                <a:gd name="T9" fmla="*/ 27 h 54"/>
                <a:gd name="T10" fmla="*/ 6 w 43"/>
                <a:gd name="T11" fmla="*/ 47 h 54"/>
                <a:gd name="T12" fmla="*/ 21 w 43"/>
                <a:gd name="T13" fmla="*/ 54 h 54"/>
                <a:gd name="T14" fmla="*/ 37 w 43"/>
                <a:gd name="T15" fmla="*/ 47 h 54"/>
                <a:gd name="T16" fmla="*/ 43 w 43"/>
                <a:gd name="T17" fmla="*/ 27 h 54"/>
                <a:gd name="T18" fmla="*/ 37 w 43"/>
                <a:gd name="T19" fmla="*/ 7 h 54"/>
                <a:gd name="T20" fmla="*/ 21 w 43"/>
                <a:gd name="T21" fmla="*/ 0 h 54"/>
                <a:gd name="T22" fmla="*/ 30 w 43"/>
                <a:gd name="T23" fmla="*/ 40 h 54"/>
                <a:gd name="T24" fmla="*/ 21 w 43"/>
                <a:gd name="T25" fmla="*/ 45 h 54"/>
                <a:gd name="T26" fmla="*/ 13 w 43"/>
                <a:gd name="T27" fmla="*/ 40 h 54"/>
                <a:gd name="T28" fmla="*/ 9 w 43"/>
                <a:gd name="T29" fmla="*/ 27 h 54"/>
                <a:gd name="T30" fmla="*/ 13 w 43"/>
                <a:gd name="T31" fmla="*/ 13 h 54"/>
                <a:gd name="T32" fmla="*/ 21 w 43"/>
                <a:gd name="T33" fmla="*/ 9 h 54"/>
                <a:gd name="T34" fmla="*/ 30 w 43"/>
                <a:gd name="T35" fmla="*/ 13 h 54"/>
                <a:gd name="T36" fmla="*/ 34 w 43"/>
                <a:gd name="T37" fmla="*/ 27 h 54"/>
                <a:gd name="T38" fmla="*/ 30 w 43"/>
                <a:gd name="T39" fmla="*/ 4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4">
                  <a:moveTo>
                    <a:pt x="21" y="0"/>
                  </a:moveTo>
                  <a:cubicBezTo>
                    <a:pt x="18" y="0"/>
                    <a:pt x="15" y="1"/>
                    <a:pt x="12" y="2"/>
                  </a:cubicBezTo>
                  <a:cubicBezTo>
                    <a:pt x="10" y="3"/>
                    <a:pt x="8" y="5"/>
                    <a:pt x="6" y="7"/>
                  </a:cubicBezTo>
                  <a:cubicBezTo>
                    <a:pt x="4" y="9"/>
                    <a:pt x="3" y="11"/>
                    <a:pt x="2" y="14"/>
                  </a:cubicBezTo>
                  <a:cubicBezTo>
                    <a:pt x="1" y="17"/>
                    <a:pt x="0" y="22"/>
                    <a:pt x="0" y="27"/>
                  </a:cubicBezTo>
                  <a:cubicBezTo>
                    <a:pt x="0" y="35"/>
                    <a:pt x="2" y="42"/>
                    <a:pt x="6" y="47"/>
                  </a:cubicBezTo>
                  <a:cubicBezTo>
                    <a:pt x="10" y="51"/>
                    <a:pt x="15" y="54"/>
                    <a:pt x="21" y="54"/>
                  </a:cubicBezTo>
                  <a:cubicBezTo>
                    <a:pt x="28" y="54"/>
                    <a:pt x="33" y="51"/>
                    <a:pt x="37" y="47"/>
                  </a:cubicBezTo>
                  <a:cubicBezTo>
                    <a:pt x="41" y="42"/>
                    <a:pt x="43" y="35"/>
                    <a:pt x="43" y="27"/>
                  </a:cubicBezTo>
                  <a:cubicBezTo>
                    <a:pt x="43" y="18"/>
                    <a:pt x="41" y="12"/>
                    <a:pt x="37" y="7"/>
                  </a:cubicBezTo>
                  <a:cubicBezTo>
                    <a:pt x="33" y="2"/>
                    <a:pt x="28" y="0"/>
                    <a:pt x="21" y="0"/>
                  </a:cubicBezTo>
                  <a:close/>
                  <a:moveTo>
                    <a:pt x="30" y="40"/>
                  </a:moveTo>
                  <a:cubicBezTo>
                    <a:pt x="28" y="43"/>
                    <a:pt x="25" y="45"/>
                    <a:pt x="21" y="45"/>
                  </a:cubicBezTo>
                  <a:cubicBezTo>
                    <a:pt x="18" y="45"/>
                    <a:pt x="15" y="43"/>
                    <a:pt x="13" y="40"/>
                  </a:cubicBezTo>
                  <a:cubicBezTo>
                    <a:pt x="10" y="37"/>
                    <a:pt x="9" y="33"/>
                    <a:pt x="9" y="27"/>
                  </a:cubicBezTo>
                  <a:cubicBezTo>
                    <a:pt x="9" y="21"/>
                    <a:pt x="10" y="16"/>
                    <a:pt x="13" y="13"/>
                  </a:cubicBezTo>
                  <a:cubicBezTo>
                    <a:pt x="15" y="10"/>
                    <a:pt x="18" y="9"/>
                    <a:pt x="21" y="9"/>
                  </a:cubicBezTo>
                  <a:cubicBezTo>
                    <a:pt x="25" y="9"/>
                    <a:pt x="28" y="10"/>
                    <a:pt x="30" y="13"/>
                  </a:cubicBezTo>
                  <a:cubicBezTo>
                    <a:pt x="33" y="16"/>
                    <a:pt x="34" y="21"/>
                    <a:pt x="34" y="27"/>
                  </a:cubicBezTo>
                  <a:cubicBezTo>
                    <a:pt x="34" y="33"/>
                    <a:pt x="32" y="37"/>
                    <a:pt x="30" y="4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8" name="ïṣliḋê"/>
            <p:cNvSpPr/>
            <p:nvPr/>
          </p:nvSpPr>
          <p:spPr bwMode="auto">
            <a:xfrm>
              <a:off x="9828213" y="4019551"/>
              <a:ext cx="150813" cy="195263"/>
            </a:xfrm>
            <a:custGeom>
              <a:avLst/>
              <a:gdLst>
                <a:gd name="T0" fmla="*/ 22 w 42"/>
                <a:gd name="T1" fmla="*/ 34 h 54"/>
                <a:gd name="T2" fmla="*/ 33 w 42"/>
                <a:gd name="T3" fmla="*/ 34 h 54"/>
                <a:gd name="T4" fmla="*/ 33 w 42"/>
                <a:gd name="T5" fmla="*/ 40 h 54"/>
                <a:gd name="T6" fmla="*/ 28 w 42"/>
                <a:gd name="T7" fmla="*/ 43 h 54"/>
                <a:gd name="T8" fmla="*/ 22 w 42"/>
                <a:gd name="T9" fmla="*/ 45 h 54"/>
                <a:gd name="T10" fmla="*/ 13 w 42"/>
                <a:gd name="T11" fmla="*/ 40 h 54"/>
                <a:gd name="T12" fmla="*/ 9 w 42"/>
                <a:gd name="T13" fmla="*/ 26 h 54"/>
                <a:gd name="T14" fmla="*/ 13 w 42"/>
                <a:gd name="T15" fmla="*/ 13 h 54"/>
                <a:gd name="T16" fmla="*/ 22 w 42"/>
                <a:gd name="T17" fmla="*/ 9 h 54"/>
                <a:gd name="T18" fmla="*/ 29 w 42"/>
                <a:gd name="T19" fmla="*/ 11 h 54"/>
                <a:gd name="T20" fmla="*/ 32 w 42"/>
                <a:gd name="T21" fmla="*/ 17 h 54"/>
                <a:gd name="T22" fmla="*/ 41 w 42"/>
                <a:gd name="T23" fmla="*/ 15 h 54"/>
                <a:gd name="T24" fmla="*/ 35 w 42"/>
                <a:gd name="T25" fmla="*/ 4 h 54"/>
                <a:gd name="T26" fmla="*/ 22 w 42"/>
                <a:gd name="T27" fmla="*/ 0 h 54"/>
                <a:gd name="T28" fmla="*/ 12 w 42"/>
                <a:gd name="T29" fmla="*/ 2 h 54"/>
                <a:gd name="T30" fmla="*/ 3 w 42"/>
                <a:gd name="T31" fmla="*/ 12 h 54"/>
                <a:gd name="T32" fmla="*/ 0 w 42"/>
                <a:gd name="T33" fmla="*/ 27 h 54"/>
                <a:gd name="T34" fmla="*/ 3 w 42"/>
                <a:gd name="T35" fmla="*/ 40 h 54"/>
                <a:gd name="T36" fmla="*/ 11 w 42"/>
                <a:gd name="T37" fmla="*/ 50 h 54"/>
                <a:gd name="T38" fmla="*/ 23 w 42"/>
                <a:gd name="T39" fmla="*/ 54 h 54"/>
                <a:gd name="T40" fmla="*/ 34 w 42"/>
                <a:gd name="T41" fmla="*/ 51 h 54"/>
                <a:gd name="T42" fmla="*/ 42 w 42"/>
                <a:gd name="T43" fmla="*/ 46 h 54"/>
                <a:gd name="T44" fmla="*/ 42 w 42"/>
                <a:gd name="T45" fmla="*/ 25 h 54"/>
                <a:gd name="T46" fmla="*/ 22 w 42"/>
                <a:gd name="T47" fmla="*/ 25 h 54"/>
                <a:gd name="T48" fmla="*/ 22 w 42"/>
                <a:gd name="T4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54">
                  <a:moveTo>
                    <a:pt x="22" y="34"/>
                  </a:moveTo>
                  <a:cubicBezTo>
                    <a:pt x="33" y="34"/>
                    <a:pt x="33" y="34"/>
                    <a:pt x="33" y="34"/>
                  </a:cubicBezTo>
                  <a:cubicBezTo>
                    <a:pt x="33" y="40"/>
                    <a:pt x="33" y="40"/>
                    <a:pt x="33" y="40"/>
                  </a:cubicBezTo>
                  <a:cubicBezTo>
                    <a:pt x="31" y="42"/>
                    <a:pt x="30" y="43"/>
                    <a:pt x="28" y="43"/>
                  </a:cubicBezTo>
                  <a:cubicBezTo>
                    <a:pt x="26" y="44"/>
                    <a:pt x="24" y="45"/>
                    <a:pt x="22" y="45"/>
                  </a:cubicBezTo>
                  <a:cubicBezTo>
                    <a:pt x="18" y="45"/>
                    <a:pt x="15" y="43"/>
                    <a:pt x="13" y="40"/>
                  </a:cubicBezTo>
                  <a:cubicBezTo>
                    <a:pt x="11" y="37"/>
                    <a:pt x="9" y="32"/>
                    <a:pt x="9" y="26"/>
                  </a:cubicBezTo>
                  <a:cubicBezTo>
                    <a:pt x="9" y="20"/>
                    <a:pt x="11" y="16"/>
                    <a:pt x="13" y="13"/>
                  </a:cubicBezTo>
                  <a:cubicBezTo>
                    <a:pt x="15" y="10"/>
                    <a:pt x="18" y="9"/>
                    <a:pt x="22" y="9"/>
                  </a:cubicBezTo>
                  <a:cubicBezTo>
                    <a:pt x="25" y="9"/>
                    <a:pt x="27" y="10"/>
                    <a:pt x="29" y="11"/>
                  </a:cubicBezTo>
                  <a:cubicBezTo>
                    <a:pt x="30" y="13"/>
                    <a:pt x="32" y="15"/>
                    <a:pt x="32" y="17"/>
                  </a:cubicBezTo>
                  <a:cubicBezTo>
                    <a:pt x="41" y="15"/>
                    <a:pt x="41" y="15"/>
                    <a:pt x="41" y="15"/>
                  </a:cubicBezTo>
                  <a:cubicBezTo>
                    <a:pt x="40" y="10"/>
                    <a:pt x="38" y="7"/>
                    <a:pt x="35" y="4"/>
                  </a:cubicBezTo>
                  <a:cubicBezTo>
                    <a:pt x="32" y="1"/>
                    <a:pt x="28" y="0"/>
                    <a:pt x="22" y="0"/>
                  </a:cubicBezTo>
                  <a:cubicBezTo>
                    <a:pt x="18" y="0"/>
                    <a:pt x="15" y="1"/>
                    <a:pt x="12" y="2"/>
                  </a:cubicBezTo>
                  <a:cubicBezTo>
                    <a:pt x="8" y="5"/>
                    <a:pt x="5" y="8"/>
                    <a:pt x="3" y="12"/>
                  </a:cubicBezTo>
                  <a:cubicBezTo>
                    <a:pt x="1" y="16"/>
                    <a:pt x="0" y="21"/>
                    <a:pt x="0" y="27"/>
                  </a:cubicBezTo>
                  <a:cubicBezTo>
                    <a:pt x="0" y="32"/>
                    <a:pt x="1" y="36"/>
                    <a:pt x="3" y="40"/>
                  </a:cubicBezTo>
                  <a:cubicBezTo>
                    <a:pt x="5" y="45"/>
                    <a:pt x="7" y="48"/>
                    <a:pt x="11" y="50"/>
                  </a:cubicBezTo>
                  <a:cubicBezTo>
                    <a:pt x="14" y="53"/>
                    <a:pt x="18" y="54"/>
                    <a:pt x="23" y="54"/>
                  </a:cubicBezTo>
                  <a:cubicBezTo>
                    <a:pt x="26" y="54"/>
                    <a:pt x="30" y="53"/>
                    <a:pt x="34" y="51"/>
                  </a:cubicBezTo>
                  <a:cubicBezTo>
                    <a:pt x="37" y="50"/>
                    <a:pt x="40" y="48"/>
                    <a:pt x="42" y="46"/>
                  </a:cubicBezTo>
                  <a:cubicBezTo>
                    <a:pt x="42" y="25"/>
                    <a:pt x="42" y="25"/>
                    <a:pt x="42" y="25"/>
                  </a:cubicBezTo>
                  <a:cubicBezTo>
                    <a:pt x="22" y="25"/>
                    <a:pt x="22" y="25"/>
                    <a:pt x="22" y="25"/>
                  </a:cubicBezTo>
                  <a:lnTo>
                    <a:pt x="22"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59" name="îṩḻiḓê"/>
            <p:cNvSpPr/>
            <p:nvPr/>
          </p:nvSpPr>
          <p:spPr bwMode="auto">
            <a:xfrm>
              <a:off x="9990138" y="4022726"/>
              <a:ext cx="152400" cy="188913"/>
            </a:xfrm>
            <a:custGeom>
              <a:avLst/>
              <a:gdLst>
                <a:gd name="T0" fmla="*/ 71 w 96"/>
                <a:gd name="T1" fmla="*/ 0 h 119"/>
                <a:gd name="T2" fmla="*/ 48 w 96"/>
                <a:gd name="T3" fmla="*/ 46 h 119"/>
                <a:gd name="T4" fmla="*/ 25 w 96"/>
                <a:gd name="T5" fmla="*/ 0 h 119"/>
                <a:gd name="T6" fmla="*/ 0 w 96"/>
                <a:gd name="T7" fmla="*/ 0 h 119"/>
                <a:gd name="T8" fmla="*/ 36 w 96"/>
                <a:gd name="T9" fmla="*/ 69 h 119"/>
                <a:gd name="T10" fmla="*/ 36 w 96"/>
                <a:gd name="T11" fmla="*/ 119 h 119"/>
                <a:gd name="T12" fmla="*/ 57 w 96"/>
                <a:gd name="T13" fmla="*/ 119 h 119"/>
                <a:gd name="T14" fmla="*/ 57 w 96"/>
                <a:gd name="T15" fmla="*/ 69 h 119"/>
                <a:gd name="T16" fmla="*/ 96 w 96"/>
                <a:gd name="T17" fmla="*/ 0 h 119"/>
                <a:gd name="T18" fmla="*/ 71 w 96"/>
                <a:gd name="T19" fmla="*/ 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119">
                  <a:moveTo>
                    <a:pt x="71" y="0"/>
                  </a:moveTo>
                  <a:lnTo>
                    <a:pt x="48" y="46"/>
                  </a:lnTo>
                  <a:lnTo>
                    <a:pt x="25" y="0"/>
                  </a:lnTo>
                  <a:lnTo>
                    <a:pt x="0" y="0"/>
                  </a:lnTo>
                  <a:lnTo>
                    <a:pt x="36" y="69"/>
                  </a:lnTo>
                  <a:lnTo>
                    <a:pt x="36" y="119"/>
                  </a:lnTo>
                  <a:lnTo>
                    <a:pt x="57" y="119"/>
                  </a:lnTo>
                  <a:lnTo>
                    <a:pt x="57" y="69"/>
                  </a:lnTo>
                  <a:lnTo>
                    <a:pt x="96" y="0"/>
                  </a:lnTo>
                  <a:lnTo>
                    <a:pt x="71"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0" name="iśļîḋè"/>
            <p:cNvSpPr/>
            <p:nvPr/>
          </p:nvSpPr>
          <p:spPr bwMode="auto">
            <a:xfrm>
              <a:off x="2927350" y="3657601"/>
              <a:ext cx="14288" cy="22225"/>
            </a:xfrm>
            <a:custGeom>
              <a:avLst/>
              <a:gdLst>
                <a:gd name="T0" fmla="*/ 2 w 4"/>
                <a:gd name="T1" fmla="*/ 0 h 6"/>
                <a:gd name="T2" fmla="*/ 0 w 4"/>
                <a:gd name="T3" fmla="*/ 3 h 6"/>
                <a:gd name="T4" fmla="*/ 2 w 4"/>
                <a:gd name="T5" fmla="*/ 6 h 6"/>
                <a:gd name="T6" fmla="*/ 4 w 4"/>
                <a:gd name="T7" fmla="*/ 5 h 6"/>
                <a:gd name="T8" fmla="*/ 4 w 4"/>
                <a:gd name="T9" fmla="*/ 4 h 6"/>
                <a:gd name="T10" fmla="*/ 2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2" y="0"/>
                  </a:moveTo>
                  <a:cubicBezTo>
                    <a:pt x="1" y="0"/>
                    <a:pt x="0" y="1"/>
                    <a:pt x="0" y="3"/>
                  </a:cubicBezTo>
                  <a:cubicBezTo>
                    <a:pt x="0" y="5"/>
                    <a:pt x="1" y="6"/>
                    <a:pt x="2" y="6"/>
                  </a:cubicBezTo>
                  <a:cubicBezTo>
                    <a:pt x="3" y="6"/>
                    <a:pt x="4" y="5"/>
                    <a:pt x="4" y="5"/>
                  </a:cubicBezTo>
                  <a:cubicBezTo>
                    <a:pt x="4" y="4"/>
                    <a:pt x="4" y="4"/>
                    <a:pt x="4" y="4"/>
                  </a:cubicBezTo>
                  <a:cubicBezTo>
                    <a:pt x="4" y="2"/>
                    <a:pt x="4"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1" name="iṣliḓê"/>
            <p:cNvSpPr/>
            <p:nvPr/>
          </p:nvSpPr>
          <p:spPr bwMode="auto">
            <a:xfrm>
              <a:off x="2706688" y="3098801"/>
              <a:ext cx="519113" cy="703263"/>
            </a:xfrm>
            <a:custGeom>
              <a:avLst/>
              <a:gdLst>
                <a:gd name="T0" fmla="*/ 46 w 144"/>
                <a:gd name="T1" fmla="*/ 167 h 194"/>
                <a:gd name="T2" fmla="*/ 46 w 144"/>
                <a:gd name="T3" fmla="*/ 155 h 194"/>
                <a:gd name="T4" fmla="*/ 42 w 144"/>
                <a:gd name="T5" fmla="*/ 154 h 194"/>
                <a:gd name="T6" fmla="*/ 49 w 144"/>
                <a:gd name="T7" fmla="*/ 152 h 194"/>
                <a:gd name="T8" fmla="*/ 59 w 144"/>
                <a:gd name="T9" fmla="*/ 167 h 194"/>
                <a:gd name="T10" fmla="*/ 61 w 144"/>
                <a:gd name="T11" fmla="*/ 165 h 194"/>
                <a:gd name="T12" fmla="*/ 65 w 144"/>
                <a:gd name="T13" fmla="*/ 161 h 194"/>
                <a:gd name="T14" fmla="*/ 58 w 144"/>
                <a:gd name="T15" fmla="*/ 157 h 194"/>
                <a:gd name="T16" fmla="*/ 69 w 144"/>
                <a:gd name="T17" fmla="*/ 158 h 194"/>
                <a:gd name="T18" fmla="*/ 79 w 144"/>
                <a:gd name="T19" fmla="*/ 167 h 194"/>
                <a:gd name="T20" fmla="*/ 76 w 144"/>
                <a:gd name="T21" fmla="*/ 164 h 194"/>
                <a:gd name="T22" fmla="*/ 82 w 144"/>
                <a:gd name="T23" fmla="*/ 162 h 194"/>
                <a:gd name="T24" fmla="*/ 77 w 144"/>
                <a:gd name="T25" fmla="*/ 160 h 194"/>
                <a:gd name="T26" fmla="*/ 85 w 144"/>
                <a:gd name="T27" fmla="*/ 152 h 194"/>
                <a:gd name="T28" fmla="*/ 80 w 144"/>
                <a:gd name="T29" fmla="*/ 155 h 194"/>
                <a:gd name="T30" fmla="*/ 80 w 144"/>
                <a:gd name="T31" fmla="*/ 157 h 194"/>
                <a:gd name="T32" fmla="*/ 79 w 144"/>
                <a:gd name="T33" fmla="*/ 167 h 194"/>
                <a:gd name="T34" fmla="*/ 92 w 144"/>
                <a:gd name="T35" fmla="*/ 166 h 194"/>
                <a:gd name="T36" fmla="*/ 96 w 144"/>
                <a:gd name="T37" fmla="*/ 165 h 194"/>
                <a:gd name="T38" fmla="*/ 96 w 144"/>
                <a:gd name="T39" fmla="*/ 160 h 194"/>
                <a:gd name="T40" fmla="*/ 95 w 144"/>
                <a:gd name="T41" fmla="*/ 158 h 194"/>
                <a:gd name="T42" fmla="*/ 99 w 144"/>
                <a:gd name="T43" fmla="*/ 156 h 194"/>
                <a:gd name="T44" fmla="*/ 93 w 144"/>
                <a:gd name="T45" fmla="*/ 155 h 194"/>
                <a:gd name="T46" fmla="*/ 97 w 144"/>
                <a:gd name="T47" fmla="*/ 152 h 194"/>
                <a:gd name="T48" fmla="*/ 99 w 144"/>
                <a:gd name="T49" fmla="*/ 159 h 194"/>
                <a:gd name="T50" fmla="*/ 102 w 144"/>
                <a:gd name="T51" fmla="*/ 163 h 194"/>
                <a:gd name="T52" fmla="*/ 139 w 144"/>
                <a:gd name="T53" fmla="*/ 2 h 194"/>
                <a:gd name="T54" fmla="*/ 136 w 144"/>
                <a:gd name="T55" fmla="*/ 132 h 194"/>
                <a:gd name="T56" fmla="*/ 12 w 144"/>
                <a:gd name="T57" fmla="*/ 141 h 194"/>
                <a:gd name="T58" fmla="*/ 6 w 144"/>
                <a:gd name="T59" fmla="*/ 115 h 194"/>
                <a:gd name="T60" fmla="*/ 0 w 144"/>
                <a:gd name="T61" fmla="*/ 0 h 194"/>
                <a:gd name="T62" fmla="*/ 2 w 144"/>
                <a:gd name="T63" fmla="*/ 130 h 194"/>
                <a:gd name="T64" fmla="*/ 6 w 144"/>
                <a:gd name="T65" fmla="*/ 141 h 194"/>
                <a:gd name="T66" fmla="*/ 7 w 144"/>
                <a:gd name="T67" fmla="*/ 144 h 194"/>
                <a:gd name="T68" fmla="*/ 9 w 144"/>
                <a:gd name="T69" fmla="*/ 147 h 194"/>
                <a:gd name="T70" fmla="*/ 11 w 144"/>
                <a:gd name="T71" fmla="*/ 151 h 194"/>
                <a:gd name="T72" fmla="*/ 12 w 144"/>
                <a:gd name="T73" fmla="*/ 154 h 194"/>
                <a:gd name="T74" fmla="*/ 15 w 144"/>
                <a:gd name="T75" fmla="*/ 157 h 194"/>
                <a:gd name="T76" fmla="*/ 17 w 144"/>
                <a:gd name="T77" fmla="*/ 160 h 194"/>
                <a:gd name="T78" fmla="*/ 19 w 144"/>
                <a:gd name="T79" fmla="*/ 163 h 194"/>
                <a:gd name="T80" fmla="*/ 22 w 144"/>
                <a:gd name="T81" fmla="*/ 166 h 194"/>
                <a:gd name="T82" fmla="*/ 123 w 144"/>
                <a:gd name="T83" fmla="*/ 166 h 194"/>
                <a:gd name="T84" fmla="*/ 125 w 144"/>
                <a:gd name="T85" fmla="*/ 163 h 194"/>
                <a:gd name="T86" fmla="*/ 127 w 144"/>
                <a:gd name="T87" fmla="*/ 160 h 194"/>
                <a:gd name="T88" fmla="*/ 130 w 144"/>
                <a:gd name="T89" fmla="*/ 157 h 194"/>
                <a:gd name="T90" fmla="*/ 132 w 144"/>
                <a:gd name="T91" fmla="*/ 154 h 194"/>
                <a:gd name="T92" fmla="*/ 134 w 144"/>
                <a:gd name="T93" fmla="*/ 151 h 194"/>
                <a:gd name="T94" fmla="*/ 136 w 144"/>
                <a:gd name="T95" fmla="*/ 147 h 194"/>
                <a:gd name="T96" fmla="*/ 137 w 144"/>
                <a:gd name="T97" fmla="*/ 144 h 194"/>
                <a:gd name="T98" fmla="*/ 144 w 144"/>
                <a:gd name="T99" fmla="*/ 114 h 194"/>
                <a:gd name="T100" fmla="*/ 139 w 144"/>
                <a:gd name="T101" fmla="*/ 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4" h="194">
                  <a:moveTo>
                    <a:pt x="49" y="167"/>
                  </a:moveTo>
                  <a:cubicBezTo>
                    <a:pt x="46" y="167"/>
                    <a:pt x="46" y="167"/>
                    <a:pt x="46" y="167"/>
                  </a:cubicBezTo>
                  <a:cubicBezTo>
                    <a:pt x="46" y="155"/>
                    <a:pt x="46" y="155"/>
                    <a:pt x="46" y="155"/>
                  </a:cubicBezTo>
                  <a:cubicBezTo>
                    <a:pt x="46" y="155"/>
                    <a:pt x="46" y="155"/>
                    <a:pt x="46" y="155"/>
                  </a:cubicBezTo>
                  <a:cubicBezTo>
                    <a:pt x="43" y="156"/>
                    <a:pt x="43" y="156"/>
                    <a:pt x="43" y="156"/>
                  </a:cubicBezTo>
                  <a:cubicBezTo>
                    <a:pt x="42" y="154"/>
                    <a:pt x="42" y="154"/>
                    <a:pt x="42" y="154"/>
                  </a:cubicBezTo>
                  <a:cubicBezTo>
                    <a:pt x="46" y="152"/>
                    <a:pt x="46" y="152"/>
                    <a:pt x="46" y="152"/>
                  </a:cubicBezTo>
                  <a:cubicBezTo>
                    <a:pt x="49" y="152"/>
                    <a:pt x="49" y="152"/>
                    <a:pt x="49" y="152"/>
                  </a:cubicBezTo>
                  <a:lnTo>
                    <a:pt x="49" y="167"/>
                  </a:lnTo>
                  <a:close/>
                  <a:moveTo>
                    <a:pt x="59" y="167"/>
                  </a:moveTo>
                  <a:cubicBezTo>
                    <a:pt x="59" y="165"/>
                    <a:pt x="59" y="165"/>
                    <a:pt x="59" y="165"/>
                  </a:cubicBezTo>
                  <a:cubicBezTo>
                    <a:pt x="60" y="165"/>
                    <a:pt x="60" y="165"/>
                    <a:pt x="61" y="165"/>
                  </a:cubicBezTo>
                  <a:cubicBezTo>
                    <a:pt x="63" y="165"/>
                    <a:pt x="65" y="163"/>
                    <a:pt x="65" y="161"/>
                  </a:cubicBezTo>
                  <a:cubicBezTo>
                    <a:pt x="65" y="161"/>
                    <a:pt x="65" y="161"/>
                    <a:pt x="65" y="161"/>
                  </a:cubicBezTo>
                  <a:cubicBezTo>
                    <a:pt x="65" y="161"/>
                    <a:pt x="64" y="162"/>
                    <a:pt x="62" y="162"/>
                  </a:cubicBezTo>
                  <a:cubicBezTo>
                    <a:pt x="60" y="162"/>
                    <a:pt x="58" y="160"/>
                    <a:pt x="58" y="157"/>
                  </a:cubicBezTo>
                  <a:cubicBezTo>
                    <a:pt x="58" y="155"/>
                    <a:pt x="60" y="152"/>
                    <a:pt x="63" y="152"/>
                  </a:cubicBezTo>
                  <a:cubicBezTo>
                    <a:pt x="67" y="152"/>
                    <a:pt x="69" y="155"/>
                    <a:pt x="69" y="158"/>
                  </a:cubicBezTo>
                  <a:cubicBezTo>
                    <a:pt x="69" y="163"/>
                    <a:pt x="66" y="167"/>
                    <a:pt x="59" y="167"/>
                  </a:cubicBezTo>
                  <a:close/>
                  <a:moveTo>
                    <a:pt x="79" y="167"/>
                  </a:moveTo>
                  <a:cubicBezTo>
                    <a:pt x="78" y="167"/>
                    <a:pt x="76" y="167"/>
                    <a:pt x="76" y="166"/>
                  </a:cubicBezTo>
                  <a:cubicBezTo>
                    <a:pt x="76" y="164"/>
                    <a:pt x="76" y="164"/>
                    <a:pt x="76" y="164"/>
                  </a:cubicBezTo>
                  <a:cubicBezTo>
                    <a:pt x="77" y="165"/>
                    <a:pt x="78" y="165"/>
                    <a:pt x="79" y="165"/>
                  </a:cubicBezTo>
                  <a:cubicBezTo>
                    <a:pt x="81" y="165"/>
                    <a:pt x="82" y="164"/>
                    <a:pt x="82" y="162"/>
                  </a:cubicBezTo>
                  <a:cubicBezTo>
                    <a:pt x="82" y="161"/>
                    <a:pt x="81" y="160"/>
                    <a:pt x="78" y="160"/>
                  </a:cubicBezTo>
                  <a:cubicBezTo>
                    <a:pt x="78" y="160"/>
                    <a:pt x="77" y="160"/>
                    <a:pt x="77" y="160"/>
                  </a:cubicBezTo>
                  <a:cubicBezTo>
                    <a:pt x="77" y="152"/>
                    <a:pt x="77" y="152"/>
                    <a:pt x="77" y="152"/>
                  </a:cubicBezTo>
                  <a:cubicBezTo>
                    <a:pt x="85" y="152"/>
                    <a:pt x="85" y="152"/>
                    <a:pt x="85" y="152"/>
                  </a:cubicBezTo>
                  <a:cubicBezTo>
                    <a:pt x="85" y="155"/>
                    <a:pt x="85" y="155"/>
                    <a:pt x="85" y="155"/>
                  </a:cubicBezTo>
                  <a:cubicBezTo>
                    <a:pt x="80" y="155"/>
                    <a:pt x="80" y="155"/>
                    <a:pt x="80" y="155"/>
                  </a:cubicBezTo>
                  <a:cubicBezTo>
                    <a:pt x="79" y="158"/>
                    <a:pt x="79" y="158"/>
                    <a:pt x="79" y="158"/>
                  </a:cubicBezTo>
                  <a:cubicBezTo>
                    <a:pt x="80" y="157"/>
                    <a:pt x="80" y="157"/>
                    <a:pt x="80" y="157"/>
                  </a:cubicBezTo>
                  <a:cubicBezTo>
                    <a:pt x="83" y="157"/>
                    <a:pt x="86" y="159"/>
                    <a:pt x="86" y="162"/>
                  </a:cubicBezTo>
                  <a:cubicBezTo>
                    <a:pt x="86" y="165"/>
                    <a:pt x="83" y="167"/>
                    <a:pt x="79" y="167"/>
                  </a:cubicBezTo>
                  <a:close/>
                  <a:moveTo>
                    <a:pt x="96" y="167"/>
                  </a:moveTo>
                  <a:cubicBezTo>
                    <a:pt x="95" y="167"/>
                    <a:pt x="93" y="167"/>
                    <a:pt x="92" y="166"/>
                  </a:cubicBezTo>
                  <a:cubicBezTo>
                    <a:pt x="93" y="164"/>
                    <a:pt x="93" y="164"/>
                    <a:pt x="93" y="164"/>
                  </a:cubicBezTo>
                  <a:cubicBezTo>
                    <a:pt x="94" y="164"/>
                    <a:pt x="95" y="165"/>
                    <a:pt x="96" y="165"/>
                  </a:cubicBezTo>
                  <a:cubicBezTo>
                    <a:pt x="98" y="165"/>
                    <a:pt x="99" y="164"/>
                    <a:pt x="99" y="163"/>
                  </a:cubicBezTo>
                  <a:cubicBezTo>
                    <a:pt x="99" y="161"/>
                    <a:pt x="97" y="160"/>
                    <a:pt x="96" y="160"/>
                  </a:cubicBezTo>
                  <a:cubicBezTo>
                    <a:pt x="95" y="160"/>
                    <a:pt x="95" y="160"/>
                    <a:pt x="95" y="160"/>
                  </a:cubicBezTo>
                  <a:cubicBezTo>
                    <a:pt x="95" y="158"/>
                    <a:pt x="95" y="158"/>
                    <a:pt x="95" y="158"/>
                  </a:cubicBezTo>
                  <a:cubicBezTo>
                    <a:pt x="96" y="158"/>
                    <a:pt x="96" y="158"/>
                    <a:pt x="96" y="158"/>
                  </a:cubicBezTo>
                  <a:cubicBezTo>
                    <a:pt x="97" y="158"/>
                    <a:pt x="99" y="158"/>
                    <a:pt x="99" y="156"/>
                  </a:cubicBezTo>
                  <a:cubicBezTo>
                    <a:pt x="99" y="155"/>
                    <a:pt x="98" y="154"/>
                    <a:pt x="96" y="154"/>
                  </a:cubicBezTo>
                  <a:cubicBezTo>
                    <a:pt x="95" y="154"/>
                    <a:pt x="94" y="155"/>
                    <a:pt x="93" y="155"/>
                  </a:cubicBezTo>
                  <a:cubicBezTo>
                    <a:pt x="93" y="153"/>
                    <a:pt x="93" y="153"/>
                    <a:pt x="93" y="153"/>
                  </a:cubicBezTo>
                  <a:cubicBezTo>
                    <a:pt x="94" y="153"/>
                    <a:pt x="95" y="152"/>
                    <a:pt x="97" y="152"/>
                  </a:cubicBezTo>
                  <a:cubicBezTo>
                    <a:pt x="100" y="152"/>
                    <a:pt x="102" y="154"/>
                    <a:pt x="102" y="156"/>
                  </a:cubicBezTo>
                  <a:cubicBezTo>
                    <a:pt x="102" y="157"/>
                    <a:pt x="101" y="158"/>
                    <a:pt x="99" y="159"/>
                  </a:cubicBezTo>
                  <a:cubicBezTo>
                    <a:pt x="99" y="159"/>
                    <a:pt x="99" y="159"/>
                    <a:pt x="99" y="159"/>
                  </a:cubicBezTo>
                  <a:cubicBezTo>
                    <a:pt x="101" y="159"/>
                    <a:pt x="102" y="161"/>
                    <a:pt x="102" y="163"/>
                  </a:cubicBezTo>
                  <a:cubicBezTo>
                    <a:pt x="102" y="165"/>
                    <a:pt x="100" y="167"/>
                    <a:pt x="96" y="167"/>
                  </a:cubicBezTo>
                  <a:close/>
                  <a:moveTo>
                    <a:pt x="139" y="2"/>
                  </a:moveTo>
                  <a:cubicBezTo>
                    <a:pt x="139" y="30"/>
                    <a:pt x="139" y="113"/>
                    <a:pt x="139" y="115"/>
                  </a:cubicBezTo>
                  <a:cubicBezTo>
                    <a:pt x="138" y="118"/>
                    <a:pt x="138" y="124"/>
                    <a:pt x="136" y="132"/>
                  </a:cubicBezTo>
                  <a:cubicBezTo>
                    <a:pt x="135" y="135"/>
                    <a:pt x="134" y="138"/>
                    <a:pt x="132" y="141"/>
                  </a:cubicBezTo>
                  <a:cubicBezTo>
                    <a:pt x="12" y="141"/>
                    <a:pt x="12" y="141"/>
                    <a:pt x="12" y="141"/>
                  </a:cubicBezTo>
                  <a:cubicBezTo>
                    <a:pt x="11" y="138"/>
                    <a:pt x="9" y="135"/>
                    <a:pt x="9" y="132"/>
                  </a:cubicBezTo>
                  <a:cubicBezTo>
                    <a:pt x="6" y="124"/>
                    <a:pt x="6" y="118"/>
                    <a:pt x="6" y="115"/>
                  </a:cubicBezTo>
                  <a:cubicBezTo>
                    <a:pt x="6" y="113"/>
                    <a:pt x="6" y="30"/>
                    <a:pt x="6" y="2"/>
                  </a:cubicBezTo>
                  <a:cubicBezTo>
                    <a:pt x="0" y="0"/>
                    <a:pt x="0" y="0"/>
                    <a:pt x="0" y="0"/>
                  </a:cubicBezTo>
                  <a:cubicBezTo>
                    <a:pt x="0" y="0"/>
                    <a:pt x="0" y="110"/>
                    <a:pt x="0" y="114"/>
                  </a:cubicBezTo>
                  <a:cubicBezTo>
                    <a:pt x="0" y="118"/>
                    <a:pt x="1" y="123"/>
                    <a:pt x="2" y="130"/>
                  </a:cubicBezTo>
                  <a:cubicBezTo>
                    <a:pt x="3" y="133"/>
                    <a:pt x="4" y="137"/>
                    <a:pt x="6" y="141"/>
                  </a:cubicBezTo>
                  <a:cubicBezTo>
                    <a:pt x="6" y="141"/>
                    <a:pt x="6" y="141"/>
                    <a:pt x="6" y="141"/>
                  </a:cubicBezTo>
                  <a:cubicBezTo>
                    <a:pt x="6" y="141"/>
                    <a:pt x="6" y="141"/>
                    <a:pt x="6" y="141"/>
                  </a:cubicBezTo>
                  <a:cubicBezTo>
                    <a:pt x="6" y="142"/>
                    <a:pt x="7" y="143"/>
                    <a:pt x="7" y="144"/>
                  </a:cubicBezTo>
                  <a:cubicBezTo>
                    <a:pt x="7" y="144"/>
                    <a:pt x="7" y="144"/>
                    <a:pt x="7" y="145"/>
                  </a:cubicBezTo>
                  <a:cubicBezTo>
                    <a:pt x="8" y="145"/>
                    <a:pt x="8" y="146"/>
                    <a:pt x="9" y="147"/>
                  </a:cubicBezTo>
                  <a:cubicBezTo>
                    <a:pt x="9" y="147"/>
                    <a:pt x="9" y="147"/>
                    <a:pt x="9" y="148"/>
                  </a:cubicBezTo>
                  <a:cubicBezTo>
                    <a:pt x="9" y="149"/>
                    <a:pt x="10" y="150"/>
                    <a:pt x="11" y="151"/>
                  </a:cubicBezTo>
                  <a:cubicBezTo>
                    <a:pt x="11" y="151"/>
                    <a:pt x="11" y="151"/>
                    <a:pt x="11" y="151"/>
                  </a:cubicBezTo>
                  <a:cubicBezTo>
                    <a:pt x="11" y="152"/>
                    <a:pt x="12" y="153"/>
                    <a:pt x="12" y="154"/>
                  </a:cubicBezTo>
                  <a:cubicBezTo>
                    <a:pt x="13" y="154"/>
                    <a:pt x="13" y="154"/>
                    <a:pt x="13" y="154"/>
                  </a:cubicBezTo>
                  <a:cubicBezTo>
                    <a:pt x="13" y="155"/>
                    <a:pt x="14" y="156"/>
                    <a:pt x="15" y="157"/>
                  </a:cubicBezTo>
                  <a:cubicBezTo>
                    <a:pt x="15" y="157"/>
                    <a:pt x="15" y="157"/>
                    <a:pt x="15" y="157"/>
                  </a:cubicBezTo>
                  <a:cubicBezTo>
                    <a:pt x="16" y="158"/>
                    <a:pt x="16" y="159"/>
                    <a:pt x="17" y="160"/>
                  </a:cubicBezTo>
                  <a:cubicBezTo>
                    <a:pt x="17" y="160"/>
                    <a:pt x="17" y="160"/>
                    <a:pt x="17" y="161"/>
                  </a:cubicBezTo>
                  <a:cubicBezTo>
                    <a:pt x="18" y="161"/>
                    <a:pt x="18" y="162"/>
                    <a:pt x="19" y="163"/>
                  </a:cubicBezTo>
                  <a:cubicBezTo>
                    <a:pt x="19" y="163"/>
                    <a:pt x="19" y="163"/>
                    <a:pt x="20" y="163"/>
                  </a:cubicBezTo>
                  <a:cubicBezTo>
                    <a:pt x="20" y="164"/>
                    <a:pt x="21" y="165"/>
                    <a:pt x="22" y="166"/>
                  </a:cubicBezTo>
                  <a:cubicBezTo>
                    <a:pt x="37" y="182"/>
                    <a:pt x="58" y="189"/>
                    <a:pt x="72" y="194"/>
                  </a:cubicBezTo>
                  <a:cubicBezTo>
                    <a:pt x="86" y="189"/>
                    <a:pt x="108" y="182"/>
                    <a:pt x="123" y="166"/>
                  </a:cubicBezTo>
                  <a:cubicBezTo>
                    <a:pt x="123" y="165"/>
                    <a:pt x="124" y="164"/>
                    <a:pt x="125" y="163"/>
                  </a:cubicBezTo>
                  <a:cubicBezTo>
                    <a:pt x="125" y="163"/>
                    <a:pt x="125" y="163"/>
                    <a:pt x="125" y="163"/>
                  </a:cubicBezTo>
                  <a:cubicBezTo>
                    <a:pt x="126" y="162"/>
                    <a:pt x="126" y="161"/>
                    <a:pt x="127" y="161"/>
                  </a:cubicBezTo>
                  <a:cubicBezTo>
                    <a:pt x="127" y="160"/>
                    <a:pt x="127" y="160"/>
                    <a:pt x="127" y="160"/>
                  </a:cubicBezTo>
                  <a:cubicBezTo>
                    <a:pt x="128" y="159"/>
                    <a:pt x="129" y="158"/>
                    <a:pt x="130" y="157"/>
                  </a:cubicBezTo>
                  <a:cubicBezTo>
                    <a:pt x="130" y="157"/>
                    <a:pt x="130" y="157"/>
                    <a:pt x="130" y="157"/>
                  </a:cubicBezTo>
                  <a:cubicBezTo>
                    <a:pt x="130" y="156"/>
                    <a:pt x="131" y="155"/>
                    <a:pt x="131" y="154"/>
                  </a:cubicBezTo>
                  <a:cubicBezTo>
                    <a:pt x="132" y="154"/>
                    <a:pt x="132" y="154"/>
                    <a:pt x="132" y="154"/>
                  </a:cubicBezTo>
                  <a:cubicBezTo>
                    <a:pt x="132" y="153"/>
                    <a:pt x="133" y="152"/>
                    <a:pt x="133" y="151"/>
                  </a:cubicBezTo>
                  <a:cubicBezTo>
                    <a:pt x="134" y="151"/>
                    <a:pt x="134" y="151"/>
                    <a:pt x="134" y="151"/>
                  </a:cubicBezTo>
                  <a:cubicBezTo>
                    <a:pt x="134" y="150"/>
                    <a:pt x="135" y="149"/>
                    <a:pt x="135" y="148"/>
                  </a:cubicBezTo>
                  <a:cubicBezTo>
                    <a:pt x="136" y="147"/>
                    <a:pt x="136" y="147"/>
                    <a:pt x="136" y="147"/>
                  </a:cubicBezTo>
                  <a:cubicBezTo>
                    <a:pt x="136" y="146"/>
                    <a:pt x="137" y="145"/>
                    <a:pt x="137" y="144"/>
                  </a:cubicBezTo>
                  <a:cubicBezTo>
                    <a:pt x="137" y="144"/>
                    <a:pt x="137" y="144"/>
                    <a:pt x="137" y="144"/>
                  </a:cubicBezTo>
                  <a:cubicBezTo>
                    <a:pt x="140" y="139"/>
                    <a:pt x="142" y="134"/>
                    <a:pt x="143" y="130"/>
                  </a:cubicBezTo>
                  <a:cubicBezTo>
                    <a:pt x="144" y="123"/>
                    <a:pt x="144" y="118"/>
                    <a:pt x="144" y="114"/>
                  </a:cubicBezTo>
                  <a:cubicBezTo>
                    <a:pt x="144" y="110"/>
                    <a:pt x="144" y="0"/>
                    <a:pt x="144" y="0"/>
                  </a:cubicBezTo>
                  <a:lnTo>
                    <a:pt x="139" y="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2" name="íṡľiḍê"/>
            <p:cNvSpPr/>
            <p:nvPr/>
          </p:nvSpPr>
          <p:spPr bwMode="auto">
            <a:xfrm>
              <a:off x="2395538" y="2917826"/>
              <a:ext cx="1141413" cy="1050925"/>
            </a:xfrm>
            <a:custGeom>
              <a:avLst/>
              <a:gdLst>
                <a:gd name="T0" fmla="*/ 300 w 316"/>
                <a:gd name="T1" fmla="*/ 173 h 290"/>
                <a:gd name="T2" fmla="*/ 294 w 316"/>
                <a:gd name="T3" fmla="*/ 163 h 290"/>
                <a:gd name="T4" fmla="*/ 299 w 316"/>
                <a:gd name="T5" fmla="*/ 78 h 290"/>
                <a:gd name="T6" fmla="*/ 285 w 316"/>
                <a:gd name="T7" fmla="*/ 84 h 290"/>
                <a:gd name="T8" fmla="*/ 248 w 316"/>
                <a:gd name="T9" fmla="*/ 17 h 290"/>
                <a:gd name="T10" fmla="*/ 233 w 316"/>
                <a:gd name="T11" fmla="*/ 15 h 290"/>
                <a:gd name="T12" fmla="*/ 233 w 316"/>
                <a:gd name="T13" fmla="*/ 33 h 290"/>
                <a:gd name="T14" fmla="*/ 242 w 316"/>
                <a:gd name="T15" fmla="*/ 45 h 290"/>
                <a:gd name="T16" fmla="*/ 278 w 316"/>
                <a:gd name="T17" fmla="*/ 88 h 290"/>
                <a:gd name="T18" fmla="*/ 276 w 316"/>
                <a:gd name="T19" fmla="*/ 93 h 290"/>
                <a:gd name="T20" fmla="*/ 286 w 316"/>
                <a:gd name="T21" fmla="*/ 156 h 290"/>
                <a:gd name="T22" fmla="*/ 278 w 316"/>
                <a:gd name="T23" fmla="*/ 170 h 290"/>
                <a:gd name="T24" fmla="*/ 269 w 316"/>
                <a:gd name="T25" fmla="*/ 179 h 290"/>
                <a:gd name="T26" fmla="*/ 254 w 316"/>
                <a:gd name="T27" fmla="*/ 230 h 290"/>
                <a:gd name="T28" fmla="*/ 246 w 316"/>
                <a:gd name="T29" fmla="*/ 219 h 290"/>
                <a:gd name="T30" fmla="*/ 169 w 316"/>
                <a:gd name="T31" fmla="*/ 262 h 290"/>
                <a:gd name="T32" fmla="*/ 147 w 316"/>
                <a:gd name="T33" fmla="*/ 262 h 290"/>
                <a:gd name="T34" fmla="*/ 70 w 316"/>
                <a:gd name="T35" fmla="*/ 219 h 290"/>
                <a:gd name="T36" fmla="*/ 62 w 316"/>
                <a:gd name="T37" fmla="*/ 230 h 290"/>
                <a:gd name="T38" fmla="*/ 48 w 316"/>
                <a:gd name="T39" fmla="*/ 179 h 290"/>
                <a:gd name="T40" fmla="*/ 38 w 316"/>
                <a:gd name="T41" fmla="*/ 170 h 290"/>
                <a:gd name="T42" fmla="*/ 30 w 316"/>
                <a:gd name="T43" fmla="*/ 156 h 290"/>
                <a:gd name="T44" fmla="*/ 41 w 316"/>
                <a:gd name="T45" fmla="*/ 93 h 290"/>
                <a:gd name="T46" fmla="*/ 38 w 316"/>
                <a:gd name="T47" fmla="*/ 88 h 290"/>
                <a:gd name="T48" fmla="*/ 75 w 316"/>
                <a:gd name="T49" fmla="*/ 45 h 290"/>
                <a:gd name="T50" fmla="*/ 84 w 316"/>
                <a:gd name="T51" fmla="*/ 33 h 290"/>
                <a:gd name="T52" fmla="*/ 83 w 316"/>
                <a:gd name="T53" fmla="*/ 15 h 290"/>
                <a:gd name="T54" fmla="*/ 68 w 316"/>
                <a:gd name="T55" fmla="*/ 17 h 290"/>
                <a:gd name="T56" fmla="*/ 31 w 316"/>
                <a:gd name="T57" fmla="*/ 84 h 290"/>
                <a:gd name="T58" fmla="*/ 17 w 316"/>
                <a:gd name="T59" fmla="*/ 78 h 290"/>
                <a:gd name="T60" fmla="*/ 23 w 316"/>
                <a:gd name="T61" fmla="*/ 163 h 290"/>
                <a:gd name="T62" fmla="*/ 16 w 316"/>
                <a:gd name="T63" fmla="*/ 173 h 290"/>
                <a:gd name="T64" fmla="*/ 14 w 316"/>
                <a:gd name="T65" fmla="*/ 182 h 290"/>
                <a:gd name="T66" fmla="*/ 93 w 316"/>
                <a:gd name="T67" fmla="*/ 253 h 290"/>
                <a:gd name="T68" fmla="*/ 72 w 316"/>
                <a:gd name="T69" fmla="*/ 258 h 290"/>
                <a:gd name="T70" fmla="*/ 134 w 316"/>
                <a:gd name="T71" fmla="*/ 265 h 290"/>
                <a:gd name="T72" fmla="*/ 138 w 316"/>
                <a:gd name="T73" fmla="*/ 272 h 290"/>
                <a:gd name="T74" fmla="*/ 131 w 316"/>
                <a:gd name="T75" fmla="*/ 290 h 290"/>
                <a:gd name="T76" fmla="*/ 158 w 316"/>
                <a:gd name="T77" fmla="*/ 272 h 290"/>
                <a:gd name="T78" fmla="*/ 186 w 316"/>
                <a:gd name="T79" fmla="*/ 290 h 290"/>
                <a:gd name="T80" fmla="*/ 178 w 316"/>
                <a:gd name="T81" fmla="*/ 272 h 290"/>
                <a:gd name="T82" fmla="*/ 182 w 316"/>
                <a:gd name="T83" fmla="*/ 265 h 290"/>
                <a:gd name="T84" fmla="*/ 244 w 316"/>
                <a:gd name="T85" fmla="*/ 258 h 290"/>
                <a:gd name="T86" fmla="*/ 223 w 316"/>
                <a:gd name="T87" fmla="*/ 253 h 290"/>
                <a:gd name="T88" fmla="*/ 302 w 316"/>
                <a:gd name="T89" fmla="*/ 18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6" h="290">
                  <a:moveTo>
                    <a:pt x="276" y="216"/>
                  </a:moveTo>
                  <a:cubicBezTo>
                    <a:pt x="282" y="191"/>
                    <a:pt x="289" y="190"/>
                    <a:pt x="300" y="173"/>
                  </a:cubicBezTo>
                  <a:cubicBezTo>
                    <a:pt x="310" y="157"/>
                    <a:pt x="316" y="126"/>
                    <a:pt x="305" y="115"/>
                  </a:cubicBezTo>
                  <a:cubicBezTo>
                    <a:pt x="304" y="138"/>
                    <a:pt x="296" y="143"/>
                    <a:pt x="294" y="163"/>
                  </a:cubicBezTo>
                  <a:cubicBezTo>
                    <a:pt x="292" y="147"/>
                    <a:pt x="292" y="137"/>
                    <a:pt x="295" y="126"/>
                  </a:cubicBezTo>
                  <a:cubicBezTo>
                    <a:pt x="298" y="117"/>
                    <a:pt x="302" y="95"/>
                    <a:pt x="299" y="78"/>
                  </a:cubicBezTo>
                  <a:cubicBezTo>
                    <a:pt x="297" y="66"/>
                    <a:pt x="291" y="61"/>
                    <a:pt x="284" y="58"/>
                  </a:cubicBezTo>
                  <a:cubicBezTo>
                    <a:pt x="288" y="72"/>
                    <a:pt x="285" y="84"/>
                    <a:pt x="285" y="84"/>
                  </a:cubicBezTo>
                  <a:cubicBezTo>
                    <a:pt x="285" y="84"/>
                    <a:pt x="277" y="75"/>
                    <a:pt x="274" y="52"/>
                  </a:cubicBezTo>
                  <a:cubicBezTo>
                    <a:pt x="271" y="29"/>
                    <a:pt x="256" y="18"/>
                    <a:pt x="248" y="17"/>
                  </a:cubicBezTo>
                  <a:cubicBezTo>
                    <a:pt x="255" y="29"/>
                    <a:pt x="255" y="33"/>
                    <a:pt x="257" y="44"/>
                  </a:cubicBezTo>
                  <a:cubicBezTo>
                    <a:pt x="250" y="40"/>
                    <a:pt x="245" y="26"/>
                    <a:pt x="233" y="15"/>
                  </a:cubicBezTo>
                  <a:cubicBezTo>
                    <a:pt x="216" y="0"/>
                    <a:pt x="203" y="0"/>
                    <a:pt x="195" y="7"/>
                  </a:cubicBezTo>
                  <a:cubicBezTo>
                    <a:pt x="218" y="16"/>
                    <a:pt x="214" y="18"/>
                    <a:pt x="233" y="33"/>
                  </a:cubicBezTo>
                  <a:cubicBezTo>
                    <a:pt x="251" y="45"/>
                    <a:pt x="259" y="46"/>
                    <a:pt x="264" y="62"/>
                  </a:cubicBezTo>
                  <a:cubicBezTo>
                    <a:pt x="256" y="54"/>
                    <a:pt x="251" y="49"/>
                    <a:pt x="242" y="45"/>
                  </a:cubicBezTo>
                  <a:cubicBezTo>
                    <a:pt x="239" y="50"/>
                    <a:pt x="243" y="60"/>
                    <a:pt x="257" y="71"/>
                  </a:cubicBezTo>
                  <a:cubicBezTo>
                    <a:pt x="267" y="82"/>
                    <a:pt x="270" y="77"/>
                    <a:pt x="278" y="88"/>
                  </a:cubicBezTo>
                  <a:cubicBezTo>
                    <a:pt x="285" y="96"/>
                    <a:pt x="291" y="105"/>
                    <a:pt x="289" y="124"/>
                  </a:cubicBezTo>
                  <a:cubicBezTo>
                    <a:pt x="283" y="110"/>
                    <a:pt x="279" y="108"/>
                    <a:pt x="276" y="93"/>
                  </a:cubicBezTo>
                  <a:cubicBezTo>
                    <a:pt x="272" y="98"/>
                    <a:pt x="270" y="106"/>
                    <a:pt x="271" y="116"/>
                  </a:cubicBezTo>
                  <a:cubicBezTo>
                    <a:pt x="275" y="136"/>
                    <a:pt x="283" y="136"/>
                    <a:pt x="286" y="156"/>
                  </a:cubicBezTo>
                  <a:cubicBezTo>
                    <a:pt x="288" y="168"/>
                    <a:pt x="288" y="183"/>
                    <a:pt x="278" y="194"/>
                  </a:cubicBezTo>
                  <a:cubicBezTo>
                    <a:pt x="276" y="184"/>
                    <a:pt x="277" y="179"/>
                    <a:pt x="278" y="170"/>
                  </a:cubicBezTo>
                  <a:cubicBezTo>
                    <a:pt x="280" y="161"/>
                    <a:pt x="279" y="154"/>
                    <a:pt x="276" y="145"/>
                  </a:cubicBezTo>
                  <a:cubicBezTo>
                    <a:pt x="269" y="151"/>
                    <a:pt x="267" y="165"/>
                    <a:pt x="269" y="179"/>
                  </a:cubicBezTo>
                  <a:cubicBezTo>
                    <a:pt x="270" y="193"/>
                    <a:pt x="280" y="203"/>
                    <a:pt x="265" y="223"/>
                  </a:cubicBezTo>
                  <a:cubicBezTo>
                    <a:pt x="258" y="229"/>
                    <a:pt x="254" y="231"/>
                    <a:pt x="254" y="230"/>
                  </a:cubicBezTo>
                  <a:cubicBezTo>
                    <a:pt x="262" y="221"/>
                    <a:pt x="273" y="198"/>
                    <a:pt x="265" y="187"/>
                  </a:cubicBezTo>
                  <a:cubicBezTo>
                    <a:pt x="262" y="200"/>
                    <a:pt x="254" y="207"/>
                    <a:pt x="246" y="219"/>
                  </a:cubicBezTo>
                  <a:cubicBezTo>
                    <a:pt x="235" y="235"/>
                    <a:pt x="245" y="240"/>
                    <a:pt x="210" y="253"/>
                  </a:cubicBezTo>
                  <a:cubicBezTo>
                    <a:pt x="199" y="257"/>
                    <a:pt x="185" y="258"/>
                    <a:pt x="169" y="262"/>
                  </a:cubicBezTo>
                  <a:cubicBezTo>
                    <a:pt x="165" y="263"/>
                    <a:pt x="161" y="264"/>
                    <a:pt x="158" y="265"/>
                  </a:cubicBezTo>
                  <a:cubicBezTo>
                    <a:pt x="155" y="264"/>
                    <a:pt x="151" y="263"/>
                    <a:pt x="147" y="262"/>
                  </a:cubicBezTo>
                  <a:cubicBezTo>
                    <a:pt x="132" y="258"/>
                    <a:pt x="117" y="257"/>
                    <a:pt x="107" y="253"/>
                  </a:cubicBezTo>
                  <a:cubicBezTo>
                    <a:pt x="72" y="240"/>
                    <a:pt x="81" y="235"/>
                    <a:pt x="70" y="219"/>
                  </a:cubicBezTo>
                  <a:cubicBezTo>
                    <a:pt x="62" y="207"/>
                    <a:pt x="54" y="200"/>
                    <a:pt x="51" y="187"/>
                  </a:cubicBezTo>
                  <a:cubicBezTo>
                    <a:pt x="43" y="198"/>
                    <a:pt x="54" y="221"/>
                    <a:pt x="62" y="230"/>
                  </a:cubicBezTo>
                  <a:cubicBezTo>
                    <a:pt x="62" y="231"/>
                    <a:pt x="58" y="229"/>
                    <a:pt x="51" y="223"/>
                  </a:cubicBezTo>
                  <a:cubicBezTo>
                    <a:pt x="36" y="203"/>
                    <a:pt x="46" y="193"/>
                    <a:pt x="48" y="179"/>
                  </a:cubicBezTo>
                  <a:cubicBezTo>
                    <a:pt x="49" y="165"/>
                    <a:pt x="47" y="151"/>
                    <a:pt x="40" y="145"/>
                  </a:cubicBezTo>
                  <a:cubicBezTo>
                    <a:pt x="38" y="154"/>
                    <a:pt x="36" y="161"/>
                    <a:pt x="38" y="170"/>
                  </a:cubicBezTo>
                  <a:cubicBezTo>
                    <a:pt x="40" y="179"/>
                    <a:pt x="41" y="184"/>
                    <a:pt x="39" y="194"/>
                  </a:cubicBezTo>
                  <a:cubicBezTo>
                    <a:pt x="28" y="183"/>
                    <a:pt x="29" y="168"/>
                    <a:pt x="30" y="156"/>
                  </a:cubicBezTo>
                  <a:cubicBezTo>
                    <a:pt x="33" y="136"/>
                    <a:pt x="41" y="136"/>
                    <a:pt x="45" y="116"/>
                  </a:cubicBezTo>
                  <a:cubicBezTo>
                    <a:pt x="47" y="106"/>
                    <a:pt x="44" y="98"/>
                    <a:pt x="41" y="93"/>
                  </a:cubicBezTo>
                  <a:cubicBezTo>
                    <a:pt x="37" y="108"/>
                    <a:pt x="33" y="110"/>
                    <a:pt x="28" y="124"/>
                  </a:cubicBezTo>
                  <a:cubicBezTo>
                    <a:pt x="25" y="105"/>
                    <a:pt x="32" y="96"/>
                    <a:pt x="38" y="88"/>
                  </a:cubicBezTo>
                  <a:cubicBezTo>
                    <a:pt x="47" y="77"/>
                    <a:pt x="49" y="82"/>
                    <a:pt x="60" y="71"/>
                  </a:cubicBezTo>
                  <a:cubicBezTo>
                    <a:pt x="73" y="60"/>
                    <a:pt x="77" y="50"/>
                    <a:pt x="75" y="45"/>
                  </a:cubicBezTo>
                  <a:cubicBezTo>
                    <a:pt x="65" y="49"/>
                    <a:pt x="60" y="54"/>
                    <a:pt x="53" y="62"/>
                  </a:cubicBezTo>
                  <a:cubicBezTo>
                    <a:pt x="57" y="46"/>
                    <a:pt x="66" y="45"/>
                    <a:pt x="84" y="33"/>
                  </a:cubicBezTo>
                  <a:cubicBezTo>
                    <a:pt x="102" y="18"/>
                    <a:pt x="98" y="16"/>
                    <a:pt x="121" y="7"/>
                  </a:cubicBezTo>
                  <a:cubicBezTo>
                    <a:pt x="113" y="0"/>
                    <a:pt x="100" y="0"/>
                    <a:pt x="83" y="15"/>
                  </a:cubicBezTo>
                  <a:cubicBezTo>
                    <a:pt x="72" y="26"/>
                    <a:pt x="66" y="40"/>
                    <a:pt x="59" y="44"/>
                  </a:cubicBezTo>
                  <a:cubicBezTo>
                    <a:pt x="62" y="33"/>
                    <a:pt x="61" y="29"/>
                    <a:pt x="68" y="17"/>
                  </a:cubicBezTo>
                  <a:cubicBezTo>
                    <a:pt x="61" y="18"/>
                    <a:pt x="45" y="29"/>
                    <a:pt x="42" y="52"/>
                  </a:cubicBezTo>
                  <a:cubicBezTo>
                    <a:pt x="39" y="75"/>
                    <a:pt x="31" y="84"/>
                    <a:pt x="31" y="84"/>
                  </a:cubicBezTo>
                  <a:cubicBezTo>
                    <a:pt x="31" y="84"/>
                    <a:pt x="29" y="72"/>
                    <a:pt x="32" y="58"/>
                  </a:cubicBezTo>
                  <a:cubicBezTo>
                    <a:pt x="25" y="61"/>
                    <a:pt x="19" y="66"/>
                    <a:pt x="17" y="78"/>
                  </a:cubicBezTo>
                  <a:cubicBezTo>
                    <a:pt x="14" y="95"/>
                    <a:pt x="18" y="117"/>
                    <a:pt x="21" y="126"/>
                  </a:cubicBezTo>
                  <a:cubicBezTo>
                    <a:pt x="25" y="137"/>
                    <a:pt x="24" y="147"/>
                    <a:pt x="23" y="163"/>
                  </a:cubicBezTo>
                  <a:cubicBezTo>
                    <a:pt x="20" y="143"/>
                    <a:pt x="12" y="138"/>
                    <a:pt x="11" y="115"/>
                  </a:cubicBezTo>
                  <a:cubicBezTo>
                    <a:pt x="0" y="126"/>
                    <a:pt x="6" y="157"/>
                    <a:pt x="16" y="173"/>
                  </a:cubicBezTo>
                  <a:cubicBezTo>
                    <a:pt x="27" y="190"/>
                    <a:pt x="34" y="191"/>
                    <a:pt x="41" y="216"/>
                  </a:cubicBezTo>
                  <a:cubicBezTo>
                    <a:pt x="30" y="201"/>
                    <a:pt x="22" y="199"/>
                    <a:pt x="14" y="182"/>
                  </a:cubicBezTo>
                  <a:cubicBezTo>
                    <a:pt x="8" y="190"/>
                    <a:pt x="13" y="206"/>
                    <a:pt x="30" y="219"/>
                  </a:cubicBezTo>
                  <a:cubicBezTo>
                    <a:pt x="44" y="233"/>
                    <a:pt x="67" y="232"/>
                    <a:pt x="93" y="253"/>
                  </a:cubicBezTo>
                  <a:cubicBezTo>
                    <a:pt x="72" y="241"/>
                    <a:pt x="50" y="241"/>
                    <a:pt x="38" y="234"/>
                  </a:cubicBezTo>
                  <a:cubicBezTo>
                    <a:pt x="36" y="243"/>
                    <a:pt x="50" y="252"/>
                    <a:pt x="72" y="258"/>
                  </a:cubicBezTo>
                  <a:cubicBezTo>
                    <a:pt x="81" y="260"/>
                    <a:pt x="95" y="260"/>
                    <a:pt x="103" y="260"/>
                  </a:cubicBezTo>
                  <a:cubicBezTo>
                    <a:pt x="117" y="261"/>
                    <a:pt x="125" y="264"/>
                    <a:pt x="134" y="265"/>
                  </a:cubicBezTo>
                  <a:cubicBezTo>
                    <a:pt x="138" y="266"/>
                    <a:pt x="142" y="267"/>
                    <a:pt x="147" y="268"/>
                  </a:cubicBezTo>
                  <a:cubicBezTo>
                    <a:pt x="143" y="270"/>
                    <a:pt x="140" y="271"/>
                    <a:pt x="138" y="272"/>
                  </a:cubicBezTo>
                  <a:cubicBezTo>
                    <a:pt x="132" y="276"/>
                    <a:pt x="132" y="276"/>
                    <a:pt x="119" y="285"/>
                  </a:cubicBezTo>
                  <a:cubicBezTo>
                    <a:pt x="131" y="290"/>
                    <a:pt x="131" y="290"/>
                    <a:pt x="131" y="290"/>
                  </a:cubicBezTo>
                  <a:cubicBezTo>
                    <a:pt x="131" y="290"/>
                    <a:pt x="137" y="282"/>
                    <a:pt x="150" y="276"/>
                  </a:cubicBezTo>
                  <a:cubicBezTo>
                    <a:pt x="152" y="275"/>
                    <a:pt x="155" y="273"/>
                    <a:pt x="158" y="272"/>
                  </a:cubicBezTo>
                  <a:cubicBezTo>
                    <a:pt x="161" y="273"/>
                    <a:pt x="164" y="275"/>
                    <a:pt x="167" y="276"/>
                  </a:cubicBezTo>
                  <a:cubicBezTo>
                    <a:pt x="179" y="282"/>
                    <a:pt x="186" y="290"/>
                    <a:pt x="186" y="290"/>
                  </a:cubicBezTo>
                  <a:cubicBezTo>
                    <a:pt x="198" y="285"/>
                    <a:pt x="198" y="285"/>
                    <a:pt x="198" y="285"/>
                  </a:cubicBezTo>
                  <a:cubicBezTo>
                    <a:pt x="184" y="276"/>
                    <a:pt x="185" y="276"/>
                    <a:pt x="178" y="272"/>
                  </a:cubicBezTo>
                  <a:cubicBezTo>
                    <a:pt x="176" y="271"/>
                    <a:pt x="173" y="270"/>
                    <a:pt x="169" y="268"/>
                  </a:cubicBezTo>
                  <a:cubicBezTo>
                    <a:pt x="174" y="267"/>
                    <a:pt x="178" y="266"/>
                    <a:pt x="182" y="265"/>
                  </a:cubicBezTo>
                  <a:cubicBezTo>
                    <a:pt x="192" y="264"/>
                    <a:pt x="199" y="261"/>
                    <a:pt x="214" y="260"/>
                  </a:cubicBezTo>
                  <a:cubicBezTo>
                    <a:pt x="221" y="260"/>
                    <a:pt x="235" y="260"/>
                    <a:pt x="244" y="258"/>
                  </a:cubicBezTo>
                  <a:cubicBezTo>
                    <a:pt x="267" y="252"/>
                    <a:pt x="280" y="243"/>
                    <a:pt x="278" y="234"/>
                  </a:cubicBezTo>
                  <a:cubicBezTo>
                    <a:pt x="266" y="241"/>
                    <a:pt x="244" y="241"/>
                    <a:pt x="223" y="253"/>
                  </a:cubicBezTo>
                  <a:cubicBezTo>
                    <a:pt x="249" y="232"/>
                    <a:pt x="272" y="233"/>
                    <a:pt x="286" y="219"/>
                  </a:cubicBezTo>
                  <a:cubicBezTo>
                    <a:pt x="303" y="206"/>
                    <a:pt x="309" y="190"/>
                    <a:pt x="302" y="182"/>
                  </a:cubicBezTo>
                  <a:cubicBezTo>
                    <a:pt x="294" y="199"/>
                    <a:pt x="286" y="201"/>
                    <a:pt x="276" y="2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3" name="íšlîde"/>
            <p:cNvSpPr/>
            <p:nvPr/>
          </p:nvSpPr>
          <p:spPr bwMode="auto">
            <a:xfrm>
              <a:off x="2162175" y="3240088"/>
              <a:ext cx="104775" cy="80963"/>
            </a:xfrm>
            <a:custGeom>
              <a:avLst/>
              <a:gdLst>
                <a:gd name="T0" fmla="*/ 9 w 66"/>
                <a:gd name="T1" fmla="*/ 0 h 51"/>
                <a:gd name="T2" fmla="*/ 66 w 66"/>
                <a:gd name="T3" fmla="*/ 12 h 51"/>
                <a:gd name="T4" fmla="*/ 63 w 66"/>
                <a:gd name="T5" fmla="*/ 21 h 51"/>
                <a:gd name="T6" fmla="*/ 20 w 66"/>
                <a:gd name="T7" fmla="*/ 35 h 51"/>
                <a:gd name="T8" fmla="*/ 59 w 66"/>
                <a:gd name="T9" fmla="*/ 41 h 51"/>
                <a:gd name="T10" fmla="*/ 57 w 66"/>
                <a:gd name="T11" fmla="*/ 51 h 51"/>
                <a:gd name="T12" fmla="*/ 0 w 66"/>
                <a:gd name="T13" fmla="*/ 39 h 51"/>
                <a:gd name="T14" fmla="*/ 2 w 66"/>
                <a:gd name="T15" fmla="*/ 30 h 51"/>
                <a:gd name="T16" fmla="*/ 43 w 66"/>
                <a:gd name="T17" fmla="*/ 16 h 51"/>
                <a:gd name="T18" fmla="*/ 7 w 66"/>
                <a:gd name="T19" fmla="*/ 9 h 51"/>
                <a:gd name="T20" fmla="*/ 9 w 66"/>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1">
                  <a:moveTo>
                    <a:pt x="9" y="0"/>
                  </a:moveTo>
                  <a:lnTo>
                    <a:pt x="66" y="12"/>
                  </a:lnTo>
                  <a:lnTo>
                    <a:pt x="63" y="21"/>
                  </a:lnTo>
                  <a:lnTo>
                    <a:pt x="20" y="35"/>
                  </a:lnTo>
                  <a:lnTo>
                    <a:pt x="59" y="41"/>
                  </a:lnTo>
                  <a:lnTo>
                    <a:pt x="57" y="51"/>
                  </a:lnTo>
                  <a:lnTo>
                    <a:pt x="0" y="39"/>
                  </a:lnTo>
                  <a:lnTo>
                    <a:pt x="2" y="30"/>
                  </a:lnTo>
                  <a:lnTo>
                    <a:pt x="43" y="16"/>
                  </a:lnTo>
                  <a:lnTo>
                    <a:pt x="7" y="9"/>
                  </a:lnTo>
                  <a:lnTo>
                    <a:pt x="9"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4" name="îṡḷíḋé"/>
            <p:cNvSpPr/>
            <p:nvPr/>
          </p:nvSpPr>
          <p:spPr bwMode="auto">
            <a:xfrm>
              <a:off x="2154238" y="3316288"/>
              <a:ext cx="93663" cy="79375"/>
            </a:xfrm>
            <a:custGeom>
              <a:avLst/>
              <a:gdLst>
                <a:gd name="T0" fmla="*/ 0 w 59"/>
                <a:gd name="T1" fmla="*/ 50 h 50"/>
                <a:gd name="T2" fmla="*/ 0 w 59"/>
                <a:gd name="T3" fmla="*/ 39 h 50"/>
                <a:gd name="T4" fmla="*/ 14 w 59"/>
                <a:gd name="T5" fmla="*/ 34 h 50"/>
                <a:gd name="T6" fmla="*/ 16 w 59"/>
                <a:gd name="T7" fmla="*/ 16 h 50"/>
                <a:gd name="T8" fmla="*/ 2 w 59"/>
                <a:gd name="T9" fmla="*/ 12 h 50"/>
                <a:gd name="T10" fmla="*/ 5 w 59"/>
                <a:gd name="T11" fmla="*/ 0 h 50"/>
                <a:gd name="T12" fmla="*/ 59 w 59"/>
                <a:gd name="T13" fmla="*/ 25 h 50"/>
                <a:gd name="T14" fmla="*/ 59 w 59"/>
                <a:gd name="T15" fmla="*/ 34 h 50"/>
                <a:gd name="T16" fmla="*/ 0 w 59"/>
                <a:gd name="T17" fmla="*/ 50 h 50"/>
                <a:gd name="T18" fmla="*/ 23 w 59"/>
                <a:gd name="T19" fmla="*/ 32 h 50"/>
                <a:gd name="T20" fmla="*/ 46 w 59"/>
                <a:gd name="T21" fmla="*/ 28 h 50"/>
                <a:gd name="T22" fmla="*/ 25 w 59"/>
                <a:gd name="T23" fmla="*/ 21 h 50"/>
                <a:gd name="T24" fmla="*/ 23 w 59"/>
                <a:gd name="T25"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0">
                  <a:moveTo>
                    <a:pt x="0" y="50"/>
                  </a:moveTo>
                  <a:lnTo>
                    <a:pt x="0" y="39"/>
                  </a:lnTo>
                  <a:lnTo>
                    <a:pt x="14" y="34"/>
                  </a:lnTo>
                  <a:lnTo>
                    <a:pt x="16" y="16"/>
                  </a:lnTo>
                  <a:lnTo>
                    <a:pt x="2" y="12"/>
                  </a:lnTo>
                  <a:lnTo>
                    <a:pt x="5" y="0"/>
                  </a:lnTo>
                  <a:lnTo>
                    <a:pt x="59" y="25"/>
                  </a:lnTo>
                  <a:lnTo>
                    <a:pt x="59" y="34"/>
                  </a:lnTo>
                  <a:lnTo>
                    <a:pt x="0" y="50"/>
                  </a:lnTo>
                  <a:close/>
                  <a:moveTo>
                    <a:pt x="23" y="32"/>
                  </a:moveTo>
                  <a:lnTo>
                    <a:pt x="46" y="28"/>
                  </a:lnTo>
                  <a:lnTo>
                    <a:pt x="25" y="21"/>
                  </a:lnTo>
                  <a:lnTo>
                    <a:pt x="23"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5" name="îsḻiḓe"/>
            <p:cNvSpPr/>
            <p:nvPr/>
          </p:nvSpPr>
          <p:spPr bwMode="auto">
            <a:xfrm>
              <a:off x="2154238" y="3406776"/>
              <a:ext cx="90488" cy="65088"/>
            </a:xfrm>
            <a:custGeom>
              <a:avLst/>
              <a:gdLst>
                <a:gd name="T0" fmla="*/ 0 w 57"/>
                <a:gd name="T1" fmla="*/ 3 h 41"/>
                <a:gd name="T2" fmla="*/ 57 w 57"/>
                <a:gd name="T3" fmla="*/ 0 h 41"/>
                <a:gd name="T4" fmla="*/ 57 w 57"/>
                <a:gd name="T5" fmla="*/ 12 h 41"/>
                <a:gd name="T6" fmla="*/ 18 w 57"/>
                <a:gd name="T7" fmla="*/ 32 h 41"/>
                <a:gd name="T8" fmla="*/ 57 w 57"/>
                <a:gd name="T9" fmla="*/ 30 h 41"/>
                <a:gd name="T10" fmla="*/ 57 w 57"/>
                <a:gd name="T11" fmla="*/ 39 h 41"/>
                <a:gd name="T12" fmla="*/ 0 w 57"/>
                <a:gd name="T13" fmla="*/ 41 h 41"/>
                <a:gd name="T14" fmla="*/ 0 w 57"/>
                <a:gd name="T15" fmla="*/ 30 h 41"/>
                <a:gd name="T16" fmla="*/ 37 w 57"/>
                <a:gd name="T17" fmla="*/ 9 h 41"/>
                <a:gd name="T18" fmla="*/ 0 w 57"/>
                <a:gd name="T19" fmla="*/ 12 h 41"/>
                <a:gd name="T20" fmla="*/ 0 w 57"/>
                <a:gd name="T21" fmla="*/ 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7" h="41">
                  <a:moveTo>
                    <a:pt x="0" y="3"/>
                  </a:moveTo>
                  <a:lnTo>
                    <a:pt x="57" y="0"/>
                  </a:lnTo>
                  <a:lnTo>
                    <a:pt x="57" y="12"/>
                  </a:lnTo>
                  <a:lnTo>
                    <a:pt x="18" y="32"/>
                  </a:lnTo>
                  <a:lnTo>
                    <a:pt x="57" y="30"/>
                  </a:lnTo>
                  <a:lnTo>
                    <a:pt x="57" y="39"/>
                  </a:lnTo>
                  <a:lnTo>
                    <a:pt x="0" y="41"/>
                  </a:lnTo>
                  <a:lnTo>
                    <a:pt x="0" y="30"/>
                  </a:lnTo>
                  <a:lnTo>
                    <a:pt x="37" y="9"/>
                  </a:lnTo>
                  <a:lnTo>
                    <a:pt x="0" y="12"/>
                  </a:lnTo>
                  <a:lnTo>
                    <a:pt x="0" y="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6" name="î$ļïdè"/>
            <p:cNvSpPr/>
            <p:nvPr/>
          </p:nvSpPr>
          <p:spPr bwMode="auto">
            <a:xfrm>
              <a:off x="2154238" y="3482976"/>
              <a:ext cx="98425" cy="50800"/>
            </a:xfrm>
            <a:custGeom>
              <a:avLst/>
              <a:gdLst>
                <a:gd name="T0" fmla="*/ 26 w 27"/>
                <a:gd name="T1" fmla="*/ 8 h 14"/>
                <a:gd name="T2" fmla="*/ 27 w 27"/>
                <a:gd name="T3" fmla="*/ 12 h 14"/>
                <a:gd name="T4" fmla="*/ 11 w 27"/>
                <a:gd name="T5" fmla="*/ 14 h 14"/>
                <a:gd name="T6" fmla="*/ 6 w 27"/>
                <a:gd name="T7" fmla="*/ 14 h 14"/>
                <a:gd name="T8" fmla="*/ 2 w 27"/>
                <a:gd name="T9" fmla="*/ 12 h 14"/>
                <a:gd name="T10" fmla="*/ 0 w 27"/>
                <a:gd name="T11" fmla="*/ 8 h 14"/>
                <a:gd name="T12" fmla="*/ 2 w 27"/>
                <a:gd name="T13" fmla="*/ 3 h 14"/>
                <a:gd name="T14" fmla="*/ 8 w 27"/>
                <a:gd name="T15" fmla="*/ 0 h 14"/>
                <a:gd name="T16" fmla="*/ 9 w 27"/>
                <a:gd name="T17" fmla="*/ 4 h 14"/>
                <a:gd name="T18" fmla="*/ 6 w 27"/>
                <a:gd name="T19" fmla="*/ 5 h 14"/>
                <a:gd name="T20" fmla="*/ 5 w 27"/>
                <a:gd name="T21" fmla="*/ 8 h 14"/>
                <a:gd name="T22" fmla="*/ 6 w 27"/>
                <a:gd name="T23" fmla="*/ 9 h 14"/>
                <a:gd name="T24" fmla="*/ 10 w 27"/>
                <a:gd name="T25" fmla="*/ 10 h 14"/>
                <a:gd name="T26" fmla="*/ 26 w 27"/>
                <a:gd name="T27"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4">
                  <a:moveTo>
                    <a:pt x="26" y="8"/>
                  </a:moveTo>
                  <a:cubicBezTo>
                    <a:pt x="27" y="12"/>
                    <a:pt x="27" y="12"/>
                    <a:pt x="27" y="12"/>
                  </a:cubicBezTo>
                  <a:cubicBezTo>
                    <a:pt x="11" y="14"/>
                    <a:pt x="11" y="14"/>
                    <a:pt x="11" y="14"/>
                  </a:cubicBezTo>
                  <a:cubicBezTo>
                    <a:pt x="9" y="14"/>
                    <a:pt x="7" y="14"/>
                    <a:pt x="6" y="14"/>
                  </a:cubicBezTo>
                  <a:cubicBezTo>
                    <a:pt x="4" y="14"/>
                    <a:pt x="3" y="13"/>
                    <a:pt x="2" y="12"/>
                  </a:cubicBezTo>
                  <a:cubicBezTo>
                    <a:pt x="1" y="11"/>
                    <a:pt x="0" y="10"/>
                    <a:pt x="0" y="8"/>
                  </a:cubicBezTo>
                  <a:cubicBezTo>
                    <a:pt x="0" y="6"/>
                    <a:pt x="1" y="4"/>
                    <a:pt x="2" y="3"/>
                  </a:cubicBezTo>
                  <a:cubicBezTo>
                    <a:pt x="3" y="1"/>
                    <a:pt x="5" y="1"/>
                    <a:pt x="8" y="0"/>
                  </a:cubicBezTo>
                  <a:cubicBezTo>
                    <a:pt x="9" y="4"/>
                    <a:pt x="9" y="4"/>
                    <a:pt x="9" y="4"/>
                  </a:cubicBezTo>
                  <a:cubicBezTo>
                    <a:pt x="7" y="5"/>
                    <a:pt x="6" y="5"/>
                    <a:pt x="6" y="5"/>
                  </a:cubicBezTo>
                  <a:cubicBezTo>
                    <a:pt x="5" y="6"/>
                    <a:pt x="5" y="7"/>
                    <a:pt x="5" y="8"/>
                  </a:cubicBezTo>
                  <a:cubicBezTo>
                    <a:pt x="5" y="8"/>
                    <a:pt x="5" y="9"/>
                    <a:pt x="6" y="9"/>
                  </a:cubicBezTo>
                  <a:cubicBezTo>
                    <a:pt x="7" y="10"/>
                    <a:pt x="8" y="10"/>
                    <a:pt x="10" y="10"/>
                  </a:cubicBezTo>
                  <a:lnTo>
                    <a:pt x="26" y="8"/>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7" name="îṧḷíḓê"/>
            <p:cNvSpPr/>
            <p:nvPr/>
          </p:nvSpPr>
          <p:spPr bwMode="auto">
            <a:xfrm>
              <a:off x="2162175" y="3541713"/>
              <a:ext cx="93663" cy="31750"/>
            </a:xfrm>
            <a:custGeom>
              <a:avLst/>
              <a:gdLst>
                <a:gd name="T0" fmla="*/ 0 w 59"/>
                <a:gd name="T1" fmla="*/ 9 h 20"/>
                <a:gd name="T2" fmla="*/ 57 w 59"/>
                <a:gd name="T3" fmla="*/ 0 h 20"/>
                <a:gd name="T4" fmla="*/ 59 w 59"/>
                <a:gd name="T5" fmla="*/ 9 h 20"/>
                <a:gd name="T6" fmla="*/ 2 w 59"/>
                <a:gd name="T7" fmla="*/ 20 h 20"/>
                <a:gd name="T8" fmla="*/ 0 w 59"/>
                <a:gd name="T9" fmla="*/ 9 h 20"/>
              </a:gdLst>
              <a:ahLst/>
              <a:cxnLst>
                <a:cxn ang="0">
                  <a:pos x="T0" y="T1"/>
                </a:cxn>
                <a:cxn ang="0">
                  <a:pos x="T2" y="T3"/>
                </a:cxn>
                <a:cxn ang="0">
                  <a:pos x="T4" y="T5"/>
                </a:cxn>
                <a:cxn ang="0">
                  <a:pos x="T6" y="T7"/>
                </a:cxn>
                <a:cxn ang="0">
                  <a:pos x="T8" y="T9"/>
                </a:cxn>
              </a:cxnLst>
              <a:rect l="0" t="0" r="r" b="b"/>
              <a:pathLst>
                <a:path w="59" h="20">
                  <a:moveTo>
                    <a:pt x="0" y="9"/>
                  </a:moveTo>
                  <a:lnTo>
                    <a:pt x="57" y="0"/>
                  </a:lnTo>
                  <a:lnTo>
                    <a:pt x="59" y="9"/>
                  </a:lnTo>
                  <a:lnTo>
                    <a:pt x="2" y="20"/>
                  </a:lnTo>
                  <a:lnTo>
                    <a:pt x="0" y="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8" name="íṩ1iḑê"/>
            <p:cNvSpPr/>
            <p:nvPr/>
          </p:nvSpPr>
          <p:spPr bwMode="auto">
            <a:xfrm>
              <a:off x="2168525" y="3570288"/>
              <a:ext cx="104775" cy="84138"/>
            </a:xfrm>
            <a:custGeom>
              <a:avLst/>
              <a:gdLst>
                <a:gd name="T0" fmla="*/ 0 w 66"/>
                <a:gd name="T1" fmla="*/ 14 h 53"/>
                <a:gd name="T2" fmla="*/ 57 w 66"/>
                <a:gd name="T3" fmla="*/ 0 h 53"/>
                <a:gd name="T4" fmla="*/ 59 w 66"/>
                <a:gd name="T5" fmla="*/ 9 h 53"/>
                <a:gd name="T6" fmla="*/ 25 w 66"/>
                <a:gd name="T7" fmla="*/ 39 h 53"/>
                <a:gd name="T8" fmla="*/ 64 w 66"/>
                <a:gd name="T9" fmla="*/ 30 h 53"/>
                <a:gd name="T10" fmla="*/ 66 w 66"/>
                <a:gd name="T11" fmla="*/ 39 h 53"/>
                <a:gd name="T12" fmla="*/ 9 w 66"/>
                <a:gd name="T13" fmla="*/ 53 h 53"/>
                <a:gd name="T14" fmla="*/ 7 w 66"/>
                <a:gd name="T15" fmla="*/ 41 h 53"/>
                <a:gd name="T16" fmla="*/ 39 w 66"/>
                <a:gd name="T17" fmla="*/ 14 h 53"/>
                <a:gd name="T18" fmla="*/ 3 w 66"/>
                <a:gd name="T19" fmla="*/ 23 h 53"/>
                <a:gd name="T20" fmla="*/ 0 w 66"/>
                <a:gd name="T21" fmla="*/ 1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53">
                  <a:moveTo>
                    <a:pt x="0" y="14"/>
                  </a:moveTo>
                  <a:lnTo>
                    <a:pt x="57" y="0"/>
                  </a:lnTo>
                  <a:lnTo>
                    <a:pt x="59" y="9"/>
                  </a:lnTo>
                  <a:lnTo>
                    <a:pt x="25" y="39"/>
                  </a:lnTo>
                  <a:lnTo>
                    <a:pt x="64" y="30"/>
                  </a:lnTo>
                  <a:lnTo>
                    <a:pt x="66" y="39"/>
                  </a:lnTo>
                  <a:lnTo>
                    <a:pt x="9" y="53"/>
                  </a:lnTo>
                  <a:lnTo>
                    <a:pt x="7" y="41"/>
                  </a:lnTo>
                  <a:lnTo>
                    <a:pt x="39" y="14"/>
                  </a:lnTo>
                  <a:lnTo>
                    <a:pt x="3" y="23"/>
                  </a:lnTo>
                  <a:lnTo>
                    <a:pt x="0"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69" name="îṥlîdê"/>
            <p:cNvSpPr/>
            <p:nvPr/>
          </p:nvSpPr>
          <p:spPr bwMode="auto">
            <a:xfrm>
              <a:off x="2197100" y="3649663"/>
              <a:ext cx="95250" cy="87313"/>
            </a:xfrm>
            <a:custGeom>
              <a:avLst/>
              <a:gdLst>
                <a:gd name="T0" fmla="*/ 10 w 26"/>
                <a:gd name="T1" fmla="*/ 13 h 24"/>
                <a:gd name="T2" fmla="*/ 14 w 26"/>
                <a:gd name="T3" fmla="*/ 12 h 24"/>
                <a:gd name="T4" fmla="*/ 17 w 26"/>
                <a:gd name="T5" fmla="*/ 20 h 24"/>
                <a:gd name="T6" fmla="*/ 8 w 26"/>
                <a:gd name="T7" fmla="*/ 24 h 24"/>
                <a:gd name="T8" fmla="*/ 4 w 26"/>
                <a:gd name="T9" fmla="*/ 21 h 24"/>
                <a:gd name="T10" fmla="*/ 1 w 26"/>
                <a:gd name="T11" fmla="*/ 17 h 24"/>
                <a:gd name="T12" fmla="*/ 0 w 26"/>
                <a:gd name="T13" fmla="*/ 10 h 24"/>
                <a:gd name="T14" fmla="*/ 3 w 26"/>
                <a:gd name="T15" fmla="*/ 5 h 24"/>
                <a:gd name="T16" fmla="*/ 9 w 26"/>
                <a:gd name="T17" fmla="*/ 2 h 24"/>
                <a:gd name="T18" fmla="*/ 17 w 26"/>
                <a:gd name="T19" fmla="*/ 1 h 24"/>
                <a:gd name="T20" fmla="*/ 22 w 26"/>
                <a:gd name="T21" fmla="*/ 3 h 24"/>
                <a:gd name="T22" fmla="*/ 25 w 26"/>
                <a:gd name="T23" fmla="*/ 7 h 24"/>
                <a:gd name="T24" fmla="*/ 26 w 26"/>
                <a:gd name="T25" fmla="*/ 14 h 24"/>
                <a:gd name="T26" fmla="*/ 22 w 26"/>
                <a:gd name="T27" fmla="*/ 19 h 24"/>
                <a:gd name="T28" fmla="*/ 19 w 26"/>
                <a:gd name="T29" fmla="*/ 15 h 24"/>
                <a:gd name="T30" fmla="*/ 21 w 26"/>
                <a:gd name="T31" fmla="*/ 12 h 24"/>
                <a:gd name="T32" fmla="*/ 21 w 26"/>
                <a:gd name="T33" fmla="*/ 9 h 24"/>
                <a:gd name="T34" fmla="*/ 18 w 26"/>
                <a:gd name="T35" fmla="*/ 5 h 24"/>
                <a:gd name="T36" fmla="*/ 11 w 26"/>
                <a:gd name="T37" fmla="*/ 6 h 24"/>
                <a:gd name="T38" fmla="*/ 5 w 26"/>
                <a:gd name="T39" fmla="*/ 10 h 24"/>
                <a:gd name="T40" fmla="*/ 5 w 26"/>
                <a:gd name="T41" fmla="*/ 15 h 24"/>
                <a:gd name="T42" fmla="*/ 6 w 26"/>
                <a:gd name="T43" fmla="*/ 17 h 24"/>
                <a:gd name="T44" fmla="*/ 9 w 26"/>
                <a:gd name="T45" fmla="*/ 19 h 24"/>
                <a:gd name="T46" fmla="*/ 12 w 26"/>
                <a:gd name="T47" fmla="*/ 18 h 24"/>
                <a:gd name="T48" fmla="*/ 10 w 26"/>
                <a:gd name="T49"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 h="24">
                  <a:moveTo>
                    <a:pt x="10" y="13"/>
                  </a:moveTo>
                  <a:cubicBezTo>
                    <a:pt x="14" y="12"/>
                    <a:pt x="14" y="12"/>
                    <a:pt x="14" y="12"/>
                  </a:cubicBezTo>
                  <a:cubicBezTo>
                    <a:pt x="17" y="20"/>
                    <a:pt x="17" y="20"/>
                    <a:pt x="17" y="20"/>
                  </a:cubicBezTo>
                  <a:cubicBezTo>
                    <a:pt x="8" y="24"/>
                    <a:pt x="8" y="24"/>
                    <a:pt x="8" y="24"/>
                  </a:cubicBezTo>
                  <a:cubicBezTo>
                    <a:pt x="6" y="23"/>
                    <a:pt x="5" y="22"/>
                    <a:pt x="4" y="21"/>
                  </a:cubicBezTo>
                  <a:cubicBezTo>
                    <a:pt x="2" y="20"/>
                    <a:pt x="1" y="18"/>
                    <a:pt x="1" y="17"/>
                  </a:cubicBezTo>
                  <a:cubicBezTo>
                    <a:pt x="0" y="14"/>
                    <a:pt x="0" y="12"/>
                    <a:pt x="0" y="10"/>
                  </a:cubicBezTo>
                  <a:cubicBezTo>
                    <a:pt x="1" y="8"/>
                    <a:pt x="2" y="7"/>
                    <a:pt x="3" y="5"/>
                  </a:cubicBezTo>
                  <a:cubicBezTo>
                    <a:pt x="5" y="4"/>
                    <a:pt x="7" y="3"/>
                    <a:pt x="9" y="2"/>
                  </a:cubicBezTo>
                  <a:cubicBezTo>
                    <a:pt x="12" y="1"/>
                    <a:pt x="14" y="0"/>
                    <a:pt x="17" y="1"/>
                  </a:cubicBezTo>
                  <a:cubicBezTo>
                    <a:pt x="19" y="1"/>
                    <a:pt x="21" y="2"/>
                    <a:pt x="22" y="3"/>
                  </a:cubicBezTo>
                  <a:cubicBezTo>
                    <a:pt x="24" y="4"/>
                    <a:pt x="25" y="5"/>
                    <a:pt x="25" y="7"/>
                  </a:cubicBezTo>
                  <a:cubicBezTo>
                    <a:pt x="26" y="10"/>
                    <a:pt x="26" y="12"/>
                    <a:pt x="26" y="14"/>
                  </a:cubicBezTo>
                  <a:cubicBezTo>
                    <a:pt x="25" y="16"/>
                    <a:pt x="24" y="17"/>
                    <a:pt x="22" y="19"/>
                  </a:cubicBezTo>
                  <a:cubicBezTo>
                    <a:pt x="19" y="15"/>
                    <a:pt x="19" y="15"/>
                    <a:pt x="19" y="15"/>
                  </a:cubicBezTo>
                  <a:cubicBezTo>
                    <a:pt x="20" y="14"/>
                    <a:pt x="21" y="13"/>
                    <a:pt x="21" y="12"/>
                  </a:cubicBezTo>
                  <a:cubicBezTo>
                    <a:pt x="22" y="11"/>
                    <a:pt x="22" y="10"/>
                    <a:pt x="21" y="9"/>
                  </a:cubicBezTo>
                  <a:cubicBezTo>
                    <a:pt x="21" y="7"/>
                    <a:pt x="19" y="6"/>
                    <a:pt x="18" y="5"/>
                  </a:cubicBezTo>
                  <a:cubicBezTo>
                    <a:pt x="16" y="5"/>
                    <a:pt x="14" y="5"/>
                    <a:pt x="11" y="6"/>
                  </a:cubicBezTo>
                  <a:cubicBezTo>
                    <a:pt x="8" y="7"/>
                    <a:pt x="6" y="8"/>
                    <a:pt x="5" y="10"/>
                  </a:cubicBezTo>
                  <a:cubicBezTo>
                    <a:pt x="4" y="11"/>
                    <a:pt x="4" y="13"/>
                    <a:pt x="5" y="15"/>
                  </a:cubicBezTo>
                  <a:cubicBezTo>
                    <a:pt x="5" y="16"/>
                    <a:pt x="6" y="16"/>
                    <a:pt x="6" y="17"/>
                  </a:cubicBezTo>
                  <a:cubicBezTo>
                    <a:pt x="7" y="18"/>
                    <a:pt x="8" y="18"/>
                    <a:pt x="9" y="19"/>
                  </a:cubicBezTo>
                  <a:cubicBezTo>
                    <a:pt x="12" y="18"/>
                    <a:pt x="12" y="18"/>
                    <a:pt x="12" y="18"/>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0" name="îṧľîḑé"/>
            <p:cNvSpPr/>
            <p:nvPr/>
          </p:nvSpPr>
          <p:spPr bwMode="auto">
            <a:xfrm>
              <a:off x="2244725" y="3744913"/>
              <a:ext cx="101600" cy="90488"/>
            </a:xfrm>
            <a:custGeom>
              <a:avLst/>
              <a:gdLst>
                <a:gd name="T0" fmla="*/ 20 w 28"/>
                <a:gd name="T1" fmla="*/ 0 h 25"/>
                <a:gd name="T2" fmla="*/ 22 w 28"/>
                <a:gd name="T3" fmla="*/ 4 h 25"/>
                <a:gd name="T4" fmla="*/ 10 w 28"/>
                <a:gd name="T5" fmla="*/ 11 h 25"/>
                <a:gd name="T6" fmla="*/ 6 w 28"/>
                <a:gd name="T7" fmla="*/ 13 h 25"/>
                <a:gd name="T8" fmla="*/ 4 w 28"/>
                <a:gd name="T9" fmla="*/ 15 h 25"/>
                <a:gd name="T10" fmla="*/ 5 w 28"/>
                <a:gd name="T11" fmla="*/ 18 h 25"/>
                <a:gd name="T12" fmla="*/ 7 w 28"/>
                <a:gd name="T13" fmla="*/ 20 h 25"/>
                <a:gd name="T14" fmla="*/ 10 w 28"/>
                <a:gd name="T15" fmla="*/ 20 h 25"/>
                <a:gd name="T16" fmla="*/ 13 w 28"/>
                <a:gd name="T17" fmla="*/ 19 h 25"/>
                <a:gd name="T18" fmla="*/ 26 w 28"/>
                <a:gd name="T19" fmla="*/ 12 h 25"/>
                <a:gd name="T20" fmla="*/ 28 w 28"/>
                <a:gd name="T21" fmla="*/ 16 h 25"/>
                <a:gd name="T22" fmla="*/ 16 w 28"/>
                <a:gd name="T23" fmla="*/ 22 h 25"/>
                <a:gd name="T24" fmla="*/ 10 w 28"/>
                <a:gd name="T25" fmla="*/ 25 h 25"/>
                <a:gd name="T26" fmla="*/ 7 w 28"/>
                <a:gd name="T27" fmla="*/ 25 h 25"/>
                <a:gd name="T28" fmla="*/ 4 w 28"/>
                <a:gd name="T29" fmla="*/ 24 h 25"/>
                <a:gd name="T30" fmla="*/ 1 w 28"/>
                <a:gd name="T31" fmla="*/ 21 h 25"/>
                <a:gd name="T32" fmla="*/ 0 w 28"/>
                <a:gd name="T33" fmla="*/ 16 h 25"/>
                <a:gd name="T34" fmla="*/ 0 w 28"/>
                <a:gd name="T35" fmla="*/ 13 h 25"/>
                <a:gd name="T36" fmla="*/ 2 w 28"/>
                <a:gd name="T37" fmla="*/ 10 h 25"/>
                <a:gd name="T38" fmla="*/ 8 w 28"/>
                <a:gd name="T39" fmla="*/ 7 h 25"/>
                <a:gd name="T40" fmla="*/ 20 w 28"/>
                <a:gd name="T4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5">
                  <a:moveTo>
                    <a:pt x="20" y="0"/>
                  </a:moveTo>
                  <a:cubicBezTo>
                    <a:pt x="22" y="4"/>
                    <a:pt x="22" y="4"/>
                    <a:pt x="22" y="4"/>
                  </a:cubicBezTo>
                  <a:cubicBezTo>
                    <a:pt x="10" y="11"/>
                    <a:pt x="10" y="11"/>
                    <a:pt x="10" y="11"/>
                  </a:cubicBezTo>
                  <a:cubicBezTo>
                    <a:pt x="8" y="12"/>
                    <a:pt x="7" y="13"/>
                    <a:pt x="6" y="13"/>
                  </a:cubicBezTo>
                  <a:cubicBezTo>
                    <a:pt x="5" y="14"/>
                    <a:pt x="5" y="14"/>
                    <a:pt x="4" y="15"/>
                  </a:cubicBezTo>
                  <a:cubicBezTo>
                    <a:pt x="4" y="16"/>
                    <a:pt x="4" y="17"/>
                    <a:pt x="5" y="18"/>
                  </a:cubicBezTo>
                  <a:cubicBezTo>
                    <a:pt x="6" y="19"/>
                    <a:pt x="6" y="20"/>
                    <a:pt x="7" y="20"/>
                  </a:cubicBezTo>
                  <a:cubicBezTo>
                    <a:pt x="8" y="21"/>
                    <a:pt x="9" y="21"/>
                    <a:pt x="10" y="20"/>
                  </a:cubicBezTo>
                  <a:cubicBezTo>
                    <a:pt x="10" y="20"/>
                    <a:pt x="12" y="19"/>
                    <a:pt x="13" y="19"/>
                  </a:cubicBezTo>
                  <a:cubicBezTo>
                    <a:pt x="26" y="12"/>
                    <a:pt x="26" y="12"/>
                    <a:pt x="26" y="12"/>
                  </a:cubicBezTo>
                  <a:cubicBezTo>
                    <a:pt x="28" y="16"/>
                    <a:pt x="28" y="16"/>
                    <a:pt x="28" y="16"/>
                  </a:cubicBezTo>
                  <a:cubicBezTo>
                    <a:pt x="16" y="22"/>
                    <a:pt x="16" y="22"/>
                    <a:pt x="16" y="22"/>
                  </a:cubicBezTo>
                  <a:cubicBezTo>
                    <a:pt x="14" y="23"/>
                    <a:pt x="12" y="24"/>
                    <a:pt x="10" y="25"/>
                  </a:cubicBezTo>
                  <a:cubicBezTo>
                    <a:pt x="9" y="25"/>
                    <a:pt x="8" y="25"/>
                    <a:pt x="7" y="25"/>
                  </a:cubicBezTo>
                  <a:cubicBezTo>
                    <a:pt x="6" y="25"/>
                    <a:pt x="5" y="25"/>
                    <a:pt x="4" y="24"/>
                  </a:cubicBezTo>
                  <a:cubicBezTo>
                    <a:pt x="3" y="23"/>
                    <a:pt x="2" y="22"/>
                    <a:pt x="1" y="21"/>
                  </a:cubicBezTo>
                  <a:cubicBezTo>
                    <a:pt x="0" y="19"/>
                    <a:pt x="0" y="17"/>
                    <a:pt x="0" y="16"/>
                  </a:cubicBezTo>
                  <a:cubicBezTo>
                    <a:pt x="0" y="15"/>
                    <a:pt x="0" y="14"/>
                    <a:pt x="0" y="13"/>
                  </a:cubicBezTo>
                  <a:cubicBezTo>
                    <a:pt x="1" y="12"/>
                    <a:pt x="2" y="11"/>
                    <a:pt x="2" y="10"/>
                  </a:cubicBezTo>
                  <a:cubicBezTo>
                    <a:pt x="3" y="9"/>
                    <a:pt x="5" y="8"/>
                    <a:pt x="8" y="7"/>
                  </a:cubicBezTo>
                  <a:lnTo>
                    <a:pt x="2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1" name="ï$ļíḑe"/>
            <p:cNvSpPr/>
            <p:nvPr/>
          </p:nvSpPr>
          <p:spPr bwMode="auto">
            <a:xfrm>
              <a:off x="2276475" y="3813176"/>
              <a:ext cx="112713" cy="101600"/>
            </a:xfrm>
            <a:custGeom>
              <a:avLst/>
              <a:gdLst>
                <a:gd name="T0" fmla="*/ 0 w 71"/>
                <a:gd name="T1" fmla="*/ 32 h 64"/>
                <a:gd name="T2" fmla="*/ 48 w 71"/>
                <a:gd name="T3" fmla="*/ 0 h 64"/>
                <a:gd name="T4" fmla="*/ 53 w 71"/>
                <a:gd name="T5" fmla="*/ 7 h 64"/>
                <a:gd name="T6" fmla="*/ 32 w 71"/>
                <a:gd name="T7" fmla="*/ 46 h 64"/>
                <a:gd name="T8" fmla="*/ 64 w 71"/>
                <a:gd name="T9" fmla="*/ 25 h 64"/>
                <a:gd name="T10" fmla="*/ 71 w 71"/>
                <a:gd name="T11" fmla="*/ 32 h 64"/>
                <a:gd name="T12" fmla="*/ 21 w 71"/>
                <a:gd name="T13" fmla="*/ 64 h 64"/>
                <a:gd name="T14" fmla="*/ 16 w 71"/>
                <a:gd name="T15" fmla="*/ 57 h 64"/>
                <a:gd name="T16" fmla="*/ 37 w 71"/>
                <a:gd name="T17" fmla="*/ 18 h 64"/>
                <a:gd name="T18" fmla="*/ 5 w 71"/>
                <a:gd name="T19" fmla="*/ 39 h 64"/>
                <a:gd name="T20" fmla="*/ 0 w 71"/>
                <a:gd name="T21"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64">
                  <a:moveTo>
                    <a:pt x="0" y="32"/>
                  </a:moveTo>
                  <a:lnTo>
                    <a:pt x="48" y="0"/>
                  </a:lnTo>
                  <a:lnTo>
                    <a:pt x="53" y="7"/>
                  </a:lnTo>
                  <a:lnTo>
                    <a:pt x="32" y="46"/>
                  </a:lnTo>
                  <a:lnTo>
                    <a:pt x="64" y="25"/>
                  </a:lnTo>
                  <a:lnTo>
                    <a:pt x="71" y="32"/>
                  </a:lnTo>
                  <a:lnTo>
                    <a:pt x="21" y="64"/>
                  </a:lnTo>
                  <a:lnTo>
                    <a:pt x="16" y="57"/>
                  </a:lnTo>
                  <a:lnTo>
                    <a:pt x="37" y="18"/>
                  </a:lnTo>
                  <a:lnTo>
                    <a:pt x="5" y="39"/>
                  </a:lnTo>
                  <a:lnTo>
                    <a:pt x="0" y="3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2" name="iṩḷïde"/>
            <p:cNvSpPr/>
            <p:nvPr/>
          </p:nvSpPr>
          <p:spPr bwMode="auto">
            <a:xfrm>
              <a:off x="2324100" y="3875088"/>
              <a:ext cx="82550" cy="68263"/>
            </a:xfrm>
            <a:custGeom>
              <a:avLst/>
              <a:gdLst>
                <a:gd name="T0" fmla="*/ 0 w 52"/>
                <a:gd name="T1" fmla="*/ 36 h 43"/>
                <a:gd name="T2" fmla="*/ 45 w 52"/>
                <a:gd name="T3" fmla="*/ 0 h 43"/>
                <a:gd name="T4" fmla="*/ 52 w 52"/>
                <a:gd name="T5" fmla="*/ 7 h 43"/>
                <a:gd name="T6" fmla="*/ 7 w 52"/>
                <a:gd name="T7" fmla="*/ 43 h 43"/>
                <a:gd name="T8" fmla="*/ 0 w 52"/>
                <a:gd name="T9" fmla="*/ 36 h 43"/>
              </a:gdLst>
              <a:ahLst/>
              <a:cxnLst>
                <a:cxn ang="0">
                  <a:pos x="T0" y="T1"/>
                </a:cxn>
                <a:cxn ang="0">
                  <a:pos x="T2" y="T3"/>
                </a:cxn>
                <a:cxn ang="0">
                  <a:pos x="T4" y="T5"/>
                </a:cxn>
                <a:cxn ang="0">
                  <a:pos x="T6" y="T7"/>
                </a:cxn>
                <a:cxn ang="0">
                  <a:pos x="T8" y="T9"/>
                </a:cxn>
              </a:cxnLst>
              <a:rect l="0" t="0" r="r" b="b"/>
              <a:pathLst>
                <a:path w="52" h="43">
                  <a:moveTo>
                    <a:pt x="0" y="36"/>
                  </a:moveTo>
                  <a:lnTo>
                    <a:pt x="45" y="0"/>
                  </a:lnTo>
                  <a:lnTo>
                    <a:pt x="52" y="7"/>
                  </a:lnTo>
                  <a:lnTo>
                    <a:pt x="7" y="43"/>
                  </a:lnTo>
                  <a:lnTo>
                    <a:pt x="0" y="36"/>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3" name="í$ḷïďê"/>
            <p:cNvSpPr/>
            <p:nvPr/>
          </p:nvSpPr>
          <p:spPr bwMode="auto">
            <a:xfrm>
              <a:off x="2360613" y="3889376"/>
              <a:ext cx="96838" cy="98425"/>
            </a:xfrm>
            <a:custGeom>
              <a:avLst/>
              <a:gdLst>
                <a:gd name="T0" fmla="*/ 0 w 61"/>
                <a:gd name="T1" fmla="*/ 52 h 62"/>
                <a:gd name="T2" fmla="*/ 29 w 61"/>
                <a:gd name="T3" fmla="*/ 0 h 62"/>
                <a:gd name="T4" fmla="*/ 38 w 61"/>
                <a:gd name="T5" fmla="*/ 9 h 62"/>
                <a:gd name="T6" fmla="*/ 13 w 61"/>
                <a:gd name="T7" fmla="*/ 48 h 62"/>
                <a:gd name="T8" fmla="*/ 54 w 61"/>
                <a:gd name="T9" fmla="*/ 27 h 62"/>
                <a:gd name="T10" fmla="*/ 61 w 61"/>
                <a:gd name="T11" fmla="*/ 34 h 62"/>
                <a:gd name="T12" fmla="*/ 7 w 61"/>
                <a:gd name="T13" fmla="*/ 62 h 62"/>
                <a:gd name="T14" fmla="*/ 0 w 61"/>
                <a:gd name="T15" fmla="*/ 5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62">
                  <a:moveTo>
                    <a:pt x="0" y="52"/>
                  </a:moveTo>
                  <a:lnTo>
                    <a:pt x="29" y="0"/>
                  </a:lnTo>
                  <a:lnTo>
                    <a:pt x="38" y="9"/>
                  </a:lnTo>
                  <a:lnTo>
                    <a:pt x="13" y="48"/>
                  </a:lnTo>
                  <a:lnTo>
                    <a:pt x="54" y="27"/>
                  </a:lnTo>
                  <a:lnTo>
                    <a:pt x="61" y="34"/>
                  </a:lnTo>
                  <a:lnTo>
                    <a:pt x="7" y="62"/>
                  </a:lnTo>
                  <a:lnTo>
                    <a:pt x="0" y="52"/>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4" name="îśľïḑe"/>
            <p:cNvSpPr/>
            <p:nvPr/>
          </p:nvSpPr>
          <p:spPr bwMode="auto">
            <a:xfrm>
              <a:off x="2400300" y="3946526"/>
              <a:ext cx="104775" cy="109538"/>
            </a:xfrm>
            <a:custGeom>
              <a:avLst/>
              <a:gdLst>
                <a:gd name="T0" fmla="*/ 0 w 66"/>
                <a:gd name="T1" fmla="*/ 44 h 69"/>
                <a:gd name="T2" fmla="*/ 38 w 66"/>
                <a:gd name="T3" fmla="*/ 0 h 69"/>
                <a:gd name="T4" fmla="*/ 66 w 66"/>
                <a:gd name="T5" fmla="*/ 26 h 69"/>
                <a:gd name="T6" fmla="*/ 59 w 66"/>
                <a:gd name="T7" fmla="*/ 32 h 69"/>
                <a:gd name="T8" fmla="*/ 38 w 66"/>
                <a:gd name="T9" fmla="*/ 14 h 69"/>
                <a:gd name="T10" fmla="*/ 29 w 66"/>
                <a:gd name="T11" fmla="*/ 26 h 69"/>
                <a:gd name="T12" fmla="*/ 47 w 66"/>
                <a:gd name="T13" fmla="*/ 42 h 69"/>
                <a:gd name="T14" fmla="*/ 43 w 66"/>
                <a:gd name="T15" fmla="*/ 48 h 69"/>
                <a:gd name="T16" fmla="*/ 22 w 66"/>
                <a:gd name="T17" fmla="*/ 32 h 69"/>
                <a:gd name="T18" fmla="*/ 13 w 66"/>
                <a:gd name="T19" fmla="*/ 44 h 69"/>
                <a:gd name="T20" fmla="*/ 34 w 66"/>
                <a:gd name="T21" fmla="*/ 62 h 69"/>
                <a:gd name="T22" fmla="*/ 27 w 66"/>
                <a:gd name="T23" fmla="*/ 69 h 69"/>
                <a:gd name="T24" fmla="*/ 0 w 66"/>
                <a:gd name="T25" fmla="*/ 4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0" y="44"/>
                  </a:moveTo>
                  <a:lnTo>
                    <a:pt x="38" y="0"/>
                  </a:lnTo>
                  <a:lnTo>
                    <a:pt x="66" y="26"/>
                  </a:lnTo>
                  <a:lnTo>
                    <a:pt x="59" y="32"/>
                  </a:lnTo>
                  <a:lnTo>
                    <a:pt x="38" y="14"/>
                  </a:lnTo>
                  <a:lnTo>
                    <a:pt x="29" y="26"/>
                  </a:lnTo>
                  <a:lnTo>
                    <a:pt x="47" y="42"/>
                  </a:lnTo>
                  <a:lnTo>
                    <a:pt x="43" y="48"/>
                  </a:lnTo>
                  <a:lnTo>
                    <a:pt x="22" y="32"/>
                  </a:lnTo>
                  <a:lnTo>
                    <a:pt x="13" y="44"/>
                  </a:lnTo>
                  <a:lnTo>
                    <a:pt x="34" y="62"/>
                  </a:lnTo>
                  <a:lnTo>
                    <a:pt x="27" y="69"/>
                  </a:lnTo>
                  <a:lnTo>
                    <a:pt x="0" y="4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5" name="ïSlîḍè"/>
            <p:cNvSpPr/>
            <p:nvPr/>
          </p:nvSpPr>
          <p:spPr bwMode="auto">
            <a:xfrm>
              <a:off x="2457450" y="3994151"/>
              <a:ext cx="96838" cy="115888"/>
            </a:xfrm>
            <a:custGeom>
              <a:avLst/>
              <a:gdLst>
                <a:gd name="T0" fmla="*/ 0 w 27"/>
                <a:gd name="T1" fmla="*/ 21 h 32"/>
                <a:gd name="T2" fmla="*/ 15 w 27"/>
                <a:gd name="T3" fmla="*/ 0 h 32"/>
                <a:gd name="T4" fmla="*/ 23 w 27"/>
                <a:gd name="T5" fmla="*/ 6 h 32"/>
                <a:gd name="T6" fmla="*/ 26 w 27"/>
                <a:gd name="T7" fmla="*/ 9 h 32"/>
                <a:gd name="T8" fmla="*/ 27 w 27"/>
                <a:gd name="T9" fmla="*/ 13 h 32"/>
                <a:gd name="T10" fmla="*/ 25 w 27"/>
                <a:gd name="T11" fmla="*/ 16 h 32"/>
                <a:gd name="T12" fmla="*/ 21 w 27"/>
                <a:gd name="T13" fmla="*/ 19 h 32"/>
                <a:gd name="T14" fmla="*/ 16 w 27"/>
                <a:gd name="T15" fmla="*/ 19 h 32"/>
                <a:gd name="T16" fmla="*/ 17 w 27"/>
                <a:gd name="T17" fmla="*/ 22 h 32"/>
                <a:gd name="T18" fmla="*/ 16 w 27"/>
                <a:gd name="T19" fmla="*/ 27 h 32"/>
                <a:gd name="T20" fmla="*/ 16 w 27"/>
                <a:gd name="T21" fmla="*/ 32 h 32"/>
                <a:gd name="T22" fmla="*/ 11 w 27"/>
                <a:gd name="T23" fmla="*/ 29 h 32"/>
                <a:gd name="T24" fmla="*/ 12 w 27"/>
                <a:gd name="T25" fmla="*/ 23 h 32"/>
                <a:gd name="T26" fmla="*/ 13 w 27"/>
                <a:gd name="T27" fmla="*/ 18 h 32"/>
                <a:gd name="T28" fmla="*/ 12 w 27"/>
                <a:gd name="T29" fmla="*/ 17 h 32"/>
                <a:gd name="T30" fmla="*/ 11 w 27"/>
                <a:gd name="T31" fmla="*/ 15 h 32"/>
                <a:gd name="T32" fmla="*/ 10 w 27"/>
                <a:gd name="T33" fmla="*/ 15 h 32"/>
                <a:gd name="T34" fmla="*/ 3 w 27"/>
                <a:gd name="T35" fmla="*/ 23 h 32"/>
                <a:gd name="T36" fmla="*/ 0 w 27"/>
                <a:gd name="T37" fmla="*/ 21 h 32"/>
                <a:gd name="T38" fmla="*/ 12 w 27"/>
                <a:gd name="T39" fmla="*/ 11 h 32"/>
                <a:gd name="T40" fmla="*/ 15 w 27"/>
                <a:gd name="T41" fmla="*/ 13 h 32"/>
                <a:gd name="T42" fmla="*/ 18 w 27"/>
                <a:gd name="T43" fmla="*/ 15 h 32"/>
                <a:gd name="T44" fmla="*/ 20 w 27"/>
                <a:gd name="T45" fmla="*/ 15 h 32"/>
                <a:gd name="T46" fmla="*/ 21 w 27"/>
                <a:gd name="T47" fmla="*/ 14 h 32"/>
                <a:gd name="T48" fmla="*/ 22 w 27"/>
                <a:gd name="T49" fmla="*/ 12 h 32"/>
                <a:gd name="T50" fmla="*/ 21 w 27"/>
                <a:gd name="T51" fmla="*/ 10 h 32"/>
                <a:gd name="T52" fmla="*/ 19 w 27"/>
                <a:gd name="T53" fmla="*/ 8 h 32"/>
                <a:gd name="T54" fmla="*/ 16 w 27"/>
                <a:gd name="T55" fmla="*/ 6 h 32"/>
                <a:gd name="T56" fmla="*/ 12 w 27"/>
                <a:gd name="T57" fmla="*/ 1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 h="32">
                  <a:moveTo>
                    <a:pt x="0" y="21"/>
                  </a:moveTo>
                  <a:cubicBezTo>
                    <a:pt x="15" y="0"/>
                    <a:pt x="15" y="0"/>
                    <a:pt x="15" y="0"/>
                  </a:cubicBezTo>
                  <a:cubicBezTo>
                    <a:pt x="23" y="6"/>
                    <a:pt x="23" y="6"/>
                    <a:pt x="23" y="6"/>
                  </a:cubicBezTo>
                  <a:cubicBezTo>
                    <a:pt x="24" y="7"/>
                    <a:pt x="26" y="8"/>
                    <a:pt x="26" y="9"/>
                  </a:cubicBezTo>
                  <a:cubicBezTo>
                    <a:pt x="27" y="10"/>
                    <a:pt x="27" y="11"/>
                    <a:pt x="27" y="13"/>
                  </a:cubicBezTo>
                  <a:cubicBezTo>
                    <a:pt x="27" y="14"/>
                    <a:pt x="26" y="15"/>
                    <a:pt x="25" y="16"/>
                  </a:cubicBezTo>
                  <a:cubicBezTo>
                    <a:pt x="24" y="18"/>
                    <a:pt x="23" y="19"/>
                    <a:pt x="21" y="19"/>
                  </a:cubicBezTo>
                  <a:cubicBezTo>
                    <a:pt x="20" y="20"/>
                    <a:pt x="18" y="20"/>
                    <a:pt x="16" y="19"/>
                  </a:cubicBezTo>
                  <a:cubicBezTo>
                    <a:pt x="17" y="20"/>
                    <a:pt x="17" y="21"/>
                    <a:pt x="17" y="22"/>
                  </a:cubicBezTo>
                  <a:cubicBezTo>
                    <a:pt x="17" y="23"/>
                    <a:pt x="17" y="24"/>
                    <a:pt x="16" y="27"/>
                  </a:cubicBezTo>
                  <a:cubicBezTo>
                    <a:pt x="16" y="32"/>
                    <a:pt x="16" y="32"/>
                    <a:pt x="16" y="32"/>
                  </a:cubicBezTo>
                  <a:cubicBezTo>
                    <a:pt x="11" y="29"/>
                    <a:pt x="11" y="29"/>
                    <a:pt x="11" y="29"/>
                  </a:cubicBezTo>
                  <a:cubicBezTo>
                    <a:pt x="12" y="23"/>
                    <a:pt x="12" y="23"/>
                    <a:pt x="12" y="23"/>
                  </a:cubicBezTo>
                  <a:cubicBezTo>
                    <a:pt x="12" y="20"/>
                    <a:pt x="13" y="19"/>
                    <a:pt x="13" y="18"/>
                  </a:cubicBezTo>
                  <a:cubicBezTo>
                    <a:pt x="13" y="18"/>
                    <a:pt x="12" y="17"/>
                    <a:pt x="12" y="17"/>
                  </a:cubicBezTo>
                  <a:cubicBezTo>
                    <a:pt x="12" y="16"/>
                    <a:pt x="11" y="16"/>
                    <a:pt x="11" y="15"/>
                  </a:cubicBezTo>
                  <a:cubicBezTo>
                    <a:pt x="10" y="15"/>
                    <a:pt x="10" y="15"/>
                    <a:pt x="10" y="15"/>
                  </a:cubicBezTo>
                  <a:cubicBezTo>
                    <a:pt x="3" y="23"/>
                    <a:pt x="3" y="23"/>
                    <a:pt x="3" y="23"/>
                  </a:cubicBezTo>
                  <a:lnTo>
                    <a:pt x="0" y="21"/>
                  </a:lnTo>
                  <a:close/>
                  <a:moveTo>
                    <a:pt x="12" y="11"/>
                  </a:moveTo>
                  <a:cubicBezTo>
                    <a:pt x="15" y="13"/>
                    <a:pt x="15" y="13"/>
                    <a:pt x="15" y="13"/>
                  </a:cubicBezTo>
                  <a:cubicBezTo>
                    <a:pt x="17" y="15"/>
                    <a:pt x="18" y="15"/>
                    <a:pt x="18" y="15"/>
                  </a:cubicBezTo>
                  <a:cubicBezTo>
                    <a:pt x="19" y="16"/>
                    <a:pt x="19" y="15"/>
                    <a:pt x="20" y="15"/>
                  </a:cubicBezTo>
                  <a:cubicBezTo>
                    <a:pt x="20" y="15"/>
                    <a:pt x="21" y="15"/>
                    <a:pt x="21" y="14"/>
                  </a:cubicBezTo>
                  <a:cubicBezTo>
                    <a:pt x="22" y="13"/>
                    <a:pt x="22" y="13"/>
                    <a:pt x="22" y="12"/>
                  </a:cubicBezTo>
                  <a:cubicBezTo>
                    <a:pt x="22" y="11"/>
                    <a:pt x="22" y="11"/>
                    <a:pt x="21" y="10"/>
                  </a:cubicBezTo>
                  <a:cubicBezTo>
                    <a:pt x="21" y="10"/>
                    <a:pt x="20" y="9"/>
                    <a:pt x="19" y="8"/>
                  </a:cubicBezTo>
                  <a:cubicBezTo>
                    <a:pt x="16" y="6"/>
                    <a:pt x="16" y="6"/>
                    <a:pt x="16" y="6"/>
                  </a:cubicBezTo>
                  <a:lnTo>
                    <a:pt x="12" y="1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6" name="işliḍé"/>
            <p:cNvSpPr/>
            <p:nvPr/>
          </p:nvSpPr>
          <p:spPr bwMode="auto">
            <a:xfrm>
              <a:off x="2533650" y="4044951"/>
              <a:ext cx="79375" cy="93663"/>
            </a:xfrm>
            <a:custGeom>
              <a:avLst/>
              <a:gdLst>
                <a:gd name="T0" fmla="*/ 1 w 22"/>
                <a:gd name="T1" fmla="*/ 13 h 26"/>
                <a:gd name="T2" fmla="*/ 5 w 22"/>
                <a:gd name="T3" fmla="*/ 14 h 26"/>
                <a:gd name="T4" fmla="*/ 5 w 22"/>
                <a:gd name="T5" fmla="*/ 18 h 26"/>
                <a:gd name="T6" fmla="*/ 7 w 22"/>
                <a:gd name="T7" fmla="*/ 21 h 26"/>
                <a:gd name="T8" fmla="*/ 10 w 22"/>
                <a:gd name="T9" fmla="*/ 22 h 26"/>
                <a:gd name="T10" fmla="*/ 12 w 22"/>
                <a:gd name="T11" fmla="*/ 20 h 26"/>
                <a:gd name="T12" fmla="*/ 13 w 22"/>
                <a:gd name="T13" fmla="*/ 19 h 26"/>
                <a:gd name="T14" fmla="*/ 12 w 22"/>
                <a:gd name="T15" fmla="*/ 17 h 26"/>
                <a:gd name="T16" fmla="*/ 9 w 22"/>
                <a:gd name="T17" fmla="*/ 14 h 26"/>
                <a:gd name="T18" fmla="*/ 6 w 22"/>
                <a:gd name="T19" fmla="*/ 9 h 26"/>
                <a:gd name="T20" fmla="*/ 7 w 22"/>
                <a:gd name="T21" fmla="*/ 4 h 26"/>
                <a:gd name="T22" fmla="*/ 10 w 22"/>
                <a:gd name="T23" fmla="*/ 1 h 26"/>
                <a:gd name="T24" fmla="*/ 14 w 22"/>
                <a:gd name="T25" fmla="*/ 0 h 26"/>
                <a:gd name="T26" fmla="*/ 18 w 22"/>
                <a:gd name="T27" fmla="*/ 2 h 26"/>
                <a:gd name="T28" fmla="*/ 22 w 22"/>
                <a:gd name="T29" fmla="*/ 7 h 26"/>
                <a:gd name="T30" fmla="*/ 21 w 22"/>
                <a:gd name="T31" fmla="*/ 13 h 26"/>
                <a:gd name="T32" fmla="*/ 17 w 22"/>
                <a:gd name="T33" fmla="*/ 11 h 26"/>
                <a:gd name="T34" fmla="*/ 18 w 22"/>
                <a:gd name="T35" fmla="*/ 8 h 26"/>
                <a:gd name="T36" fmla="*/ 16 w 22"/>
                <a:gd name="T37" fmla="*/ 5 h 26"/>
                <a:gd name="T38" fmla="*/ 13 w 22"/>
                <a:gd name="T39" fmla="*/ 5 h 26"/>
                <a:gd name="T40" fmla="*/ 11 w 22"/>
                <a:gd name="T41" fmla="*/ 6 h 26"/>
                <a:gd name="T42" fmla="*/ 11 w 22"/>
                <a:gd name="T43" fmla="*/ 7 h 26"/>
                <a:gd name="T44" fmla="*/ 13 w 22"/>
                <a:gd name="T45" fmla="*/ 11 h 26"/>
                <a:gd name="T46" fmla="*/ 17 w 22"/>
                <a:gd name="T47" fmla="*/ 15 h 26"/>
                <a:gd name="T48" fmla="*/ 17 w 22"/>
                <a:gd name="T49" fmla="*/ 18 h 26"/>
                <a:gd name="T50" fmla="*/ 16 w 22"/>
                <a:gd name="T51" fmla="*/ 22 h 26"/>
                <a:gd name="T52" fmla="*/ 13 w 22"/>
                <a:gd name="T53" fmla="*/ 25 h 26"/>
                <a:gd name="T54" fmla="*/ 9 w 22"/>
                <a:gd name="T55" fmla="*/ 26 h 26"/>
                <a:gd name="T56" fmla="*/ 4 w 22"/>
                <a:gd name="T57" fmla="*/ 25 h 26"/>
                <a:gd name="T58" fmla="*/ 0 w 22"/>
                <a:gd name="T59" fmla="*/ 20 h 26"/>
                <a:gd name="T60" fmla="*/ 1 w 22"/>
                <a:gd name="T6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6">
                  <a:moveTo>
                    <a:pt x="1" y="13"/>
                  </a:moveTo>
                  <a:cubicBezTo>
                    <a:pt x="5" y="14"/>
                    <a:pt x="5" y="14"/>
                    <a:pt x="5" y="14"/>
                  </a:cubicBezTo>
                  <a:cubicBezTo>
                    <a:pt x="5" y="16"/>
                    <a:pt x="4" y="17"/>
                    <a:pt x="5" y="18"/>
                  </a:cubicBezTo>
                  <a:cubicBezTo>
                    <a:pt x="5" y="19"/>
                    <a:pt x="6" y="20"/>
                    <a:pt x="7" y="21"/>
                  </a:cubicBezTo>
                  <a:cubicBezTo>
                    <a:pt x="8" y="22"/>
                    <a:pt x="9" y="22"/>
                    <a:pt x="10" y="22"/>
                  </a:cubicBezTo>
                  <a:cubicBezTo>
                    <a:pt x="11" y="21"/>
                    <a:pt x="12" y="21"/>
                    <a:pt x="12" y="20"/>
                  </a:cubicBezTo>
                  <a:cubicBezTo>
                    <a:pt x="13" y="20"/>
                    <a:pt x="13" y="19"/>
                    <a:pt x="13" y="19"/>
                  </a:cubicBezTo>
                  <a:cubicBezTo>
                    <a:pt x="13" y="18"/>
                    <a:pt x="12" y="17"/>
                    <a:pt x="12" y="17"/>
                  </a:cubicBezTo>
                  <a:cubicBezTo>
                    <a:pt x="12" y="16"/>
                    <a:pt x="11" y="15"/>
                    <a:pt x="9" y="14"/>
                  </a:cubicBezTo>
                  <a:cubicBezTo>
                    <a:pt x="8" y="12"/>
                    <a:pt x="7" y="11"/>
                    <a:pt x="6" y="9"/>
                  </a:cubicBezTo>
                  <a:cubicBezTo>
                    <a:pt x="6" y="7"/>
                    <a:pt x="6" y="6"/>
                    <a:pt x="7" y="4"/>
                  </a:cubicBezTo>
                  <a:cubicBezTo>
                    <a:pt x="8" y="3"/>
                    <a:pt x="9" y="2"/>
                    <a:pt x="10" y="1"/>
                  </a:cubicBezTo>
                  <a:cubicBezTo>
                    <a:pt x="11" y="1"/>
                    <a:pt x="12" y="0"/>
                    <a:pt x="14" y="0"/>
                  </a:cubicBezTo>
                  <a:cubicBezTo>
                    <a:pt x="15" y="1"/>
                    <a:pt x="16" y="1"/>
                    <a:pt x="18" y="2"/>
                  </a:cubicBezTo>
                  <a:cubicBezTo>
                    <a:pt x="20" y="3"/>
                    <a:pt x="22" y="5"/>
                    <a:pt x="22" y="7"/>
                  </a:cubicBezTo>
                  <a:cubicBezTo>
                    <a:pt x="22" y="9"/>
                    <a:pt x="22" y="11"/>
                    <a:pt x="21" y="13"/>
                  </a:cubicBezTo>
                  <a:cubicBezTo>
                    <a:pt x="17" y="11"/>
                    <a:pt x="17" y="11"/>
                    <a:pt x="17" y="11"/>
                  </a:cubicBezTo>
                  <a:cubicBezTo>
                    <a:pt x="18" y="9"/>
                    <a:pt x="18" y="8"/>
                    <a:pt x="18" y="8"/>
                  </a:cubicBezTo>
                  <a:cubicBezTo>
                    <a:pt x="17" y="7"/>
                    <a:pt x="17" y="6"/>
                    <a:pt x="16" y="5"/>
                  </a:cubicBezTo>
                  <a:cubicBezTo>
                    <a:pt x="14" y="5"/>
                    <a:pt x="13" y="5"/>
                    <a:pt x="13" y="5"/>
                  </a:cubicBezTo>
                  <a:cubicBezTo>
                    <a:pt x="12" y="5"/>
                    <a:pt x="11" y="5"/>
                    <a:pt x="11" y="6"/>
                  </a:cubicBezTo>
                  <a:cubicBezTo>
                    <a:pt x="11" y="6"/>
                    <a:pt x="11" y="7"/>
                    <a:pt x="11" y="7"/>
                  </a:cubicBezTo>
                  <a:cubicBezTo>
                    <a:pt x="11" y="8"/>
                    <a:pt x="12" y="9"/>
                    <a:pt x="13" y="11"/>
                  </a:cubicBezTo>
                  <a:cubicBezTo>
                    <a:pt x="15" y="13"/>
                    <a:pt x="16" y="14"/>
                    <a:pt x="17" y="15"/>
                  </a:cubicBezTo>
                  <a:cubicBezTo>
                    <a:pt x="17" y="16"/>
                    <a:pt x="17" y="17"/>
                    <a:pt x="17" y="18"/>
                  </a:cubicBezTo>
                  <a:cubicBezTo>
                    <a:pt x="17" y="20"/>
                    <a:pt x="17" y="21"/>
                    <a:pt x="16" y="22"/>
                  </a:cubicBezTo>
                  <a:cubicBezTo>
                    <a:pt x="15" y="24"/>
                    <a:pt x="14" y="25"/>
                    <a:pt x="13" y="25"/>
                  </a:cubicBezTo>
                  <a:cubicBezTo>
                    <a:pt x="12" y="26"/>
                    <a:pt x="10" y="26"/>
                    <a:pt x="9" y="26"/>
                  </a:cubicBezTo>
                  <a:cubicBezTo>
                    <a:pt x="8" y="26"/>
                    <a:pt x="6" y="26"/>
                    <a:pt x="4" y="25"/>
                  </a:cubicBezTo>
                  <a:cubicBezTo>
                    <a:pt x="2" y="23"/>
                    <a:pt x="1" y="22"/>
                    <a:pt x="0" y="20"/>
                  </a:cubicBezTo>
                  <a:cubicBezTo>
                    <a:pt x="0" y="17"/>
                    <a:pt x="0" y="15"/>
                    <a:pt x="1" y="1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7" name="ísḻïde"/>
            <p:cNvSpPr/>
            <p:nvPr/>
          </p:nvSpPr>
          <p:spPr bwMode="auto">
            <a:xfrm>
              <a:off x="2590800" y="4073526"/>
              <a:ext cx="58738" cy="90488"/>
            </a:xfrm>
            <a:custGeom>
              <a:avLst/>
              <a:gdLst>
                <a:gd name="T0" fmla="*/ 0 w 37"/>
                <a:gd name="T1" fmla="*/ 53 h 57"/>
                <a:gd name="T2" fmla="*/ 27 w 37"/>
                <a:gd name="T3" fmla="*/ 0 h 57"/>
                <a:gd name="T4" fmla="*/ 37 w 37"/>
                <a:gd name="T5" fmla="*/ 5 h 57"/>
                <a:gd name="T6" fmla="*/ 9 w 37"/>
                <a:gd name="T7" fmla="*/ 57 h 57"/>
                <a:gd name="T8" fmla="*/ 0 w 37"/>
                <a:gd name="T9" fmla="*/ 53 h 57"/>
              </a:gdLst>
              <a:ahLst/>
              <a:cxnLst>
                <a:cxn ang="0">
                  <a:pos x="T0" y="T1"/>
                </a:cxn>
                <a:cxn ang="0">
                  <a:pos x="T2" y="T3"/>
                </a:cxn>
                <a:cxn ang="0">
                  <a:pos x="T4" y="T5"/>
                </a:cxn>
                <a:cxn ang="0">
                  <a:pos x="T6" y="T7"/>
                </a:cxn>
                <a:cxn ang="0">
                  <a:pos x="T8" y="T9"/>
                </a:cxn>
              </a:cxnLst>
              <a:rect l="0" t="0" r="r" b="b"/>
              <a:pathLst>
                <a:path w="37" h="57">
                  <a:moveTo>
                    <a:pt x="0" y="53"/>
                  </a:moveTo>
                  <a:lnTo>
                    <a:pt x="27" y="0"/>
                  </a:lnTo>
                  <a:lnTo>
                    <a:pt x="37" y="5"/>
                  </a:lnTo>
                  <a:lnTo>
                    <a:pt x="9" y="57"/>
                  </a:lnTo>
                  <a:lnTo>
                    <a:pt x="0" y="5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8" name="iŝļiḋê"/>
            <p:cNvSpPr/>
            <p:nvPr/>
          </p:nvSpPr>
          <p:spPr bwMode="auto">
            <a:xfrm>
              <a:off x="2638425" y="4084638"/>
              <a:ext cx="71438" cy="101600"/>
            </a:xfrm>
            <a:custGeom>
              <a:avLst/>
              <a:gdLst>
                <a:gd name="T0" fmla="*/ 0 w 45"/>
                <a:gd name="T1" fmla="*/ 60 h 64"/>
                <a:gd name="T2" fmla="*/ 20 w 45"/>
                <a:gd name="T3" fmla="*/ 14 h 64"/>
                <a:gd name="T4" fmla="*/ 7 w 45"/>
                <a:gd name="T5" fmla="*/ 9 h 64"/>
                <a:gd name="T6" fmla="*/ 9 w 45"/>
                <a:gd name="T7" fmla="*/ 0 h 64"/>
                <a:gd name="T8" fmla="*/ 45 w 45"/>
                <a:gd name="T9" fmla="*/ 16 h 64"/>
                <a:gd name="T10" fmla="*/ 43 w 45"/>
                <a:gd name="T11" fmla="*/ 25 h 64"/>
                <a:gd name="T12" fmla="*/ 29 w 45"/>
                <a:gd name="T13" fmla="*/ 18 h 64"/>
                <a:gd name="T14" fmla="*/ 9 w 45"/>
                <a:gd name="T15" fmla="*/ 64 h 64"/>
                <a:gd name="T16" fmla="*/ 0 w 45"/>
                <a:gd name="T1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4">
                  <a:moveTo>
                    <a:pt x="0" y="60"/>
                  </a:moveTo>
                  <a:lnTo>
                    <a:pt x="20" y="14"/>
                  </a:lnTo>
                  <a:lnTo>
                    <a:pt x="7" y="9"/>
                  </a:lnTo>
                  <a:lnTo>
                    <a:pt x="9" y="0"/>
                  </a:lnTo>
                  <a:lnTo>
                    <a:pt x="45" y="16"/>
                  </a:lnTo>
                  <a:lnTo>
                    <a:pt x="43" y="25"/>
                  </a:lnTo>
                  <a:lnTo>
                    <a:pt x="29" y="18"/>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79" name="iṧḷîdè"/>
            <p:cNvSpPr/>
            <p:nvPr/>
          </p:nvSpPr>
          <p:spPr bwMode="auto">
            <a:xfrm>
              <a:off x="2709863" y="4110038"/>
              <a:ext cx="68263" cy="101600"/>
            </a:xfrm>
            <a:custGeom>
              <a:avLst/>
              <a:gdLst>
                <a:gd name="T0" fmla="*/ 0 w 43"/>
                <a:gd name="T1" fmla="*/ 60 h 64"/>
                <a:gd name="T2" fmla="*/ 7 w 43"/>
                <a:gd name="T3" fmla="*/ 37 h 64"/>
                <a:gd name="T4" fmla="*/ 0 w 43"/>
                <a:gd name="T5" fmla="*/ 0 h 64"/>
                <a:gd name="T6" fmla="*/ 12 w 43"/>
                <a:gd name="T7" fmla="*/ 2 h 64"/>
                <a:gd name="T8" fmla="*/ 16 w 43"/>
                <a:gd name="T9" fmla="*/ 28 h 64"/>
                <a:gd name="T10" fmla="*/ 32 w 43"/>
                <a:gd name="T11" fmla="*/ 9 h 64"/>
                <a:gd name="T12" fmla="*/ 43 w 43"/>
                <a:gd name="T13" fmla="*/ 14 h 64"/>
                <a:gd name="T14" fmla="*/ 16 w 43"/>
                <a:gd name="T15" fmla="*/ 41 h 64"/>
                <a:gd name="T16" fmla="*/ 9 w 43"/>
                <a:gd name="T17" fmla="*/ 64 h 64"/>
                <a:gd name="T18" fmla="*/ 0 w 43"/>
                <a:gd name="T19"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64">
                  <a:moveTo>
                    <a:pt x="0" y="60"/>
                  </a:moveTo>
                  <a:lnTo>
                    <a:pt x="7" y="37"/>
                  </a:lnTo>
                  <a:lnTo>
                    <a:pt x="0" y="0"/>
                  </a:lnTo>
                  <a:lnTo>
                    <a:pt x="12" y="2"/>
                  </a:lnTo>
                  <a:lnTo>
                    <a:pt x="16" y="28"/>
                  </a:lnTo>
                  <a:lnTo>
                    <a:pt x="32" y="9"/>
                  </a:lnTo>
                  <a:lnTo>
                    <a:pt x="43" y="14"/>
                  </a:lnTo>
                  <a:lnTo>
                    <a:pt x="16" y="41"/>
                  </a:lnTo>
                  <a:lnTo>
                    <a:pt x="9" y="64"/>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0" name="isļíḍè"/>
            <p:cNvSpPr/>
            <p:nvPr/>
          </p:nvSpPr>
          <p:spPr bwMode="auto">
            <a:xfrm>
              <a:off x="2797175" y="4143376"/>
              <a:ext cx="79375" cy="96838"/>
            </a:xfrm>
            <a:custGeom>
              <a:avLst/>
              <a:gdLst>
                <a:gd name="T0" fmla="*/ 1 w 22"/>
                <a:gd name="T1" fmla="*/ 11 h 27"/>
                <a:gd name="T2" fmla="*/ 3 w 22"/>
                <a:gd name="T3" fmla="*/ 5 h 27"/>
                <a:gd name="T4" fmla="*/ 5 w 22"/>
                <a:gd name="T5" fmla="*/ 2 h 27"/>
                <a:gd name="T6" fmla="*/ 8 w 22"/>
                <a:gd name="T7" fmla="*/ 0 h 27"/>
                <a:gd name="T8" fmla="*/ 13 w 22"/>
                <a:gd name="T9" fmla="*/ 0 h 27"/>
                <a:gd name="T10" fmla="*/ 20 w 22"/>
                <a:gd name="T11" fmla="*/ 5 h 27"/>
                <a:gd name="T12" fmla="*/ 21 w 22"/>
                <a:gd name="T13" fmla="*/ 15 h 27"/>
                <a:gd name="T14" fmla="*/ 17 w 22"/>
                <a:gd name="T15" fmla="*/ 24 h 27"/>
                <a:gd name="T16" fmla="*/ 9 w 22"/>
                <a:gd name="T17" fmla="*/ 26 h 27"/>
                <a:gd name="T18" fmla="*/ 2 w 22"/>
                <a:gd name="T19" fmla="*/ 21 h 27"/>
                <a:gd name="T20" fmla="*/ 1 w 22"/>
                <a:gd name="T21" fmla="*/ 11 h 27"/>
                <a:gd name="T22" fmla="*/ 5 w 22"/>
                <a:gd name="T23" fmla="*/ 12 h 27"/>
                <a:gd name="T24" fmla="*/ 6 w 22"/>
                <a:gd name="T25" fmla="*/ 19 h 27"/>
                <a:gd name="T26" fmla="*/ 10 w 22"/>
                <a:gd name="T27" fmla="*/ 22 h 27"/>
                <a:gd name="T28" fmla="*/ 14 w 22"/>
                <a:gd name="T29" fmla="*/ 20 h 27"/>
                <a:gd name="T30" fmla="*/ 17 w 22"/>
                <a:gd name="T31" fmla="*/ 14 h 27"/>
                <a:gd name="T32" fmla="*/ 16 w 22"/>
                <a:gd name="T33" fmla="*/ 7 h 27"/>
                <a:gd name="T34" fmla="*/ 13 w 22"/>
                <a:gd name="T35" fmla="*/ 4 h 27"/>
                <a:gd name="T36" fmla="*/ 8 w 22"/>
                <a:gd name="T37" fmla="*/ 6 h 27"/>
                <a:gd name="T38" fmla="*/ 5 w 22"/>
                <a:gd name="T3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7">
                  <a:moveTo>
                    <a:pt x="1" y="11"/>
                  </a:moveTo>
                  <a:cubicBezTo>
                    <a:pt x="1" y="9"/>
                    <a:pt x="2" y="7"/>
                    <a:pt x="3" y="5"/>
                  </a:cubicBezTo>
                  <a:cubicBezTo>
                    <a:pt x="3" y="4"/>
                    <a:pt x="4" y="3"/>
                    <a:pt x="5" y="2"/>
                  </a:cubicBezTo>
                  <a:cubicBezTo>
                    <a:pt x="6" y="1"/>
                    <a:pt x="7" y="1"/>
                    <a:pt x="8" y="0"/>
                  </a:cubicBezTo>
                  <a:cubicBezTo>
                    <a:pt x="10" y="0"/>
                    <a:pt x="11" y="0"/>
                    <a:pt x="13" y="0"/>
                  </a:cubicBezTo>
                  <a:cubicBezTo>
                    <a:pt x="16" y="1"/>
                    <a:pt x="19" y="2"/>
                    <a:pt x="20" y="5"/>
                  </a:cubicBezTo>
                  <a:cubicBezTo>
                    <a:pt x="22" y="7"/>
                    <a:pt x="22" y="11"/>
                    <a:pt x="21" y="15"/>
                  </a:cubicBezTo>
                  <a:cubicBezTo>
                    <a:pt x="21" y="19"/>
                    <a:pt x="19" y="22"/>
                    <a:pt x="17" y="24"/>
                  </a:cubicBezTo>
                  <a:cubicBezTo>
                    <a:pt x="15" y="26"/>
                    <a:pt x="12" y="27"/>
                    <a:pt x="9" y="26"/>
                  </a:cubicBezTo>
                  <a:cubicBezTo>
                    <a:pt x="6" y="26"/>
                    <a:pt x="3" y="24"/>
                    <a:pt x="2" y="21"/>
                  </a:cubicBezTo>
                  <a:cubicBezTo>
                    <a:pt x="0" y="19"/>
                    <a:pt x="0" y="15"/>
                    <a:pt x="1" y="11"/>
                  </a:cubicBezTo>
                  <a:close/>
                  <a:moveTo>
                    <a:pt x="5" y="12"/>
                  </a:moveTo>
                  <a:cubicBezTo>
                    <a:pt x="5" y="15"/>
                    <a:pt x="5" y="17"/>
                    <a:pt x="6" y="19"/>
                  </a:cubicBezTo>
                  <a:cubicBezTo>
                    <a:pt x="7" y="21"/>
                    <a:pt x="8" y="21"/>
                    <a:pt x="10" y="22"/>
                  </a:cubicBezTo>
                  <a:cubicBezTo>
                    <a:pt x="11" y="22"/>
                    <a:pt x="13" y="22"/>
                    <a:pt x="14" y="20"/>
                  </a:cubicBezTo>
                  <a:cubicBezTo>
                    <a:pt x="16" y="19"/>
                    <a:pt x="16" y="17"/>
                    <a:pt x="17" y="14"/>
                  </a:cubicBezTo>
                  <a:cubicBezTo>
                    <a:pt x="17" y="11"/>
                    <a:pt x="17" y="9"/>
                    <a:pt x="16" y="7"/>
                  </a:cubicBezTo>
                  <a:cubicBezTo>
                    <a:pt x="16" y="6"/>
                    <a:pt x="14" y="5"/>
                    <a:pt x="13" y="4"/>
                  </a:cubicBezTo>
                  <a:cubicBezTo>
                    <a:pt x="11" y="4"/>
                    <a:pt x="9" y="5"/>
                    <a:pt x="8" y="6"/>
                  </a:cubicBezTo>
                  <a:cubicBezTo>
                    <a:pt x="7" y="7"/>
                    <a:pt x="6" y="9"/>
                    <a:pt x="5" y="1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1" name="ïṡ1íḓe"/>
            <p:cNvSpPr/>
            <p:nvPr/>
          </p:nvSpPr>
          <p:spPr bwMode="auto">
            <a:xfrm>
              <a:off x="2882900" y="4149726"/>
              <a:ext cx="61913" cy="95250"/>
            </a:xfrm>
            <a:custGeom>
              <a:avLst/>
              <a:gdLst>
                <a:gd name="T0" fmla="*/ 0 w 39"/>
                <a:gd name="T1" fmla="*/ 60 h 60"/>
                <a:gd name="T2" fmla="*/ 5 w 39"/>
                <a:gd name="T3" fmla="*/ 0 h 60"/>
                <a:gd name="T4" fmla="*/ 39 w 39"/>
                <a:gd name="T5" fmla="*/ 3 h 60"/>
                <a:gd name="T6" fmla="*/ 37 w 39"/>
                <a:gd name="T7" fmla="*/ 14 h 60"/>
                <a:gd name="T8" fmla="*/ 14 w 39"/>
                <a:gd name="T9" fmla="*/ 12 h 60"/>
                <a:gd name="T10" fmla="*/ 12 w 39"/>
                <a:gd name="T11" fmla="*/ 25 h 60"/>
                <a:gd name="T12" fmla="*/ 34 w 39"/>
                <a:gd name="T13" fmla="*/ 28 h 60"/>
                <a:gd name="T14" fmla="*/ 32 w 39"/>
                <a:gd name="T15" fmla="*/ 37 h 60"/>
                <a:gd name="T16" fmla="*/ 12 w 39"/>
                <a:gd name="T17" fmla="*/ 35 h 60"/>
                <a:gd name="T18" fmla="*/ 9 w 39"/>
                <a:gd name="T19" fmla="*/ 60 h 60"/>
                <a:gd name="T20" fmla="*/ 0 w 39"/>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60">
                  <a:moveTo>
                    <a:pt x="0" y="60"/>
                  </a:moveTo>
                  <a:lnTo>
                    <a:pt x="5" y="0"/>
                  </a:lnTo>
                  <a:lnTo>
                    <a:pt x="39" y="3"/>
                  </a:lnTo>
                  <a:lnTo>
                    <a:pt x="37" y="14"/>
                  </a:lnTo>
                  <a:lnTo>
                    <a:pt x="14" y="12"/>
                  </a:lnTo>
                  <a:lnTo>
                    <a:pt x="12" y="25"/>
                  </a:lnTo>
                  <a:lnTo>
                    <a:pt x="34" y="28"/>
                  </a:lnTo>
                  <a:lnTo>
                    <a:pt x="32" y="37"/>
                  </a:lnTo>
                  <a:lnTo>
                    <a:pt x="12" y="35"/>
                  </a:lnTo>
                  <a:lnTo>
                    <a:pt x="9" y="60"/>
                  </a:lnTo>
                  <a:lnTo>
                    <a:pt x="0" y="6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2" name="isḷiḑê"/>
            <p:cNvSpPr/>
            <p:nvPr/>
          </p:nvSpPr>
          <p:spPr bwMode="auto">
            <a:xfrm>
              <a:off x="2981325" y="4149726"/>
              <a:ext cx="65088" cy="98425"/>
            </a:xfrm>
            <a:custGeom>
              <a:avLst/>
              <a:gdLst>
                <a:gd name="T0" fmla="*/ 0 w 18"/>
                <a:gd name="T1" fmla="*/ 19 h 27"/>
                <a:gd name="T2" fmla="*/ 5 w 18"/>
                <a:gd name="T3" fmla="*/ 18 h 27"/>
                <a:gd name="T4" fmla="*/ 6 w 18"/>
                <a:gd name="T5" fmla="*/ 22 h 27"/>
                <a:gd name="T6" fmla="*/ 10 w 18"/>
                <a:gd name="T7" fmla="*/ 23 h 27"/>
                <a:gd name="T8" fmla="*/ 13 w 18"/>
                <a:gd name="T9" fmla="*/ 21 h 27"/>
                <a:gd name="T10" fmla="*/ 14 w 18"/>
                <a:gd name="T11" fmla="*/ 19 h 27"/>
                <a:gd name="T12" fmla="*/ 13 w 18"/>
                <a:gd name="T13" fmla="*/ 17 h 27"/>
                <a:gd name="T14" fmla="*/ 11 w 18"/>
                <a:gd name="T15" fmla="*/ 16 h 27"/>
                <a:gd name="T16" fmla="*/ 8 w 18"/>
                <a:gd name="T17" fmla="*/ 15 h 27"/>
                <a:gd name="T18" fmla="*/ 3 w 18"/>
                <a:gd name="T19" fmla="*/ 13 h 27"/>
                <a:gd name="T20" fmla="*/ 0 w 18"/>
                <a:gd name="T21" fmla="*/ 8 h 27"/>
                <a:gd name="T22" fmla="*/ 1 w 18"/>
                <a:gd name="T23" fmla="*/ 5 h 27"/>
                <a:gd name="T24" fmla="*/ 4 w 18"/>
                <a:gd name="T25" fmla="*/ 2 h 27"/>
                <a:gd name="T26" fmla="*/ 8 w 18"/>
                <a:gd name="T27" fmla="*/ 1 h 27"/>
                <a:gd name="T28" fmla="*/ 14 w 18"/>
                <a:gd name="T29" fmla="*/ 2 h 27"/>
                <a:gd name="T30" fmla="*/ 17 w 18"/>
                <a:gd name="T31" fmla="*/ 8 h 27"/>
                <a:gd name="T32" fmla="*/ 12 w 18"/>
                <a:gd name="T33" fmla="*/ 8 h 27"/>
                <a:gd name="T34" fmla="*/ 11 w 18"/>
                <a:gd name="T35" fmla="*/ 6 h 27"/>
                <a:gd name="T36" fmla="*/ 8 w 18"/>
                <a:gd name="T37" fmla="*/ 5 h 27"/>
                <a:gd name="T38" fmla="*/ 5 w 18"/>
                <a:gd name="T39" fmla="*/ 6 h 27"/>
                <a:gd name="T40" fmla="*/ 5 w 18"/>
                <a:gd name="T41" fmla="*/ 8 h 27"/>
                <a:gd name="T42" fmla="*/ 5 w 18"/>
                <a:gd name="T43" fmla="*/ 9 h 27"/>
                <a:gd name="T44" fmla="*/ 10 w 18"/>
                <a:gd name="T45" fmla="*/ 11 h 27"/>
                <a:gd name="T46" fmla="*/ 14 w 18"/>
                <a:gd name="T47" fmla="*/ 12 h 27"/>
                <a:gd name="T48" fmla="*/ 17 w 18"/>
                <a:gd name="T49" fmla="*/ 15 h 27"/>
                <a:gd name="T50" fmla="*/ 18 w 18"/>
                <a:gd name="T51" fmla="*/ 19 h 27"/>
                <a:gd name="T52" fmla="*/ 17 w 18"/>
                <a:gd name="T53" fmla="*/ 23 h 27"/>
                <a:gd name="T54" fmla="*/ 14 w 18"/>
                <a:gd name="T55" fmla="*/ 26 h 27"/>
                <a:gd name="T56" fmla="*/ 10 w 18"/>
                <a:gd name="T57" fmla="*/ 27 h 27"/>
                <a:gd name="T58" fmla="*/ 3 w 18"/>
                <a:gd name="T59" fmla="*/ 25 h 27"/>
                <a:gd name="T60" fmla="*/ 0 w 18"/>
                <a:gd name="T61"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 h="27">
                  <a:moveTo>
                    <a:pt x="0" y="19"/>
                  </a:moveTo>
                  <a:cubicBezTo>
                    <a:pt x="5" y="18"/>
                    <a:pt x="5" y="18"/>
                    <a:pt x="5" y="18"/>
                  </a:cubicBezTo>
                  <a:cubicBezTo>
                    <a:pt x="5" y="20"/>
                    <a:pt x="6" y="21"/>
                    <a:pt x="6" y="22"/>
                  </a:cubicBezTo>
                  <a:cubicBezTo>
                    <a:pt x="7" y="22"/>
                    <a:pt x="8" y="23"/>
                    <a:pt x="10" y="23"/>
                  </a:cubicBezTo>
                  <a:cubicBezTo>
                    <a:pt x="11" y="23"/>
                    <a:pt x="12" y="22"/>
                    <a:pt x="13" y="21"/>
                  </a:cubicBezTo>
                  <a:cubicBezTo>
                    <a:pt x="13" y="21"/>
                    <a:pt x="14" y="20"/>
                    <a:pt x="14" y="19"/>
                  </a:cubicBezTo>
                  <a:cubicBezTo>
                    <a:pt x="14" y="18"/>
                    <a:pt x="13" y="18"/>
                    <a:pt x="13" y="17"/>
                  </a:cubicBezTo>
                  <a:cubicBezTo>
                    <a:pt x="13" y="17"/>
                    <a:pt x="12" y="17"/>
                    <a:pt x="11" y="16"/>
                  </a:cubicBezTo>
                  <a:cubicBezTo>
                    <a:pt x="11" y="16"/>
                    <a:pt x="10" y="16"/>
                    <a:pt x="8" y="15"/>
                  </a:cubicBezTo>
                  <a:cubicBezTo>
                    <a:pt x="5" y="15"/>
                    <a:pt x="4" y="14"/>
                    <a:pt x="3" y="13"/>
                  </a:cubicBezTo>
                  <a:cubicBezTo>
                    <a:pt x="1" y="12"/>
                    <a:pt x="1" y="10"/>
                    <a:pt x="0" y="8"/>
                  </a:cubicBezTo>
                  <a:cubicBezTo>
                    <a:pt x="0" y="7"/>
                    <a:pt x="1" y="6"/>
                    <a:pt x="1" y="5"/>
                  </a:cubicBezTo>
                  <a:cubicBezTo>
                    <a:pt x="2" y="3"/>
                    <a:pt x="3" y="2"/>
                    <a:pt x="4" y="2"/>
                  </a:cubicBezTo>
                  <a:cubicBezTo>
                    <a:pt x="5" y="1"/>
                    <a:pt x="6" y="1"/>
                    <a:pt x="8" y="1"/>
                  </a:cubicBezTo>
                  <a:cubicBezTo>
                    <a:pt x="11" y="0"/>
                    <a:pt x="13" y="1"/>
                    <a:pt x="14" y="2"/>
                  </a:cubicBezTo>
                  <a:cubicBezTo>
                    <a:pt x="16" y="4"/>
                    <a:pt x="17" y="6"/>
                    <a:pt x="17" y="8"/>
                  </a:cubicBezTo>
                  <a:cubicBezTo>
                    <a:pt x="12" y="8"/>
                    <a:pt x="12" y="8"/>
                    <a:pt x="12" y="8"/>
                  </a:cubicBezTo>
                  <a:cubicBezTo>
                    <a:pt x="12" y="7"/>
                    <a:pt x="12" y="6"/>
                    <a:pt x="11" y="6"/>
                  </a:cubicBezTo>
                  <a:cubicBezTo>
                    <a:pt x="10" y="5"/>
                    <a:pt x="9" y="5"/>
                    <a:pt x="8" y="5"/>
                  </a:cubicBezTo>
                  <a:cubicBezTo>
                    <a:pt x="7" y="5"/>
                    <a:pt x="6" y="5"/>
                    <a:pt x="5" y="6"/>
                  </a:cubicBezTo>
                  <a:cubicBezTo>
                    <a:pt x="5" y="6"/>
                    <a:pt x="5" y="7"/>
                    <a:pt x="5" y="8"/>
                  </a:cubicBezTo>
                  <a:cubicBezTo>
                    <a:pt x="5" y="8"/>
                    <a:pt x="5" y="9"/>
                    <a:pt x="5" y="9"/>
                  </a:cubicBezTo>
                  <a:cubicBezTo>
                    <a:pt x="6" y="10"/>
                    <a:pt x="7" y="10"/>
                    <a:pt x="10" y="11"/>
                  </a:cubicBezTo>
                  <a:cubicBezTo>
                    <a:pt x="12" y="11"/>
                    <a:pt x="13" y="12"/>
                    <a:pt x="14" y="12"/>
                  </a:cubicBezTo>
                  <a:cubicBezTo>
                    <a:pt x="15" y="13"/>
                    <a:pt x="16" y="14"/>
                    <a:pt x="17" y="15"/>
                  </a:cubicBezTo>
                  <a:cubicBezTo>
                    <a:pt x="18" y="16"/>
                    <a:pt x="18" y="17"/>
                    <a:pt x="18" y="19"/>
                  </a:cubicBezTo>
                  <a:cubicBezTo>
                    <a:pt x="18" y="20"/>
                    <a:pt x="18" y="21"/>
                    <a:pt x="17" y="23"/>
                  </a:cubicBezTo>
                  <a:cubicBezTo>
                    <a:pt x="17" y="24"/>
                    <a:pt x="16" y="25"/>
                    <a:pt x="14" y="26"/>
                  </a:cubicBezTo>
                  <a:cubicBezTo>
                    <a:pt x="13" y="26"/>
                    <a:pt x="12" y="27"/>
                    <a:pt x="10" y="27"/>
                  </a:cubicBezTo>
                  <a:cubicBezTo>
                    <a:pt x="7" y="27"/>
                    <a:pt x="5" y="27"/>
                    <a:pt x="3" y="25"/>
                  </a:cubicBezTo>
                  <a:cubicBezTo>
                    <a:pt x="2" y="24"/>
                    <a:pt x="1" y="22"/>
                    <a:pt x="0" y="1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3" name="ïṥlíḓê"/>
            <p:cNvSpPr/>
            <p:nvPr/>
          </p:nvSpPr>
          <p:spPr bwMode="auto">
            <a:xfrm>
              <a:off x="3052763" y="4143376"/>
              <a:ext cx="73025" cy="96838"/>
            </a:xfrm>
            <a:custGeom>
              <a:avLst/>
              <a:gdLst>
                <a:gd name="T0" fmla="*/ 16 w 20"/>
                <a:gd name="T1" fmla="*/ 16 h 27"/>
                <a:gd name="T2" fmla="*/ 20 w 20"/>
                <a:gd name="T3" fmla="*/ 17 h 27"/>
                <a:gd name="T4" fmla="*/ 18 w 20"/>
                <a:gd name="T5" fmla="*/ 24 h 27"/>
                <a:gd name="T6" fmla="*/ 13 w 20"/>
                <a:gd name="T7" fmla="*/ 26 h 27"/>
                <a:gd name="T8" fmla="*/ 5 w 20"/>
                <a:gd name="T9" fmla="*/ 24 h 27"/>
                <a:gd name="T10" fmla="*/ 1 w 20"/>
                <a:gd name="T11" fmla="*/ 15 h 27"/>
                <a:gd name="T12" fmla="*/ 2 w 20"/>
                <a:gd name="T13" fmla="*/ 5 h 27"/>
                <a:gd name="T14" fmla="*/ 9 w 20"/>
                <a:gd name="T15" fmla="*/ 0 h 27"/>
                <a:gd name="T16" fmla="*/ 16 w 20"/>
                <a:gd name="T17" fmla="*/ 2 h 27"/>
                <a:gd name="T18" fmla="*/ 19 w 20"/>
                <a:gd name="T19" fmla="*/ 6 h 27"/>
                <a:gd name="T20" fmla="*/ 14 w 20"/>
                <a:gd name="T21" fmla="*/ 8 h 27"/>
                <a:gd name="T22" fmla="*/ 12 w 20"/>
                <a:gd name="T23" fmla="*/ 5 h 27"/>
                <a:gd name="T24" fmla="*/ 9 w 20"/>
                <a:gd name="T25" fmla="*/ 5 h 27"/>
                <a:gd name="T26" fmla="*/ 6 w 20"/>
                <a:gd name="T27" fmla="*/ 7 h 27"/>
                <a:gd name="T28" fmla="*/ 5 w 20"/>
                <a:gd name="T29" fmla="*/ 14 h 27"/>
                <a:gd name="T30" fmla="*/ 8 w 20"/>
                <a:gd name="T31" fmla="*/ 21 h 27"/>
                <a:gd name="T32" fmla="*/ 12 w 20"/>
                <a:gd name="T33" fmla="*/ 22 h 27"/>
                <a:gd name="T34" fmla="*/ 15 w 20"/>
                <a:gd name="T35" fmla="*/ 20 h 27"/>
                <a:gd name="T36" fmla="*/ 16 w 20"/>
                <a:gd name="T37" fmla="*/ 1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 h="27">
                  <a:moveTo>
                    <a:pt x="16" y="16"/>
                  </a:moveTo>
                  <a:cubicBezTo>
                    <a:pt x="20" y="17"/>
                    <a:pt x="20" y="17"/>
                    <a:pt x="20" y="17"/>
                  </a:cubicBezTo>
                  <a:cubicBezTo>
                    <a:pt x="20" y="20"/>
                    <a:pt x="19" y="22"/>
                    <a:pt x="18" y="24"/>
                  </a:cubicBezTo>
                  <a:cubicBezTo>
                    <a:pt x="17" y="25"/>
                    <a:pt x="15" y="26"/>
                    <a:pt x="13" y="26"/>
                  </a:cubicBezTo>
                  <a:cubicBezTo>
                    <a:pt x="10" y="27"/>
                    <a:pt x="7" y="26"/>
                    <a:pt x="5" y="24"/>
                  </a:cubicBezTo>
                  <a:cubicBezTo>
                    <a:pt x="3" y="22"/>
                    <a:pt x="2" y="19"/>
                    <a:pt x="1" y="15"/>
                  </a:cubicBezTo>
                  <a:cubicBezTo>
                    <a:pt x="0" y="11"/>
                    <a:pt x="1" y="8"/>
                    <a:pt x="2" y="5"/>
                  </a:cubicBezTo>
                  <a:cubicBezTo>
                    <a:pt x="4" y="2"/>
                    <a:pt x="6" y="1"/>
                    <a:pt x="9" y="0"/>
                  </a:cubicBezTo>
                  <a:cubicBezTo>
                    <a:pt x="11" y="0"/>
                    <a:pt x="14" y="0"/>
                    <a:pt x="16" y="2"/>
                  </a:cubicBezTo>
                  <a:cubicBezTo>
                    <a:pt x="17" y="3"/>
                    <a:pt x="18" y="4"/>
                    <a:pt x="19" y="6"/>
                  </a:cubicBezTo>
                  <a:cubicBezTo>
                    <a:pt x="14" y="8"/>
                    <a:pt x="14" y="8"/>
                    <a:pt x="14" y="8"/>
                  </a:cubicBezTo>
                  <a:cubicBezTo>
                    <a:pt x="14" y="7"/>
                    <a:pt x="13" y="6"/>
                    <a:pt x="12" y="5"/>
                  </a:cubicBezTo>
                  <a:cubicBezTo>
                    <a:pt x="11" y="5"/>
                    <a:pt x="10" y="5"/>
                    <a:pt x="9" y="5"/>
                  </a:cubicBezTo>
                  <a:cubicBezTo>
                    <a:pt x="8" y="5"/>
                    <a:pt x="6" y="6"/>
                    <a:pt x="6" y="7"/>
                  </a:cubicBezTo>
                  <a:cubicBezTo>
                    <a:pt x="5" y="9"/>
                    <a:pt x="5" y="11"/>
                    <a:pt x="5" y="14"/>
                  </a:cubicBezTo>
                  <a:cubicBezTo>
                    <a:pt x="6" y="17"/>
                    <a:pt x="7" y="19"/>
                    <a:pt x="8" y="21"/>
                  </a:cubicBezTo>
                  <a:cubicBezTo>
                    <a:pt x="9" y="22"/>
                    <a:pt x="10" y="22"/>
                    <a:pt x="12" y="22"/>
                  </a:cubicBezTo>
                  <a:cubicBezTo>
                    <a:pt x="13" y="22"/>
                    <a:pt x="14" y="21"/>
                    <a:pt x="15" y="20"/>
                  </a:cubicBezTo>
                  <a:cubicBezTo>
                    <a:pt x="15" y="19"/>
                    <a:pt x="16" y="18"/>
                    <a:pt x="16" y="1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4" name="îṧḷíḍé"/>
            <p:cNvSpPr/>
            <p:nvPr/>
          </p:nvSpPr>
          <p:spPr bwMode="auto">
            <a:xfrm>
              <a:off x="3125788" y="4135438"/>
              <a:ext cx="34925" cy="90488"/>
            </a:xfrm>
            <a:custGeom>
              <a:avLst/>
              <a:gdLst>
                <a:gd name="T0" fmla="*/ 13 w 22"/>
                <a:gd name="T1" fmla="*/ 57 h 57"/>
                <a:gd name="T2" fmla="*/ 0 w 22"/>
                <a:gd name="T3" fmla="*/ 2 h 57"/>
                <a:gd name="T4" fmla="*/ 11 w 22"/>
                <a:gd name="T5" fmla="*/ 0 h 57"/>
                <a:gd name="T6" fmla="*/ 22 w 22"/>
                <a:gd name="T7" fmla="*/ 55 h 57"/>
                <a:gd name="T8" fmla="*/ 13 w 22"/>
                <a:gd name="T9" fmla="*/ 57 h 57"/>
              </a:gdLst>
              <a:ahLst/>
              <a:cxnLst>
                <a:cxn ang="0">
                  <a:pos x="T0" y="T1"/>
                </a:cxn>
                <a:cxn ang="0">
                  <a:pos x="T2" y="T3"/>
                </a:cxn>
                <a:cxn ang="0">
                  <a:pos x="T4" y="T5"/>
                </a:cxn>
                <a:cxn ang="0">
                  <a:pos x="T6" y="T7"/>
                </a:cxn>
                <a:cxn ang="0">
                  <a:pos x="T8" y="T9"/>
                </a:cxn>
              </a:cxnLst>
              <a:rect l="0" t="0" r="r" b="b"/>
              <a:pathLst>
                <a:path w="22" h="57">
                  <a:moveTo>
                    <a:pt x="13" y="57"/>
                  </a:moveTo>
                  <a:lnTo>
                    <a:pt x="0" y="2"/>
                  </a:lnTo>
                  <a:lnTo>
                    <a:pt x="11" y="0"/>
                  </a:lnTo>
                  <a:lnTo>
                    <a:pt x="22" y="55"/>
                  </a:lnTo>
                  <a:lnTo>
                    <a:pt x="13" y="5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5" name="îṩḻïďè"/>
            <p:cNvSpPr/>
            <p:nvPr/>
          </p:nvSpPr>
          <p:spPr bwMode="auto">
            <a:xfrm>
              <a:off x="3154363" y="4113213"/>
              <a:ext cx="82550" cy="106363"/>
            </a:xfrm>
            <a:custGeom>
              <a:avLst/>
              <a:gdLst>
                <a:gd name="T0" fmla="*/ 18 w 52"/>
                <a:gd name="T1" fmla="*/ 67 h 67"/>
                <a:gd name="T2" fmla="*/ 0 w 52"/>
                <a:gd name="T3" fmla="*/ 12 h 67"/>
                <a:gd name="T4" fmla="*/ 34 w 52"/>
                <a:gd name="T5" fmla="*/ 0 h 67"/>
                <a:gd name="T6" fmla="*/ 38 w 52"/>
                <a:gd name="T7" fmla="*/ 10 h 67"/>
                <a:gd name="T8" fmla="*/ 11 w 52"/>
                <a:gd name="T9" fmla="*/ 19 h 67"/>
                <a:gd name="T10" fmla="*/ 16 w 52"/>
                <a:gd name="T11" fmla="*/ 30 h 67"/>
                <a:gd name="T12" fmla="*/ 38 w 52"/>
                <a:gd name="T13" fmla="*/ 23 h 67"/>
                <a:gd name="T14" fmla="*/ 43 w 52"/>
                <a:gd name="T15" fmla="*/ 32 h 67"/>
                <a:gd name="T16" fmla="*/ 18 w 52"/>
                <a:gd name="T17" fmla="*/ 39 h 67"/>
                <a:gd name="T18" fmla="*/ 22 w 52"/>
                <a:gd name="T19" fmla="*/ 55 h 67"/>
                <a:gd name="T20" fmla="*/ 50 w 52"/>
                <a:gd name="T21" fmla="*/ 46 h 67"/>
                <a:gd name="T22" fmla="*/ 52 w 52"/>
                <a:gd name="T23" fmla="*/ 55 h 67"/>
                <a:gd name="T24" fmla="*/ 18 w 52"/>
                <a:gd name="T25"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 h="67">
                  <a:moveTo>
                    <a:pt x="18" y="67"/>
                  </a:moveTo>
                  <a:lnTo>
                    <a:pt x="0" y="12"/>
                  </a:lnTo>
                  <a:lnTo>
                    <a:pt x="34" y="0"/>
                  </a:lnTo>
                  <a:lnTo>
                    <a:pt x="38" y="10"/>
                  </a:lnTo>
                  <a:lnTo>
                    <a:pt x="11" y="19"/>
                  </a:lnTo>
                  <a:lnTo>
                    <a:pt x="16" y="30"/>
                  </a:lnTo>
                  <a:lnTo>
                    <a:pt x="38" y="23"/>
                  </a:lnTo>
                  <a:lnTo>
                    <a:pt x="43" y="32"/>
                  </a:lnTo>
                  <a:lnTo>
                    <a:pt x="18" y="39"/>
                  </a:lnTo>
                  <a:lnTo>
                    <a:pt x="22" y="55"/>
                  </a:lnTo>
                  <a:lnTo>
                    <a:pt x="50" y="46"/>
                  </a:lnTo>
                  <a:lnTo>
                    <a:pt x="52" y="55"/>
                  </a:lnTo>
                  <a:lnTo>
                    <a:pt x="18" y="67"/>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6" name="ïşļídé"/>
            <p:cNvSpPr/>
            <p:nvPr/>
          </p:nvSpPr>
          <p:spPr bwMode="auto">
            <a:xfrm>
              <a:off x="3219450" y="4084638"/>
              <a:ext cx="93663" cy="109538"/>
            </a:xfrm>
            <a:custGeom>
              <a:avLst/>
              <a:gdLst>
                <a:gd name="T0" fmla="*/ 22 w 59"/>
                <a:gd name="T1" fmla="*/ 69 h 69"/>
                <a:gd name="T2" fmla="*/ 0 w 59"/>
                <a:gd name="T3" fmla="*/ 16 h 69"/>
                <a:gd name="T4" fmla="*/ 9 w 59"/>
                <a:gd name="T5" fmla="*/ 12 h 69"/>
                <a:gd name="T6" fmla="*/ 43 w 59"/>
                <a:gd name="T7" fmla="*/ 39 h 69"/>
                <a:gd name="T8" fmla="*/ 27 w 59"/>
                <a:gd name="T9" fmla="*/ 5 h 69"/>
                <a:gd name="T10" fmla="*/ 36 w 59"/>
                <a:gd name="T11" fmla="*/ 0 h 69"/>
                <a:gd name="T12" fmla="*/ 59 w 59"/>
                <a:gd name="T13" fmla="*/ 55 h 69"/>
                <a:gd name="T14" fmla="*/ 50 w 59"/>
                <a:gd name="T15" fmla="*/ 57 h 69"/>
                <a:gd name="T16" fmla="*/ 16 w 59"/>
                <a:gd name="T17" fmla="*/ 30 h 69"/>
                <a:gd name="T18" fmla="*/ 31 w 59"/>
                <a:gd name="T19" fmla="*/ 66 h 69"/>
                <a:gd name="T20" fmla="*/ 22 w 59"/>
                <a:gd name="T2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69">
                  <a:moveTo>
                    <a:pt x="22" y="69"/>
                  </a:moveTo>
                  <a:lnTo>
                    <a:pt x="0" y="16"/>
                  </a:lnTo>
                  <a:lnTo>
                    <a:pt x="9" y="12"/>
                  </a:lnTo>
                  <a:lnTo>
                    <a:pt x="43" y="39"/>
                  </a:lnTo>
                  <a:lnTo>
                    <a:pt x="27" y="5"/>
                  </a:lnTo>
                  <a:lnTo>
                    <a:pt x="36" y="0"/>
                  </a:lnTo>
                  <a:lnTo>
                    <a:pt x="59" y="55"/>
                  </a:lnTo>
                  <a:lnTo>
                    <a:pt x="50" y="57"/>
                  </a:lnTo>
                  <a:lnTo>
                    <a:pt x="16" y="30"/>
                  </a:lnTo>
                  <a:lnTo>
                    <a:pt x="31" y="66"/>
                  </a:lnTo>
                  <a:lnTo>
                    <a:pt x="22"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7" name="iṧḻíďe"/>
            <p:cNvSpPr/>
            <p:nvPr/>
          </p:nvSpPr>
          <p:spPr bwMode="auto">
            <a:xfrm>
              <a:off x="3298825" y="4056063"/>
              <a:ext cx="82550" cy="93663"/>
            </a:xfrm>
            <a:custGeom>
              <a:avLst/>
              <a:gdLst>
                <a:gd name="T0" fmla="*/ 17 w 23"/>
                <a:gd name="T1" fmla="*/ 14 h 26"/>
                <a:gd name="T2" fmla="*/ 22 w 23"/>
                <a:gd name="T3" fmla="*/ 13 h 26"/>
                <a:gd name="T4" fmla="*/ 22 w 23"/>
                <a:gd name="T5" fmla="*/ 20 h 26"/>
                <a:gd name="T6" fmla="*/ 18 w 23"/>
                <a:gd name="T7" fmla="*/ 25 h 26"/>
                <a:gd name="T8" fmla="*/ 10 w 23"/>
                <a:gd name="T9" fmla="*/ 25 h 26"/>
                <a:gd name="T10" fmla="*/ 3 w 23"/>
                <a:gd name="T11" fmla="*/ 18 h 26"/>
                <a:gd name="T12" fmla="*/ 1 w 23"/>
                <a:gd name="T13" fmla="*/ 8 h 26"/>
                <a:gd name="T14" fmla="*/ 5 w 23"/>
                <a:gd name="T15" fmla="*/ 2 h 26"/>
                <a:gd name="T16" fmla="*/ 12 w 23"/>
                <a:gd name="T17" fmla="*/ 1 h 26"/>
                <a:gd name="T18" fmla="*/ 17 w 23"/>
                <a:gd name="T19" fmla="*/ 4 h 26"/>
                <a:gd name="T20" fmla="*/ 13 w 23"/>
                <a:gd name="T21" fmla="*/ 7 h 26"/>
                <a:gd name="T22" fmla="*/ 10 w 23"/>
                <a:gd name="T23" fmla="*/ 5 h 26"/>
                <a:gd name="T24" fmla="*/ 7 w 23"/>
                <a:gd name="T25" fmla="*/ 6 h 26"/>
                <a:gd name="T26" fmla="*/ 5 w 23"/>
                <a:gd name="T27" fmla="*/ 9 h 26"/>
                <a:gd name="T28" fmla="*/ 7 w 23"/>
                <a:gd name="T29" fmla="*/ 16 h 26"/>
                <a:gd name="T30" fmla="*/ 11 w 23"/>
                <a:gd name="T31" fmla="*/ 21 h 26"/>
                <a:gd name="T32" fmla="*/ 16 w 23"/>
                <a:gd name="T33" fmla="*/ 21 h 26"/>
                <a:gd name="T34" fmla="*/ 18 w 23"/>
                <a:gd name="T35" fmla="*/ 18 h 26"/>
                <a:gd name="T36" fmla="*/ 17 w 23"/>
                <a:gd name="T37" fmla="*/ 1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6">
                  <a:moveTo>
                    <a:pt x="17" y="14"/>
                  </a:moveTo>
                  <a:cubicBezTo>
                    <a:pt x="22" y="13"/>
                    <a:pt x="22" y="13"/>
                    <a:pt x="22" y="13"/>
                  </a:cubicBezTo>
                  <a:cubicBezTo>
                    <a:pt x="23" y="16"/>
                    <a:pt x="23" y="18"/>
                    <a:pt x="22" y="20"/>
                  </a:cubicBezTo>
                  <a:cubicBezTo>
                    <a:pt x="21" y="22"/>
                    <a:pt x="20" y="24"/>
                    <a:pt x="18" y="25"/>
                  </a:cubicBezTo>
                  <a:cubicBezTo>
                    <a:pt x="15" y="26"/>
                    <a:pt x="13" y="26"/>
                    <a:pt x="10" y="25"/>
                  </a:cubicBezTo>
                  <a:cubicBezTo>
                    <a:pt x="7" y="24"/>
                    <a:pt x="5" y="22"/>
                    <a:pt x="3" y="18"/>
                  </a:cubicBezTo>
                  <a:cubicBezTo>
                    <a:pt x="1" y="15"/>
                    <a:pt x="0" y="11"/>
                    <a:pt x="1" y="8"/>
                  </a:cubicBezTo>
                  <a:cubicBezTo>
                    <a:pt x="1" y="5"/>
                    <a:pt x="3" y="3"/>
                    <a:pt x="5" y="2"/>
                  </a:cubicBezTo>
                  <a:cubicBezTo>
                    <a:pt x="8" y="0"/>
                    <a:pt x="10" y="0"/>
                    <a:pt x="12" y="1"/>
                  </a:cubicBezTo>
                  <a:cubicBezTo>
                    <a:pt x="14" y="1"/>
                    <a:pt x="15" y="2"/>
                    <a:pt x="17" y="4"/>
                  </a:cubicBezTo>
                  <a:cubicBezTo>
                    <a:pt x="13" y="7"/>
                    <a:pt x="13" y="7"/>
                    <a:pt x="13" y="7"/>
                  </a:cubicBezTo>
                  <a:cubicBezTo>
                    <a:pt x="12" y="6"/>
                    <a:pt x="11" y="5"/>
                    <a:pt x="10" y="5"/>
                  </a:cubicBezTo>
                  <a:cubicBezTo>
                    <a:pt x="9" y="5"/>
                    <a:pt x="8" y="5"/>
                    <a:pt x="7" y="6"/>
                  </a:cubicBezTo>
                  <a:cubicBezTo>
                    <a:pt x="6" y="6"/>
                    <a:pt x="5" y="8"/>
                    <a:pt x="5" y="9"/>
                  </a:cubicBezTo>
                  <a:cubicBezTo>
                    <a:pt x="5" y="11"/>
                    <a:pt x="5" y="13"/>
                    <a:pt x="7" y="16"/>
                  </a:cubicBezTo>
                  <a:cubicBezTo>
                    <a:pt x="8" y="19"/>
                    <a:pt x="10" y="20"/>
                    <a:pt x="11" y="21"/>
                  </a:cubicBezTo>
                  <a:cubicBezTo>
                    <a:pt x="13" y="22"/>
                    <a:pt x="14" y="22"/>
                    <a:pt x="16" y="21"/>
                  </a:cubicBezTo>
                  <a:cubicBezTo>
                    <a:pt x="17" y="20"/>
                    <a:pt x="17" y="20"/>
                    <a:pt x="18" y="18"/>
                  </a:cubicBezTo>
                  <a:cubicBezTo>
                    <a:pt x="18" y="17"/>
                    <a:pt x="18" y="16"/>
                    <a:pt x="17" y="14"/>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8" name="ïSlïḓé"/>
            <p:cNvSpPr/>
            <p:nvPr/>
          </p:nvSpPr>
          <p:spPr bwMode="auto">
            <a:xfrm>
              <a:off x="3352800" y="4008438"/>
              <a:ext cx="104775" cy="109538"/>
            </a:xfrm>
            <a:custGeom>
              <a:avLst/>
              <a:gdLst>
                <a:gd name="T0" fmla="*/ 34 w 66"/>
                <a:gd name="T1" fmla="*/ 69 h 69"/>
                <a:gd name="T2" fmla="*/ 0 w 66"/>
                <a:gd name="T3" fmla="*/ 21 h 69"/>
                <a:gd name="T4" fmla="*/ 31 w 66"/>
                <a:gd name="T5" fmla="*/ 0 h 69"/>
                <a:gd name="T6" fmla="*/ 36 w 66"/>
                <a:gd name="T7" fmla="*/ 9 h 69"/>
                <a:gd name="T8" fmla="*/ 16 w 66"/>
                <a:gd name="T9" fmla="*/ 23 h 69"/>
                <a:gd name="T10" fmla="*/ 22 w 66"/>
                <a:gd name="T11" fmla="*/ 35 h 69"/>
                <a:gd name="T12" fmla="*/ 43 w 66"/>
                <a:gd name="T13" fmla="*/ 21 h 69"/>
                <a:gd name="T14" fmla="*/ 47 w 66"/>
                <a:gd name="T15" fmla="*/ 28 h 69"/>
                <a:gd name="T16" fmla="*/ 27 w 66"/>
                <a:gd name="T17" fmla="*/ 44 h 69"/>
                <a:gd name="T18" fmla="*/ 36 w 66"/>
                <a:gd name="T19" fmla="*/ 55 h 69"/>
                <a:gd name="T20" fmla="*/ 59 w 66"/>
                <a:gd name="T21" fmla="*/ 39 h 69"/>
                <a:gd name="T22" fmla="*/ 66 w 66"/>
                <a:gd name="T23" fmla="*/ 48 h 69"/>
                <a:gd name="T24" fmla="*/ 34 w 66"/>
                <a:gd name="T2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9">
                  <a:moveTo>
                    <a:pt x="34" y="69"/>
                  </a:moveTo>
                  <a:lnTo>
                    <a:pt x="0" y="21"/>
                  </a:lnTo>
                  <a:lnTo>
                    <a:pt x="31" y="0"/>
                  </a:lnTo>
                  <a:lnTo>
                    <a:pt x="36" y="9"/>
                  </a:lnTo>
                  <a:lnTo>
                    <a:pt x="16" y="23"/>
                  </a:lnTo>
                  <a:lnTo>
                    <a:pt x="22" y="35"/>
                  </a:lnTo>
                  <a:lnTo>
                    <a:pt x="43" y="21"/>
                  </a:lnTo>
                  <a:lnTo>
                    <a:pt x="47" y="28"/>
                  </a:lnTo>
                  <a:lnTo>
                    <a:pt x="27" y="44"/>
                  </a:lnTo>
                  <a:lnTo>
                    <a:pt x="36" y="55"/>
                  </a:lnTo>
                  <a:lnTo>
                    <a:pt x="59" y="39"/>
                  </a:lnTo>
                  <a:lnTo>
                    <a:pt x="66" y="48"/>
                  </a:lnTo>
                  <a:lnTo>
                    <a:pt x="34" y="6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89" name="išľîḑé"/>
            <p:cNvSpPr/>
            <p:nvPr/>
          </p:nvSpPr>
          <p:spPr bwMode="auto">
            <a:xfrm>
              <a:off x="3446463" y="3957638"/>
              <a:ext cx="93663" cy="87313"/>
            </a:xfrm>
            <a:custGeom>
              <a:avLst/>
              <a:gdLst>
                <a:gd name="T0" fmla="*/ 26 w 26"/>
                <a:gd name="T1" fmla="*/ 11 h 24"/>
                <a:gd name="T2" fmla="*/ 26 w 26"/>
                <a:gd name="T3" fmla="*/ 15 h 24"/>
                <a:gd name="T4" fmla="*/ 22 w 26"/>
                <a:gd name="T5" fmla="*/ 15 h 24"/>
                <a:gd name="T6" fmla="*/ 21 w 26"/>
                <a:gd name="T7" fmla="*/ 19 h 24"/>
                <a:gd name="T8" fmla="*/ 19 w 26"/>
                <a:gd name="T9" fmla="*/ 22 h 24"/>
                <a:gd name="T10" fmla="*/ 13 w 26"/>
                <a:gd name="T11" fmla="*/ 24 h 24"/>
                <a:gd name="T12" fmla="*/ 8 w 26"/>
                <a:gd name="T13" fmla="*/ 21 h 24"/>
                <a:gd name="T14" fmla="*/ 6 w 26"/>
                <a:gd name="T15" fmla="*/ 17 h 24"/>
                <a:gd name="T16" fmla="*/ 7 w 26"/>
                <a:gd name="T17" fmla="*/ 12 h 24"/>
                <a:gd name="T18" fmla="*/ 3 w 26"/>
                <a:gd name="T19" fmla="*/ 11 h 24"/>
                <a:gd name="T20" fmla="*/ 1 w 26"/>
                <a:gd name="T21" fmla="*/ 10 h 24"/>
                <a:gd name="T22" fmla="*/ 0 w 26"/>
                <a:gd name="T23" fmla="*/ 6 h 24"/>
                <a:gd name="T24" fmla="*/ 2 w 26"/>
                <a:gd name="T25" fmla="*/ 1 h 24"/>
                <a:gd name="T26" fmla="*/ 6 w 26"/>
                <a:gd name="T27" fmla="*/ 0 h 24"/>
                <a:gd name="T28" fmla="*/ 10 w 26"/>
                <a:gd name="T29" fmla="*/ 2 h 24"/>
                <a:gd name="T30" fmla="*/ 12 w 26"/>
                <a:gd name="T31" fmla="*/ 4 h 24"/>
                <a:gd name="T32" fmla="*/ 11 w 26"/>
                <a:gd name="T33" fmla="*/ 9 h 24"/>
                <a:gd name="T34" fmla="*/ 17 w 26"/>
                <a:gd name="T35" fmla="*/ 10 h 24"/>
                <a:gd name="T36" fmla="*/ 16 w 26"/>
                <a:gd name="T37" fmla="*/ 7 h 24"/>
                <a:gd name="T38" fmla="*/ 19 w 26"/>
                <a:gd name="T39" fmla="*/ 6 h 24"/>
                <a:gd name="T40" fmla="*/ 21 w 26"/>
                <a:gd name="T41" fmla="*/ 9 h 24"/>
                <a:gd name="T42" fmla="*/ 21 w 26"/>
                <a:gd name="T43" fmla="*/ 11 h 24"/>
                <a:gd name="T44" fmla="*/ 24 w 26"/>
                <a:gd name="T45" fmla="*/ 11 h 24"/>
                <a:gd name="T46" fmla="*/ 26 w 26"/>
                <a:gd name="T47" fmla="*/ 11 h 24"/>
                <a:gd name="T48" fmla="*/ 8 w 26"/>
                <a:gd name="T49" fmla="*/ 8 h 24"/>
                <a:gd name="T50" fmla="*/ 8 w 26"/>
                <a:gd name="T51" fmla="*/ 7 h 24"/>
                <a:gd name="T52" fmla="*/ 7 w 26"/>
                <a:gd name="T53" fmla="*/ 4 h 24"/>
                <a:gd name="T54" fmla="*/ 6 w 26"/>
                <a:gd name="T55" fmla="*/ 3 h 24"/>
                <a:gd name="T56" fmla="*/ 4 w 26"/>
                <a:gd name="T57" fmla="*/ 4 h 24"/>
                <a:gd name="T58" fmla="*/ 4 w 26"/>
                <a:gd name="T59" fmla="*/ 5 h 24"/>
                <a:gd name="T60" fmla="*/ 4 w 26"/>
                <a:gd name="T61" fmla="*/ 7 h 24"/>
                <a:gd name="T62" fmla="*/ 6 w 26"/>
                <a:gd name="T63" fmla="*/ 8 h 24"/>
                <a:gd name="T64" fmla="*/ 8 w 26"/>
                <a:gd name="T65" fmla="*/ 8 h 24"/>
                <a:gd name="T66" fmla="*/ 10 w 26"/>
                <a:gd name="T67" fmla="*/ 13 h 24"/>
                <a:gd name="T68" fmla="*/ 10 w 26"/>
                <a:gd name="T69" fmla="*/ 16 h 24"/>
                <a:gd name="T70" fmla="*/ 11 w 26"/>
                <a:gd name="T71" fmla="*/ 18 h 24"/>
                <a:gd name="T72" fmla="*/ 14 w 26"/>
                <a:gd name="T73" fmla="*/ 20 h 24"/>
                <a:gd name="T74" fmla="*/ 16 w 26"/>
                <a:gd name="T75" fmla="*/ 19 h 24"/>
                <a:gd name="T76" fmla="*/ 17 w 26"/>
                <a:gd name="T77" fmla="*/ 17 h 24"/>
                <a:gd name="T78" fmla="*/ 18 w 26"/>
                <a:gd name="T79" fmla="*/ 15 h 24"/>
                <a:gd name="T80" fmla="*/ 10 w 26"/>
                <a:gd name="T81" fmla="*/ 1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 h="24">
                  <a:moveTo>
                    <a:pt x="26" y="11"/>
                  </a:moveTo>
                  <a:cubicBezTo>
                    <a:pt x="26" y="15"/>
                    <a:pt x="26" y="15"/>
                    <a:pt x="26" y="15"/>
                  </a:cubicBezTo>
                  <a:cubicBezTo>
                    <a:pt x="25" y="15"/>
                    <a:pt x="23" y="15"/>
                    <a:pt x="22" y="15"/>
                  </a:cubicBezTo>
                  <a:cubicBezTo>
                    <a:pt x="22" y="17"/>
                    <a:pt x="22" y="18"/>
                    <a:pt x="21" y="19"/>
                  </a:cubicBezTo>
                  <a:cubicBezTo>
                    <a:pt x="21" y="20"/>
                    <a:pt x="20" y="21"/>
                    <a:pt x="19" y="22"/>
                  </a:cubicBezTo>
                  <a:cubicBezTo>
                    <a:pt x="17" y="23"/>
                    <a:pt x="15" y="24"/>
                    <a:pt x="13" y="24"/>
                  </a:cubicBezTo>
                  <a:cubicBezTo>
                    <a:pt x="11" y="23"/>
                    <a:pt x="10" y="23"/>
                    <a:pt x="8" y="21"/>
                  </a:cubicBezTo>
                  <a:cubicBezTo>
                    <a:pt x="7" y="20"/>
                    <a:pt x="7" y="19"/>
                    <a:pt x="6" y="17"/>
                  </a:cubicBezTo>
                  <a:cubicBezTo>
                    <a:pt x="6" y="16"/>
                    <a:pt x="6" y="14"/>
                    <a:pt x="7" y="12"/>
                  </a:cubicBezTo>
                  <a:cubicBezTo>
                    <a:pt x="5" y="12"/>
                    <a:pt x="4" y="12"/>
                    <a:pt x="3" y="11"/>
                  </a:cubicBezTo>
                  <a:cubicBezTo>
                    <a:pt x="3" y="11"/>
                    <a:pt x="2" y="10"/>
                    <a:pt x="1" y="10"/>
                  </a:cubicBezTo>
                  <a:cubicBezTo>
                    <a:pt x="0" y="9"/>
                    <a:pt x="0" y="7"/>
                    <a:pt x="0" y="6"/>
                  </a:cubicBezTo>
                  <a:cubicBezTo>
                    <a:pt x="0" y="4"/>
                    <a:pt x="0" y="3"/>
                    <a:pt x="2" y="1"/>
                  </a:cubicBezTo>
                  <a:cubicBezTo>
                    <a:pt x="3" y="0"/>
                    <a:pt x="5" y="0"/>
                    <a:pt x="6" y="0"/>
                  </a:cubicBezTo>
                  <a:cubicBezTo>
                    <a:pt x="8" y="0"/>
                    <a:pt x="9" y="0"/>
                    <a:pt x="10" y="2"/>
                  </a:cubicBezTo>
                  <a:cubicBezTo>
                    <a:pt x="11" y="2"/>
                    <a:pt x="11" y="3"/>
                    <a:pt x="12" y="4"/>
                  </a:cubicBezTo>
                  <a:cubicBezTo>
                    <a:pt x="12" y="5"/>
                    <a:pt x="12" y="7"/>
                    <a:pt x="11" y="9"/>
                  </a:cubicBezTo>
                  <a:cubicBezTo>
                    <a:pt x="17" y="10"/>
                    <a:pt x="17" y="10"/>
                    <a:pt x="17" y="10"/>
                  </a:cubicBezTo>
                  <a:cubicBezTo>
                    <a:pt x="17" y="9"/>
                    <a:pt x="16" y="9"/>
                    <a:pt x="16" y="7"/>
                  </a:cubicBezTo>
                  <a:cubicBezTo>
                    <a:pt x="19" y="6"/>
                    <a:pt x="19" y="6"/>
                    <a:pt x="19" y="6"/>
                  </a:cubicBezTo>
                  <a:cubicBezTo>
                    <a:pt x="20" y="7"/>
                    <a:pt x="20" y="8"/>
                    <a:pt x="21" y="9"/>
                  </a:cubicBezTo>
                  <a:cubicBezTo>
                    <a:pt x="21" y="10"/>
                    <a:pt x="21" y="10"/>
                    <a:pt x="21" y="11"/>
                  </a:cubicBezTo>
                  <a:cubicBezTo>
                    <a:pt x="22" y="11"/>
                    <a:pt x="23" y="11"/>
                    <a:pt x="24" y="11"/>
                  </a:cubicBezTo>
                  <a:cubicBezTo>
                    <a:pt x="25" y="11"/>
                    <a:pt x="25" y="11"/>
                    <a:pt x="26" y="11"/>
                  </a:cubicBezTo>
                  <a:close/>
                  <a:moveTo>
                    <a:pt x="8" y="8"/>
                  </a:moveTo>
                  <a:cubicBezTo>
                    <a:pt x="8" y="7"/>
                    <a:pt x="8" y="7"/>
                    <a:pt x="8" y="7"/>
                  </a:cubicBezTo>
                  <a:cubicBezTo>
                    <a:pt x="8" y="5"/>
                    <a:pt x="8" y="5"/>
                    <a:pt x="7" y="4"/>
                  </a:cubicBezTo>
                  <a:cubicBezTo>
                    <a:pt x="7" y="4"/>
                    <a:pt x="7" y="3"/>
                    <a:pt x="6" y="3"/>
                  </a:cubicBezTo>
                  <a:cubicBezTo>
                    <a:pt x="5" y="3"/>
                    <a:pt x="5" y="3"/>
                    <a:pt x="4" y="4"/>
                  </a:cubicBezTo>
                  <a:cubicBezTo>
                    <a:pt x="4" y="4"/>
                    <a:pt x="4" y="5"/>
                    <a:pt x="4" y="5"/>
                  </a:cubicBezTo>
                  <a:cubicBezTo>
                    <a:pt x="4" y="6"/>
                    <a:pt x="4" y="6"/>
                    <a:pt x="4" y="7"/>
                  </a:cubicBezTo>
                  <a:cubicBezTo>
                    <a:pt x="4" y="7"/>
                    <a:pt x="5" y="8"/>
                    <a:pt x="6" y="8"/>
                  </a:cubicBezTo>
                  <a:lnTo>
                    <a:pt x="8" y="8"/>
                  </a:lnTo>
                  <a:close/>
                  <a:moveTo>
                    <a:pt x="10" y="13"/>
                  </a:moveTo>
                  <a:cubicBezTo>
                    <a:pt x="10" y="14"/>
                    <a:pt x="10" y="15"/>
                    <a:pt x="10" y="16"/>
                  </a:cubicBezTo>
                  <a:cubicBezTo>
                    <a:pt x="10" y="17"/>
                    <a:pt x="11" y="18"/>
                    <a:pt x="11" y="18"/>
                  </a:cubicBezTo>
                  <a:cubicBezTo>
                    <a:pt x="12" y="19"/>
                    <a:pt x="13" y="20"/>
                    <a:pt x="14" y="20"/>
                  </a:cubicBezTo>
                  <a:cubicBezTo>
                    <a:pt x="15" y="20"/>
                    <a:pt x="15" y="19"/>
                    <a:pt x="16" y="19"/>
                  </a:cubicBezTo>
                  <a:cubicBezTo>
                    <a:pt x="17" y="18"/>
                    <a:pt x="17" y="18"/>
                    <a:pt x="17" y="17"/>
                  </a:cubicBezTo>
                  <a:cubicBezTo>
                    <a:pt x="17" y="17"/>
                    <a:pt x="18" y="16"/>
                    <a:pt x="18" y="15"/>
                  </a:cubicBezTo>
                  <a:lnTo>
                    <a:pt x="10" y="13"/>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0" name="îṥḻîďè"/>
            <p:cNvSpPr/>
            <p:nvPr/>
          </p:nvSpPr>
          <p:spPr bwMode="auto">
            <a:xfrm>
              <a:off x="3503613" y="3867151"/>
              <a:ext cx="96838" cy="87313"/>
            </a:xfrm>
            <a:custGeom>
              <a:avLst/>
              <a:gdLst>
                <a:gd name="T0" fmla="*/ 55 w 61"/>
                <a:gd name="T1" fmla="*/ 55 h 55"/>
                <a:gd name="T2" fmla="*/ 16 w 61"/>
                <a:gd name="T3" fmla="*/ 25 h 55"/>
                <a:gd name="T4" fmla="*/ 7 w 61"/>
                <a:gd name="T5" fmla="*/ 37 h 55"/>
                <a:gd name="T6" fmla="*/ 0 w 61"/>
                <a:gd name="T7" fmla="*/ 30 h 55"/>
                <a:gd name="T8" fmla="*/ 25 w 61"/>
                <a:gd name="T9" fmla="*/ 0 h 55"/>
                <a:gd name="T10" fmla="*/ 32 w 61"/>
                <a:gd name="T11" fmla="*/ 5 h 55"/>
                <a:gd name="T12" fmla="*/ 23 w 61"/>
                <a:gd name="T13" fmla="*/ 16 h 55"/>
                <a:gd name="T14" fmla="*/ 61 w 61"/>
                <a:gd name="T15" fmla="*/ 48 h 55"/>
                <a:gd name="T16" fmla="*/ 55 w 61"/>
                <a:gd name="T1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5">
                  <a:moveTo>
                    <a:pt x="55" y="55"/>
                  </a:moveTo>
                  <a:lnTo>
                    <a:pt x="16" y="25"/>
                  </a:lnTo>
                  <a:lnTo>
                    <a:pt x="7" y="37"/>
                  </a:lnTo>
                  <a:lnTo>
                    <a:pt x="0" y="30"/>
                  </a:lnTo>
                  <a:lnTo>
                    <a:pt x="25" y="0"/>
                  </a:lnTo>
                  <a:lnTo>
                    <a:pt x="32" y="5"/>
                  </a:lnTo>
                  <a:lnTo>
                    <a:pt x="23" y="16"/>
                  </a:lnTo>
                  <a:lnTo>
                    <a:pt x="61" y="48"/>
                  </a:lnTo>
                  <a:lnTo>
                    <a:pt x="55"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1" name="i$líḋé"/>
            <p:cNvSpPr/>
            <p:nvPr/>
          </p:nvSpPr>
          <p:spPr bwMode="auto">
            <a:xfrm>
              <a:off x="3546475" y="3813176"/>
              <a:ext cx="109538" cy="101600"/>
            </a:xfrm>
            <a:custGeom>
              <a:avLst/>
              <a:gdLst>
                <a:gd name="T0" fmla="*/ 48 w 69"/>
                <a:gd name="T1" fmla="*/ 64 h 64"/>
                <a:gd name="T2" fmla="*/ 0 w 69"/>
                <a:gd name="T3" fmla="*/ 30 h 64"/>
                <a:gd name="T4" fmla="*/ 21 w 69"/>
                <a:gd name="T5" fmla="*/ 0 h 64"/>
                <a:gd name="T6" fmla="*/ 30 w 69"/>
                <a:gd name="T7" fmla="*/ 5 h 64"/>
                <a:gd name="T8" fmla="*/ 14 w 69"/>
                <a:gd name="T9" fmla="*/ 27 h 64"/>
                <a:gd name="T10" fmla="*/ 25 w 69"/>
                <a:gd name="T11" fmla="*/ 34 h 64"/>
                <a:gd name="T12" fmla="*/ 39 w 69"/>
                <a:gd name="T13" fmla="*/ 14 h 64"/>
                <a:gd name="T14" fmla="*/ 46 w 69"/>
                <a:gd name="T15" fmla="*/ 21 h 64"/>
                <a:gd name="T16" fmla="*/ 32 w 69"/>
                <a:gd name="T17" fmla="*/ 41 h 64"/>
                <a:gd name="T18" fmla="*/ 46 w 69"/>
                <a:gd name="T19" fmla="*/ 50 h 64"/>
                <a:gd name="T20" fmla="*/ 62 w 69"/>
                <a:gd name="T21" fmla="*/ 25 h 64"/>
                <a:gd name="T22" fmla="*/ 69 w 69"/>
                <a:gd name="T23" fmla="*/ 32 h 64"/>
                <a:gd name="T24" fmla="*/ 48 w 69"/>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64">
                  <a:moveTo>
                    <a:pt x="48" y="64"/>
                  </a:moveTo>
                  <a:lnTo>
                    <a:pt x="0" y="30"/>
                  </a:lnTo>
                  <a:lnTo>
                    <a:pt x="21" y="0"/>
                  </a:lnTo>
                  <a:lnTo>
                    <a:pt x="30" y="5"/>
                  </a:lnTo>
                  <a:lnTo>
                    <a:pt x="14" y="27"/>
                  </a:lnTo>
                  <a:lnTo>
                    <a:pt x="25" y="34"/>
                  </a:lnTo>
                  <a:lnTo>
                    <a:pt x="39" y="14"/>
                  </a:lnTo>
                  <a:lnTo>
                    <a:pt x="46" y="21"/>
                  </a:lnTo>
                  <a:lnTo>
                    <a:pt x="32" y="41"/>
                  </a:lnTo>
                  <a:lnTo>
                    <a:pt x="46" y="50"/>
                  </a:lnTo>
                  <a:lnTo>
                    <a:pt x="62" y="25"/>
                  </a:lnTo>
                  <a:lnTo>
                    <a:pt x="69" y="32"/>
                  </a:lnTo>
                  <a:lnTo>
                    <a:pt x="48" y="6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2" name="iṡľîḋê"/>
            <p:cNvSpPr/>
            <p:nvPr/>
          </p:nvSpPr>
          <p:spPr bwMode="auto">
            <a:xfrm>
              <a:off x="3594100" y="3754438"/>
              <a:ext cx="93663" cy="84138"/>
            </a:xfrm>
            <a:custGeom>
              <a:avLst/>
              <a:gdLst>
                <a:gd name="T0" fmla="*/ 19 w 26"/>
                <a:gd name="T1" fmla="*/ 9 h 23"/>
                <a:gd name="T2" fmla="*/ 22 w 26"/>
                <a:gd name="T3" fmla="*/ 6 h 23"/>
                <a:gd name="T4" fmla="*/ 26 w 26"/>
                <a:gd name="T5" fmla="*/ 12 h 23"/>
                <a:gd name="T6" fmla="*/ 25 w 26"/>
                <a:gd name="T7" fmla="*/ 18 h 23"/>
                <a:gd name="T8" fmla="*/ 19 w 26"/>
                <a:gd name="T9" fmla="*/ 22 h 23"/>
                <a:gd name="T10" fmla="*/ 9 w 26"/>
                <a:gd name="T11" fmla="*/ 20 h 23"/>
                <a:gd name="T12" fmla="*/ 1 w 26"/>
                <a:gd name="T13" fmla="*/ 13 h 23"/>
                <a:gd name="T14" fmla="*/ 2 w 26"/>
                <a:gd name="T15" fmla="*/ 5 h 23"/>
                <a:gd name="T16" fmla="*/ 7 w 26"/>
                <a:gd name="T17" fmla="*/ 0 h 23"/>
                <a:gd name="T18" fmla="*/ 13 w 26"/>
                <a:gd name="T19" fmla="*/ 1 h 23"/>
                <a:gd name="T20" fmla="*/ 12 w 26"/>
                <a:gd name="T21" fmla="*/ 5 h 23"/>
                <a:gd name="T22" fmla="*/ 8 w 26"/>
                <a:gd name="T23" fmla="*/ 5 h 23"/>
                <a:gd name="T24" fmla="*/ 6 w 26"/>
                <a:gd name="T25" fmla="*/ 7 h 23"/>
                <a:gd name="T26" fmla="*/ 6 w 26"/>
                <a:gd name="T27" fmla="*/ 11 h 23"/>
                <a:gd name="T28" fmla="*/ 11 w 26"/>
                <a:gd name="T29" fmla="*/ 16 h 23"/>
                <a:gd name="T30" fmla="*/ 17 w 26"/>
                <a:gd name="T31" fmla="*/ 18 h 23"/>
                <a:gd name="T32" fmla="*/ 21 w 26"/>
                <a:gd name="T33" fmla="*/ 16 h 23"/>
                <a:gd name="T34" fmla="*/ 21 w 26"/>
                <a:gd name="T35" fmla="*/ 12 h 23"/>
                <a:gd name="T36" fmla="*/ 19 w 26"/>
                <a:gd name="T37"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3">
                  <a:moveTo>
                    <a:pt x="19" y="9"/>
                  </a:moveTo>
                  <a:cubicBezTo>
                    <a:pt x="22" y="6"/>
                    <a:pt x="22" y="6"/>
                    <a:pt x="22" y="6"/>
                  </a:cubicBezTo>
                  <a:cubicBezTo>
                    <a:pt x="24" y="8"/>
                    <a:pt x="25" y="10"/>
                    <a:pt x="26" y="12"/>
                  </a:cubicBezTo>
                  <a:cubicBezTo>
                    <a:pt x="26" y="14"/>
                    <a:pt x="26" y="16"/>
                    <a:pt x="25" y="18"/>
                  </a:cubicBezTo>
                  <a:cubicBezTo>
                    <a:pt x="24" y="20"/>
                    <a:pt x="21" y="22"/>
                    <a:pt x="19" y="22"/>
                  </a:cubicBezTo>
                  <a:cubicBezTo>
                    <a:pt x="16" y="23"/>
                    <a:pt x="12" y="22"/>
                    <a:pt x="9" y="20"/>
                  </a:cubicBezTo>
                  <a:cubicBezTo>
                    <a:pt x="5" y="18"/>
                    <a:pt x="3" y="16"/>
                    <a:pt x="1" y="13"/>
                  </a:cubicBezTo>
                  <a:cubicBezTo>
                    <a:pt x="0" y="10"/>
                    <a:pt x="0" y="7"/>
                    <a:pt x="2" y="5"/>
                  </a:cubicBezTo>
                  <a:cubicBezTo>
                    <a:pt x="3" y="2"/>
                    <a:pt x="5" y="1"/>
                    <a:pt x="7" y="0"/>
                  </a:cubicBezTo>
                  <a:cubicBezTo>
                    <a:pt x="9" y="0"/>
                    <a:pt x="11" y="0"/>
                    <a:pt x="13" y="1"/>
                  </a:cubicBezTo>
                  <a:cubicBezTo>
                    <a:pt x="12" y="5"/>
                    <a:pt x="12" y="5"/>
                    <a:pt x="12" y="5"/>
                  </a:cubicBezTo>
                  <a:cubicBezTo>
                    <a:pt x="10" y="5"/>
                    <a:pt x="9" y="5"/>
                    <a:pt x="8" y="5"/>
                  </a:cubicBezTo>
                  <a:cubicBezTo>
                    <a:pt x="7" y="5"/>
                    <a:pt x="6" y="6"/>
                    <a:pt x="6" y="7"/>
                  </a:cubicBezTo>
                  <a:cubicBezTo>
                    <a:pt x="5" y="8"/>
                    <a:pt x="5" y="10"/>
                    <a:pt x="6" y="11"/>
                  </a:cubicBezTo>
                  <a:cubicBezTo>
                    <a:pt x="6" y="13"/>
                    <a:pt x="8" y="15"/>
                    <a:pt x="11" y="16"/>
                  </a:cubicBezTo>
                  <a:cubicBezTo>
                    <a:pt x="13" y="17"/>
                    <a:pt x="16" y="18"/>
                    <a:pt x="17" y="18"/>
                  </a:cubicBezTo>
                  <a:cubicBezTo>
                    <a:pt x="19" y="18"/>
                    <a:pt x="20" y="17"/>
                    <a:pt x="21" y="16"/>
                  </a:cubicBezTo>
                  <a:cubicBezTo>
                    <a:pt x="22" y="15"/>
                    <a:pt x="22" y="13"/>
                    <a:pt x="21" y="12"/>
                  </a:cubicBezTo>
                  <a:cubicBezTo>
                    <a:pt x="21" y="11"/>
                    <a:pt x="20" y="10"/>
                    <a:pt x="19"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3" name="ïśḷîḍè"/>
            <p:cNvSpPr/>
            <p:nvPr/>
          </p:nvSpPr>
          <p:spPr bwMode="auto">
            <a:xfrm>
              <a:off x="3622675" y="3679826"/>
              <a:ext cx="107950" cy="93663"/>
            </a:xfrm>
            <a:custGeom>
              <a:avLst/>
              <a:gdLst>
                <a:gd name="T0" fmla="*/ 52 w 68"/>
                <a:gd name="T1" fmla="*/ 59 h 59"/>
                <a:gd name="T2" fmla="*/ 0 w 68"/>
                <a:gd name="T3" fmla="*/ 36 h 59"/>
                <a:gd name="T4" fmla="*/ 2 w 68"/>
                <a:gd name="T5" fmla="*/ 27 h 59"/>
                <a:gd name="T6" fmla="*/ 23 w 68"/>
                <a:gd name="T7" fmla="*/ 36 h 59"/>
                <a:gd name="T8" fmla="*/ 32 w 68"/>
                <a:gd name="T9" fmla="*/ 18 h 59"/>
                <a:gd name="T10" fmla="*/ 9 w 68"/>
                <a:gd name="T11" fmla="*/ 9 h 59"/>
                <a:gd name="T12" fmla="*/ 14 w 68"/>
                <a:gd name="T13" fmla="*/ 0 h 59"/>
                <a:gd name="T14" fmla="*/ 68 w 68"/>
                <a:gd name="T15" fmla="*/ 22 h 59"/>
                <a:gd name="T16" fmla="*/ 64 w 68"/>
                <a:gd name="T17" fmla="*/ 32 h 59"/>
                <a:gd name="T18" fmla="*/ 41 w 68"/>
                <a:gd name="T19" fmla="*/ 20 h 59"/>
                <a:gd name="T20" fmla="*/ 32 w 68"/>
                <a:gd name="T21" fmla="*/ 38 h 59"/>
                <a:gd name="T22" fmla="*/ 57 w 68"/>
                <a:gd name="T23" fmla="*/ 50 h 59"/>
                <a:gd name="T24" fmla="*/ 52 w 68"/>
                <a:gd name="T25"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9">
                  <a:moveTo>
                    <a:pt x="52" y="59"/>
                  </a:moveTo>
                  <a:lnTo>
                    <a:pt x="0" y="36"/>
                  </a:lnTo>
                  <a:lnTo>
                    <a:pt x="2" y="27"/>
                  </a:lnTo>
                  <a:lnTo>
                    <a:pt x="23" y="36"/>
                  </a:lnTo>
                  <a:lnTo>
                    <a:pt x="32" y="18"/>
                  </a:lnTo>
                  <a:lnTo>
                    <a:pt x="9" y="9"/>
                  </a:lnTo>
                  <a:lnTo>
                    <a:pt x="14" y="0"/>
                  </a:lnTo>
                  <a:lnTo>
                    <a:pt x="68" y="22"/>
                  </a:lnTo>
                  <a:lnTo>
                    <a:pt x="64" y="32"/>
                  </a:lnTo>
                  <a:lnTo>
                    <a:pt x="41" y="20"/>
                  </a:lnTo>
                  <a:lnTo>
                    <a:pt x="32" y="38"/>
                  </a:lnTo>
                  <a:lnTo>
                    <a:pt x="57" y="50"/>
                  </a:lnTo>
                  <a:lnTo>
                    <a:pt x="52" y="59"/>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4" name="íṣļíḓe"/>
            <p:cNvSpPr/>
            <p:nvPr/>
          </p:nvSpPr>
          <p:spPr bwMode="auto">
            <a:xfrm>
              <a:off x="3648075" y="3606801"/>
              <a:ext cx="107950" cy="87313"/>
            </a:xfrm>
            <a:custGeom>
              <a:avLst/>
              <a:gdLst>
                <a:gd name="T0" fmla="*/ 57 w 68"/>
                <a:gd name="T1" fmla="*/ 55 h 55"/>
                <a:gd name="T2" fmla="*/ 0 w 68"/>
                <a:gd name="T3" fmla="*/ 36 h 55"/>
                <a:gd name="T4" fmla="*/ 2 w 68"/>
                <a:gd name="T5" fmla="*/ 27 h 55"/>
                <a:gd name="T6" fmla="*/ 45 w 68"/>
                <a:gd name="T7" fmla="*/ 20 h 55"/>
                <a:gd name="T8" fmla="*/ 9 w 68"/>
                <a:gd name="T9" fmla="*/ 9 h 55"/>
                <a:gd name="T10" fmla="*/ 11 w 68"/>
                <a:gd name="T11" fmla="*/ 0 h 55"/>
                <a:gd name="T12" fmla="*/ 68 w 68"/>
                <a:gd name="T13" fmla="*/ 16 h 55"/>
                <a:gd name="T14" fmla="*/ 64 w 68"/>
                <a:gd name="T15" fmla="*/ 25 h 55"/>
                <a:gd name="T16" fmla="*/ 23 w 68"/>
                <a:gd name="T17" fmla="*/ 34 h 55"/>
                <a:gd name="T18" fmla="*/ 59 w 68"/>
                <a:gd name="T19" fmla="*/ 46 h 55"/>
                <a:gd name="T20" fmla="*/ 57 w 6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55">
                  <a:moveTo>
                    <a:pt x="57" y="55"/>
                  </a:moveTo>
                  <a:lnTo>
                    <a:pt x="0" y="36"/>
                  </a:lnTo>
                  <a:lnTo>
                    <a:pt x="2" y="27"/>
                  </a:lnTo>
                  <a:lnTo>
                    <a:pt x="45" y="20"/>
                  </a:lnTo>
                  <a:lnTo>
                    <a:pt x="9" y="9"/>
                  </a:lnTo>
                  <a:lnTo>
                    <a:pt x="11" y="0"/>
                  </a:lnTo>
                  <a:lnTo>
                    <a:pt x="68" y="16"/>
                  </a:lnTo>
                  <a:lnTo>
                    <a:pt x="64" y="25"/>
                  </a:lnTo>
                  <a:lnTo>
                    <a:pt x="23" y="34"/>
                  </a:lnTo>
                  <a:lnTo>
                    <a:pt x="59" y="46"/>
                  </a:lnTo>
                  <a:lnTo>
                    <a:pt x="57" y="55"/>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5" name="ïslïḓé"/>
            <p:cNvSpPr/>
            <p:nvPr/>
          </p:nvSpPr>
          <p:spPr bwMode="auto">
            <a:xfrm>
              <a:off x="3673475" y="3527426"/>
              <a:ext cx="96838" cy="79375"/>
            </a:xfrm>
            <a:custGeom>
              <a:avLst/>
              <a:gdLst>
                <a:gd name="T0" fmla="*/ 12 w 27"/>
                <a:gd name="T1" fmla="*/ 22 h 22"/>
                <a:gd name="T2" fmla="*/ 5 w 27"/>
                <a:gd name="T3" fmla="*/ 20 h 22"/>
                <a:gd name="T4" fmla="*/ 2 w 27"/>
                <a:gd name="T5" fmla="*/ 17 h 22"/>
                <a:gd name="T6" fmla="*/ 0 w 27"/>
                <a:gd name="T7" fmla="*/ 14 h 22"/>
                <a:gd name="T8" fmla="*/ 0 w 27"/>
                <a:gd name="T9" fmla="*/ 9 h 22"/>
                <a:gd name="T10" fmla="*/ 5 w 27"/>
                <a:gd name="T11" fmla="*/ 2 h 22"/>
                <a:gd name="T12" fmla="*/ 15 w 27"/>
                <a:gd name="T13" fmla="*/ 1 h 22"/>
                <a:gd name="T14" fmla="*/ 24 w 27"/>
                <a:gd name="T15" fmla="*/ 5 h 22"/>
                <a:gd name="T16" fmla="*/ 26 w 27"/>
                <a:gd name="T17" fmla="*/ 14 h 22"/>
                <a:gd name="T18" fmla="*/ 21 w 27"/>
                <a:gd name="T19" fmla="*/ 21 h 22"/>
                <a:gd name="T20" fmla="*/ 12 w 27"/>
                <a:gd name="T21" fmla="*/ 22 h 22"/>
                <a:gd name="T22" fmla="*/ 12 w 27"/>
                <a:gd name="T23" fmla="*/ 17 h 22"/>
                <a:gd name="T24" fmla="*/ 19 w 27"/>
                <a:gd name="T25" fmla="*/ 17 h 22"/>
                <a:gd name="T26" fmla="*/ 22 w 27"/>
                <a:gd name="T27" fmla="*/ 13 h 22"/>
                <a:gd name="T28" fmla="*/ 21 w 27"/>
                <a:gd name="T29" fmla="*/ 8 h 22"/>
                <a:gd name="T30" fmla="*/ 14 w 27"/>
                <a:gd name="T31" fmla="*/ 5 h 22"/>
                <a:gd name="T32" fmla="*/ 8 w 27"/>
                <a:gd name="T33" fmla="*/ 6 h 22"/>
                <a:gd name="T34" fmla="*/ 5 w 27"/>
                <a:gd name="T35" fmla="*/ 10 h 22"/>
                <a:gd name="T36" fmla="*/ 6 w 27"/>
                <a:gd name="T37" fmla="*/ 14 h 22"/>
                <a:gd name="T38" fmla="*/ 12 w 27"/>
                <a:gd name="T3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2">
                  <a:moveTo>
                    <a:pt x="12" y="22"/>
                  </a:moveTo>
                  <a:cubicBezTo>
                    <a:pt x="9" y="21"/>
                    <a:pt x="7" y="21"/>
                    <a:pt x="5" y="20"/>
                  </a:cubicBezTo>
                  <a:cubicBezTo>
                    <a:pt x="4" y="19"/>
                    <a:pt x="3" y="18"/>
                    <a:pt x="2" y="17"/>
                  </a:cubicBezTo>
                  <a:cubicBezTo>
                    <a:pt x="1" y="16"/>
                    <a:pt x="1" y="15"/>
                    <a:pt x="0" y="14"/>
                  </a:cubicBezTo>
                  <a:cubicBezTo>
                    <a:pt x="0" y="12"/>
                    <a:pt x="0" y="11"/>
                    <a:pt x="0" y="9"/>
                  </a:cubicBezTo>
                  <a:cubicBezTo>
                    <a:pt x="1" y="6"/>
                    <a:pt x="2" y="4"/>
                    <a:pt x="5" y="2"/>
                  </a:cubicBezTo>
                  <a:cubicBezTo>
                    <a:pt x="8" y="1"/>
                    <a:pt x="11" y="0"/>
                    <a:pt x="15" y="1"/>
                  </a:cubicBezTo>
                  <a:cubicBezTo>
                    <a:pt x="19" y="2"/>
                    <a:pt x="22" y="3"/>
                    <a:pt x="24" y="5"/>
                  </a:cubicBezTo>
                  <a:cubicBezTo>
                    <a:pt x="26" y="8"/>
                    <a:pt x="27" y="10"/>
                    <a:pt x="26" y="14"/>
                  </a:cubicBezTo>
                  <a:cubicBezTo>
                    <a:pt x="26" y="17"/>
                    <a:pt x="24" y="19"/>
                    <a:pt x="21" y="21"/>
                  </a:cubicBezTo>
                  <a:cubicBezTo>
                    <a:pt x="19" y="22"/>
                    <a:pt x="16" y="22"/>
                    <a:pt x="12" y="22"/>
                  </a:cubicBezTo>
                  <a:close/>
                  <a:moveTo>
                    <a:pt x="12" y="17"/>
                  </a:moveTo>
                  <a:cubicBezTo>
                    <a:pt x="15" y="18"/>
                    <a:pt x="17" y="18"/>
                    <a:pt x="19" y="17"/>
                  </a:cubicBezTo>
                  <a:cubicBezTo>
                    <a:pt x="21" y="16"/>
                    <a:pt x="22" y="15"/>
                    <a:pt x="22" y="13"/>
                  </a:cubicBezTo>
                  <a:cubicBezTo>
                    <a:pt x="22" y="11"/>
                    <a:pt x="22" y="10"/>
                    <a:pt x="21" y="8"/>
                  </a:cubicBezTo>
                  <a:cubicBezTo>
                    <a:pt x="19" y="7"/>
                    <a:pt x="17" y="6"/>
                    <a:pt x="14" y="5"/>
                  </a:cubicBezTo>
                  <a:cubicBezTo>
                    <a:pt x="11" y="5"/>
                    <a:pt x="9" y="5"/>
                    <a:pt x="8" y="6"/>
                  </a:cubicBezTo>
                  <a:cubicBezTo>
                    <a:pt x="6" y="7"/>
                    <a:pt x="5" y="8"/>
                    <a:pt x="5" y="10"/>
                  </a:cubicBezTo>
                  <a:cubicBezTo>
                    <a:pt x="4" y="12"/>
                    <a:pt x="5" y="13"/>
                    <a:pt x="6" y="14"/>
                  </a:cubicBezTo>
                  <a:cubicBezTo>
                    <a:pt x="7" y="16"/>
                    <a:pt x="9" y="17"/>
                    <a:pt x="12"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6" name="ïṣḻîḋé"/>
            <p:cNvSpPr/>
            <p:nvPr/>
          </p:nvSpPr>
          <p:spPr bwMode="auto">
            <a:xfrm>
              <a:off x="3684588" y="3465513"/>
              <a:ext cx="93663" cy="53975"/>
            </a:xfrm>
            <a:custGeom>
              <a:avLst/>
              <a:gdLst>
                <a:gd name="T0" fmla="*/ 57 w 59"/>
                <a:gd name="T1" fmla="*/ 34 h 34"/>
                <a:gd name="T2" fmla="*/ 0 w 59"/>
                <a:gd name="T3" fmla="*/ 30 h 34"/>
                <a:gd name="T4" fmla="*/ 0 w 59"/>
                <a:gd name="T5" fmla="*/ 20 h 34"/>
                <a:gd name="T6" fmla="*/ 47 w 59"/>
                <a:gd name="T7" fmla="*/ 23 h 34"/>
                <a:gd name="T8" fmla="*/ 50 w 59"/>
                <a:gd name="T9" fmla="*/ 0 h 34"/>
                <a:gd name="T10" fmla="*/ 59 w 59"/>
                <a:gd name="T11" fmla="*/ 0 h 34"/>
                <a:gd name="T12" fmla="*/ 57 w 59"/>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59" h="34">
                  <a:moveTo>
                    <a:pt x="57" y="34"/>
                  </a:moveTo>
                  <a:lnTo>
                    <a:pt x="0" y="30"/>
                  </a:lnTo>
                  <a:lnTo>
                    <a:pt x="0" y="20"/>
                  </a:lnTo>
                  <a:lnTo>
                    <a:pt x="47" y="23"/>
                  </a:lnTo>
                  <a:lnTo>
                    <a:pt x="50" y="0"/>
                  </a:lnTo>
                  <a:lnTo>
                    <a:pt x="59" y="0"/>
                  </a:lnTo>
                  <a:lnTo>
                    <a:pt x="57" y="3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7" name="ïṥḷîḓè"/>
            <p:cNvSpPr/>
            <p:nvPr/>
          </p:nvSpPr>
          <p:spPr bwMode="auto">
            <a:xfrm>
              <a:off x="3684588" y="3375026"/>
              <a:ext cx="96838" cy="76200"/>
            </a:xfrm>
            <a:custGeom>
              <a:avLst/>
              <a:gdLst>
                <a:gd name="T0" fmla="*/ 14 w 27"/>
                <a:gd name="T1" fmla="*/ 21 h 21"/>
                <a:gd name="T2" fmla="*/ 7 w 27"/>
                <a:gd name="T3" fmla="*/ 21 h 21"/>
                <a:gd name="T4" fmla="*/ 4 w 27"/>
                <a:gd name="T5" fmla="*/ 19 h 21"/>
                <a:gd name="T6" fmla="*/ 2 w 27"/>
                <a:gd name="T7" fmla="*/ 16 h 21"/>
                <a:gd name="T8" fmla="*/ 0 w 27"/>
                <a:gd name="T9" fmla="*/ 11 h 21"/>
                <a:gd name="T10" fmla="*/ 4 w 27"/>
                <a:gd name="T11" fmla="*/ 3 h 21"/>
                <a:gd name="T12" fmla="*/ 13 w 27"/>
                <a:gd name="T13" fmla="*/ 0 h 21"/>
                <a:gd name="T14" fmla="*/ 23 w 27"/>
                <a:gd name="T15" fmla="*/ 3 h 21"/>
                <a:gd name="T16" fmla="*/ 27 w 27"/>
                <a:gd name="T17" fmla="*/ 11 h 21"/>
                <a:gd name="T18" fmla="*/ 24 w 27"/>
                <a:gd name="T19" fmla="*/ 18 h 21"/>
                <a:gd name="T20" fmla="*/ 14 w 27"/>
                <a:gd name="T21" fmla="*/ 21 h 21"/>
                <a:gd name="T22" fmla="*/ 14 w 27"/>
                <a:gd name="T23" fmla="*/ 17 h 21"/>
                <a:gd name="T24" fmla="*/ 20 w 27"/>
                <a:gd name="T25" fmla="*/ 15 h 21"/>
                <a:gd name="T26" fmla="*/ 22 w 27"/>
                <a:gd name="T27" fmla="*/ 11 h 21"/>
                <a:gd name="T28" fmla="*/ 20 w 27"/>
                <a:gd name="T29" fmla="*/ 6 h 21"/>
                <a:gd name="T30" fmla="*/ 13 w 27"/>
                <a:gd name="T31" fmla="*/ 5 h 21"/>
                <a:gd name="T32" fmla="*/ 7 w 27"/>
                <a:gd name="T33" fmla="*/ 7 h 21"/>
                <a:gd name="T34" fmla="*/ 5 w 27"/>
                <a:gd name="T35" fmla="*/ 11 h 21"/>
                <a:gd name="T36" fmla="*/ 7 w 27"/>
                <a:gd name="T37" fmla="*/ 15 h 21"/>
                <a:gd name="T38" fmla="*/ 14 w 27"/>
                <a:gd name="T39"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 h="21">
                  <a:moveTo>
                    <a:pt x="14" y="21"/>
                  </a:moveTo>
                  <a:cubicBezTo>
                    <a:pt x="11" y="21"/>
                    <a:pt x="9" y="21"/>
                    <a:pt x="7" y="21"/>
                  </a:cubicBezTo>
                  <a:cubicBezTo>
                    <a:pt x="6" y="20"/>
                    <a:pt x="5" y="19"/>
                    <a:pt x="4" y="19"/>
                  </a:cubicBezTo>
                  <a:cubicBezTo>
                    <a:pt x="3" y="18"/>
                    <a:pt x="2" y="17"/>
                    <a:pt x="2" y="16"/>
                  </a:cubicBezTo>
                  <a:cubicBezTo>
                    <a:pt x="1" y="15"/>
                    <a:pt x="0" y="13"/>
                    <a:pt x="0" y="11"/>
                  </a:cubicBezTo>
                  <a:cubicBezTo>
                    <a:pt x="0" y="8"/>
                    <a:pt x="1" y="5"/>
                    <a:pt x="4" y="3"/>
                  </a:cubicBezTo>
                  <a:cubicBezTo>
                    <a:pt x="6" y="1"/>
                    <a:pt x="9" y="0"/>
                    <a:pt x="13" y="0"/>
                  </a:cubicBezTo>
                  <a:cubicBezTo>
                    <a:pt x="18" y="0"/>
                    <a:pt x="21" y="1"/>
                    <a:pt x="23" y="3"/>
                  </a:cubicBezTo>
                  <a:cubicBezTo>
                    <a:pt x="26" y="5"/>
                    <a:pt x="27" y="7"/>
                    <a:pt x="27" y="11"/>
                  </a:cubicBezTo>
                  <a:cubicBezTo>
                    <a:pt x="27" y="14"/>
                    <a:pt x="26" y="16"/>
                    <a:pt x="24" y="18"/>
                  </a:cubicBezTo>
                  <a:cubicBezTo>
                    <a:pt x="21" y="20"/>
                    <a:pt x="18" y="21"/>
                    <a:pt x="14" y="21"/>
                  </a:cubicBezTo>
                  <a:close/>
                  <a:moveTo>
                    <a:pt x="14" y="17"/>
                  </a:moveTo>
                  <a:cubicBezTo>
                    <a:pt x="17" y="17"/>
                    <a:pt x="19" y="16"/>
                    <a:pt x="20" y="15"/>
                  </a:cubicBezTo>
                  <a:cubicBezTo>
                    <a:pt x="22" y="14"/>
                    <a:pt x="22" y="12"/>
                    <a:pt x="22" y="11"/>
                  </a:cubicBezTo>
                  <a:cubicBezTo>
                    <a:pt x="22" y="9"/>
                    <a:pt x="22" y="8"/>
                    <a:pt x="20" y="6"/>
                  </a:cubicBezTo>
                  <a:cubicBezTo>
                    <a:pt x="19" y="5"/>
                    <a:pt x="16" y="5"/>
                    <a:pt x="13" y="5"/>
                  </a:cubicBezTo>
                  <a:cubicBezTo>
                    <a:pt x="10" y="5"/>
                    <a:pt x="8" y="6"/>
                    <a:pt x="7" y="7"/>
                  </a:cubicBezTo>
                  <a:cubicBezTo>
                    <a:pt x="5" y="8"/>
                    <a:pt x="5" y="9"/>
                    <a:pt x="5" y="11"/>
                  </a:cubicBezTo>
                  <a:cubicBezTo>
                    <a:pt x="5" y="13"/>
                    <a:pt x="6" y="14"/>
                    <a:pt x="7" y="15"/>
                  </a:cubicBezTo>
                  <a:cubicBezTo>
                    <a:pt x="9" y="16"/>
                    <a:pt x="11" y="17"/>
                    <a:pt x="14" y="1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8" name="iṥḷíďè"/>
            <p:cNvSpPr/>
            <p:nvPr/>
          </p:nvSpPr>
          <p:spPr bwMode="auto">
            <a:xfrm>
              <a:off x="3676650" y="3287713"/>
              <a:ext cx="98425" cy="79375"/>
            </a:xfrm>
            <a:custGeom>
              <a:avLst/>
              <a:gdLst>
                <a:gd name="T0" fmla="*/ 17 w 27"/>
                <a:gd name="T1" fmla="*/ 10 h 22"/>
                <a:gd name="T2" fmla="*/ 13 w 27"/>
                <a:gd name="T3" fmla="*/ 11 h 22"/>
                <a:gd name="T4" fmla="*/ 12 w 27"/>
                <a:gd name="T5" fmla="*/ 1 h 22"/>
                <a:gd name="T6" fmla="*/ 22 w 27"/>
                <a:gd name="T7" fmla="*/ 0 h 22"/>
                <a:gd name="T8" fmla="*/ 25 w 27"/>
                <a:gd name="T9" fmla="*/ 4 h 22"/>
                <a:gd name="T10" fmla="*/ 27 w 27"/>
                <a:gd name="T11" fmla="*/ 9 h 22"/>
                <a:gd name="T12" fmla="*/ 26 w 27"/>
                <a:gd name="T13" fmla="*/ 15 h 22"/>
                <a:gd name="T14" fmla="*/ 22 w 27"/>
                <a:gd name="T15" fmla="*/ 19 h 22"/>
                <a:gd name="T16" fmla="*/ 15 w 27"/>
                <a:gd name="T17" fmla="*/ 21 h 22"/>
                <a:gd name="T18" fmla="*/ 8 w 27"/>
                <a:gd name="T19" fmla="*/ 21 h 22"/>
                <a:gd name="T20" fmla="*/ 3 w 27"/>
                <a:gd name="T21" fmla="*/ 17 h 22"/>
                <a:gd name="T22" fmla="*/ 1 w 27"/>
                <a:gd name="T23" fmla="*/ 12 h 22"/>
                <a:gd name="T24" fmla="*/ 2 w 27"/>
                <a:gd name="T25" fmla="*/ 6 h 22"/>
                <a:gd name="T26" fmla="*/ 7 w 27"/>
                <a:gd name="T27" fmla="*/ 2 h 22"/>
                <a:gd name="T28" fmla="*/ 8 w 27"/>
                <a:gd name="T29" fmla="*/ 7 h 22"/>
                <a:gd name="T30" fmla="*/ 6 w 27"/>
                <a:gd name="T31" fmla="*/ 9 h 22"/>
                <a:gd name="T32" fmla="*/ 5 w 27"/>
                <a:gd name="T33" fmla="*/ 12 h 22"/>
                <a:gd name="T34" fmla="*/ 8 w 27"/>
                <a:gd name="T35" fmla="*/ 16 h 22"/>
                <a:gd name="T36" fmla="*/ 14 w 27"/>
                <a:gd name="T37" fmla="*/ 17 h 22"/>
                <a:gd name="T38" fmla="*/ 21 w 27"/>
                <a:gd name="T39" fmla="*/ 14 h 22"/>
                <a:gd name="T40" fmla="*/ 22 w 27"/>
                <a:gd name="T41" fmla="*/ 10 h 22"/>
                <a:gd name="T42" fmla="*/ 21 w 27"/>
                <a:gd name="T43" fmla="*/ 7 h 22"/>
                <a:gd name="T44" fmla="*/ 20 w 27"/>
                <a:gd name="T45" fmla="*/ 5 h 22"/>
                <a:gd name="T46" fmla="*/ 16 w 27"/>
                <a:gd name="T47" fmla="*/ 5 h 22"/>
                <a:gd name="T48" fmla="*/ 17 w 27"/>
                <a:gd name="T49"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2">
                  <a:moveTo>
                    <a:pt x="17" y="10"/>
                  </a:moveTo>
                  <a:cubicBezTo>
                    <a:pt x="13" y="11"/>
                    <a:pt x="13" y="11"/>
                    <a:pt x="13" y="11"/>
                  </a:cubicBezTo>
                  <a:cubicBezTo>
                    <a:pt x="12" y="1"/>
                    <a:pt x="12" y="1"/>
                    <a:pt x="12" y="1"/>
                  </a:cubicBezTo>
                  <a:cubicBezTo>
                    <a:pt x="22" y="0"/>
                    <a:pt x="22" y="0"/>
                    <a:pt x="22" y="0"/>
                  </a:cubicBezTo>
                  <a:cubicBezTo>
                    <a:pt x="23" y="1"/>
                    <a:pt x="24" y="2"/>
                    <a:pt x="25" y="4"/>
                  </a:cubicBezTo>
                  <a:cubicBezTo>
                    <a:pt x="26" y="5"/>
                    <a:pt x="27" y="7"/>
                    <a:pt x="27" y="9"/>
                  </a:cubicBezTo>
                  <a:cubicBezTo>
                    <a:pt x="27" y="11"/>
                    <a:pt x="27" y="13"/>
                    <a:pt x="26" y="15"/>
                  </a:cubicBezTo>
                  <a:cubicBezTo>
                    <a:pt x="25" y="17"/>
                    <a:pt x="24" y="18"/>
                    <a:pt x="22" y="19"/>
                  </a:cubicBezTo>
                  <a:cubicBezTo>
                    <a:pt x="20" y="20"/>
                    <a:pt x="18" y="21"/>
                    <a:pt x="15" y="21"/>
                  </a:cubicBezTo>
                  <a:cubicBezTo>
                    <a:pt x="12" y="22"/>
                    <a:pt x="10" y="22"/>
                    <a:pt x="8" y="21"/>
                  </a:cubicBezTo>
                  <a:cubicBezTo>
                    <a:pt x="6" y="20"/>
                    <a:pt x="4" y="19"/>
                    <a:pt x="3" y="17"/>
                  </a:cubicBezTo>
                  <a:cubicBezTo>
                    <a:pt x="2" y="16"/>
                    <a:pt x="1" y="15"/>
                    <a:pt x="1" y="12"/>
                  </a:cubicBezTo>
                  <a:cubicBezTo>
                    <a:pt x="0" y="10"/>
                    <a:pt x="1" y="8"/>
                    <a:pt x="2" y="6"/>
                  </a:cubicBezTo>
                  <a:cubicBezTo>
                    <a:pt x="3" y="4"/>
                    <a:pt x="5" y="3"/>
                    <a:pt x="7" y="2"/>
                  </a:cubicBezTo>
                  <a:cubicBezTo>
                    <a:pt x="8" y="7"/>
                    <a:pt x="8" y="7"/>
                    <a:pt x="8" y="7"/>
                  </a:cubicBezTo>
                  <a:cubicBezTo>
                    <a:pt x="7" y="7"/>
                    <a:pt x="6" y="8"/>
                    <a:pt x="6" y="9"/>
                  </a:cubicBezTo>
                  <a:cubicBezTo>
                    <a:pt x="5" y="10"/>
                    <a:pt x="5" y="11"/>
                    <a:pt x="5" y="12"/>
                  </a:cubicBezTo>
                  <a:cubicBezTo>
                    <a:pt x="5" y="14"/>
                    <a:pt x="6" y="15"/>
                    <a:pt x="8" y="16"/>
                  </a:cubicBezTo>
                  <a:cubicBezTo>
                    <a:pt x="9" y="17"/>
                    <a:pt x="12" y="17"/>
                    <a:pt x="14" y="17"/>
                  </a:cubicBezTo>
                  <a:cubicBezTo>
                    <a:pt x="17" y="17"/>
                    <a:pt x="19" y="16"/>
                    <a:pt x="21" y="14"/>
                  </a:cubicBezTo>
                  <a:cubicBezTo>
                    <a:pt x="22" y="13"/>
                    <a:pt x="23" y="11"/>
                    <a:pt x="22" y="10"/>
                  </a:cubicBezTo>
                  <a:cubicBezTo>
                    <a:pt x="22" y="9"/>
                    <a:pt x="22" y="8"/>
                    <a:pt x="21" y="7"/>
                  </a:cubicBezTo>
                  <a:cubicBezTo>
                    <a:pt x="21" y="6"/>
                    <a:pt x="20" y="5"/>
                    <a:pt x="20" y="5"/>
                  </a:cubicBezTo>
                  <a:cubicBezTo>
                    <a:pt x="16" y="5"/>
                    <a:pt x="16" y="5"/>
                    <a:pt x="16" y="5"/>
                  </a:cubicBezTo>
                  <a:lnTo>
                    <a:pt x="17" y="1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99" name="ïş1ídè"/>
            <p:cNvSpPr/>
            <p:nvPr/>
          </p:nvSpPr>
          <p:spPr bwMode="auto">
            <a:xfrm>
              <a:off x="3659188" y="3225801"/>
              <a:ext cx="100013" cy="69850"/>
            </a:xfrm>
            <a:custGeom>
              <a:avLst/>
              <a:gdLst>
                <a:gd name="T0" fmla="*/ 63 w 63"/>
                <a:gd name="T1" fmla="*/ 14 h 44"/>
                <a:gd name="T2" fmla="*/ 38 w 63"/>
                <a:gd name="T3" fmla="*/ 18 h 44"/>
                <a:gd name="T4" fmla="*/ 11 w 63"/>
                <a:gd name="T5" fmla="*/ 44 h 44"/>
                <a:gd name="T6" fmla="*/ 7 w 63"/>
                <a:gd name="T7" fmla="*/ 32 h 44"/>
                <a:gd name="T8" fmla="*/ 27 w 63"/>
                <a:gd name="T9" fmla="*/ 16 h 44"/>
                <a:gd name="T10" fmla="*/ 2 w 63"/>
                <a:gd name="T11" fmla="*/ 9 h 44"/>
                <a:gd name="T12" fmla="*/ 0 w 63"/>
                <a:gd name="T13" fmla="*/ 0 h 44"/>
                <a:gd name="T14" fmla="*/ 36 w 63"/>
                <a:gd name="T15" fmla="*/ 9 h 44"/>
                <a:gd name="T16" fmla="*/ 61 w 63"/>
                <a:gd name="T17" fmla="*/ 2 h 44"/>
                <a:gd name="T18" fmla="*/ 63 w 63"/>
                <a:gd name="T19"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44">
                  <a:moveTo>
                    <a:pt x="63" y="14"/>
                  </a:moveTo>
                  <a:lnTo>
                    <a:pt x="38" y="18"/>
                  </a:lnTo>
                  <a:lnTo>
                    <a:pt x="11" y="44"/>
                  </a:lnTo>
                  <a:lnTo>
                    <a:pt x="7" y="32"/>
                  </a:lnTo>
                  <a:lnTo>
                    <a:pt x="27" y="16"/>
                  </a:lnTo>
                  <a:lnTo>
                    <a:pt x="2" y="9"/>
                  </a:lnTo>
                  <a:lnTo>
                    <a:pt x="0" y="0"/>
                  </a:lnTo>
                  <a:lnTo>
                    <a:pt x="36" y="9"/>
                  </a:lnTo>
                  <a:lnTo>
                    <a:pt x="61" y="2"/>
                  </a:lnTo>
                  <a:lnTo>
                    <a:pt x="63" y="1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0" name="îŝļiḑe"/>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1" name="í$ļïḓé"/>
            <p:cNvSpPr/>
            <p:nvPr/>
          </p:nvSpPr>
          <p:spPr bwMode="auto">
            <a:xfrm>
              <a:off x="2967038" y="334645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2" name="i$1iďê"/>
            <p:cNvSpPr/>
            <p:nvPr/>
          </p:nvSpPr>
          <p:spPr bwMode="auto">
            <a:xfrm>
              <a:off x="2768600"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3" name="îšḷiḍe"/>
            <p:cNvSpPr/>
            <p:nvPr/>
          </p:nvSpPr>
          <p:spPr bwMode="auto">
            <a:xfrm>
              <a:off x="3121025"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4" name="íṥlïdê"/>
            <p:cNvSpPr/>
            <p:nvPr/>
          </p:nvSpPr>
          <p:spPr bwMode="auto">
            <a:xfrm>
              <a:off x="2871788" y="3592513"/>
              <a:ext cx="44450"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5" name="íśľîďé"/>
            <p:cNvSpPr/>
            <p:nvPr/>
          </p:nvSpPr>
          <p:spPr bwMode="auto">
            <a:xfrm>
              <a:off x="3021013" y="3592513"/>
              <a:ext cx="42863" cy="14288"/>
            </a:xfrm>
            <a:prstGeom prst="rect">
              <a:avLst/>
            </a:prstGeom>
            <a:solidFill>
              <a:srgbClr val="99267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6" name="iŝḻîdé"/>
            <p:cNvSpPr/>
            <p:nvPr/>
          </p:nvSpPr>
          <p:spPr bwMode="auto">
            <a:xfrm>
              <a:off x="2768600" y="3482976"/>
              <a:ext cx="396875" cy="109538"/>
            </a:xfrm>
            <a:custGeom>
              <a:avLst/>
              <a:gdLst>
                <a:gd name="T0" fmla="*/ 250 w 250"/>
                <a:gd name="T1" fmla="*/ 0 h 69"/>
                <a:gd name="T2" fmla="*/ 225 w 250"/>
                <a:gd name="T3" fmla="*/ 0 h 69"/>
                <a:gd name="T4" fmla="*/ 225 w 250"/>
                <a:gd name="T5" fmla="*/ 5 h 69"/>
                <a:gd name="T6" fmla="*/ 222 w 250"/>
                <a:gd name="T7" fmla="*/ 5 h 69"/>
                <a:gd name="T8" fmla="*/ 222 w 250"/>
                <a:gd name="T9" fmla="*/ 0 h 69"/>
                <a:gd name="T10" fmla="*/ 186 w 250"/>
                <a:gd name="T11" fmla="*/ 0 h 69"/>
                <a:gd name="T12" fmla="*/ 186 w 250"/>
                <a:gd name="T13" fmla="*/ 5 h 69"/>
                <a:gd name="T14" fmla="*/ 184 w 250"/>
                <a:gd name="T15" fmla="*/ 5 h 69"/>
                <a:gd name="T16" fmla="*/ 184 w 250"/>
                <a:gd name="T17" fmla="*/ 0 h 69"/>
                <a:gd name="T18" fmla="*/ 161 w 250"/>
                <a:gd name="T19" fmla="*/ 0 h 69"/>
                <a:gd name="T20" fmla="*/ 161 w 250"/>
                <a:gd name="T21" fmla="*/ 5 h 69"/>
                <a:gd name="T22" fmla="*/ 159 w 250"/>
                <a:gd name="T23" fmla="*/ 5 h 69"/>
                <a:gd name="T24" fmla="*/ 159 w 250"/>
                <a:gd name="T25" fmla="*/ 0 h 69"/>
                <a:gd name="T26" fmla="*/ 93 w 250"/>
                <a:gd name="T27" fmla="*/ 0 h 69"/>
                <a:gd name="T28" fmla="*/ 93 w 250"/>
                <a:gd name="T29" fmla="*/ 5 h 69"/>
                <a:gd name="T30" fmla="*/ 90 w 250"/>
                <a:gd name="T31" fmla="*/ 5 h 69"/>
                <a:gd name="T32" fmla="*/ 90 w 250"/>
                <a:gd name="T33" fmla="*/ 0 h 69"/>
                <a:gd name="T34" fmla="*/ 65 w 250"/>
                <a:gd name="T35" fmla="*/ 0 h 69"/>
                <a:gd name="T36" fmla="*/ 65 w 250"/>
                <a:gd name="T37" fmla="*/ 5 h 69"/>
                <a:gd name="T38" fmla="*/ 65 w 250"/>
                <a:gd name="T39" fmla="*/ 5 h 69"/>
                <a:gd name="T40" fmla="*/ 65 w 250"/>
                <a:gd name="T41" fmla="*/ 0 h 69"/>
                <a:gd name="T42" fmla="*/ 27 w 250"/>
                <a:gd name="T43" fmla="*/ 0 h 69"/>
                <a:gd name="T44" fmla="*/ 27 w 250"/>
                <a:gd name="T45" fmla="*/ 5 h 69"/>
                <a:gd name="T46" fmla="*/ 25 w 250"/>
                <a:gd name="T47" fmla="*/ 5 h 69"/>
                <a:gd name="T48" fmla="*/ 25 w 250"/>
                <a:gd name="T49" fmla="*/ 0 h 69"/>
                <a:gd name="T50" fmla="*/ 2 w 250"/>
                <a:gd name="T51" fmla="*/ 0 h 69"/>
                <a:gd name="T52" fmla="*/ 2 w 250"/>
                <a:gd name="T53" fmla="*/ 5 h 69"/>
                <a:gd name="T54" fmla="*/ 0 w 250"/>
                <a:gd name="T55" fmla="*/ 5 h 69"/>
                <a:gd name="T56" fmla="*/ 0 w 250"/>
                <a:gd name="T57" fmla="*/ 69 h 69"/>
                <a:gd name="T58" fmla="*/ 27 w 250"/>
                <a:gd name="T59" fmla="*/ 69 h 69"/>
                <a:gd name="T60" fmla="*/ 27 w 250"/>
                <a:gd name="T61" fmla="*/ 12 h 69"/>
                <a:gd name="T62" fmla="*/ 65 w 250"/>
                <a:gd name="T63" fmla="*/ 12 h 69"/>
                <a:gd name="T64" fmla="*/ 65 w 250"/>
                <a:gd name="T65" fmla="*/ 69 h 69"/>
                <a:gd name="T66" fmla="*/ 93 w 250"/>
                <a:gd name="T67" fmla="*/ 69 h 69"/>
                <a:gd name="T68" fmla="*/ 93 w 250"/>
                <a:gd name="T69" fmla="*/ 12 h 69"/>
                <a:gd name="T70" fmla="*/ 159 w 250"/>
                <a:gd name="T71" fmla="*/ 12 h 69"/>
                <a:gd name="T72" fmla="*/ 159 w 250"/>
                <a:gd name="T73" fmla="*/ 69 h 69"/>
                <a:gd name="T74" fmla="*/ 186 w 250"/>
                <a:gd name="T75" fmla="*/ 69 h 69"/>
                <a:gd name="T76" fmla="*/ 186 w 250"/>
                <a:gd name="T77" fmla="*/ 12 h 69"/>
                <a:gd name="T78" fmla="*/ 222 w 250"/>
                <a:gd name="T79" fmla="*/ 12 h 69"/>
                <a:gd name="T80" fmla="*/ 222 w 250"/>
                <a:gd name="T81" fmla="*/ 69 h 69"/>
                <a:gd name="T82" fmla="*/ 250 w 250"/>
                <a:gd name="T83" fmla="*/ 69 h 69"/>
                <a:gd name="T84" fmla="*/ 250 w 250"/>
                <a:gd name="T85" fmla="*/ 5 h 69"/>
                <a:gd name="T86" fmla="*/ 250 w 250"/>
                <a:gd name="T87" fmla="*/ 5 h 69"/>
                <a:gd name="T88" fmla="*/ 250 w 250"/>
                <a:gd name="T8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0" h="69">
                  <a:moveTo>
                    <a:pt x="250" y="0"/>
                  </a:moveTo>
                  <a:lnTo>
                    <a:pt x="225" y="0"/>
                  </a:lnTo>
                  <a:lnTo>
                    <a:pt x="225" y="5"/>
                  </a:lnTo>
                  <a:lnTo>
                    <a:pt x="222" y="5"/>
                  </a:lnTo>
                  <a:lnTo>
                    <a:pt x="222" y="0"/>
                  </a:lnTo>
                  <a:lnTo>
                    <a:pt x="186" y="0"/>
                  </a:lnTo>
                  <a:lnTo>
                    <a:pt x="186" y="5"/>
                  </a:lnTo>
                  <a:lnTo>
                    <a:pt x="184" y="5"/>
                  </a:lnTo>
                  <a:lnTo>
                    <a:pt x="184" y="0"/>
                  </a:lnTo>
                  <a:lnTo>
                    <a:pt x="161" y="0"/>
                  </a:lnTo>
                  <a:lnTo>
                    <a:pt x="161" y="5"/>
                  </a:lnTo>
                  <a:lnTo>
                    <a:pt x="159" y="5"/>
                  </a:lnTo>
                  <a:lnTo>
                    <a:pt x="159" y="0"/>
                  </a:lnTo>
                  <a:lnTo>
                    <a:pt x="93" y="0"/>
                  </a:lnTo>
                  <a:lnTo>
                    <a:pt x="93" y="5"/>
                  </a:lnTo>
                  <a:lnTo>
                    <a:pt x="90" y="5"/>
                  </a:lnTo>
                  <a:lnTo>
                    <a:pt x="90" y="0"/>
                  </a:lnTo>
                  <a:lnTo>
                    <a:pt x="65" y="0"/>
                  </a:lnTo>
                  <a:lnTo>
                    <a:pt x="65" y="5"/>
                  </a:lnTo>
                  <a:lnTo>
                    <a:pt x="65" y="5"/>
                  </a:lnTo>
                  <a:lnTo>
                    <a:pt x="65" y="0"/>
                  </a:lnTo>
                  <a:lnTo>
                    <a:pt x="27" y="0"/>
                  </a:lnTo>
                  <a:lnTo>
                    <a:pt x="27" y="5"/>
                  </a:lnTo>
                  <a:lnTo>
                    <a:pt x="25" y="5"/>
                  </a:lnTo>
                  <a:lnTo>
                    <a:pt x="25" y="0"/>
                  </a:lnTo>
                  <a:lnTo>
                    <a:pt x="2" y="0"/>
                  </a:lnTo>
                  <a:lnTo>
                    <a:pt x="2" y="5"/>
                  </a:lnTo>
                  <a:lnTo>
                    <a:pt x="0" y="5"/>
                  </a:lnTo>
                  <a:lnTo>
                    <a:pt x="0" y="69"/>
                  </a:lnTo>
                  <a:lnTo>
                    <a:pt x="27" y="69"/>
                  </a:lnTo>
                  <a:lnTo>
                    <a:pt x="27" y="12"/>
                  </a:lnTo>
                  <a:lnTo>
                    <a:pt x="65" y="12"/>
                  </a:lnTo>
                  <a:lnTo>
                    <a:pt x="65" y="69"/>
                  </a:lnTo>
                  <a:lnTo>
                    <a:pt x="93" y="69"/>
                  </a:lnTo>
                  <a:lnTo>
                    <a:pt x="93" y="12"/>
                  </a:lnTo>
                  <a:lnTo>
                    <a:pt x="159" y="12"/>
                  </a:lnTo>
                  <a:lnTo>
                    <a:pt x="159" y="69"/>
                  </a:lnTo>
                  <a:lnTo>
                    <a:pt x="186" y="69"/>
                  </a:lnTo>
                  <a:lnTo>
                    <a:pt x="186" y="12"/>
                  </a:lnTo>
                  <a:lnTo>
                    <a:pt x="222" y="12"/>
                  </a:lnTo>
                  <a:lnTo>
                    <a:pt x="222" y="69"/>
                  </a:lnTo>
                  <a:lnTo>
                    <a:pt x="250" y="69"/>
                  </a:lnTo>
                  <a:lnTo>
                    <a:pt x="250" y="5"/>
                  </a:lnTo>
                  <a:lnTo>
                    <a:pt x="250" y="5"/>
                  </a:lnTo>
                  <a:lnTo>
                    <a:pt x="25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7" name="ïsḷiḍé"/>
            <p:cNvSpPr/>
            <p:nvPr/>
          </p:nvSpPr>
          <p:spPr bwMode="auto">
            <a:xfrm>
              <a:off x="2901950" y="3443288"/>
              <a:ext cx="3175" cy="0"/>
            </a:xfrm>
            <a:custGeom>
              <a:avLst/>
              <a:gdLst>
                <a:gd name="T0" fmla="*/ 1 w 1"/>
                <a:gd name="T1" fmla="*/ 1 w 1"/>
                <a:gd name="T2" fmla="*/ 1 w 1"/>
                <a:gd name="T3" fmla="*/ 1 w 1"/>
                <a:gd name="T4" fmla="*/ 1 w 1"/>
                <a:gd name="T5" fmla="*/ 1 w 1"/>
                <a:gd name="T6" fmla="*/ 1 w 1"/>
                <a:gd name="T7" fmla="*/ 1 w 1"/>
                <a:gd name="T8" fmla="*/ 0 w 1"/>
                <a:gd name="T9" fmla="*/ 0 w 1"/>
                <a:gd name="T10" fmla="*/ 0 w 1"/>
                <a:gd name="T11" fmla="*/ 0 w 1"/>
                <a:gd name="T12" fmla="*/ 1 w 1"/>
                <a:gd name="T13"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8" name="íṧ1iďè"/>
            <p:cNvSpPr/>
            <p:nvPr/>
          </p:nvSpPr>
          <p:spPr bwMode="auto">
            <a:xfrm>
              <a:off x="2901950" y="3443288"/>
              <a:ext cx="0" cy="3175"/>
            </a:xfrm>
            <a:custGeom>
              <a:avLst/>
              <a:gdLst>
                <a:gd name="T0" fmla="*/ 0 h 1"/>
                <a:gd name="T1" fmla="*/ 0 h 1"/>
                <a:gd name="T2" fmla="*/ 1 h 1"/>
                <a:gd name="T3" fmla="*/ 1 h 1"/>
                <a:gd name="T4" fmla="*/ 0 h 1"/>
                <a:gd name="T5" fmla="*/ 0 h 1"/>
                <a:gd name="T6" fmla="*/ 0 h 1"/>
              </a:gdLst>
              <a:ahLst/>
              <a:cxnLst>
                <a:cxn ang="0">
                  <a:pos x="0" y="T0"/>
                </a:cxn>
                <a:cxn ang="0">
                  <a:pos x="0" y="T1"/>
                </a:cxn>
                <a:cxn ang="0">
                  <a:pos x="0" y="T2"/>
                </a:cxn>
                <a:cxn ang="0">
                  <a:pos x="0" y="T3"/>
                </a:cxn>
                <a:cxn ang="0">
                  <a:pos x="0" y="T4"/>
                </a:cxn>
                <a:cxn ang="0">
                  <a:pos x="0" y="T5"/>
                </a:cxn>
                <a:cxn ang="0">
                  <a:pos x="0" y="T6"/>
                </a:cxn>
              </a:cxnLst>
              <a:rect l="0" t="0" r="r" b="b"/>
              <a:pathLst>
                <a:path h="1">
                  <a:moveTo>
                    <a:pt x="0" y="0"/>
                  </a:moveTo>
                  <a:cubicBezTo>
                    <a:pt x="0" y="0"/>
                    <a:pt x="0" y="0"/>
                    <a:pt x="0" y="0"/>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09" name="îṩľíḓe"/>
            <p:cNvSpPr/>
            <p:nvPr/>
          </p:nvSpPr>
          <p:spPr bwMode="auto">
            <a:xfrm>
              <a:off x="2901950" y="3440113"/>
              <a:ext cx="3175" cy="0"/>
            </a:xfrm>
            <a:custGeom>
              <a:avLst/>
              <a:gdLst>
                <a:gd name="T0" fmla="*/ 1 w 1"/>
                <a:gd name="T1" fmla="*/ 1 w 1"/>
                <a:gd name="T2" fmla="*/ 1 w 1"/>
                <a:gd name="T3" fmla="*/ 1 w 1"/>
                <a:gd name="T4" fmla="*/ 1 w 1"/>
                <a:gd name="T5" fmla="*/ 1 w 1"/>
                <a:gd name="T6" fmla="*/ 1 w 1"/>
                <a:gd name="T7" fmla="*/ 1 w 1"/>
                <a:gd name="T8" fmla="*/ 1 w 1"/>
                <a:gd name="T9" fmla="*/ 1 w 1"/>
                <a:gd name="T10"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0" name="ïṡ1ïḑé"/>
            <p:cNvSpPr/>
            <p:nvPr/>
          </p:nvSpPr>
          <p:spPr bwMode="auto">
            <a:xfrm>
              <a:off x="2905125" y="3446463"/>
              <a:ext cx="3175" cy="0"/>
            </a:xfrm>
            <a:custGeom>
              <a:avLst/>
              <a:gdLst>
                <a:gd name="T0" fmla="*/ 1 w 1"/>
                <a:gd name="T1" fmla="*/ 0 w 1"/>
                <a:gd name="T2" fmla="*/ 0 w 1"/>
                <a:gd name="T3" fmla="*/ 0 w 1"/>
                <a:gd name="T4" fmla="*/ 1 w 1"/>
                <a:gd name="T5" fmla="*/ 1 w 1"/>
                <a:gd name="T6" fmla="*/ 1 w 1"/>
                <a:gd name="T7" fmla="*/ 1 w 1"/>
              </a:gdLst>
              <a:ahLst/>
              <a:cxnLst>
                <a:cxn ang="0">
                  <a:pos x="T0" y="0"/>
                </a:cxn>
                <a:cxn ang="0">
                  <a:pos x="T1" y="0"/>
                </a:cxn>
                <a:cxn ang="0">
                  <a:pos x="T2" y="0"/>
                </a:cxn>
                <a:cxn ang="0">
                  <a:pos x="T3" y="0"/>
                </a:cxn>
                <a:cxn ang="0">
                  <a:pos x="T4" y="0"/>
                </a:cxn>
                <a:cxn ang="0">
                  <a:pos x="T5" y="0"/>
                </a:cxn>
                <a:cxn ang="0">
                  <a:pos x="T6" y="0"/>
                </a:cxn>
                <a:cxn ang="0">
                  <a:pos x="T7" y="0"/>
                </a:cxn>
              </a:cxnLst>
              <a:rect l="0" t="0" r="r" b="b"/>
              <a:pathLst>
                <a:path w="1">
                  <a:moveTo>
                    <a:pt x="1" y="0"/>
                  </a:moveTo>
                  <a:cubicBezTo>
                    <a:pt x="1"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1" name="iṡlíďe"/>
            <p:cNvSpPr/>
            <p:nvPr/>
          </p:nvSpPr>
          <p:spPr bwMode="auto">
            <a:xfrm>
              <a:off x="2908300" y="3446463"/>
              <a:ext cx="3175" cy="4763"/>
            </a:xfrm>
            <a:custGeom>
              <a:avLst/>
              <a:gdLst>
                <a:gd name="T0" fmla="*/ 0 w 1"/>
                <a:gd name="T1" fmla="*/ 0 h 1"/>
                <a:gd name="T2" fmla="*/ 0 w 1"/>
                <a:gd name="T3" fmla="*/ 0 h 1"/>
                <a:gd name="T4" fmla="*/ 0 w 1"/>
                <a:gd name="T5" fmla="*/ 0 h 1"/>
                <a:gd name="T6" fmla="*/ 0 w 1"/>
                <a:gd name="T7" fmla="*/ 0 h 1"/>
                <a:gd name="T8" fmla="*/ 0 w 1"/>
                <a:gd name="T9" fmla="*/ 0 h 1"/>
                <a:gd name="T10" fmla="*/ 0 w 1"/>
                <a:gd name="T11" fmla="*/ 0 h 1"/>
                <a:gd name="T12" fmla="*/ 1 w 1"/>
                <a:gd name="T13" fmla="*/ 0 h 1"/>
                <a:gd name="T14" fmla="*/ 1 w 1"/>
                <a:gd name="T15" fmla="*/ 0 h 1"/>
                <a:gd name="T16" fmla="*/ 1 w 1"/>
                <a:gd name="T17" fmla="*/ 0 h 1"/>
                <a:gd name="T18" fmla="*/ 0 w 1"/>
                <a:gd name="T1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1" y="0"/>
                  </a:cubicBezTo>
                  <a:cubicBezTo>
                    <a:pt x="1" y="0"/>
                    <a:pt x="1" y="0"/>
                    <a:pt x="1" y="0"/>
                  </a:cubicBezTo>
                  <a:cubicBezTo>
                    <a:pt x="1" y="0"/>
                    <a:pt x="1" y="0"/>
                    <a:pt x="1" y="0"/>
                  </a:cubicBezTo>
                  <a:cubicBezTo>
                    <a:pt x="1" y="0"/>
                    <a:pt x="1"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2" name="ïšḷiḍè"/>
            <p:cNvSpPr/>
            <p:nvPr/>
          </p:nvSpPr>
          <p:spPr bwMode="auto">
            <a:xfrm>
              <a:off x="2905125" y="3451226"/>
              <a:ext cx="0" cy="3175"/>
            </a:xfrm>
            <a:custGeom>
              <a:avLst/>
              <a:gdLst>
                <a:gd name="T0" fmla="*/ 0 h 1"/>
                <a:gd name="T1" fmla="*/ 0 h 1"/>
                <a:gd name="T2" fmla="*/ 0 h 1"/>
                <a:gd name="T3" fmla="*/ 1 h 1"/>
                <a:gd name="T4" fmla="*/ 1 h 1"/>
                <a:gd name="T5" fmla="*/ 1 h 1"/>
                <a:gd name="T6" fmla="*/ 0 h 1"/>
                <a:gd name="T7" fmla="*/ 0 h 1"/>
                <a:gd name="T8" fmla="*/ 0 h 1"/>
                <a:gd name="T9" fmla="*/ 0 h 1"/>
                <a:gd name="T10" fmla="*/ 0 h 1"/>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 ang="0">
                  <a:pos x="0" y="T10"/>
                </a:cxn>
              </a:cxnLst>
              <a:rect l="0" t="0" r="r" b="b"/>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3" name="í$1îḓè"/>
            <p:cNvSpPr/>
            <p:nvPr/>
          </p:nvSpPr>
          <p:spPr bwMode="auto">
            <a:xfrm>
              <a:off x="2857500" y="3446463"/>
              <a:ext cx="11113" cy="7938"/>
            </a:xfrm>
            <a:custGeom>
              <a:avLst/>
              <a:gdLst>
                <a:gd name="T0" fmla="*/ 2 w 3"/>
                <a:gd name="T1" fmla="*/ 1 h 2"/>
                <a:gd name="T2" fmla="*/ 1 w 3"/>
                <a:gd name="T3" fmla="*/ 1 h 2"/>
                <a:gd name="T4" fmla="*/ 1 w 3"/>
                <a:gd name="T5" fmla="*/ 1 h 2"/>
                <a:gd name="T6" fmla="*/ 1 w 3"/>
                <a:gd name="T7" fmla="*/ 1 h 2"/>
                <a:gd name="T8" fmla="*/ 1 w 3"/>
                <a:gd name="T9" fmla="*/ 1 h 2"/>
                <a:gd name="T10" fmla="*/ 1 w 3"/>
                <a:gd name="T11" fmla="*/ 0 h 2"/>
                <a:gd name="T12" fmla="*/ 1 w 3"/>
                <a:gd name="T13" fmla="*/ 0 h 2"/>
                <a:gd name="T14" fmla="*/ 1 w 3"/>
                <a:gd name="T15" fmla="*/ 0 h 2"/>
                <a:gd name="T16" fmla="*/ 1 w 3"/>
                <a:gd name="T17" fmla="*/ 0 h 2"/>
                <a:gd name="T18" fmla="*/ 1 w 3"/>
                <a:gd name="T19" fmla="*/ 0 h 2"/>
                <a:gd name="T20" fmla="*/ 1 w 3"/>
                <a:gd name="T21" fmla="*/ 0 h 2"/>
                <a:gd name="T22" fmla="*/ 1 w 3"/>
                <a:gd name="T23" fmla="*/ 0 h 2"/>
                <a:gd name="T24" fmla="*/ 1 w 3"/>
                <a:gd name="T25" fmla="*/ 0 h 2"/>
                <a:gd name="T26" fmla="*/ 1 w 3"/>
                <a:gd name="T27" fmla="*/ 0 h 2"/>
                <a:gd name="T28" fmla="*/ 0 w 3"/>
                <a:gd name="T29" fmla="*/ 0 h 2"/>
                <a:gd name="T30" fmla="*/ 0 w 3"/>
                <a:gd name="T31" fmla="*/ 0 h 2"/>
                <a:gd name="T32" fmla="*/ 0 w 3"/>
                <a:gd name="T33" fmla="*/ 0 h 2"/>
                <a:gd name="T34" fmla="*/ 0 w 3"/>
                <a:gd name="T35" fmla="*/ 0 h 2"/>
                <a:gd name="T36" fmla="*/ 0 w 3"/>
                <a:gd name="T37" fmla="*/ 0 h 2"/>
                <a:gd name="T38" fmla="*/ 1 w 3"/>
                <a:gd name="T39" fmla="*/ 1 h 2"/>
                <a:gd name="T40" fmla="*/ 1 w 3"/>
                <a:gd name="T41" fmla="*/ 1 h 2"/>
                <a:gd name="T42" fmla="*/ 1 w 3"/>
                <a:gd name="T43" fmla="*/ 1 h 2"/>
                <a:gd name="T44" fmla="*/ 1 w 3"/>
                <a:gd name="T45" fmla="*/ 2 h 2"/>
                <a:gd name="T46" fmla="*/ 1 w 3"/>
                <a:gd name="T47" fmla="*/ 1 h 2"/>
                <a:gd name="T48" fmla="*/ 2 w 3"/>
                <a:gd name="T49" fmla="*/ 1 h 2"/>
                <a:gd name="T50" fmla="*/ 2 w 3"/>
                <a:gd name="T51" fmla="*/ 1 h 2"/>
                <a:gd name="T52" fmla="*/ 2 w 3"/>
                <a:gd name="T53" fmla="*/ 1 h 2"/>
                <a:gd name="T54" fmla="*/ 3 w 3"/>
                <a:gd name="T55" fmla="*/ 1 h 2"/>
                <a:gd name="T56" fmla="*/ 3 w 3"/>
                <a:gd name="T57" fmla="*/ 1 h 2"/>
                <a:gd name="T58" fmla="*/ 2 w 3"/>
                <a:gd name="T59" fmla="*/ 1 h 2"/>
                <a:gd name="T60" fmla="*/ 2 w 3"/>
                <a:gd name="T61" fmla="*/ 1 h 2"/>
                <a:gd name="T62" fmla="*/ 2 w 3"/>
                <a:gd name="T63" fmla="*/ 1 h 2"/>
                <a:gd name="T64" fmla="*/ 2 w 3"/>
                <a:gd name="T65"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 h="2">
                  <a:moveTo>
                    <a:pt x="2" y="1"/>
                  </a:move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1" y="1"/>
                  </a:cubicBezTo>
                  <a:cubicBezTo>
                    <a:pt x="1" y="1"/>
                    <a:pt x="1" y="1"/>
                    <a:pt x="1" y="1"/>
                  </a:cubicBezTo>
                  <a:cubicBezTo>
                    <a:pt x="1" y="1"/>
                    <a:pt x="1" y="1"/>
                    <a:pt x="1" y="1"/>
                  </a:cubicBezTo>
                  <a:cubicBezTo>
                    <a:pt x="1" y="1"/>
                    <a:pt x="1" y="2"/>
                    <a:pt x="1" y="2"/>
                  </a:cubicBezTo>
                  <a:cubicBezTo>
                    <a:pt x="1" y="2"/>
                    <a:pt x="1" y="1"/>
                    <a:pt x="1" y="1"/>
                  </a:cubicBezTo>
                  <a:cubicBezTo>
                    <a:pt x="1" y="1"/>
                    <a:pt x="2" y="1"/>
                    <a:pt x="2" y="1"/>
                  </a:cubicBezTo>
                  <a:cubicBezTo>
                    <a:pt x="2" y="2"/>
                    <a:pt x="2" y="1"/>
                    <a:pt x="2" y="1"/>
                  </a:cubicBezTo>
                  <a:cubicBezTo>
                    <a:pt x="2" y="1"/>
                    <a:pt x="2" y="1"/>
                    <a:pt x="2" y="1"/>
                  </a:cubicBezTo>
                  <a:cubicBezTo>
                    <a:pt x="2"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4" name="î$ľidé"/>
            <p:cNvSpPr/>
            <p:nvPr/>
          </p:nvSpPr>
          <p:spPr bwMode="auto">
            <a:xfrm>
              <a:off x="2908300" y="3451226"/>
              <a:ext cx="3175" cy="0"/>
            </a:xfrm>
            <a:custGeom>
              <a:avLst/>
              <a:gdLst>
                <a:gd name="T0" fmla="*/ 0 w 1"/>
                <a:gd name="T1" fmla="*/ 0 w 1"/>
                <a:gd name="T2" fmla="*/ 0 w 1"/>
                <a:gd name="T3" fmla="*/ 0 w 1"/>
                <a:gd name="T4" fmla="*/ 0 w 1"/>
                <a:gd name="T5" fmla="*/ 0 w 1"/>
                <a:gd name="T6" fmla="*/ 0 w 1"/>
                <a:gd name="T7" fmla="*/ 1 w 1"/>
                <a:gd name="T8" fmla="*/ 1 w 1"/>
                <a:gd name="T9" fmla="*/ 1 w 1"/>
                <a:gd name="T10" fmla="*/ 0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5" name="išḻïďê"/>
            <p:cNvSpPr/>
            <p:nvPr/>
          </p:nvSpPr>
          <p:spPr bwMode="auto">
            <a:xfrm>
              <a:off x="2822575" y="3440113"/>
              <a:ext cx="3175" cy="3175"/>
            </a:xfrm>
            <a:custGeom>
              <a:avLst/>
              <a:gdLst>
                <a:gd name="T0" fmla="*/ 0 w 1"/>
                <a:gd name="T1" fmla="*/ 1 h 1"/>
                <a:gd name="T2" fmla="*/ 0 w 1"/>
                <a:gd name="T3" fmla="*/ 1 h 1"/>
                <a:gd name="T4" fmla="*/ 1 w 1"/>
                <a:gd name="T5" fmla="*/ 1 h 1"/>
                <a:gd name="T6" fmla="*/ 1 w 1"/>
                <a:gd name="T7" fmla="*/ 0 h 1"/>
                <a:gd name="T8" fmla="*/ 1 w 1"/>
                <a:gd name="T9" fmla="*/ 0 h 1"/>
                <a:gd name="T10" fmla="*/ 1 w 1"/>
                <a:gd name="T11" fmla="*/ 0 h 1"/>
                <a:gd name="T12" fmla="*/ 1 w 1"/>
                <a:gd name="T13" fmla="*/ 0 h 1"/>
                <a:gd name="T14" fmla="*/ 1 w 1"/>
                <a:gd name="T15" fmla="*/ 0 h 1"/>
                <a:gd name="T16" fmla="*/ 1 w 1"/>
                <a:gd name="T17" fmla="*/ 0 h 1"/>
                <a:gd name="T18" fmla="*/ 0 w 1"/>
                <a:gd name="T19" fmla="*/ 0 h 1"/>
                <a:gd name="T20" fmla="*/ 0 w 1"/>
                <a:gd name="T21" fmla="*/ 0 h 1"/>
                <a:gd name="T22" fmla="*/ 0 w 1"/>
                <a:gd name="T23" fmla="*/ 1 h 1"/>
                <a:gd name="T24" fmla="*/ 0 w 1"/>
                <a:gd name="T25"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 h="1">
                  <a:moveTo>
                    <a:pt x="0" y="1"/>
                  </a:moveTo>
                  <a:cubicBezTo>
                    <a:pt x="0" y="1"/>
                    <a:pt x="0" y="1"/>
                    <a:pt x="0"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6" name="îSļíďê"/>
            <p:cNvSpPr/>
            <p:nvPr/>
          </p:nvSpPr>
          <p:spPr bwMode="auto">
            <a:xfrm>
              <a:off x="2817813" y="3440113"/>
              <a:ext cx="7938" cy="11113"/>
            </a:xfrm>
            <a:custGeom>
              <a:avLst/>
              <a:gdLst>
                <a:gd name="T0" fmla="*/ 0 w 2"/>
                <a:gd name="T1" fmla="*/ 2 h 3"/>
                <a:gd name="T2" fmla="*/ 0 w 2"/>
                <a:gd name="T3" fmla="*/ 2 h 3"/>
                <a:gd name="T4" fmla="*/ 1 w 2"/>
                <a:gd name="T5" fmla="*/ 3 h 3"/>
                <a:gd name="T6" fmla="*/ 1 w 2"/>
                <a:gd name="T7" fmla="*/ 3 h 3"/>
                <a:gd name="T8" fmla="*/ 1 w 2"/>
                <a:gd name="T9" fmla="*/ 3 h 3"/>
                <a:gd name="T10" fmla="*/ 1 w 2"/>
                <a:gd name="T11" fmla="*/ 2 h 3"/>
                <a:gd name="T12" fmla="*/ 2 w 2"/>
                <a:gd name="T13" fmla="*/ 2 h 3"/>
                <a:gd name="T14" fmla="*/ 2 w 2"/>
                <a:gd name="T15" fmla="*/ 2 h 3"/>
                <a:gd name="T16" fmla="*/ 2 w 2"/>
                <a:gd name="T17" fmla="*/ 2 h 3"/>
                <a:gd name="T18" fmla="*/ 2 w 2"/>
                <a:gd name="T19" fmla="*/ 2 h 3"/>
                <a:gd name="T20" fmla="*/ 2 w 2"/>
                <a:gd name="T21" fmla="*/ 2 h 3"/>
                <a:gd name="T22" fmla="*/ 2 w 2"/>
                <a:gd name="T23" fmla="*/ 2 h 3"/>
                <a:gd name="T24" fmla="*/ 2 w 2"/>
                <a:gd name="T25" fmla="*/ 2 h 3"/>
                <a:gd name="T26" fmla="*/ 1 w 2"/>
                <a:gd name="T27" fmla="*/ 2 h 3"/>
                <a:gd name="T28" fmla="*/ 1 w 2"/>
                <a:gd name="T29" fmla="*/ 2 h 3"/>
                <a:gd name="T30" fmla="*/ 1 w 2"/>
                <a:gd name="T31" fmla="*/ 2 h 3"/>
                <a:gd name="T32" fmla="*/ 1 w 2"/>
                <a:gd name="T33" fmla="*/ 2 h 3"/>
                <a:gd name="T34" fmla="*/ 1 w 2"/>
                <a:gd name="T35" fmla="*/ 1 h 3"/>
                <a:gd name="T36" fmla="*/ 1 w 2"/>
                <a:gd name="T37" fmla="*/ 1 h 3"/>
                <a:gd name="T38" fmla="*/ 1 w 2"/>
                <a:gd name="T39" fmla="*/ 0 h 3"/>
                <a:gd name="T40" fmla="*/ 0 w 2"/>
                <a:gd name="T41" fmla="*/ 0 h 3"/>
                <a:gd name="T42" fmla="*/ 0 w 2"/>
                <a:gd name="T43" fmla="*/ 0 h 3"/>
                <a:gd name="T44" fmla="*/ 0 w 2"/>
                <a:gd name="T45" fmla="*/ 1 h 3"/>
                <a:gd name="T46" fmla="*/ 0 w 2"/>
                <a:gd name="T4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 h="3">
                  <a:moveTo>
                    <a:pt x="0" y="2"/>
                  </a:moveTo>
                  <a:cubicBezTo>
                    <a:pt x="0" y="2"/>
                    <a:pt x="0" y="2"/>
                    <a:pt x="0" y="2"/>
                  </a:cubicBezTo>
                  <a:cubicBezTo>
                    <a:pt x="0" y="2"/>
                    <a:pt x="0" y="3"/>
                    <a:pt x="1" y="3"/>
                  </a:cubicBezTo>
                  <a:cubicBezTo>
                    <a:pt x="1" y="3"/>
                    <a:pt x="1" y="3"/>
                    <a:pt x="1" y="3"/>
                  </a:cubicBezTo>
                  <a:cubicBezTo>
                    <a:pt x="1" y="3"/>
                    <a:pt x="1" y="3"/>
                    <a:pt x="1" y="3"/>
                  </a:cubicBezTo>
                  <a:cubicBezTo>
                    <a:pt x="1" y="3"/>
                    <a:pt x="1" y="3"/>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0"/>
                  </a:cubicBezTo>
                  <a:cubicBezTo>
                    <a:pt x="1" y="0"/>
                    <a:pt x="1" y="0"/>
                    <a:pt x="0" y="0"/>
                  </a:cubicBezTo>
                  <a:cubicBezTo>
                    <a:pt x="0" y="0"/>
                    <a:pt x="0" y="0"/>
                    <a:pt x="0" y="0"/>
                  </a:cubicBezTo>
                  <a:cubicBezTo>
                    <a:pt x="0" y="0"/>
                    <a:pt x="0" y="1"/>
                    <a:pt x="0" y="1"/>
                  </a:cubicBezTo>
                  <a:cubicBezTo>
                    <a:pt x="0" y="1"/>
                    <a:pt x="0" y="1"/>
                    <a:pt x="0" y="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7" name="íṧḻiḋe"/>
            <p:cNvSpPr/>
            <p:nvPr/>
          </p:nvSpPr>
          <p:spPr bwMode="auto">
            <a:xfrm>
              <a:off x="2822575" y="3443288"/>
              <a:ext cx="3175" cy="3175"/>
            </a:xfrm>
            <a:custGeom>
              <a:avLst/>
              <a:gdLst>
                <a:gd name="T0" fmla="*/ 1 w 1"/>
                <a:gd name="T1" fmla="*/ 0 h 1"/>
                <a:gd name="T2" fmla="*/ 1 w 1"/>
                <a:gd name="T3" fmla="*/ 0 h 1"/>
                <a:gd name="T4" fmla="*/ 0 w 1"/>
                <a:gd name="T5" fmla="*/ 0 h 1"/>
                <a:gd name="T6" fmla="*/ 1 w 1"/>
                <a:gd name="T7" fmla="*/ 1 h 1"/>
                <a:gd name="T8" fmla="*/ 1 w 1"/>
                <a:gd name="T9" fmla="*/ 1 h 1"/>
                <a:gd name="T10" fmla="*/ 1 w 1"/>
                <a:gd name="T11" fmla="*/ 1 h 1"/>
                <a:gd name="T12" fmla="*/ 1 w 1"/>
                <a:gd name="T13" fmla="*/ 1 h 1"/>
                <a:gd name="T14" fmla="*/ 1 w 1"/>
                <a:gd name="T15" fmla="*/ 1 h 1"/>
                <a:gd name="T16" fmla="*/ 1 w 1"/>
                <a:gd name="T17" fmla="*/ 0 h 1"/>
                <a:gd name="T18" fmla="*/ 1 w 1"/>
                <a:gd name="T19" fmla="*/ 0 h 1"/>
                <a:gd name="T20" fmla="*/ 1 w 1"/>
                <a:gd name="T21" fmla="*/ 0 h 1"/>
                <a:gd name="T22" fmla="*/ 1 w 1"/>
                <a:gd name="T2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 h="1">
                  <a:moveTo>
                    <a:pt x="1" y="0"/>
                  </a:moveTo>
                  <a:cubicBezTo>
                    <a:pt x="1" y="0"/>
                    <a:pt x="1" y="0"/>
                    <a:pt x="1" y="0"/>
                  </a:cubicBezTo>
                  <a:cubicBezTo>
                    <a:pt x="1" y="0"/>
                    <a:pt x="0" y="0"/>
                    <a:pt x="0" y="0"/>
                  </a:cubicBezTo>
                  <a:cubicBezTo>
                    <a:pt x="0" y="0"/>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8" name="îṡ1iďé"/>
            <p:cNvSpPr/>
            <p:nvPr/>
          </p:nvSpPr>
          <p:spPr bwMode="auto">
            <a:xfrm>
              <a:off x="2828925" y="3432176"/>
              <a:ext cx="7938" cy="14288"/>
            </a:xfrm>
            <a:custGeom>
              <a:avLst/>
              <a:gdLst>
                <a:gd name="T0" fmla="*/ 1 w 2"/>
                <a:gd name="T1" fmla="*/ 0 h 4"/>
                <a:gd name="T2" fmla="*/ 1 w 2"/>
                <a:gd name="T3" fmla="*/ 0 h 4"/>
                <a:gd name="T4" fmla="*/ 1 w 2"/>
                <a:gd name="T5" fmla="*/ 0 h 4"/>
                <a:gd name="T6" fmla="*/ 0 w 2"/>
                <a:gd name="T7" fmla="*/ 0 h 4"/>
                <a:gd name="T8" fmla="*/ 0 w 2"/>
                <a:gd name="T9" fmla="*/ 0 h 4"/>
                <a:gd name="T10" fmla="*/ 0 w 2"/>
                <a:gd name="T11" fmla="*/ 0 h 4"/>
                <a:gd name="T12" fmla="*/ 0 w 2"/>
                <a:gd name="T13" fmla="*/ 0 h 4"/>
                <a:gd name="T14" fmla="*/ 0 w 2"/>
                <a:gd name="T15" fmla="*/ 0 h 4"/>
                <a:gd name="T16" fmla="*/ 0 w 2"/>
                <a:gd name="T17" fmla="*/ 0 h 4"/>
                <a:gd name="T18" fmla="*/ 0 w 2"/>
                <a:gd name="T19" fmla="*/ 0 h 4"/>
                <a:gd name="T20" fmla="*/ 0 w 2"/>
                <a:gd name="T21" fmla="*/ 0 h 4"/>
                <a:gd name="T22" fmla="*/ 1 w 2"/>
                <a:gd name="T23" fmla="*/ 1 h 4"/>
                <a:gd name="T24" fmla="*/ 1 w 2"/>
                <a:gd name="T25" fmla="*/ 1 h 4"/>
                <a:gd name="T26" fmla="*/ 1 w 2"/>
                <a:gd name="T27" fmla="*/ 1 h 4"/>
                <a:gd name="T28" fmla="*/ 0 w 2"/>
                <a:gd name="T29" fmla="*/ 1 h 4"/>
                <a:gd name="T30" fmla="*/ 0 w 2"/>
                <a:gd name="T31" fmla="*/ 1 h 4"/>
                <a:gd name="T32" fmla="*/ 0 w 2"/>
                <a:gd name="T33" fmla="*/ 1 h 4"/>
                <a:gd name="T34" fmla="*/ 0 w 2"/>
                <a:gd name="T35" fmla="*/ 1 h 4"/>
                <a:gd name="T36" fmla="*/ 0 w 2"/>
                <a:gd name="T37" fmla="*/ 1 h 4"/>
                <a:gd name="T38" fmla="*/ 0 w 2"/>
                <a:gd name="T39" fmla="*/ 1 h 4"/>
                <a:gd name="T40" fmla="*/ 1 w 2"/>
                <a:gd name="T41" fmla="*/ 1 h 4"/>
                <a:gd name="T42" fmla="*/ 1 w 2"/>
                <a:gd name="T43" fmla="*/ 1 h 4"/>
                <a:gd name="T44" fmla="*/ 1 w 2"/>
                <a:gd name="T45" fmla="*/ 1 h 4"/>
                <a:gd name="T46" fmla="*/ 1 w 2"/>
                <a:gd name="T47" fmla="*/ 2 h 4"/>
                <a:gd name="T48" fmla="*/ 1 w 2"/>
                <a:gd name="T49" fmla="*/ 2 h 4"/>
                <a:gd name="T50" fmla="*/ 1 w 2"/>
                <a:gd name="T51" fmla="*/ 3 h 4"/>
                <a:gd name="T52" fmla="*/ 1 w 2"/>
                <a:gd name="T53" fmla="*/ 3 h 4"/>
                <a:gd name="T54" fmla="*/ 1 w 2"/>
                <a:gd name="T55" fmla="*/ 3 h 4"/>
                <a:gd name="T56" fmla="*/ 1 w 2"/>
                <a:gd name="T57" fmla="*/ 3 h 4"/>
                <a:gd name="T58" fmla="*/ 1 w 2"/>
                <a:gd name="T59" fmla="*/ 4 h 4"/>
                <a:gd name="T60" fmla="*/ 1 w 2"/>
                <a:gd name="T61" fmla="*/ 4 h 4"/>
                <a:gd name="T62" fmla="*/ 1 w 2"/>
                <a:gd name="T63" fmla="*/ 4 h 4"/>
                <a:gd name="T64" fmla="*/ 1 w 2"/>
                <a:gd name="T65" fmla="*/ 4 h 4"/>
                <a:gd name="T66" fmla="*/ 2 w 2"/>
                <a:gd name="T67" fmla="*/ 4 h 4"/>
                <a:gd name="T68" fmla="*/ 2 w 2"/>
                <a:gd name="T69" fmla="*/ 3 h 4"/>
                <a:gd name="T70" fmla="*/ 2 w 2"/>
                <a:gd name="T71" fmla="*/ 2 h 4"/>
                <a:gd name="T72" fmla="*/ 2 w 2"/>
                <a:gd name="T73" fmla="*/ 2 h 4"/>
                <a:gd name="T74" fmla="*/ 2 w 2"/>
                <a:gd name="T75" fmla="*/ 1 h 4"/>
                <a:gd name="T76" fmla="*/ 2 w 2"/>
                <a:gd name="T77" fmla="*/ 1 h 4"/>
                <a:gd name="T78" fmla="*/ 2 w 2"/>
                <a:gd name="T79" fmla="*/ 0 h 4"/>
                <a:gd name="T80" fmla="*/ 1 w 2"/>
                <a:gd name="T8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 h="4">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3"/>
                    <a:pt x="2" y="3"/>
                  </a:cubicBezTo>
                  <a:cubicBezTo>
                    <a:pt x="2" y="3"/>
                    <a:pt x="2" y="3"/>
                    <a:pt x="2" y="2"/>
                  </a:cubicBezTo>
                  <a:cubicBezTo>
                    <a:pt x="2" y="2"/>
                    <a:pt x="2" y="2"/>
                    <a:pt x="2" y="2"/>
                  </a:cubicBezTo>
                  <a:cubicBezTo>
                    <a:pt x="2" y="1"/>
                    <a:pt x="2" y="1"/>
                    <a:pt x="2" y="1"/>
                  </a:cubicBezTo>
                  <a:cubicBezTo>
                    <a:pt x="2" y="1"/>
                    <a:pt x="2" y="1"/>
                    <a:pt x="2" y="1"/>
                  </a:cubicBezTo>
                  <a:cubicBezTo>
                    <a:pt x="2" y="1"/>
                    <a:pt x="2" y="1"/>
                    <a:pt x="2" y="0"/>
                  </a:cubicBezTo>
                  <a:cubicBezTo>
                    <a:pt x="2" y="0"/>
                    <a:pt x="2"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19" name="ï$ḷïdè"/>
            <p:cNvSpPr/>
            <p:nvPr/>
          </p:nvSpPr>
          <p:spPr bwMode="auto">
            <a:xfrm>
              <a:off x="2817813" y="3451226"/>
              <a:ext cx="7938" cy="3175"/>
            </a:xfrm>
            <a:custGeom>
              <a:avLst/>
              <a:gdLst>
                <a:gd name="T0" fmla="*/ 2 w 2"/>
                <a:gd name="T1" fmla="*/ 0 h 1"/>
                <a:gd name="T2" fmla="*/ 2 w 2"/>
                <a:gd name="T3" fmla="*/ 0 h 1"/>
                <a:gd name="T4" fmla="*/ 2 w 2"/>
                <a:gd name="T5" fmla="*/ 0 h 1"/>
                <a:gd name="T6" fmla="*/ 2 w 2"/>
                <a:gd name="T7" fmla="*/ 0 h 1"/>
                <a:gd name="T8" fmla="*/ 2 w 2"/>
                <a:gd name="T9" fmla="*/ 0 h 1"/>
                <a:gd name="T10" fmla="*/ 2 w 2"/>
                <a:gd name="T11" fmla="*/ 0 h 1"/>
                <a:gd name="T12" fmla="*/ 1 w 2"/>
                <a:gd name="T13" fmla="*/ 0 h 1"/>
                <a:gd name="T14" fmla="*/ 1 w 2"/>
                <a:gd name="T15" fmla="*/ 0 h 1"/>
                <a:gd name="T16" fmla="*/ 1 w 2"/>
                <a:gd name="T17" fmla="*/ 0 h 1"/>
                <a:gd name="T18" fmla="*/ 1 w 2"/>
                <a:gd name="T19" fmla="*/ 0 h 1"/>
                <a:gd name="T20" fmla="*/ 1 w 2"/>
                <a:gd name="T21" fmla="*/ 0 h 1"/>
                <a:gd name="T22" fmla="*/ 0 w 2"/>
                <a:gd name="T23" fmla="*/ 0 h 1"/>
                <a:gd name="T24" fmla="*/ 0 w 2"/>
                <a:gd name="T25" fmla="*/ 0 h 1"/>
                <a:gd name="T26" fmla="*/ 0 w 2"/>
                <a:gd name="T27" fmla="*/ 0 h 1"/>
                <a:gd name="T28" fmla="*/ 0 w 2"/>
                <a:gd name="T29" fmla="*/ 0 h 1"/>
                <a:gd name="T30" fmla="*/ 0 w 2"/>
                <a:gd name="T31" fmla="*/ 1 h 1"/>
                <a:gd name="T32" fmla="*/ 0 w 2"/>
                <a:gd name="T33" fmla="*/ 1 h 1"/>
                <a:gd name="T34" fmla="*/ 1 w 2"/>
                <a:gd name="T35" fmla="*/ 1 h 1"/>
                <a:gd name="T36" fmla="*/ 1 w 2"/>
                <a:gd name="T37" fmla="*/ 1 h 1"/>
                <a:gd name="T38" fmla="*/ 1 w 2"/>
                <a:gd name="T39" fmla="*/ 1 h 1"/>
                <a:gd name="T40" fmla="*/ 2 w 2"/>
                <a:gd name="T41" fmla="*/ 1 h 1"/>
                <a:gd name="T42" fmla="*/ 2 w 2"/>
                <a:gd name="T43" fmla="*/ 1 h 1"/>
                <a:gd name="T44" fmla="*/ 2 w 2"/>
                <a:gd name="T45" fmla="*/ 1 h 1"/>
                <a:gd name="T46" fmla="*/ 2 w 2"/>
                <a:gd name="T47" fmla="*/ 0 h 1"/>
                <a:gd name="T48" fmla="*/ 2 w 2"/>
                <a:gd name="T4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0" name="işlîḋê"/>
            <p:cNvSpPr/>
            <p:nvPr/>
          </p:nvSpPr>
          <p:spPr bwMode="auto">
            <a:xfrm>
              <a:off x="2828925" y="3440113"/>
              <a:ext cx="3175" cy="3175"/>
            </a:xfrm>
            <a:custGeom>
              <a:avLst/>
              <a:gdLst>
                <a:gd name="T0" fmla="*/ 1 w 1"/>
                <a:gd name="T1" fmla="*/ 0 h 1"/>
                <a:gd name="T2" fmla="*/ 1 w 1"/>
                <a:gd name="T3" fmla="*/ 0 h 1"/>
                <a:gd name="T4" fmla="*/ 0 w 1"/>
                <a:gd name="T5" fmla="*/ 0 h 1"/>
                <a:gd name="T6" fmla="*/ 0 w 1"/>
                <a:gd name="T7" fmla="*/ 0 h 1"/>
                <a:gd name="T8" fmla="*/ 0 w 1"/>
                <a:gd name="T9" fmla="*/ 0 h 1"/>
                <a:gd name="T10" fmla="*/ 0 w 1"/>
                <a:gd name="T11" fmla="*/ 0 h 1"/>
                <a:gd name="T12" fmla="*/ 0 w 1"/>
                <a:gd name="T13" fmla="*/ 0 h 1"/>
                <a:gd name="T14" fmla="*/ 0 w 1"/>
                <a:gd name="T15" fmla="*/ 1 h 1"/>
                <a:gd name="T16" fmla="*/ 0 w 1"/>
                <a:gd name="T17" fmla="*/ 1 h 1"/>
                <a:gd name="T18" fmla="*/ 0 w 1"/>
                <a:gd name="T19" fmla="*/ 1 h 1"/>
                <a:gd name="T20" fmla="*/ 0 w 1"/>
                <a:gd name="T21" fmla="*/ 1 h 1"/>
                <a:gd name="T22" fmla="*/ 0 w 1"/>
                <a:gd name="T23" fmla="*/ 1 h 1"/>
                <a:gd name="T24" fmla="*/ 0 w 1"/>
                <a:gd name="T25" fmla="*/ 1 h 1"/>
                <a:gd name="T26" fmla="*/ 0 w 1"/>
                <a:gd name="T27" fmla="*/ 1 h 1"/>
                <a:gd name="T28" fmla="*/ 0 w 1"/>
                <a:gd name="T29" fmla="*/ 1 h 1"/>
                <a:gd name="T30" fmla="*/ 1 w 1"/>
                <a:gd name="T31" fmla="*/ 0 h 1"/>
                <a:gd name="T32" fmla="*/ 1 w 1"/>
                <a:gd name="T33" fmla="*/ 0 h 1"/>
                <a:gd name="T34" fmla="*/ 1 w 1"/>
                <a:gd name="T35" fmla="*/ 0 h 1"/>
                <a:gd name="T36" fmla="*/ 1 w 1"/>
                <a:gd name="T3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1">
                  <a:moveTo>
                    <a:pt x="1" y="0"/>
                  </a:move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1" name="işḻïḑè"/>
            <p:cNvSpPr/>
            <p:nvPr/>
          </p:nvSpPr>
          <p:spPr bwMode="auto">
            <a:xfrm>
              <a:off x="2825750" y="3451226"/>
              <a:ext cx="3175" cy="3175"/>
            </a:xfrm>
            <a:custGeom>
              <a:avLst/>
              <a:gdLst>
                <a:gd name="T0" fmla="*/ 1 w 1"/>
                <a:gd name="T1" fmla="*/ 0 h 1"/>
                <a:gd name="T2" fmla="*/ 1 w 1"/>
                <a:gd name="T3" fmla="*/ 0 h 1"/>
                <a:gd name="T4" fmla="*/ 1 w 1"/>
                <a:gd name="T5" fmla="*/ 0 h 1"/>
                <a:gd name="T6" fmla="*/ 1 w 1"/>
                <a:gd name="T7" fmla="*/ 0 h 1"/>
                <a:gd name="T8" fmla="*/ 0 w 1"/>
                <a:gd name="T9" fmla="*/ 0 h 1"/>
                <a:gd name="T10" fmla="*/ 0 w 1"/>
                <a:gd name="T11" fmla="*/ 0 h 1"/>
                <a:gd name="T12" fmla="*/ 0 w 1"/>
                <a:gd name="T13" fmla="*/ 0 h 1"/>
                <a:gd name="T14" fmla="*/ 0 w 1"/>
                <a:gd name="T15" fmla="*/ 0 h 1"/>
                <a:gd name="T16" fmla="*/ 0 w 1"/>
                <a:gd name="T17" fmla="*/ 0 h 1"/>
                <a:gd name="T18" fmla="*/ 1 w 1"/>
                <a:gd name="T19" fmla="*/ 0 h 1"/>
                <a:gd name="T20" fmla="*/ 1 w 1"/>
                <a:gd name="T21" fmla="*/ 0 h 1"/>
                <a:gd name="T22" fmla="*/ 1 w 1"/>
                <a:gd name="T23" fmla="*/ 0 h 1"/>
                <a:gd name="T24" fmla="*/ 1 w 1"/>
                <a:gd name="T25" fmla="*/ 1 h 1"/>
                <a:gd name="T26" fmla="*/ 1 w 1"/>
                <a:gd name="T27" fmla="*/ 0 h 1"/>
                <a:gd name="T28" fmla="*/ 1 w 1"/>
                <a:gd name="T29" fmla="*/ 0 h 1"/>
                <a:gd name="T30" fmla="*/ 1 w 1"/>
                <a:gd name="T31" fmla="*/ 0 h 1"/>
                <a:gd name="T32" fmla="*/ 1 w 1"/>
                <a:gd name="T33"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 h="1">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2" name="ïslidê"/>
            <p:cNvSpPr/>
            <p:nvPr/>
          </p:nvSpPr>
          <p:spPr bwMode="auto">
            <a:xfrm>
              <a:off x="2828925" y="344646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3" name="íṣḻíḑê"/>
            <p:cNvSpPr/>
            <p:nvPr/>
          </p:nvSpPr>
          <p:spPr bwMode="auto">
            <a:xfrm>
              <a:off x="2905125" y="3446463"/>
              <a:ext cx="0" cy="4763"/>
            </a:xfrm>
            <a:custGeom>
              <a:avLst/>
              <a:gdLst>
                <a:gd name="T0" fmla="*/ 1 h 1"/>
                <a:gd name="T1" fmla="*/ 1 h 1"/>
                <a:gd name="T2" fmla="*/ 1 h 1"/>
                <a:gd name="T3" fmla="*/ 0 h 1"/>
                <a:gd name="T4" fmla="*/ 0 h 1"/>
                <a:gd name="T5" fmla="*/ 0 h 1"/>
                <a:gd name="T6" fmla="*/ 0 h 1"/>
                <a:gd name="T7" fmla="*/ 1 h 1"/>
                <a:gd name="T8" fmla="*/ 1 h 1"/>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
                  <a:moveTo>
                    <a:pt x="0" y="1"/>
                  </a:move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4" name="ísḻídé"/>
            <p:cNvSpPr/>
            <p:nvPr/>
          </p:nvSpPr>
          <p:spPr bwMode="auto">
            <a:xfrm>
              <a:off x="3067050" y="3443288"/>
              <a:ext cx="3175" cy="0"/>
            </a:xfrm>
            <a:custGeom>
              <a:avLst/>
              <a:gdLst>
                <a:gd name="T0" fmla="*/ 1 w 1"/>
                <a:gd name="T1" fmla="*/ 1 w 1"/>
                <a:gd name="T2" fmla="*/ 1 w 1"/>
                <a:gd name="T3" fmla="*/ 0 w 1"/>
                <a:gd name="T4" fmla="*/ 0 w 1"/>
                <a:gd name="T5" fmla="*/ 1 w 1"/>
                <a:gd name="T6" fmla="*/ 1 w 1"/>
                <a:gd name="T7" fmla="*/ 1 w 1"/>
                <a:gd name="T8" fmla="*/ 1 w 1"/>
                <a:gd name="T9" fmla="*/ 1 w 1"/>
                <a:gd name="T10" fmla="*/ 1 w 1"/>
                <a:gd name="T11"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Lst>
              <a:rect l="0" t="0" r="r" b="b"/>
              <a:pathLst>
                <a:path w="1">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5" name="iṧḻide"/>
            <p:cNvSpPr/>
            <p:nvPr/>
          </p:nvSpPr>
          <p:spPr bwMode="auto">
            <a:xfrm>
              <a:off x="3067050" y="3440113"/>
              <a:ext cx="7938" cy="3175"/>
            </a:xfrm>
            <a:custGeom>
              <a:avLst/>
              <a:gdLst>
                <a:gd name="T0" fmla="*/ 2 w 2"/>
                <a:gd name="T1" fmla="*/ 0 h 1"/>
                <a:gd name="T2" fmla="*/ 2 w 2"/>
                <a:gd name="T3" fmla="*/ 0 h 1"/>
                <a:gd name="T4" fmla="*/ 1 w 2"/>
                <a:gd name="T5" fmla="*/ 0 h 1"/>
                <a:gd name="T6" fmla="*/ 1 w 2"/>
                <a:gd name="T7" fmla="*/ 0 h 1"/>
                <a:gd name="T8" fmla="*/ 1 w 2"/>
                <a:gd name="T9" fmla="*/ 0 h 1"/>
                <a:gd name="T10" fmla="*/ 1 w 2"/>
                <a:gd name="T11" fmla="*/ 0 h 1"/>
                <a:gd name="T12" fmla="*/ 1 w 2"/>
                <a:gd name="T13" fmla="*/ 1 h 1"/>
                <a:gd name="T14" fmla="*/ 1 w 2"/>
                <a:gd name="T15" fmla="*/ 1 h 1"/>
                <a:gd name="T16" fmla="*/ 1 w 2"/>
                <a:gd name="T17" fmla="*/ 1 h 1"/>
                <a:gd name="T18" fmla="*/ 1 w 2"/>
                <a:gd name="T19" fmla="*/ 0 h 1"/>
                <a:gd name="T20" fmla="*/ 1 w 2"/>
                <a:gd name="T21" fmla="*/ 0 h 1"/>
                <a:gd name="T22" fmla="*/ 2 w 2"/>
                <a:gd name="T23" fmla="*/ 0 h 1"/>
                <a:gd name="T24" fmla="*/ 2 w 2"/>
                <a:gd name="T25" fmla="*/ 0 h 1"/>
                <a:gd name="T26" fmla="*/ 2 w 2"/>
                <a:gd name="T27" fmla="*/ 0 h 1"/>
                <a:gd name="T28" fmla="*/ 2 w 2"/>
                <a:gd name="T2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 h="1">
                  <a:moveTo>
                    <a:pt x="2" y="0"/>
                  </a:moveTo>
                  <a:cubicBezTo>
                    <a:pt x="2" y="0"/>
                    <a:pt x="2" y="0"/>
                    <a:pt x="2" y="0"/>
                  </a:cubicBezTo>
                  <a:cubicBezTo>
                    <a:pt x="2" y="0"/>
                    <a:pt x="1" y="0"/>
                    <a:pt x="1" y="0"/>
                  </a:cubicBezTo>
                  <a:cubicBezTo>
                    <a:pt x="1" y="0"/>
                    <a:pt x="1" y="0"/>
                    <a:pt x="1" y="0"/>
                  </a:cubicBezTo>
                  <a:cubicBezTo>
                    <a:pt x="1" y="0"/>
                    <a:pt x="1" y="0"/>
                    <a:pt x="1" y="0"/>
                  </a:cubicBezTo>
                  <a:cubicBezTo>
                    <a:pt x="0" y="0"/>
                    <a:pt x="0" y="0"/>
                    <a:pt x="1" y="0"/>
                  </a:cubicBezTo>
                  <a:cubicBezTo>
                    <a:pt x="1" y="0"/>
                    <a:pt x="1" y="1"/>
                    <a:pt x="1" y="1"/>
                  </a:cubicBezTo>
                  <a:cubicBezTo>
                    <a:pt x="1" y="1"/>
                    <a:pt x="1" y="1"/>
                    <a:pt x="1" y="1"/>
                  </a:cubicBezTo>
                  <a:cubicBezTo>
                    <a:pt x="1" y="1"/>
                    <a:pt x="1" y="1"/>
                    <a:pt x="1" y="1"/>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6" name="îṧļïďe"/>
            <p:cNvSpPr/>
            <p:nvPr/>
          </p:nvSpPr>
          <p:spPr bwMode="auto">
            <a:xfrm>
              <a:off x="3067050" y="3451226"/>
              <a:ext cx="3175" cy="0"/>
            </a:xfrm>
            <a:custGeom>
              <a:avLst/>
              <a:gdLst>
                <a:gd name="T0" fmla="*/ 1 w 1"/>
                <a:gd name="T1" fmla="*/ 1 w 1"/>
                <a:gd name="T2" fmla="*/ 1 w 1"/>
                <a:gd name="T3" fmla="*/ 1 w 1"/>
                <a:gd name="T4" fmla="*/ 1 w 1"/>
                <a:gd name="T5" fmla="*/ 1 w 1"/>
                <a:gd name="T6" fmla="*/ 1 w 1"/>
                <a:gd name="T7" fmla="*/ 0 w 1"/>
                <a:gd name="T8" fmla="*/ 0 w 1"/>
                <a:gd name="T9" fmla="*/ 1 w 1"/>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7" name="iṣḷîḋê"/>
            <p:cNvSpPr/>
            <p:nvPr/>
          </p:nvSpPr>
          <p:spPr bwMode="auto">
            <a:xfrm>
              <a:off x="2911475" y="3446463"/>
              <a:ext cx="0" cy="4763"/>
            </a:xfrm>
            <a:custGeom>
              <a:avLst/>
              <a:gdLst>
                <a:gd name="T0" fmla="*/ 0 h 1"/>
                <a:gd name="T1" fmla="*/ 0 h 1"/>
                <a:gd name="T2" fmla="*/ 1 h 1"/>
                <a:gd name="T3" fmla="*/ 1 h 1"/>
                <a:gd name="T4" fmla="*/ 1 h 1"/>
                <a:gd name="T5" fmla="*/ 0 h 1"/>
                <a:gd name="T6" fmla="*/ 0 h 1"/>
                <a:gd name="T7" fmla="*/ 0 h 1"/>
              </a:gdLst>
              <a:ahLst/>
              <a:cxnLst>
                <a:cxn ang="0">
                  <a:pos x="0" y="T0"/>
                </a:cxn>
                <a:cxn ang="0">
                  <a:pos x="0" y="T1"/>
                </a:cxn>
                <a:cxn ang="0">
                  <a:pos x="0" y="T2"/>
                </a:cxn>
                <a:cxn ang="0">
                  <a:pos x="0" y="T3"/>
                </a:cxn>
                <a:cxn ang="0">
                  <a:pos x="0" y="T4"/>
                </a:cxn>
                <a:cxn ang="0">
                  <a:pos x="0" y="T5"/>
                </a:cxn>
                <a:cxn ang="0">
                  <a:pos x="0" y="T6"/>
                </a:cxn>
                <a:cxn ang="0">
                  <a:pos x="0" y="T7"/>
                </a:cxn>
              </a:cxnLst>
              <a:rect l="0" t="0" r="r" b="b"/>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8" name="íŝ1ïḍè"/>
            <p:cNvSpPr/>
            <p:nvPr/>
          </p:nvSpPr>
          <p:spPr bwMode="auto">
            <a:xfrm>
              <a:off x="3100388" y="3436938"/>
              <a:ext cx="3175" cy="3175"/>
            </a:xfrm>
            <a:custGeom>
              <a:avLst/>
              <a:gdLst>
                <a:gd name="T0" fmla="*/ 1 w 1"/>
                <a:gd name="T1" fmla="*/ 0 h 1"/>
                <a:gd name="T2" fmla="*/ 1 w 1"/>
                <a:gd name="T3" fmla="*/ 0 h 1"/>
                <a:gd name="T4" fmla="*/ 0 w 1"/>
                <a:gd name="T5" fmla="*/ 1 h 1"/>
                <a:gd name="T6" fmla="*/ 1 w 1"/>
                <a:gd name="T7" fmla="*/ 1 h 1"/>
                <a:gd name="T8" fmla="*/ 1 w 1"/>
                <a:gd name="T9" fmla="*/ 1 h 1"/>
                <a:gd name="T10" fmla="*/ 1 w 1"/>
                <a:gd name="T11" fmla="*/ 1 h 1"/>
                <a:gd name="T12" fmla="*/ 1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1" y="0"/>
                    <a:pt x="1" y="0"/>
                    <a:pt x="1" y="0"/>
                  </a:cubicBezTo>
                  <a:cubicBezTo>
                    <a:pt x="1" y="0"/>
                    <a:pt x="1" y="0"/>
                    <a:pt x="0" y="1"/>
                  </a:cubicBezTo>
                  <a:cubicBezTo>
                    <a:pt x="1" y="1"/>
                    <a:pt x="1" y="1"/>
                    <a:pt x="1" y="1"/>
                  </a:cubicBezTo>
                  <a:cubicBezTo>
                    <a:pt x="1" y="0"/>
                    <a:pt x="1" y="1"/>
                    <a:pt x="1" y="1"/>
                  </a:cubicBezTo>
                  <a:cubicBezTo>
                    <a:pt x="1" y="1"/>
                    <a:pt x="1" y="1"/>
                    <a:pt x="1" y="1"/>
                  </a:cubicBezTo>
                  <a:cubicBezTo>
                    <a:pt x="1" y="1"/>
                    <a:pt x="1" y="1"/>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29" name="íŝlîḋe"/>
            <p:cNvSpPr/>
            <p:nvPr/>
          </p:nvSpPr>
          <p:spPr bwMode="auto">
            <a:xfrm>
              <a:off x="2763838" y="3406776"/>
              <a:ext cx="407988" cy="73025"/>
            </a:xfrm>
            <a:custGeom>
              <a:avLst/>
              <a:gdLst>
                <a:gd name="T0" fmla="*/ 95 w 113"/>
                <a:gd name="T1" fmla="*/ 7 h 20"/>
                <a:gd name="T2" fmla="*/ 86 w 113"/>
                <a:gd name="T3" fmla="*/ 6 h 20"/>
                <a:gd name="T4" fmla="*/ 73 w 113"/>
                <a:gd name="T5" fmla="*/ 11 h 20"/>
                <a:gd name="T6" fmla="*/ 71 w 113"/>
                <a:gd name="T7" fmla="*/ 8 h 20"/>
                <a:gd name="T8" fmla="*/ 73 w 113"/>
                <a:gd name="T9" fmla="*/ 8 h 20"/>
                <a:gd name="T10" fmla="*/ 70 w 113"/>
                <a:gd name="T11" fmla="*/ 6 h 20"/>
                <a:gd name="T12" fmla="*/ 63 w 113"/>
                <a:gd name="T13" fmla="*/ 9 h 20"/>
                <a:gd name="T14" fmla="*/ 50 w 113"/>
                <a:gd name="T15" fmla="*/ 6 h 20"/>
                <a:gd name="T16" fmla="*/ 43 w 113"/>
                <a:gd name="T17" fmla="*/ 7 h 20"/>
                <a:gd name="T18" fmla="*/ 18 w 113"/>
                <a:gd name="T19" fmla="*/ 13 h 20"/>
                <a:gd name="T20" fmla="*/ 19 w 113"/>
                <a:gd name="T21" fmla="*/ 13 h 20"/>
                <a:gd name="T22" fmla="*/ 14 w 113"/>
                <a:gd name="T23" fmla="*/ 9 h 20"/>
                <a:gd name="T24" fmla="*/ 16 w 113"/>
                <a:gd name="T25" fmla="*/ 8 h 20"/>
                <a:gd name="T26" fmla="*/ 17 w 113"/>
                <a:gd name="T27" fmla="*/ 7 h 20"/>
                <a:gd name="T28" fmla="*/ 20 w 113"/>
                <a:gd name="T29" fmla="*/ 9 h 20"/>
                <a:gd name="T30" fmla="*/ 28 w 113"/>
                <a:gd name="T31" fmla="*/ 13 h 20"/>
                <a:gd name="T32" fmla="*/ 24 w 113"/>
                <a:gd name="T33" fmla="*/ 13 h 20"/>
                <a:gd name="T34" fmla="*/ 24 w 113"/>
                <a:gd name="T35" fmla="*/ 9 h 20"/>
                <a:gd name="T36" fmla="*/ 25 w 113"/>
                <a:gd name="T37" fmla="*/ 9 h 20"/>
                <a:gd name="T38" fmla="*/ 27 w 113"/>
                <a:gd name="T39" fmla="*/ 9 h 20"/>
                <a:gd name="T40" fmla="*/ 28 w 113"/>
                <a:gd name="T41" fmla="*/ 7 h 20"/>
                <a:gd name="T42" fmla="*/ 30 w 113"/>
                <a:gd name="T43" fmla="*/ 10 h 20"/>
                <a:gd name="T44" fmla="*/ 41 w 113"/>
                <a:gd name="T45" fmla="*/ 13 h 20"/>
                <a:gd name="T46" fmla="*/ 38 w 113"/>
                <a:gd name="T47" fmla="*/ 12 h 20"/>
                <a:gd name="T48" fmla="*/ 37 w 113"/>
                <a:gd name="T49" fmla="*/ 9 h 20"/>
                <a:gd name="T50" fmla="*/ 40 w 113"/>
                <a:gd name="T51" fmla="*/ 6 h 20"/>
                <a:gd name="T52" fmla="*/ 41 w 113"/>
                <a:gd name="T53" fmla="*/ 9 h 20"/>
                <a:gd name="T54" fmla="*/ 40 w 113"/>
                <a:gd name="T55" fmla="*/ 9 h 20"/>
                <a:gd name="T56" fmla="*/ 40 w 113"/>
                <a:gd name="T57" fmla="*/ 10 h 20"/>
                <a:gd name="T58" fmla="*/ 42 w 113"/>
                <a:gd name="T59" fmla="*/ 9 h 20"/>
                <a:gd name="T60" fmla="*/ 43 w 113"/>
                <a:gd name="T61" fmla="*/ 9 h 20"/>
                <a:gd name="T62" fmla="*/ 51 w 113"/>
                <a:gd name="T63" fmla="*/ 10 h 20"/>
                <a:gd name="T64" fmla="*/ 49 w 113"/>
                <a:gd name="T65" fmla="*/ 13 h 20"/>
                <a:gd name="T66" fmla="*/ 48 w 113"/>
                <a:gd name="T67" fmla="*/ 13 h 20"/>
                <a:gd name="T68" fmla="*/ 48 w 113"/>
                <a:gd name="T69" fmla="*/ 11 h 20"/>
                <a:gd name="T70" fmla="*/ 50 w 113"/>
                <a:gd name="T71" fmla="*/ 7 h 20"/>
                <a:gd name="T72" fmla="*/ 65 w 113"/>
                <a:gd name="T73" fmla="*/ 12 h 20"/>
                <a:gd name="T74" fmla="*/ 62 w 113"/>
                <a:gd name="T75" fmla="*/ 12 h 20"/>
                <a:gd name="T76" fmla="*/ 60 w 113"/>
                <a:gd name="T77" fmla="*/ 10 h 20"/>
                <a:gd name="T78" fmla="*/ 61 w 113"/>
                <a:gd name="T79" fmla="*/ 11 h 20"/>
                <a:gd name="T80" fmla="*/ 60 w 113"/>
                <a:gd name="T81" fmla="*/ 7 h 20"/>
                <a:gd name="T82" fmla="*/ 63 w 113"/>
                <a:gd name="T83" fmla="*/ 7 h 20"/>
                <a:gd name="T84" fmla="*/ 65 w 113"/>
                <a:gd name="T85" fmla="*/ 11 h 20"/>
                <a:gd name="T86" fmla="*/ 71 w 113"/>
                <a:gd name="T87" fmla="*/ 12 h 20"/>
                <a:gd name="T88" fmla="*/ 69 w 113"/>
                <a:gd name="T89" fmla="*/ 11 h 20"/>
                <a:gd name="T90" fmla="*/ 70 w 113"/>
                <a:gd name="T91" fmla="*/ 9 h 20"/>
                <a:gd name="T92" fmla="*/ 74 w 113"/>
                <a:gd name="T93" fmla="*/ 12 h 20"/>
                <a:gd name="T94" fmla="*/ 84 w 113"/>
                <a:gd name="T95" fmla="*/ 11 h 20"/>
                <a:gd name="T96" fmla="*/ 84 w 113"/>
                <a:gd name="T97" fmla="*/ 13 h 20"/>
                <a:gd name="T98" fmla="*/ 83 w 113"/>
                <a:gd name="T99" fmla="*/ 11 h 20"/>
                <a:gd name="T100" fmla="*/ 84 w 113"/>
                <a:gd name="T101" fmla="*/ 8 h 20"/>
                <a:gd name="T102" fmla="*/ 84 w 113"/>
                <a:gd name="T103" fmla="*/ 6 h 20"/>
                <a:gd name="T104" fmla="*/ 87 w 113"/>
                <a:gd name="T105" fmla="*/ 9 h 20"/>
                <a:gd name="T106" fmla="*/ 88 w 113"/>
                <a:gd name="T107" fmla="*/ 9 h 20"/>
                <a:gd name="T108" fmla="*/ 87 w 113"/>
                <a:gd name="T109" fmla="*/ 9 h 20"/>
                <a:gd name="T110" fmla="*/ 94 w 113"/>
                <a:gd name="T111" fmla="*/ 12 h 20"/>
                <a:gd name="T112" fmla="*/ 96 w 113"/>
                <a:gd name="T113" fmla="*/ 12 h 20"/>
                <a:gd name="T114" fmla="*/ 94 w 113"/>
                <a:gd name="T115" fmla="*/ 10 h 20"/>
                <a:gd name="T116" fmla="*/ 93 w 113"/>
                <a:gd name="T117" fmla="*/ 12 h 20"/>
                <a:gd name="T118" fmla="*/ 92 w 113"/>
                <a:gd name="T119" fmla="*/ 11 h 20"/>
                <a:gd name="T120" fmla="*/ 92 w 113"/>
                <a:gd name="T121" fmla="*/ 9 h 20"/>
                <a:gd name="T122" fmla="*/ 94 w 113"/>
                <a:gd name="T123" fmla="*/ 7 h 20"/>
                <a:gd name="T124" fmla="*/ 95 w 113"/>
                <a:gd name="T125"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 h="20">
                  <a:moveTo>
                    <a:pt x="110" y="4"/>
                  </a:moveTo>
                  <a:cubicBezTo>
                    <a:pt x="110" y="0"/>
                    <a:pt x="110" y="0"/>
                    <a:pt x="110" y="0"/>
                  </a:cubicBezTo>
                  <a:cubicBezTo>
                    <a:pt x="2" y="0"/>
                    <a:pt x="2" y="0"/>
                    <a:pt x="2" y="0"/>
                  </a:cubicBezTo>
                  <a:cubicBezTo>
                    <a:pt x="2" y="4"/>
                    <a:pt x="2" y="4"/>
                    <a:pt x="2" y="4"/>
                  </a:cubicBezTo>
                  <a:cubicBezTo>
                    <a:pt x="0" y="4"/>
                    <a:pt x="0" y="4"/>
                    <a:pt x="0" y="4"/>
                  </a:cubicBezTo>
                  <a:cubicBezTo>
                    <a:pt x="0" y="20"/>
                    <a:pt x="0" y="20"/>
                    <a:pt x="0" y="20"/>
                  </a:cubicBezTo>
                  <a:cubicBezTo>
                    <a:pt x="113" y="20"/>
                    <a:pt x="113" y="20"/>
                    <a:pt x="113" y="20"/>
                  </a:cubicBezTo>
                  <a:cubicBezTo>
                    <a:pt x="113" y="4"/>
                    <a:pt x="113" y="4"/>
                    <a:pt x="113" y="4"/>
                  </a:cubicBezTo>
                  <a:lnTo>
                    <a:pt x="110" y="4"/>
                  </a:lnTo>
                  <a:close/>
                  <a:moveTo>
                    <a:pt x="95" y="7"/>
                  </a:moveTo>
                  <a:cubicBezTo>
                    <a:pt x="95" y="7"/>
                    <a:pt x="95" y="7"/>
                    <a:pt x="96" y="7"/>
                  </a:cubicBezTo>
                  <a:cubicBezTo>
                    <a:pt x="96" y="7"/>
                    <a:pt x="96" y="7"/>
                    <a:pt x="96" y="7"/>
                  </a:cubicBezTo>
                  <a:cubicBezTo>
                    <a:pt x="96" y="6"/>
                    <a:pt x="96" y="6"/>
                    <a:pt x="96" y="6"/>
                  </a:cubicBezTo>
                  <a:cubicBezTo>
                    <a:pt x="96" y="6"/>
                    <a:pt x="96" y="6"/>
                    <a:pt x="96" y="6"/>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6" y="7"/>
                    <a:pt x="96" y="7"/>
                    <a:pt x="96" y="7"/>
                  </a:cubicBezTo>
                  <a:cubicBezTo>
                    <a:pt x="95" y="7"/>
                    <a:pt x="95" y="7"/>
                    <a:pt x="95" y="7"/>
                  </a:cubicBezTo>
                  <a:cubicBezTo>
                    <a:pt x="95" y="7"/>
                    <a:pt x="95" y="7"/>
                    <a:pt x="95" y="7"/>
                  </a:cubicBezTo>
                  <a:cubicBezTo>
                    <a:pt x="95" y="7"/>
                    <a:pt x="95" y="7"/>
                    <a:pt x="95" y="7"/>
                  </a:cubicBezTo>
                  <a:close/>
                  <a:moveTo>
                    <a:pt x="93" y="5"/>
                  </a:moveTo>
                  <a:cubicBezTo>
                    <a:pt x="93" y="5"/>
                    <a:pt x="93" y="5"/>
                    <a:pt x="93" y="5"/>
                  </a:cubicBezTo>
                  <a:cubicBezTo>
                    <a:pt x="93" y="5"/>
                    <a:pt x="93" y="5"/>
                    <a:pt x="93" y="5"/>
                  </a:cubicBezTo>
                  <a:cubicBezTo>
                    <a:pt x="93" y="5"/>
                    <a:pt x="93" y="5"/>
                    <a:pt x="93" y="5"/>
                  </a:cubicBezTo>
                  <a:cubicBezTo>
                    <a:pt x="93" y="5"/>
                    <a:pt x="93" y="5"/>
                    <a:pt x="93" y="5"/>
                  </a:cubicBezTo>
                  <a:cubicBezTo>
                    <a:pt x="93" y="5"/>
                    <a:pt x="94" y="5"/>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4" y="6"/>
                    <a:pt x="94" y="6"/>
                  </a:cubicBezTo>
                  <a:cubicBezTo>
                    <a:pt x="94" y="6"/>
                    <a:pt x="93" y="6"/>
                    <a:pt x="93" y="6"/>
                  </a:cubicBezTo>
                  <a:cubicBezTo>
                    <a:pt x="93" y="6"/>
                    <a:pt x="93" y="6"/>
                    <a:pt x="93" y="6"/>
                  </a:cubicBezTo>
                  <a:cubicBezTo>
                    <a:pt x="93" y="6"/>
                    <a:pt x="93" y="6"/>
                    <a:pt x="93" y="6"/>
                  </a:cubicBezTo>
                  <a:cubicBezTo>
                    <a:pt x="93" y="6"/>
                    <a:pt x="93" y="6"/>
                    <a:pt x="93" y="6"/>
                  </a:cubicBezTo>
                  <a:cubicBezTo>
                    <a:pt x="93" y="5"/>
                    <a:pt x="93" y="5"/>
                    <a:pt x="93" y="5"/>
                  </a:cubicBezTo>
                  <a:cubicBezTo>
                    <a:pt x="93" y="5"/>
                    <a:pt x="93" y="5"/>
                    <a:pt x="93" y="5"/>
                  </a:cubicBezTo>
                  <a:cubicBezTo>
                    <a:pt x="93" y="5"/>
                    <a:pt x="93" y="5"/>
                    <a:pt x="93" y="5"/>
                  </a:cubicBezTo>
                  <a:close/>
                  <a:moveTo>
                    <a:pt x="86" y="7"/>
                  </a:moveTo>
                  <a:cubicBezTo>
                    <a:pt x="86" y="7"/>
                    <a:pt x="86" y="6"/>
                    <a:pt x="86" y="6"/>
                  </a:cubicBezTo>
                  <a:cubicBezTo>
                    <a:pt x="86" y="6"/>
                    <a:pt x="86" y="6"/>
                    <a:pt x="86" y="6"/>
                  </a:cubicBezTo>
                  <a:cubicBezTo>
                    <a:pt x="86" y="6"/>
                    <a:pt x="86" y="6"/>
                    <a:pt x="86" y="6"/>
                  </a:cubicBezTo>
                  <a:cubicBezTo>
                    <a:pt x="86" y="7"/>
                    <a:pt x="86" y="7"/>
                    <a:pt x="86" y="7"/>
                  </a:cubicBezTo>
                  <a:cubicBezTo>
                    <a:pt x="86" y="7"/>
                    <a:pt x="86" y="7"/>
                    <a:pt x="86" y="7"/>
                  </a:cubicBezTo>
                  <a:cubicBezTo>
                    <a:pt x="86" y="7"/>
                    <a:pt x="86" y="7"/>
                    <a:pt x="86" y="7"/>
                  </a:cubicBezTo>
                  <a:cubicBezTo>
                    <a:pt x="86" y="7"/>
                    <a:pt x="87" y="7"/>
                    <a:pt x="87" y="7"/>
                  </a:cubicBezTo>
                  <a:cubicBezTo>
                    <a:pt x="87" y="7"/>
                    <a:pt x="87" y="7"/>
                    <a:pt x="86" y="7"/>
                  </a:cubicBezTo>
                  <a:cubicBezTo>
                    <a:pt x="86" y="7"/>
                    <a:pt x="86" y="8"/>
                    <a:pt x="86" y="8"/>
                  </a:cubicBezTo>
                  <a:cubicBezTo>
                    <a:pt x="86" y="8"/>
                    <a:pt x="86" y="8"/>
                    <a:pt x="86" y="7"/>
                  </a:cubicBezTo>
                  <a:cubicBezTo>
                    <a:pt x="86" y="7"/>
                    <a:pt x="86" y="7"/>
                    <a:pt x="86" y="7"/>
                  </a:cubicBezTo>
                  <a:cubicBezTo>
                    <a:pt x="86" y="7"/>
                    <a:pt x="86" y="7"/>
                    <a:pt x="86" y="7"/>
                  </a:cubicBezTo>
                  <a:cubicBezTo>
                    <a:pt x="86" y="7"/>
                    <a:pt x="86" y="7"/>
                    <a:pt x="86" y="7"/>
                  </a:cubicBezTo>
                  <a:cubicBezTo>
                    <a:pt x="86" y="7"/>
                    <a:pt x="86" y="7"/>
                    <a:pt x="86" y="7"/>
                  </a:cubicBezTo>
                  <a:cubicBezTo>
                    <a:pt x="86" y="7"/>
                    <a:pt x="86" y="7"/>
                    <a:pt x="86" y="7"/>
                  </a:cubicBezTo>
                  <a:close/>
                  <a:moveTo>
                    <a:pt x="74" y="10"/>
                  </a:moveTo>
                  <a:cubicBezTo>
                    <a:pt x="74" y="10"/>
                    <a:pt x="74" y="11"/>
                    <a:pt x="74" y="11"/>
                  </a:cubicBezTo>
                  <a:cubicBezTo>
                    <a:pt x="74" y="11"/>
                    <a:pt x="74" y="11"/>
                    <a:pt x="74" y="11"/>
                  </a:cubicBezTo>
                  <a:cubicBezTo>
                    <a:pt x="74"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1"/>
                    <a:pt x="73" y="11"/>
                    <a:pt x="73" y="11"/>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3" y="10"/>
                    <a:pt x="73" y="10"/>
                  </a:cubicBezTo>
                  <a:cubicBezTo>
                    <a:pt x="73" y="10"/>
                    <a:pt x="74" y="10"/>
                    <a:pt x="74" y="10"/>
                  </a:cubicBezTo>
                  <a:close/>
                  <a:moveTo>
                    <a:pt x="70" y="6"/>
                  </a:moveTo>
                  <a:cubicBezTo>
                    <a:pt x="70" y="6"/>
                    <a:pt x="70" y="6"/>
                    <a:pt x="70" y="6"/>
                  </a:cubicBezTo>
                  <a:cubicBezTo>
                    <a:pt x="71" y="6"/>
                    <a:pt x="71" y="6"/>
                    <a:pt x="71" y="6"/>
                  </a:cubicBezTo>
                  <a:cubicBezTo>
                    <a:pt x="71" y="6"/>
                    <a:pt x="71" y="6"/>
                    <a:pt x="71" y="6"/>
                  </a:cubicBezTo>
                  <a:cubicBezTo>
                    <a:pt x="71" y="6"/>
                    <a:pt x="71" y="6"/>
                    <a:pt x="71" y="6"/>
                  </a:cubicBezTo>
                  <a:cubicBezTo>
                    <a:pt x="71" y="6"/>
                    <a:pt x="71" y="6"/>
                    <a:pt x="71" y="6"/>
                  </a:cubicBezTo>
                  <a:cubicBezTo>
                    <a:pt x="71" y="6"/>
                    <a:pt x="71" y="6"/>
                    <a:pt x="71" y="6"/>
                  </a:cubicBezTo>
                  <a:cubicBezTo>
                    <a:pt x="71" y="6"/>
                    <a:pt x="71" y="7"/>
                    <a:pt x="71" y="7"/>
                  </a:cubicBezTo>
                  <a:cubicBezTo>
                    <a:pt x="71" y="7"/>
                    <a:pt x="71" y="7"/>
                    <a:pt x="71" y="7"/>
                  </a:cubicBezTo>
                  <a:cubicBezTo>
                    <a:pt x="71" y="7"/>
                    <a:pt x="71" y="7"/>
                    <a:pt x="71" y="7"/>
                  </a:cubicBezTo>
                  <a:cubicBezTo>
                    <a:pt x="71" y="7"/>
                    <a:pt x="71" y="7"/>
                    <a:pt x="71" y="7"/>
                  </a:cubicBezTo>
                  <a:cubicBezTo>
                    <a:pt x="72" y="7"/>
                    <a:pt x="72" y="7"/>
                    <a:pt x="72" y="7"/>
                  </a:cubicBezTo>
                  <a:cubicBezTo>
                    <a:pt x="72" y="7"/>
                    <a:pt x="72" y="7"/>
                    <a:pt x="72" y="7"/>
                  </a:cubicBezTo>
                  <a:cubicBezTo>
                    <a:pt x="72" y="7"/>
                    <a:pt x="72" y="7"/>
                    <a:pt x="72" y="7"/>
                  </a:cubicBezTo>
                  <a:cubicBezTo>
                    <a:pt x="72" y="7"/>
                    <a:pt x="72" y="7"/>
                    <a:pt x="71" y="7"/>
                  </a:cubicBezTo>
                  <a:cubicBezTo>
                    <a:pt x="71" y="7"/>
                    <a:pt x="71" y="7"/>
                    <a:pt x="71" y="7"/>
                  </a:cubicBezTo>
                  <a:cubicBezTo>
                    <a:pt x="71" y="7"/>
                    <a:pt x="71" y="8"/>
                    <a:pt x="71" y="8"/>
                  </a:cubicBezTo>
                  <a:cubicBezTo>
                    <a:pt x="71" y="8"/>
                    <a:pt x="71" y="8"/>
                    <a:pt x="71" y="8"/>
                  </a:cubicBezTo>
                  <a:cubicBezTo>
                    <a:pt x="71" y="8"/>
                    <a:pt x="71" y="8"/>
                    <a:pt x="71" y="8"/>
                  </a:cubicBezTo>
                  <a:cubicBezTo>
                    <a:pt x="71" y="8"/>
                    <a:pt x="72" y="8"/>
                    <a:pt x="72" y="8"/>
                  </a:cubicBezTo>
                  <a:cubicBezTo>
                    <a:pt x="72" y="8"/>
                    <a:pt x="72" y="8"/>
                    <a:pt x="72" y="8"/>
                  </a:cubicBezTo>
                  <a:cubicBezTo>
                    <a:pt x="72" y="8"/>
                    <a:pt x="72" y="8"/>
                    <a:pt x="72" y="7"/>
                  </a:cubicBezTo>
                  <a:cubicBezTo>
                    <a:pt x="72" y="7"/>
                    <a:pt x="72" y="7"/>
                    <a:pt x="72" y="7"/>
                  </a:cubicBezTo>
                  <a:cubicBezTo>
                    <a:pt x="72" y="7"/>
                    <a:pt x="72" y="7"/>
                    <a:pt x="72" y="7"/>
                  </a:cubicBezTo>
                  <a:cubicBezTo>
                    <a:pt x="72" y="6"/>
                    <a:pt x="72" y="6"/>
                    <a:pt x="72" y="6"/>
                  </a:cubicBezTo>
                  <a:cubicBezTo>
                    <a:pt x="72" y="6"/>
                    <a:pt x="72" y="6"/>
                    <a:pt x="72" y="6"/>
                  </a:cubicBezTo>
                  <a:cubicBezTo>
                    <a:pt x="72" y="6"/>
                    <a:pt x="72" y="6"/>
                    <a:pt x="71" y="6"/>
                  </a:cubicBezTo>
                  <a:cubicBezTo>
                    <a:pt x="71" y="6"/>
                    <a:pt x="71" y="6"/>
                    <a:pt x="71" y="6"/>
                  </a:cubicBezTo>
                  <a:cubicBezTo>
                    <a:pt x="71" y="6"/>
                    <a:pt x="71" y="6"/>
                    <a:pt x="71" y="6"/>
                  </a:cubicBezTo>
                  <a:cubicBezTo>
                    <a:pt x="71" y="6"/>
                    <a:pt x="71" y="6"/>
                    <a:pt x="72" y="6"/>
                  </a:cubicBezTo>
                  <a:cubicBezTo>
                    <a:pt x="72" y="6"/>
                    <a:pt x="72" y="6"/>
                    <a:pt x="72" y="6"/>
                  </a:cubicBezTo>
                  <a:cubicBezTo>
                    <a:pt x="72" y="6"/>
                    <a:pt x="72" y="6"/>
                    <a:pt x="72" y="6"/>
                  </a:cubicBezTo>
                  <a:cubicBezTo>
                    <a:pt x="72" y="6"/>
                    <a:pt x="72" y="5"/>
                    <a:pt x="72" y="5"/>
                  </a:cubicBezTo>
                  <a:cubicBezTo>
                    <a:pt x="72" y="6"/>
                    <a:pt x="73" y="6"/>
                    <a:pt x="73" y="6"/>
                  </a:cubicBezTo>
                  <a:cubicBezTo>
                    <a:pt x="73" y="6"/>
                    <a:pt x="73" y="6"/>
                    <a:pt x="73" y="6"/>
                  </a:cubicBezTo>
                  <a:cubicBezTo>
                    <a:pt x="73" y="6"/>
                    <a:pt x="73" y="6"/>
                    <a:pt x="73" y="6"/>
                  </a:cubicBezTo>
                  <a:cubicBezTo>
                    <a:pt x="73" y="6"/>
                    <a:pt x="73" y="6"/>
                    <a:pt x="73" y="7"/>
                  </a:cubicBezTo>
                  <a:cubicBezTo>
                    <a:pt x="73" y="7"/>
                    <a:pt x="73" y="7"/>
                    <a:pt x="73" y="7"/>
                  </a:cubicBezTo>
                  <a:cubicBezTo>
                    <a:pt x="73" y="7"/>
                    <a:pt x="73" y="7"/>
                    <a:pt x="73" y="7"/>
                  </a:cubicBezTo>
                  <a:cubicBezTo>
                    <a:pt x="73" y="7"/>
                    <a:pt x="73" y="7"/>
                    <a:pt x="73" y="8"/>
                  </a:cubicBezTo>
                  <a:cubicBezTo>
                    <a:pt x="73" y="8"/>
                    <a:pt x="73" y="8"/>
                    <a:pt x="73" y="8"/>
                  </a:cubicBezTo>
                  <a:cubicBezTo>
                    <a:pt x="73" y="8"/>
                    <a:pt x="73" y="8"/>
                    <a:pt x="73" y="8"/>
                  </a:cubicBezTo>
                  <a:cubicBezTo>
                    <a:pt x="73" y="8"/>
                    <a:pt x="72" y="8"/>
                    <a:pt x="72" y="9"/>
                  </a:cubicBezTo>
                  <a:cubicBezTo>
                    <a:pt x="72" y="9"/>
                    <a:pt x="72" y="9"/>
                    <a:pt x="72" y="9"/>
                  </a:cubicBezTo>
                  <a:cubicBezTo>
                    <a:pt x="72" y="9"/>
                    <a:pt x="72" y="9"/>
                    <a:pt x="72" y="9"/>
                  </a:cubicBezTo>
                  <a:cubicBezTo>
                    <a:pt x="72" y="8"/>
                    <a:pt x="72" y="8"/>
                    <a:pt x="72" y="9"/>
                  </a:cubicBezTo>
                  <a:cubicBezTo>
                    <a:pt x="72" y="9"/>
                    <a:pt x="72" y="9"/>
                    <a:pt x="72" y="9"/>
                  </a:cubicBezTo>
                  <a:cubicBezTo>
                    <a:pt x="72" y="9"/>
                    <a:pt x="71" y="9"/>
                    <a:pt x="71" y="9"/>
                  </a:cubicBezTo>
                  <a:cubicBezTo>
                    <a:pt x="71" y="9"/>
                    <a:pt x="71" y="9"/>
                    <a:pt x="71" y="9"/>
                  </a:cubicBezTo>
                  <a:cubicBezTo>
                    <a:pt x="71" y="9"/>
                    <a:pt x="71" y="9"/>
                    <a:pt x="71" y="9"/>
                  </a:cubicBezTo>
                  <a:cubicBezTo>
                    <a:pt x="71" y="9"/>
                    <a:pt x="71" y="9"/>
                    <a:pt x="71" y="9"/>
                  </a:cubicBezTo>
                  <a:cubicBezTo>
                    <a:pt x="71" y="9"/>
                    <a:pt x="70" y="9"/>
                    <a:pt x="70" y="9"/>
                  </a:cubicBezTo>
                  <a:cubicBezTo>
                    <a:pt x="70" y="9"/>
                    <a:pt x="70" y="9"/>
                    <a:pt x="70" y="9"/>
                  </a:cubicBezTo>
                  <a:cubicBezTo>
                    <a:pt x="70" y="9"/>
                    <a:pt x="70" y="9"/>
                    <a:pt x="70" y="8"/>
                  </a:cubicBezTo>
                  <a:cubicBezTo>
                    <a:pt x="70" y="8"/>
                    <a:pt x="70" y="8"/>
                    <a:pt x="70" y="8"/>
                  </a:cubicBezTo>
                  <a:cubicBezTo>
                    <a:pt x="70" y="8"/>
                    <a:pt x="70" y="8"/>
                    <a:pt x="70" y="8"/>
                  </a:cubicBezTo>
                  <a:cubicBezTo>
                    <a:pt x="70" y="8"/>
                    <a:pt x="70" y="8"/>
                    <a:pt x="70" y="8"/>
                  </a:cubicBezTo>
                  <a:cubicBezTo>
                    <a:pt x="70" y="8"/>
                    <a:pt x="70" y="8"/>
                    <a:pt x="70" y="8"/>
                  </a:cubicBezTo>
                  <a:cubicBezTo>
                    <a:pt x="70" y="8"/>
                    <a:pt x="70" y="7"/>
                    <a:pt x="70" y="7"/>
                  </a:cubicBezTo>
                  <a:cubicBezTo>
                    <a:pt x="70" y="7"/>
                    <a:pt x="70" y="7"/>
                    <a:pt x="70" y="7"/>
                  </a:cubicBezTo>
                  <a:cubicBezTo>
                    <a:pt x="70" y="7"/>
                    <a:pt x="70" y="7"/>
                    <a:pt x="70" y="7"/>
                  </a:cubicBezTo>
                  <a:cubicBezTo>
                    <a:pt x="70" y="7"/>
                    <a:pt x="70" y="7"/>
                    <a:pt x="70" y="7"/>
                  </a:cubicBezTo>
                  <a:cubicBezTo>
                    <a:pt x="70" y="7"/>
                    <a:pt x="70" y="7"/>
                    <a:pt x="70" y="6"/>
                  </a:cubicBezTo>
                  <a:cubicBezTo>
                    <a:pt x="70" y="6"/>
                    <a:pt x="70" y="6"/>
                    <a:pt x="70" y="6"/>
                  </a:cubicBezTo>
                  <a:close/>
                  <a:moveTo>
                    <a:pt x="63" y="5"/>
                  </a:moveTo>
                  <a:cubicBezTo>
                    <a:pt x="63" y="5"/>
                    <a:pt x="63" y="5"/>
                    <a:pt x="63" y="5"/>
                  </a:cubicBezTo>
                  <a:cubicBezTo>
                    <a:pt x="63" y="5"/>
                    <a:pt x="64" y="5"/>
                    <a:pt x="64" y="5"/>
                  </a:cubicBezTo>
                  <a:cubicBezTo>
                    <a:pt x="64" y="5"/>
                    <a:pt x="64" y="5"/>
                    <a:pt x="64" y="5"/>
                  </a:cubicBezTo>
                  <a:cubicBezTo>
                    <a:pt x="64" y="5"/>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4" y="6"/>
                  </a:cubicBezTo>
                  <a:cubicBezTo>
                    <a:pt x="64" y="6"/>
                    <a:pt x="64" y="6"/>
                    <a:pt x="63" y="6"/>
                  </a:cubicBezTo>
                  <a:cubicBezTo>
                    <a:pt x="63" y="6"/>
                    <a:pt x="63" y="6"/>
                    <a:pt x="63" y="6"/>
                  </a:cubicBezTo>
                  <a:cubicBezTo>
                    <a:pt x="63" y="6"/>
                    <a:pt x="63" y="5"/>
                    <a:pt x="63" y="5"/>
                  </a:cubicBezTo>
                  <a:cubicBezTo>
                    <a:pt x="63" y="5"/>
                    <a:pt x="63" y="5"/>
                    <a:pt x="63" y="5"/>
                  </a:cubicBezTo>
                  <a:close/>
                  <a:moveTo>
                    <a:pt x="64" y="9"/>
                  </a:moveTo>
                  <a:cubicBezTo>
                    <a:pt x="64" y="9"/>
                    <a:pt x="64" y="9"/>
                    <a:pt x="64" y="9"/>
                  </a:cubicBezTo>
                  <a:cubicBezTo>
                    <a:pt x="64" y="9"/>
                    <a:pt x="64" y="9"/>
                    <a:pt x="64" y="9"/>
                  </a:cubicBezTo>
                  <a:cubicBezTo>
                    <a:pt x="64" y="9"/>
                    <a:pt x="64" y="9"/>
                    <a:pt x="64" y="9"/>
                  </a:cubicBezTo>
                  <a:cubicBezTo>
                    <a:pt x="64" y="9"/>
                    <a:pt x="63" y="10"/>
                    <a:pt x="63" y="10"/>
                  </a:cubicBezTo>
                  <a:cubicBezTo>
                    <a:pt x="63" y="10"/>
                    <a:pt x="63" y="10"/>
                    <a:pt x="63" y="10"/>
                  </a:cubicBezTo>
                  <a:cubicBezTo>
                    <a:pt x="63" y="10"/>
                    <a:pt x="63" y="10"/>
                    <a:pt x="63" y="10"/>
                  </a:cubicBezTo>
                  <a:cubicBezTo>
                    <a:pt x="63" y="9"/>
                    <a:pt x="63" y="9"/>
                    <a:pt x="63" y="9"/>
                  </a:cubicBezTo>
                  <a:cubicBezTo>
                    <a:pt x="63" y="9"/>
                    <a:pt x="63" y="9"/>
                    <a:pt x="63" y="9"/>
                  </a:cubicBezTo>
                  <a:cubicBezTo>
                    <a:pt x="63" y="9"/>
                    <a:pt x="63" y="9"/>
                    <a:pt x="64" y="9"/>
                  </a:cubicBezTo>
                  <a:cubicBezTo>
                    <a:pt x="64" y="9"/>
                    <a:pt x="64" y="9"/>
                    <a:pt x="64" y="9"/>
                  </a:cubicBezTo>
                  <a:cubicBezTo>
                    <a:pt x="64" y="8"/>
                    <a:pt x="64" y="8"/>
                    <a:pt x="64" y="8"/>
                  </a:cubicBezTo>
                  <a:cubicBezTo>
                    <a:pt x="64" y="8"/>
                    <a:pt x="64" y="9"/>
                    <a:pt x="64" y="9"/>
                  </a:cubicBezTo>
                  <a:cubicBezTo>
                    <a:pt x="64" y="9"/>
                    <a:pt x="64" y="9"/>
                    <a:pt x="64" y="9"/>
                  </a:cubicBezTo>
                  <a:close/>
                  <a:moveTo>
                    <a:pt x="49" y="5"/>
                  </a:moveTo>
                  <a:cubicBezTo>
                    <a:pt x="49" y="5"/>
                    <a:pt x="49" y="5"/>
                    <a:pt x="49" y="5"/>
                  </a:cubicBezTo>
                  <a:cubicBezTo>
                    <a:pt x="49" y="5"/>
                    <a:pt x="49" y="5"/>
                    <a:pt x="49" y="5"/>
                  </a:cubicBezTo>
                  <a:cubicBezTo>
                    <a:pt x="49" y="5"/>
                    <a:pt x="49" y="5"/>
                    <a:pt x="49" y="5"/>
                  </a:cubicBezTo>
                  <a:cubicBezTo>
                    <a:pt x="49" y="5"/>
                    <a:pt x="49" y="5"/>
                    <a:pt x="49" y="5"/>
                  </a:cubicBezTo>
                  <a:cubicBezTo>
                    <a:pt x="49" y="5"/>
                    <a:pt x="49" y="5"/>
                    <a:pt x="50" y="5"/>
                  </a:cubicBezTo>
                  <a:cubicBezTo>
                    <a:pt x="50" y="5"/>
                    <a:pt x="50" y="5"/>
                    <a:pt x="50" y="5"/>
                  </a:cubicBezTo>
                  <a:cubicBezTo>
                    <a:pt x="50" y="5"/>
                    <a:pt x="50" y="5"/>
                    <a:pt x="50" y="5"/>
                  </a:cubicBezTo>
                  <a:cubicBezTo>
                    <a:pt x="50" y="5"/>
                    <a:pt x="50" y="5"/>
                    <a:pt x="50" y="5"/>
                  </a:cubicBezTo>
                  <a:cubicBezTo>
                    <a:pt x="50" y="5"/>
                    <a:pt x="50" y="5"/>
                    <a:pt x="50" y="5"/>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50" y="6"/>
                    <a:pt x="50" y="6"/>
                    <a:pt x="50"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6"/>
                    <a:pt x="49" y="6"/>
                  </a:cubicBezTo>
                  <a:cubicBezTo>
                    <a:pt x="49" y="6"/>
                    <a:pt x="49" y="5"/>
                    <a:pt x="49" y="5"/>
                  </a:cubicBezTo>
                  <a:cubicBezTo>
                    <a:pt x="49" y="5"/>
                    <a:pt x="49" y="5"/>
                    <a:pt x="49" y="5"/>
                  </a:cubicBezTo>
                  <a:cubicBezTo>
                    <a:pt x="49" y="5"/>
                    <a:pt x="49" y="5"/>
                    <a:pt x="49" y="5"/>
                  </a:cubicBezTo>
                  <a:close/>
                  <a:moveTo>
                    <a:pt x="43" y="7"/>
                  </a:moveTo>
                  <a:cubicBezTo>
                    <a:pt x="43" y="7"/>
                    <a:pt x="43" y="7"/>
                    <a:pt x="44" y="7"/>
                  </a:cubicBezTo>
                  <a:cubicBezTo>
                    <a:pt x="44" y="7"/>
                    <a:pt x="44" y="7"/>
                    <a:pt x="44" y="8"/>
                  </a:cubicBezTo>
                  <a:cubicBezTo>
                    <a:pt x="44" y="8"/>
                    <a:pt x="44" y="8"/>
                    <a:pt x="44" y="8"/>
                  </a:cubicBezTo>
                  <a:cubicBezTo>
                    <a:pt x="44" y="8"/>
                    <a:pt x="44" y="8"/>
                    <a:pt x="44" y="8"/>
                  </a:cubicBezTo>
                  <a:cubicBezTo>
                    <a:pt x="44" y="8"/>
                    <a:pt x="43" y="8"/>
                    <a:pt x="43" y="8"/>
                  </a:cubicBezTo>
                  <a:cubicBezTo>
                    <a:pt x="43" y="8"/>
                    <a:pt x="43" y="8"/>
                    <a:pt x="43" y="8"/>
                  </a:cubicBezTo>
                  <a:cubicBezTo>
                    <a:pt x="43" y="8"/>
                    <a:pt x="43" y="8"/>
                    <a:pt x="43" y="8"/>
                  </a:cubicBezTo>
                  <a:cubicBezTo>
                    <a:pt x="43" y="7"/>
                    <a:pt x="43" y="7"/>
                    <a:pt x="43" y="7"/>
                  </a:cubicBezTo>
                  <a:cubicBezTo>
                    <a:pt x="43" y="7"/>
                    <a:pt x="43" y="7"/>
                    <a:pt x="43" y="7"/>
                  </a:cubicBezTo>
                  <a:close/>
                  <a:moveTo>
                    <a:pt x="20" y="9"/>
                  </a:moveTo>
                  <a:cubicBezTo>
                    <a:pt x="20" y="9"/>
                    <a:pt x="20" y="10"/>
                    <a:pt x="20" y="10"/>
                  </a:cubicBezTo>
                  <a:cubicBezTo>
                    <a:pt x="20" y="10"/>
                    <a:pt x="20" y="10"/>
                    <a:pt x="20" y="10"/>
                  </a:cubicBezTo>
                  <a:cubicBezTo>
                    <a:pt x="20" y="10"/>
                    <a:pt x="20" y="11"/>
                    <a:pt x="20" y="11"/>
                  </a:cubicBezTo>
                  <a:cubicBezTo>
                    <a:pt x="20" y="11"/>
                    <a:pt x="20" y="11"/>
                    <a:pt x="20" y="11"/>
                  </a:cubicBezTo>
                  <a:cubicBezTo>
                    <a:pt x="20" y="11"/>
                    <a:pt x="20" y="12"/>
                    <a:pt x="20" y="12"/>
                  </a:cubicBezTo>
                  <a:cubicBezTo>
                    <a:pt x="20" y="12"/>
                    <a:pt x="20" y="12"/>
                    <a:pt x="20" y="12"/>
                  </a:cubicBezTo>
                  <a:cubicBezTo>
                    <a:pt x="20" y="12"/>
                    <a:pt x="20" y="12"/>
                    <a:pt x="20" y="13"/>
                  </a:cubicBezTo>
                  <a:cubicBezTo>
                    <a:pt x="20" y="13"/>
                    <a:pt x="20" y="13"/>
                    <a:pt x="20" y="13"/>
                  </a:cubicBezTo>
                  <a:cubicBezTo>
                    <a:pt x="20" y="13"/>
                    <a:pt x="20" y="13"/>
                    <a:pt x="20" y="13"/>
                  </a:cubicBezTo>
                  <a:cubicBezTo>
                    <a:pt x="20" y="13"/>
                    <a:pt x="20" y="13"/>
                    <a:pt x="20" y="13"/>
                  </a:cubicBezTo>
                  <a:cubicBezTo>
                    <a:pt x="20" y="13"/>
                    <a:pt x="20" y="14"/>
                    <a:pt x="20" y="14"/>
                  </a:cubicBezTo>
                  <a:cubicBezTo>
                    <a:pt x="20" y="14"/>
                    <a:pt x="20" y="14"/>
                    <a:pt x="20" y="14"/>
                  </a:cubicBezTo>
                  <a:cubicBezTo>
                    <a:pt x="20" y="14"/>
                    <a:pt x="20" y="14"/>
                    <a:pt x="20" y="14"/>
                  </a:cubicBezTo>
                  <a:cubicBezTo>
                    <a:pt x="19" y="14"/>
                    <a:pt x="19" y="14"/>
                    <a:pt x="19" y="14"/>
                  </a:cubicBezTo>
                  <a:cubicBezTo>
                    <a:pt x="19" y="14"/>
                    <a:pt x="19" y="14"/>
                    <a:pt x="19" y="14"/>
                  </a:cubicBezTo>
                  <a:cubicBezTo>
                    <a:pt x="19" y="14"/>
                    <a:pt x="19" y="14"/>
                    <a:pt x="19" y="14"/>
                  </a:cubicBezTo>
                  <a:cubicBezTo>
                    <a:pt x="19" y="14"/>
                    <a:pt x="18" y="14"/>
                    <a:pt x="18" y="14"/>
                  </a:cubicBezTo>
                  <a:cubicBezTo>
                    <a:pt x="18" y="14"/>
                    <a:pt x="18" y="14"/>
                    <a:pt x="18" y="14"/>
                  </a:cubicBezTo>
                  <a:cubicBezTo>
                    <a:pt x="18" y="14"/>
                    <a:pt x="18" y="14"/>
                    <a:pt x="18" y="14"/>
                  </a:cubicBezTo>
                  <a:cubicBezTo>
                    <a:pt x="18" y="14"/>
                    <a:pt x="18" y="14"/>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3"/>
                  </a:cubicBezTo>
                  <a:cubicBezTo>
                    <a:pt x="19" y="14"/>
                    <a:pt x="19" y="14"/>
                    <a:pt x="19" y="14"/>
                  </a:cubicBezTo>
                  <a:cubicBezTo>
                    <a:pt x="19" y="14"/>
                    <a:pt x="19" y="14"/>
                    <a:pt x="20" y="14"/>
                  </a:cubicBezTo>
                  <a:cubicBezTo>
                    <a:pt x="20" y="14"/>
                    <a:pt x="20" y="13"/>
                    <a:pt x="20" y="13"/>
                  </a:cubicBezTo>
                  <a:cubicBezTo>
                    <a:pt x="20" y="13"/>
                    <a:pt x="20" y="13"/>
                    <a:pt x="20" y="13"/>
                  </a:cubicBezTo>
                  <a:cubicBezTo>
                    <a:pt x="20" y="13"/>
                    <a:pt x="20" y="12"/>
                    <a:pt x="20" y="12"/>
                  </a:cubicBezTo>
                  <a:cubicBezTo>
                    <a:pt x="20" y="12"/>
                    <a:pt x="20" y="12"/>
                    <a:pt x="20" y="12"/>
                  </a:cubicBezTo>
                  <a:cubicBezTo>
                    <a:pt x="20" y="12"/>
                    <a:pt x="20" y="12"/>
                    <a:pt x="20" y="12"/>
                  </a:cubicBezTo>
                  <a:cubicBezTo>
                    <a:pt x="20" y="11"/>
                    <a:pt x="20" y="11"/>
                    <a:pt x="19" y="11"/>
                  </a:cubicBezTo>
                  <a:cubicBezTo>
                    <a:pt x="19" y="11"/>
                    <a:pt x="19" y="11"/>
                    <a:pt x="19" y="11"/>
                  </a:cubicBezTo>
                  <a:cubicBezTo>
                    <a:pt x="19" y="11"/>
                    <a:pt x="19" y="11"/>
                    <a:pt x="19" y="11"/>
                  </a:cubicBezTo>
                  <a:cubicBezTo>
                    <a:pt x="19" y="11"/>
                    <a:pt x="19" y="11"/>
                    <a:pt x="19" y="11"/>
                  </a:cubicBezTo>
                  <a:cubicBezTo>
                    <a:pt x="19" y="11"/>
                    <a:pt x="19" y="11"/>
                    <a:pt x="19" y="11"/>
                  </a:cubicBezTo>
                  <a:cubicBezTo>
                    <a:pt x="19" y="11"/>
                    <a:pt x="19" y="11"/>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8" y="13"/>
                  </a:cubicBezTo>
                  <a:cubicBezTo>
                    <a:pt x="18" y="13"/>
                    <a:pt x="18" y="13"/>
                    <a:pt x="18" y="13"/>
                  </a:cubicBezTo>
                  <a:cubicBezTo>
                    <a:pt x="18" y="13"/>
                    <a:pt x="18" y="13"/>
                    <a:pt x="18" y="13"/>
                  </a:cubicBezTo>
                  <a:cubicBezTo>
                    <a:pt x="18" y="13"/>
                    <a:pt x="18" y="13"/>
                    <a:pt x="18" y="13"/>
                  </a:cubicBezTo>
                  <a:cubicBezTo>
                    <a:pt x="18" y="13"/>
                    <a:pt x="17" y="13"/>
                    <a:pt x="17" y="13"/>
                  </a:cubicBezTo>
                  <a:cubicBezTo>
                    <a:pt x="17" y="13"/>
                    <a:pt x="17" y="13"/>
                    <a:pt x="17"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2"/>
                  </a:cubicBezTo>
                  <a:cubicBezTo>
                    <a:pt x="15" y="12"/>
                    <a:pt x="15" y="12"/>
                    <a:pt x="15" y="12"/>
                  </a:cubicBezTo>
                  <a:cubicBezTo>
                    <a:pt x="15" y="12"/>
                    <a:pt x="15" y="12"/>
                    <a:pt x="15" y="11"/>
                  </a:cubicBezTo>
                  <a:cubicBezTo>
                    <a:pt x="15" y="11"/>
                    <a:pt x="15" y="11"/>
                    <a:pt x="15" y="11"/>
                  </a:cubicBezTo>
                  <a:cubicBezTo>
                    <a:pt x="15" y="10"/>
                    <a:pt x="15" y="10"/>
                    <a:pt x="15" y="10"/>
                  </a:cubicBezTo>
                  <a:cubicBezTo>
                    <a:pt x="15" y="10"/>
                    <a:pt x="14" y="9"/>
                    <a:pt x="14" y="9"/>
                  </a:cubicBezTo>
                  <a:cubicBezTo>
                    <a:pt x="14" y="9"/>
                    <a:pt x="14" y="9"/>
                    <a:pt x="14" y="9"/>
                  </a:cubicBezTo>
                  <a:cubicBezTo>
                    <a:pt x="15" y="9"/>
                    <a:pt x="15" y="9"/>
                    <a:pt x="14" y="9"/>
                  </a:cubicBezTo>
                  <a:cubicBezTo>
                    <a:pt x="14" y="9"/>
                    <a:pt x="14" y="9"/>
                    <a:pt x="14" y="9"/>
                  </a:cubicBezTo>
                  <a:cubicBezTo>
                    <a:pt x="14" y="9"/>
                    <a:pt x="14" y="9"/>
                    <a:pt x="14" y="9"/>
                  </a:cubicBezTo>
                  <a:cubicBezTo>
                    <a:pt x="14" y="8"/>
                    <a:pt x="14" y="8"/>
                    <a:pt x="14" y="8"/>
                  </a:cubicBezTo>
                  <a:cubicBezTo>
                    <a:pt x="14" y="8"/>
                    <a:pt x="14" y="8"/>
                    <a:pt x="14" y="8"/>
                  </a:cubicBezTo>
                  <a:cubicBezTo>
                    <a:pt x="14" y="8"/>
                    <a:pt x="14" y="8"/>
                    <a:pt x="14" y="8"/>
                  </a:cubicBezTo>
                  <a:cubicBezTo>
                    <a:pt x="14" y="8"/>
                    <a:pt x="14" y="8"/>
                    <a:pt x="15" y="8"/>
                  </a:cubicBezTo>
                  <a:cubicBezTo>
                    <a:pt x="15" y="8"/>
                    <a:pt x="15" y="8"/>
                    <a:pt x="15" y="8"/>
                  </a:cubicBezTo>
                  <a:cubicBezTo>
                    <a:pt x="15" y="8"/>
                    <a:pt x="15" y="8"/>
                    <a:pt x="15" y="8"/>
                  </a:cubicBezTo>
                  <a:cubicBezTo>
                    <a:pt x="15" y="8"/>
                    <a:pt x="15" y="8"/>
                    <a:pt x="15" y="8"/>
                  </a:cubicBezTo>
                  <a:cubicBezTo>
                    <a:pt x="15" y="8"/>
                    <a:pt x="15" y="8"/>
                    <a:pt x="15" y="9"/>
                  </a:cubicBezTo>
                  <a:cubicBezTo>
                    <a:pt x="15" y="9"/>
                    <a:pt x="15" y="9"/>
                    <a:pt x="15" y="9"/>
                  </a:cubicBezTo>
                  <a:cubicBezTo>
                    <a:pt x="15" y="9"/>
                    <a:pt x="15" y="9"/>
                    <a:pt x="15"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7" y="8"/>
                  </a:cubicBezTo>
                  <a:cubicBezTo>
                    <a:pt x="17" y="8"/>
                    <a:pt x="17" y="8"/>
                    <a:pt x="17" y="8"/>
                  </a:cubicBezTo>
                  <a:cubicBezTo>
                    <a:pt x="17" y="8"/>
                    <a:pt x="17" y="8"/>
                    <a:pt x="17" y="8"/>
                  </a:cubicBezTo>
                  <a:cubicBezTo>
                    <a:pt x="17" y="8"/>
                    <a:pt x="17" y="7"/>
                    <a:pt x="17" y="7"/>
                  </a:cubicBezTo>
                  <a:cubicBezTo>
                    <a:pt x="17" y="7"/>
                    <a:pt x="17" y="7"/>
                    <a:pt x="17" y="7"/>
                  </a:cubicBezTo>
                  <a:cubicBezTo>
                    <a:pt x="17" y="7"/>
                    <a:pt x="17" y="7"/>
                    <a:pt x="17"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6"/>
                    <a:pt x="19" y="6"/>
                    <a:pt x="19" y="6"/>
                  </a:cubicBezTo>
                  <a:cubicBezTo>
                    <a:pt x="19" y="6"/>
                    <a:pt x="19" y="6"/>
                    <a:pt x="19" y="6"/>
                  </a:cubicBezTo>
                  <a:cubicBezTo>
                    <a:pt x="19" y="6"/>
                    <a:pt x="19" y="6"/>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7"/>
                    <a:pt x="20" y="8"/>
                    <a:pt x="20" y="8"/>
                  </a:cubicBezTo>
                  <a:cubicBezTo>
                    <a:pt x="20" y="8"/>
                    <a:pt x="20" y="8"/>
                    <a:pt x="20" y="8"/>
                  </a:cubicBezTo>
                  <a:cubicBezTo>
                    <a:pt x="20" y="8"/>
                    <a:pt x="20" y="8"/>
                    <a:pt x="20" y="8"/>
                  </a:cubicBezTo>
                  <a:cubicBezTo>
                    <a:pt x="20" y="9"/>
                    <a:pt x="20" y="9"/>
                    <a:pt x="20" y="9"/>
                  </a:cubicBezTo>
                  <a:cubicBezTo>
                    <a:pt x="20" y="9"/>
                    <a:pt x="20" y="9"/>
                    <a:pt x="20" y="9"/>
                  </a:cubicBezTo>
                  <a:close/>
                  <a:moveTo>
                    <a:pt x="30" y="10"/>
                  </a:moveTo>
                  <a:cubicBezTo>
                    <a:pt x="29" y="10"/>
                    <a:pt x="29" y="10"/>
                    <a:pt x="29" y="10"/>
                  </a:cubicBezTo>
                  <a:cubicBezTo>
                    <a:pt x="29" y="10"/>
                    <a:pt x="29" y="10"/>
                    <a:pt x="29" y="10"/>
                  </a:cubicBezTo>
                  <a:cubicBezTo>
                    <a:pt x="29" y="10"/>
                    <a:pt x="29" y="10"/>
                    <a:pt x="29" y="10"/>
                  </a:cubicBezTo>
                  <a:cubicBezTo>
                    <a:pt x="29" y="10"/>
                    <a:pt x="29" y="10"/>
                    <a:pt x="29" y="10"/>
                  </a:cubicBezTo>
                  <a:cubicBezTo>
                    <a:pt x="28" y="10"/>
                    <a:pt x="28" y="10"/>
                    <a:pt x="28" y="10"/>
                  </a:cubicBezTo>
                  <a:cubicBezTo>
                    <a:pt x="28" y="10"/>
                    <a:pt x="28" y="10"/>
                    <a:pt x="28" y="10"/>
                  </a:cubicBezTo>
                  <a:cubicBezTo>
                    <a:pt x="28" y="10"/>
                    <a:pt x="28" y="11"/>
                    <a:pt x="28" y="11"/>
                  </a:cubicBezTo>
                  <a:cubicBezTo>
                    <a:pt x="28" y="11"/>
                    <a:pt x="28" y="11"/>
                    <a:pt x="28" y="11"/>
                  </a:cubicBezTo>
                  <a:cubicBezTo>
                    <a:pt x="28" y="11"/>
                    <a:pt x="28" y="11"/>
                    <a:pt x="28" y="11"/>
                  </a:cubicBezTo>
                  <a:cubicBezTo>
                    <a:pt x="29" y="11"/>
                    <a:pt x="29" y="11"/>
                    <a:pt x="29" y="11"/>
                  </a:cubicBezTo>
                  <a:cubicBezTo>
                    <a:pt x="29" y="11"/>
                    <a:pt x="29" y="11"/>
                    <a:pt x="29" y="11"/>
                  </a:cubicBezTo>
                  <a:cubicBezTo>
                    <a:pt x="29" y="11"/>
                    <a:pt x="30" y="11"/>
                    <a:pt x="29" y="11"/>
                  </a:cubicBezTo>
                  <a:cubicBezTo>
                    <a:pt x="29" y="11"/>
                    <a:pt x="29" y="11"/>
                    <a:pt x="29" y="11"/>
                  </a:cubicBezTo>
                  <a:cubicBezTo>
                    <a:pt x="29" y="12"/>
                    <a:pt x="29" y="12"/>
                    <a:pt x="29" y="12"/>
                  </a:cubicBezTo>
                  <a:cubicBezTo>
                    <a:pt x="29" y="12"/>
                    <a:pt x="29" y="12"/>
                    <a:pt x="29" y="12"/>
                  </a:cubicBezTo>
                  <a:cubicBezTo>
                    <a:pt x="29" y="13"/>
                    <a:pt x="29" y="13"/>
                    <a:pt x="29" y="13"/>
                  </a:cubicBezTo>
                  <a:cubicBezTo>
                    <a:pt x="29" y="13"/>
                    <a:pt x="29" y="13"/>
                    <a:pt x="29" y="13"/>
                  </a:cubicBezTo>
                  <a:cubicBezTo>
                    <a:pt x="29" y="13"/>
                    <a:pt x="29" y="13"/>
                    <a:pt x="29" y="13"/>
                  </a:cubicBezTo>
                  <a:cubicBezTo>
                    <a:pt x="29" y="13"/>
                    <a:pt x="29" y="13"/>
                    <a:pt x="28" y="13"/>
                  </a:cubicBezTo>
                  <a:cubicBezTo>
                    <a:pt x="28" y="13"/>
                    <a:pt x="28" y="13"/>
                    <a:pt x="28" y="13"/>
                  </a:cubicBezTo>
                  <a:cubicBezTo>
                    <a:pt x="28" y="13"/>
                    <a:pt x="28" y="13"/>
                    <a:pt x="28" y="13"/>
                  </a:cubicBezTo>
                  <a:cubicBezTo>
                    <a:pt x="28" y="13"/>
                    <a:pt x="28" y="13"/>
                    <a:pt x="28" y="13"/>
                  </a:cubicBezTo>
                  <a:cubicBezTo>
                    <a:pt x="28" y="13"/>
                    <a:pt x="27" y="13"/>
                    <a:pt x="27" y="13"/>
                  </a:cubicBezTo>
                  <a:cubicBezTo>
                    <a:pt x="27" y="13"/>
                    <a:pt x="27" y="13"/>
                    <a:pt x="27" y="13"/>
                  </a:cubicBezTo>
                  <a:cubicBezTo>
                    <a:pt x="27" y="13"/>
                    <a:pt x="27" y="13"/>
                    <a:pt x="27" y="13"/>
                  </a:cubicBezTo>
                  <a:cubicBezTo>
                    <a:pt x="27" y="13"/>
                    <a:pt x="27" y="13"/>
                    <a:pt x="27" y="13"/>
                  </a:cubicBezTo>
                  <a:cubicBezTo>
                    <a:pt x="27" y="13"/>
                    <a:pt x="27" y="13"/>
                    <a:pt x="27" y="13"/>
                  </a:cubicBezTo>
                  <a:cubicBezTo>
                    <a:pt x="26" y="13"/>
                    <a:pt x="26" y="13"/>
                    <a:pt x="26" y="13"/>
                  </a:cubicBezTo>
                  <a:cubicBezTo>
                    <a:pt x="26" y="13"/>
                    <a:pt x="26" y="13"/>
                    <a:pt x="26" y="13"/>
                  </a:cubicBezTo>
                  <a:cubicBezTo>
                    <a:pt x="26" y="13"/>
                    <a:pt x="26" y="13"/>
                    <a:pt x="26" y="13"/>
                  </a:cubicBezTo>
                  <a:cubicBezTo>
                    <a:pt x="26" y="13"/>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6" y="12"/>
                    <a:pt x="26" y="12"/>
                    <a:pt x="26" y="12"/>
                  </a:cubicBezTo>
                  <a:cubicBezTo>
                    <a:pt x="25" y="12"/>
                    <a:pt x="25" y="12"/>
                    <a:pt x="25" y="12"/>
                  </a:cubicBezTo>
                  <a:cubicBezTo>
                    <a:pt x="25" y="12"/>
                    <a:pt x="25" y="12"/>
                    <a:pt x="25" y="12"/>
                  </a:cubicBezTo>
                  <a:cubicBezTo>
                    <a:pt x="25" y="12"/>
                    <a:pt x="25" y="12"/>
                    <a:pt x="25" y="12"/>
                  </a:cubicBezTo>
                  <a:cubicBezTo>
                    <a:pt x="25" y="13"/>
                    <a:pt x="25" y="13"/>
                    <a:pt x="25" y="13"/>
                  </a:cubicBezTo>
                  <a:cubicBezTo>
                    <a:pt x="25" y="13"/>
                    <a:pt x="25" y="13"/>
                    <a:pt x="25" y="13"/>
                  </a:cubicBezTo>
                  <a:cubicBezTo>
                    <a:pt x="25" y="13"/>
                    <a:pt x="25" y="13"/>
                    <a:pt x="25" y="13"/>
                  </a:cubicBezTo>
                  <a:cubicBezTo>
                    <a:pt x="25"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3"/>
                    <a:pt x="24" y="13"/>
                    <a:pt x="24" y="13"/>
                  </a:cubicBezTo>
                  <a:cubicBezTo>
                    <a:pt x="24" y="12"/>
                    <a:pt x="24" y="12"/>
                    <a:pt x="24" y="12"/>
                  </a:cubicBezTo>
                  <a:cubicBezTo>
                    <a:pt x="24" y="12"/>
                    <a:pt x="24" y="12"/>
                    <a:pt x="24" y="12"/>
                  </a:cubicBezTo>
                  <a:cubicBezTo>
                    <a:pt x="24" y="12"/>
                    <a:pt x="25" y="12"/>
                    <a:pt x="25" y="12"/>
                  </a:cubicBezTo>
                  <a:cubicBezTo>
                    <a:pt x="25" y="12"/>
                    <a:pt x="25" y="12"/>
                    <a:pt x="25" y="11"/>
                  </a:cubicBezTo>
                  <a:cubicBezTo>
                    <a:pt x="25" y="11"/>
                    <a:pt x="25" y="11"/>
                    <a:pt x="25" y="11"/>
                  </a:cubicBezTo>
                  <a:cubicBezTo>
                    <a:pt x="25" y="11"/>
                    <a:pt x="25" y="11"/>
                    <a:pt x="25" y="11"/>
                  </a:cubicBezTo>
                  <a:cubicBezTo>
                    <a:pt x="25" y="11"/>
                    <a:pt x="24" y="11"/>
                    <a:pt x="24" y="11"/>
                  </a:cubicBezTo>
                  <a:cubicBezTo>
                    <a:pt x="24" y="11"/>
                    <a:pt x="24" y="11"/>
                    <a:pt x="24" y="11"/>
                  </a:cubicBezTo>
                  <a:cubicBezTo>
                    <a:pt x="24" y="11"/>
                    <a:pt x="24" y="11"/>
                    <a:pt x="24" y="11"/>
                  </a:cubicBezTo>
                  <a:cubicBezTo>
                    <a:pt x="24" y="11"/>
                    <a:pt x="24" y="11"/>
                    <a:pt x="24" y="11"/>
                  </a:cubicBezTo>
                  <a:cubicBezTo>
                    <a:pt x="24" y="11"/>
                    <a:pt x="24" y="10"/>
                    <a:pt x="24" y="10"/>
                  </a:cubicBezTo>
                  <a:cubicBezTo>
                    <a:pt x="24" y="10"/>
                    <a:pt x="24" y="10"/>
                    <a:pt x="24" y="10"/>
                  </a:cubicBezTo>
                  <a:cubicBezTo>
                    <a:pt x="24" y="10"/>
                    <a:pt x="24" y="10"/>
                    <a:pt x="24" y="10"/>
                  </a:cubicBezTo>
                  <a:cubicBezTo>
                    <a:pt x="24" y="10"/>
                    <a:pt x="24" y="10"/>
                    <a:pt x="24" y="10"/>
                  </a:cubicBezTo>
                  <a:cubicBezTo>
                    <a:pt x="25" y="10"/>
                    <a:pt x="25" y="10"/>
                    <a:pt x="24" y="10"/>
                  </a:cubicBezTo>
                  <a:cubicBezTo>
                    <a:pt x="24" y="10"/>
                    <a:pt x="24" y="10"/>
                    <a:pt x="24" y="10"/>
                  </a:cubicBezTo>
                  <a:cubicBezTo>
                    <a:pt x="24" y="10"/>
                    <a:pt x="24" y="10"/>
                    <a:pt x="24" y="9"/>
                  </a:cubicBezTo>
                  <a:cubicBezTo>
                    <a:pt x="24" y="9"/>
                    <a:pt x="24" y="9"/>
                    <a:pt x="24" y="9"/>
                  </a:cubicBezTo>
                  <a:cubicBezTo>
                    <a:pt x="24" y="9"/>
                    <a:pt x="24" y="9"/>
                    <a:pt x="24" y="9"/>
                  </a:cubicBezTo>
                  <a:cubicBezTo>
                    <a:pt x="24" y="9"/>
                    <a:pt x="24" y="9"/>
                    <a:pt x="24" y="8"/>
                  </a:cubicBezTo>
                  <a:cubicBezTo>
                    <a:pt x="24" y="8"/>
                    <a:pt x="24" y="8"/>
                    <a:pt x="24" y="8"/>
                  </a:cubicBezTo>
                  <a:cubicBezTo>
                    <a:pt x="24" y="8"/>
                    <a:pt x="24" y="8"/>
                    <a:pt x="24" y="8"/>
                  </a:cubicBezTo>
                  <a:cubicBezTo>
                    <a:pt x="24" y="8"/>
                    <a:pt x="24" y="8"/>
                    <a:pt x="24" y="8"/>
                  </a:cubicBezTo>
                  <a:cubicBezTo>
                    <a:pt x="25" y="8"/>
                    <a:pt x="25" y="8"/>
                    <a:pt x="25" y="7"/>
                  </a:cubicBezTo>
                  <a:cubicBezTo>
                    <a:pt x="25" y="7"/>
                    <a:pt x="25" y="7"/>
                    <a:pt x="25" y="7"/>
                  </a:cubicBezTo>
                  <a:cubicBezTo>
                    <a:pt x="25" y="7"/>
                    <a:pt x="25" y="7"/>
                    <a:pt x="25" y="7"/>
                  </a:cubicBezTo>
                  <a:cubicBezTo>
                    <a:pt x="25"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8"/>
                    <a:pt x="26" y="8"/>
                  </a:cubicBezTo>
                  <a:cubicBezTo>
                    <a:pt x="26" y="8"/>
                    <a:pt x="26" y="8"/>
                    <a:pt x="26" y="8"/>
                  </a:cubicBezTo>
                  <a:cubicBezTo>
                    <a:pt x="26" y="8"/>
                    <a:pt x="26" y="8"/>
                    <a:pt x="26" y="8"/>
                  </a:cubicBezTo>
                  <a:cubicBezTo>
                    <a:pt x="26" y="8"/>
                    <a:pt x="26" y="8"/>
                    <a:pt x="26" y="8"/>
                  </a:cubicBezTo>
                  <a:cubicBezTo>
                    <a:pt x="26" y="8"/>
                    <a:pt x="26" y="8"/>
                    <a:pt x="25" y="8"/>
                  </a:cubicBezTo>
                  <a:cubicBezTo>
                    <a:pt x="25" y="8"/>
                    <a:pt x="25" y="9"/>
                    <a:pt x="25" y="9"/>
                  </a:cubicBezTo>
                  <a:cubicBezTo>
                    <a:pt x="25" y="9"/>
                    <a:pt x="25" y="9"/>
                    <a:pt x="25" y="9"/>
                  </a:cubicBezTo>
                  <a:cubicBezTo>
                    <a:pt x="25" y="9"/>
                    <a:pt x="25" y="9"/>
                    <a:pt x="25" y="9"/>
                  </a:cubicBezTo>
                  <a:cubicBezTo>
                    <a:pt x="25" y="9"/>
                    <a:pt x="25" y="9"/>
                    <a:pt x="25" y="9"/>
                  </a:cubicBezTo>
                  <a:cubicBezTo>
                    <a:pt x="25" y="9"/>
                    <a:pt x="26" y="9"/>
                    <a:pt x="26" y="9"/>
                  </a:cubicBezTo>
                  <a:cubicBezTo>
                    <a:pt x="26" y="9"/>
                    <a:pt x="26" y="9"/>
                    <a:pt x="26" y="9"/>
                  </a:cubicBezTo>
                  <a:cubicBezTo>
                    <a:pt x="26" y="10"/>
                    <a:pt x="26" y="10"/>
                    <a:pt x="26" y="10"/>
                  </a:cubicBezTo>
                  <a:cubicBezTo>
                    <a:pt x="26" y="10"/>
                    <a:pt x="26" y="10"/>
                    <a:pt x="25" y="10"/>
                  </a:cubicBezTo>
                  <a:cubicBezTo>
                    <a:pt x="25" y="10"/>
                    <a:pt x="25" y="10"/>
                    <a:pt x="25" y="11"/>
                  </a:cubicBezTo>
                  <a:cubicBezTo>
                    <a:pt x="25" y="11"/>
                    <a:pt x="25" y="11"/>
                    <a:pt x="25" y="11"/>
                  </a:cubicBezTo>
                  <a:cubicBezTo>
                    <a:pt x="25" y="11"/>
                    <a:pt x="25" y="11"/>
                    <a:pt x="25" y="11"/>
                  </a:cubicBezTo>
                  <a:cubicBezTo>
                    <a:pt x="25" y="11"/>
                    <a:pt x="25" y="11"/>
                    <a:pt x="26" y="11"/>
                  </a:cubicBezTo>
                  <a:cubicBezTo>
                    <a:pt x="26" y="11"/>
                    <a:pt x="26" y="11"/>
                    <a:pt x="26" y="11"/>
                  </a:cubicBezTo>
                  <a:cubicBezTo>
                    <a:pt x="26" y="11"/>
                    <a:pt x="26" y="11"/>
                    <a:pt x="26" y="11"/>
                  </a:cubicBezTo>
                  <a:cubicBezTo>
                    <a:pt x="26" y="11"/>
                    <a:pt x="26" y="11"/>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6" y="10"/>
                    <a:pt x="26" y="10"/>
                  </a:cubicBezTo>
                  <a:cubicBezTo>
                    <a:pt x="26" y="10"/>
                    <a:pt x="27" y="10"/>
                    <a:pt x="27" y="10"/>
                  </a:cubicBezTo>
                  <a:cubicBezTo>
                    <a:pt x="27" y="10"/>
                    <a:pt x="27" y="10"/>
                    <a:pt x="27" y="10"/>
                  </a:cubicBezTo>
                  <a:cubicBezTo>
                    <a:pt x="27" y="10"/>
                    <a:pt x="27" y="10"/>
                    <a:pt x="27" y="10"/>
                  </a:cubicBezTo>
                  <a:cubicBezTo>
                    <a:pt x="27" y="10"/>
                    <a:pt x="27" y="9"/>
                    <a:pt x="27" y="9"/>
                  </a:cubicBezTo>
                  <a:cubicBezTo>
                    <a:pt x="27" y="9"/>
                    <a:pt x="27" y="9"/>
                    <a:pt x="27" y="9"/>
                  </a:cubicBezTo>
                  <a:cubicBezTo>
                    <a:pt x="27" y="9"/>
                    <a:pt x="27" y="9"/>
                    <a:pt x="27" y="9"/>
                  </a:cubicBezTo>
                  <a:cubicBezTo>
                    <a:pt x="27" y="9"/>
                    <a:pt x="27" y="9"/>
                    <a:pt x="27" y="9"/>
                  </a:cubicBezTo>
                  <a:cubicBezTo>
                    <a:pt x="26" y="9"/>
                    <a:pt x="26" y="9"/>
                    <a:pt x="26" y="9"/>
                  </a:cubicBezTo>
                  <a:cubicBezTo>
                    <a:pt x="26" y="9"/>
                    <a:pt x="26" y="9"/>
                    <a:pt x="26" y="9"/>
                  </a:cubicBezTo>
                  <a:cubicBezTo>
                    <a:pt x="26" y="9"/>
                    <a:pt x="26" y="9"/>
                    <a:pt x="26" y="9"/>
                  </a:cubicBezTo>
                  <a:cubicBezTo>
                    <a:pt x="26" y="9"/>
                    <a:pt x="26" y="9"/>
                    <a:pt x="26" y="8"/>
                  </a:cubicBezTo>
                  <a:cubicBezTo>
                    <a:pt x="26" y="8"/>
                    <a:pt x="27" y="8"/>
                    <a:pt x="27" y="8"/>
                  </a:cubicBezTo>
                  <a:cubicBezTo>
                    <a:pt x="27" y="8"/>
                    <a:pt x="27" y="8"/>
                    <a:pt x="27" y="8"/>
                  </a:cubicBezTo>
                  <a:cubicBezTo>
                    <a:pt x="27" y="8"/>
                    <a:pt x="27" y="8"/>
                    <a:pt x="27" y="8"/>
                  </a:cubicBezTo>
                  <a:cubicBezTo>
                    <a:pt x="27" y="8"/>
                    <a:pt x="27" y="8"/>
                    <a:pt x="27" y="8"/>
                  </a:cubicBezTo>
                  <a:cubicBezTo>
                    <a:pt x="27" y="8"/>
                    <a:pt x="27" y="8"/>
                    <a:pt x="27" y="8"/>
                  </a:cubicBezTo>
                  <a:cubicBezTo>
                    <a:pt x="27" y="8"/>
                    <a:pt x="27" y="8"/>
                    <a:pt x="28" y="8"/>
                  </a:cubicBezTo>
                  <a:cubicBezTo>
                    <a:pt x="28" y="8"/>
                    <a:pt x="28" y="8"/>
                    <a:pt x="28" y="8"/>
                  </a:cubicBezTo>
                  <a:cubicBezTo>
                    <a:pt x="28" y="8"/>
                    <a:pt x="28" y="8"/>
                    <a:pt x="28" y="7"/>
                  </a:cubicBezTo>
                  <a:cubicBezTo>
                    <a:pt x="28" y="7"/>
                    <a:pt x="28" y="7"/>
                    <a:pt x="28" y="7"/>
                  </a:cubicBezTo>
                  <a:cubicBezTo>
                    <a:pt x="28" y="7"/>
                    <a:pt x="28" y="7"/>
                    <a:pt x="28" y="7"/>
                  </a:cubicBezTo>
                  <a:cubicBezTo>
                    <a:pt x="28" y="7"/>
                    <a:pt x="28" y="7"/>
                    <a:pt x="28" y="7"/>
                  </a:cubicBezTo>
                  <a:cubicBezTo>
                    <a:pt x="28" y="7"/>
                    <a:pt x="28" y="7"/>
                    <a:pt x="28" y="7"/>
                  </a:cubicBezTo>
                  <a:cubicBezTo>
                    <a:pt x="28" y="6"/>
                    <a:pt x="28" y="6"/>
                    <a:pt x="28" y="6"/>
                  </a:cubicBezTo>
                  <a:cubicBezTo>
                    <a:pt x="28" y="6"/>
                    <a:pt x="28" y="6"/>
                    <a:pt x="28" y="6"/>
                  </a:cubicBezTo>
                  <a:cubicBezTo>
                    <a:pt x="28" y="6"/>
                    <a:pt x="28" y="6"/>
                    <a:pt x="28" y="6"/>
                  </a:cubicBezTo>
                  <a:cubicBezTo>
                    <a:pt x="28" y="6"/>
                    <a:pt x="28" y="6"/>
                    <a:pt x="28" y="6"/>
                  </a:cubicBezTo>
                  <a:cubicBezTo>
                    <a:pt x="28" y="6"/>
                    <a:pt x="28" y="7"/>
                    <a:pt x="28" y="7"/>
                  </a:cubicBezTo>
                  <a:cubicBezTo>
                    <a:pt x="28" y="7"/>
                    <a:pt x="28" y="7"/>
                    <a:pt x="28" y="7"/>
                  </a:cubicBezTo>
                  <a:cubicBezTo>
                    <a:pt x="28" y="7"/>
                    <a:pt x="28" y="7"/>
                    <a:pt x="28" y="7"/>
                  </a:cubicBezTo>
                  <a:cubicBezTo>
                    <a:pt x="28" y="8"/>
                    <a:pt x="28" y="8"/>
                    <a:pt x="28" y="8"/>
                  </a:cubicBezTo>
                  <a:cubicBezTo>
                    <a:pt x="28" y="8"/>
                    <a:pt x="28" y="8"/>
                    <a:pt x="28" y="8"/>
                  </a:cubicBezTo>
                  <a:cubicBezTo>
                    <a:pt x="28" y="8"/>
                    <a:pt x="28" y="8"/>
                    <a:pt x="28" y="8"/>
                  </a:cubicBezTo>
                  <a:cubicBezTo>
                    <a:pt x="28" y="8"/>
                    <a:pt x="29" y="8"/>
                    <a:pt x="29" y="8"/>
                  </a:cubicBezTo>
                  <a:cubicBezTo>
                    <a:pt x="29" y="8"/>
                    <a:pt x="29" y="8"/>
                    <a:pt x="29" y="8"/>
                  </a:cubicBezTo>
                  <a:cubicBezTo>
                    <a:pt x="29" y="8"/>
                    <a:pt x="29" y="8"/>
                    <a:pt x="29" y="8"/>
                  </a:cubicBezTo>
                  <a:cubicBezTo>
                    <a:pt x="29" y="8"/>
                    <a:pt x="29" y="8"/>
                    <a:pt x="29" y="8"/>
                  </a:cubicBezTo>
                  <a:cubicBezTo>
                    <a:pt x="29" y="8"/>
                    <a:pt x="29" y="9"/>
                    <a:pt x="29" y="9"/>
                  </a:cubicBezTo>
                  <a:cubicBezTo>
                    <a:pt x="29" y="9"/>
                    <a:pt x="29" y="9"/>
                    <a:pt x="29" y="9"/>
                  </a:cubicBezTo>
                  <a:cubicBezTo>
                    <a:pt x="29" y="9"/>
                    <a:pt x="29" y="9"/>
                    <a:pt x="29" y="9"/>
                  </a:cubicBezTo>
                  <a:cubicBezTo>
                    <a:pt x="29" y="9"/>
                    <a:pt x="29" y="9"/>
                    <a:pt x="29" y="9"/>
                  </a:cubicBezTo>
                  <a:cubicBezTo>
                    <a:pt x="29" y="9"/>
                    <a:pt x="29" y="9"/>
                    <a:pt x="29" y="9"/>
                  </a:cubicBezTo>
                  <a:cubicBezTo>
                    <a:pt x="29"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8" y="9"/>
                    <a:pt x="28" y="9"/>
                    <a:pt x="28" y="9"/>
                  </a:cubicBezTo>
                  <a:cubicBezTo>
                    <a:pt x="29" y="9"/>
                    <a:pt x="29" y="9"/>
                    <a:pt x="29" y="9"/>
                  </a:cubicBezTo>
                  <a:cubicBezTo>
                    <a:pt x="29" y="9"/>
                    <a:pt x="29" y="9"/>
                    <a:pt x="29" y="9"/>
                  </a:cubicBezTo>
                  <a:cubicBezTo>
                    <a:pt x="30" y="9"/>
                    <a:pt x="30" y="10"/>
                    <a:pt x="30" y="10"/>
                  </a:cubicBezTo>
                  <a:cubicBezTo>
                    <a:pt x="30" y="10"/>
                    <a:pt x="30" y="10"/>
                    <a:pt x="30" y="10"/>
                  </a:cubicBezTo>
                  <a:close/>
                  <a:moveTo>
                    <a:pt x="44" y="13"/>
                  </a:moveTo>
                  <a:cubicBezTo>
                    <a:pt x="44" y="13"/>
                    <a:pt x="44" y="13"/>
                    <a:pt x="44" y="13"/>
                  </a:cubicBezTo>
                  <a:cubicBezTo>
                    <a:pt x="44" y="13"/>
                    <a:pt x="44" y="13"/>
                    <a:pt x="44" y="13"/>
                  </a:cubicBezTo>
                  <a:cubicBezTo>
                    <a:pt x="43" y="13"/>
                    <a:pt x="43" y="13"/>
                    <a:pt x="43" y="13"/>
                  </a:cubicBezTo>
                  <a:cubicBezTo>
                    <a:pt x="43" y="13"/>
                    <a:pt x="43" y="13"/>
                    <a:pt x="43" y="13"/>
                  </a:cubicBezTo>
                  <a:cubicBezTo>
                    <a:pt x="43" y="13"/>
                    <a:pt x="43" y="13"/>
                    <a:pt x="43" y="13"/>
                  </a:cubicBezTo>
                  <a:cubicBezTo>
                    <a:pt x="43" y="13"/>
                    <a:pt x="43" y="12"/>
                    <a:pt x="43" y="12"/>
                  </a:cubicBezTo>
                  <a:cubicBezTo>
                    <a:pt x="43" y="12"/>
                    <a:pt x="43" y="12"/>
                    <a:pt x="43" y="12"/>
                  </a:cubicBezTo>
                  <a:cubicBezTo>
                    <a:pt x="43" y="12"/>
                    <a:pt x="43" y="12"/>
                    <a:pt x="43" y="12"/>
                  </a:cubicBezTo>
                  <a:cubicBezTo>
                    <a:pt x="42" y="12"/>
                    <a:pt x="42" y="12"/>
                    <a:pt x="42" y="12"/>
                  </a:cubicBezTo>
                  <a:cubicBezTo>
                    <a:pt x="42" y="12"/>
                    <a:pt x="42" y="12"/>
                    <a:pt x="42" y="12"/>
                  </a:cubicBezTo>
                  <a:cubicBezTo>
                    <a:pt x="42" y="12"/>
                    <a:pt x="42" y="12"/>
                    <a:pt x="42" y="12"/>
                  </a:cubicBezTo>
                  <a:cubicBezTo>
                    <a:pt x="42" y="12"/>
                    <a:pt x="41" y="12"/>
                    <a:pt x="41" y="12"/>
                  </a:cubicBezTo>
                  <a:cubicBezTo>
                    <a:pt x="41" y="12"/>
                    <a:pt x="41" y="12"/>
                    <a:pt x="41" y="12"/>
                  </a:cubicBezTo>
                  <a:cubicBezTo>
                    <a:pt x="41" y="12"/>
                    <a:pt x="41" y="12"/>
                    <a:pt x="41" y="12"/>
                  </a:cubicBezTo>
                  <a:cubicBezTo>
                    <a:pt x="41" y="12"/>
                    <a:pt x="41" y="12"/>
                    <a:pt x="41" y="12"/>
                  </a:cubicBezTo>
                  <a:cubicBezTo>
                    <a:pt x="41" y="12"/>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2"/>
                    <a:pt x="41" y="12"/>
                    <a:pt x="40" y="12"/>
                  </a:cubicBezTo>
                  <a:cubicBezTo>
                    <a:pt x="40" y="12"/>
                    <a:pt x="40" y="12"/>
                    <a:pt x="40" y="12"/>
                  </a:cubicBezTo>
                  <a:cubicBezTo>
                    <a:pt x="40" y="12"/>
                    <a:pt x="40" y="13"/>
                    <a:pt x="40" y="13"/>
                  </a:cubicBezTo>
                  <a:cubicBezTo>
                    <a:pt x="40" y="13"/>
                    <a:pt x="40" y="13"/>
                    <a:pt x="40" y="13"/>
                  </a:cubicBezTo>
                  <a:cubicBezTo>
                    <a:pt x="40" y="13"/>
                    <a:pt x="40" y="13"/>
                    <a:pt x="40" y="13"/>
                  </a:cubicBezTo>
                  <a:cubicBezTo>
                    <a:pt x="40" y="13"/>
                    <a:pt x="40" y="13"/>
                    <a:pt x="40" y="13"/>
                  </a:cubicBezTo>
                  <a:cubicBezTo>
                    <a:pt x="40" y="13"/>
                    <a:pt x="40" y="13"/>
                    <a:pt x="40"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8" y="13"/>
                  </a:cubicBezTo>
                  <a:cubicBezTo>
                    <a:pt x="38" y="13"/>
                    <a:pt x="38" y="13"/>
                    <a:pt x="38" y="13"/>
                  </a:cubicBezTo>
                  <a:cubicBezTo>
                    <a:pt x="38" y="13"/>
                    <a:pt x="38" y="13"/>
                    <a:pt x="38" y="13"/>
                  </a:cubicBezTo>
                  <a:cubicBezTo>
                    <a:pt x="38" y="13"/>
                    <a:pt x="38" y="13"/>
                    <a:pt x="38" y="13"/>
                  </a:cubicBezTo>
                  <a:cubicBezTo>
                    <a:pt x="38" y="13"/>
                    <a:pt x="38" y="13"/>
                    <a:pt x="38" y="13"/>
                  </a:cubicBezTo>
                  <a:cubicBezTo>
                    <a:pt x="38" y="12"/>
                    <a:pt x="38" y="12"/>
                    <a:pt x="38" y="12"/>
                  </a:cubicBezTo>
                  <a:cubicBezTo>
                    <a:pt x="38" y="12"/>
                    <a:pt x="38" y="12"/>
                    <a:pt x="38" y="12"/>
                  </a:cubicBezTo>
                  <a:cubicBezTo>
                    <a:pt x="38" y="12"/>
                    <a:pt x="38" y="12"/>
                    <a:pt x="38" y="12"/>
                  </a:cubicBezTo>
                  <a:cubicBezTo>
                    <a:pt x="38" y="11"/>
                    <a:pt x="38" y="11"/>
                    <a:pt x="38" y="12"/>
                  </a:cubicBezTo>
                  <a:cubicBezTo>
                    <a:pt x="38" y="12"/>
                    <a:pt x="38" y="12"/>
                    <a:pt x="38" y="12"/>
                  </a:cubicBezTo>
                  <a:cubicBezTo>
                    <a:pt x="38" y="12"/>
                    <a:pt x="38" y="12"/>
                    <a:pt x="38" y="12"/>
                  </a:cubicBezTo>
                  <a:cubicBezTo>
                    <a:pt x="38" y="12"/>
                    <a:pt x="38" y="13"/>
                    <a:pt x="38" y="13"/>
                  </a:cubicBezTo>
                  <a:cubicBezTo>
                    <a:pt x="38" y="13"/>
                    <a:pt x="37" y="13"/>
                    <a:pt x="37" y="13"/>
                  </a:cubicBezTo>
                  <a:cubicBezTo>
                    <a:pt x="37" y="13"/>
                    <a:pt x="37" y="13"/>
                    <a:pt x="37" y="13"/>
                  </a:cubicBezTo>
                  <a:cubicBezTo>
                    <a:pt x="37" y="13"/>
                    <a:pt x="37" y="13"/>
                    <a:pt x="37" y="13"/>
                  </a:cubicBezTo>
                  <a:cubicBezTo>
                    <a:pt x="37" y="13"/>
                    <a:pt x="37" y="13"/>
                    <a:pt x="37" y="12"/>
                  </a:cubicBezTo>
                  <a:cubicBezTo>
                    <a:pt x="37" y="12"/>
                    <a:pt x="37" y="12"/>
                    <a:pt x="37" y="12"/>
                  </a:cubicBezTo>
                  <a:cubicBezTo>
                    <a:pt x="37" y="12"/>
                    <a:pt x="37" y="12"/>
                    <a:pt x="37" y="12"/>
                  </a:cubicBezTo>
                  <a:cubicBezTo>
                    <a:pt x="37" y="12"/>
                    <a:pt x="37" y="12"/>
                    <a:pt x="37" y="12"/>
                  </a:cubicBezTo>
                  <a:cubicBezTo>
                    <a:pt x="37" y="12"/>
                    <a:pt x="37" y="12"/>
                    <a:pt x="37" y="11"/>
                  </a:cubicBezTo>
                  <a:cubicBezTo>
                    <a:pt x="38" y="11"/>
                    <a:pt x="38" y="11"/>
                    <a:pt x="38" y="11"/>
                  </a:cubicBezTo>
                  <a:cubicBezTo>
                    <a:pt x="38" y="11"/>
                    <a:pt x="38" y="11"/>
                    <a:pt x="38" y="11"/>
                  </a:cubicBezTo>
                  <a:cubicBezTo>
                    <a:pt x="38" y="11"/>
                    <a:pt x="38" y="11"/>
                    <a:pt x="38" y="10"/>
                  </a:cubicBezTo>
                  <a:cubicBezTo>
                    <a:pt x="38" y="10"/>
                    <a:pt x="38" y="10"/>
                    <a:pt x="38" y="10"/>
                  </a:cubicBezTo>
                  <a:cubicBezTo>
                    <a:pt x="38" y="10"/>
                    <a:pt x="38" y="10"/>
                    <a:pt x="38" y="10"/>
                  </a:cubicBezTo>
                  <a:cubicBezTo>
                    <a:pt x="38" y="10"/>
                    <a:pt x="38" y="10"/>
                    <a:pt x="38" y="10"/>
                  </a:cubicBezTo>
                  <a:cubicBezTo>
                    <a:pt x="38" y="9"/>
                    <a:pt x="38" y="9"/>
                    <a:pt x="38" y="9"/>
                  </a:cubicBezTo>
                  <a:cubicBezTo>
                    <a:pt x="38" y="9"/>
                    <a:pt x="38" y="9"/>
                    <a:pt x="38" y="9"/>
                  </a:cubicBezTo>
                  <a:cubicBezTo>
                    <a:pt x="38" y="9"/>
                    <a:pt x="38" y="9"/>
                    <a:pt x="38" y="9"/>
                  </a:cubicBezTo>
                  <a:cubicBezTo>
                    <a:pt x="38" y="9"/>
                    <a:pt x="38" y="9"/>
                    <a:pt x="38" y="9"/>
                  </a:cubicBezTo>
                  <a:cubicBezTo>
                    <a:pt x="38" y="9"/>
                    <a:pt x="37" y="9"/>
                    <a:pt x="37" y="9"/>
                  </a:cubicBezTo>
                  <a:cubicBezTo>
                    <a:pt x="37" y="9"/>
                    <a:pt x="37" y="9"/>
                    <a:pt x="37" y="9"/>
                  </a:cubicBezTo>
                  <a:cubicBezTo>
                    <a:pt x="37" y="9"/>
                    <a:pt x="37" y="9"/>
                    <a:pt x="37" y="9"/>
                  </a:cubicBezTo>
                  <a:cubicBezTo>
                    <a:pt x="38" y="8"/>
                    <a:pt x="38" y="8"/>
                    <a:pt x="38" y="8"/>
                  </a:cubicBezTo>
                  <a:cubicBezTo>
                    <a:pt x="38" y="8"/>
                    <a:pt x="38" y="8"/>
                    <a:pt x="38" y="8"/>
                  </a:cubicBezTo>
                  <a:cubicBezTo>
                    <a:pt x="38" y="8"/>
                    <a:pt x="38" y="8"/>
                    <a:pt x="38" y="8"/>
                  </a:cubicBezTo>
                  <a:cubicBezTo>
                    <a:pt x="38" y="8"/>
                    <a:pt x="38"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8"/>
                  </a:cubicBezTo>
                  <a:cubicBezTo>
                    <a:pt x="39" y="8"/>
                    <a:pt x="39" y="8"/>
                    <a:pt x="39" y="7"/>
                  </a:cubicBezTo>
                  <a:cubicBezTo>
                    <a:pt x="39" y="7"/>
                    <a:pt x="39" y="7"/>
                    <a:pt x="39" y="7"/>
                  </a:cubicBezTo>
                  <a:cubicBezTo>
                    <a:pt x="39" y="7"/>
                    <a:pt x="39" y="7"/>
                    <a:pt x="39" y="7"/>
                  </a:cubicBezTo>
                  <a:cubicBezTo>
                    <a:pt x="39" y="7"/>
                    <a:pt x="39" y="7"/>
                    <a:pt x="39" y="7"/>
                  </a:cubicBezTo>
                  <a:cubicBezTo>
                    <a:pt x="38" y="7"/>
                    <a:pt x="38" y="7"/>
                    <a:pt x="38" y="7"/>
                  </a:cubicBezTo>
                  <a:cubicBezTo>
                    <a:pt x="38" y="6"/>
                    <a:pt x="38" y="6"/>
                    <a:pt x="39" y="6"/>
                  </a:cubicBezTo>
                  <a:cubicBezTo>
                    <a:pt x="39" y="6"/>
                    <a:pt x="39" y="6"/>
                    <a:pt x="39" y="6"/>
                  </a:cubicBezTo>
                  <a:cubicBezTo>
                    <a:pt x="39" y="6"/>
                    <a:pt x="39" y="6"/>
                    <a:pt x="39" y="6"/>
                  </a:cubicBezTo>
                  <a:cubicBezTo>
                    <a:pt x="39" y="6"/>
                    <a:pt x="39" y="6"/>
                    <a:pt x="39" y="6"/>
                  </a:cubicBezTo>
                  <a:cubicBezTo>
                    <a:pt x="39" y="6"/>
                    <a:pt x="39" y="6"/>
                    <a:pt x="39" y="6"/>
                  </a:cubicBezTo>
                  <a:cubicBezTo>
                    <a:pt x="39" y="6"/>
                    <a:pt x="39" y="6"/>
                    <a:pt x="39"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6"/>
                  </a:cubicBezTo>
                  <a:cubicBezTo>
                    <a:pt x="40" y="6"/>
                    <a:pt x="40" y="6"/>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7"/>
                  </a:cubicBezTo>
                  <a:cubicBezTo>
                    <a:pt x="40" y="7"/>
                    <a:pt x="41" y="7"/>
                    <a:pt x="41" y="7"/>
                  </a:cubicBezTo>
                  <a:cubicBezTo>
                    <a:pt x="41" y="7"/>
                    <a:pt x="41" y="7"/>
                    <a:pt x="41" y="8"/>
                  </a:cubicBezTo>
                  <a:cubicBezTo>
                    <a:pt x="41" y="8"/>
                    <a:pt x="41" y="8"/>
                    <a:pt x="41" y="8"/>
                  </a:cubicBezTo>
                  <a:cubicBezTo>
                    <a:pt x="41" y="8"/>
                    <a:pt x="41" y="8"/>
                    <a:pt x="41" y="8"/>
                  </a:cubicBezTo>
                  <a:cubicBezTo>
                    <a:pt x="41" y="8"/>
                    <a:pt x="41" y="8"/>
                    <a:pt x="41" y="8"/>
                  </a:cubicBezTo>
                  <a:cubicBezTo>
                    <a:pt x="42" y="8"/>
                    <a:pt x="42" y="8"/>
                    <a:pt x="42" y="8"/>
                  </a:cubicBezTo>
                  <a:cubicBezTo>
                    <a:pt x="42" y="8"/>
                    <a:pt x="42" y="9"/>
                    <a:pt x="42" y="9"/>
                  </a:cubicBezTo>
                  <a:cubicBezTo>
                    <a:pt x="41" y="9"/>
                    <a:pt x="41" y="9"/>
                    <a:pt x="41" y="9"/>
                  </a:cubicBezTo>
                  <a:cubicBezTo>
                    <a:pt x="41" y="9"/>
                    <a:pt x="41" y="9"/>
                    <a:pt x="41" y="9"/>
                  </a:cubicBezTo>
                  <a:cubicBezTo>
                    <a:pt x="41" y="9"/>
                    <a:pt x="41" y="9"/>
                    <a:pt x="41" y="9"/>
                  </a:cubicBezTo>
                  <a:cubicBezTo>
                    <a:pt x="41" y="9"/>
                    <a:pt x="41" y="9"/>
                    <a:pt x="41" y="9"/>
                  </a:cubicBezTo>
                  <a:cubicBezTo>
                    <a:pt x="41" y="9"/>
                    <a:pt x="40" y="9"/>
                    <a:pt x="40" y="9"/>
                  </a:cubicBezTo>
                  <a:cubicBezTo>
                    <a:pt x="40" y="9"/>
                    <a:pt x="40" y="9"/>
                    <a:pt x="40" y="9"/>
                  </a:cubicBezTo>
                  <a:cubicBezTo>
                    <a:pt x="40" y="9"/>
                    <a:pt x="40" y="9"/>
                    <a:pt x="40" y="9"/>
                  </a:cubicBezTo>
                  <a:cubicBezTo>
                    <a:pt x="41" y="9"/>
                    <a:pt x="41" y="9"/>
                    <a:pt x="41" y="9"/>
                  </a:cubicBezTo>
                  <a:cubicBezTo>
                    <a:pt x="41" y="9"/>
                    <a:pt x="41" y="9"/>
                    <a:pt x="41" y="9"/>
                  </a:cubicBezTo>
                  <a:cubicBezTo>
                    <a:pt x="41" y="8"/>
                    <a:pt x="41" y="8"/>
                    <a:pt x="41" y="8"/>
                  </a:cubicBezTo>
                  <a:cubicBezTo>
                    <a:pt x="41" y="8"/>
                    <a:pt x="41" y="8"/>
                    <a:pt x="41" y="8"/>
                  </a:cubicBezTo>
                  <a:cubicBezTo>
                    <a:pt x="41" y="8"/>
                    <a:pt x="41" y="8"/>
                    <a:pt x="41" y="8"/>
                  </a:cubicBezTo>
                  <a:cubicBezTo>
                    <a:pt x="41" y="8"/>
                    <a:pt x="41" y="8"/>
                    <a:pt x="41" y="8"/>
                  </a:cubicBezTo>
                  <a:cubicBezTo>
                    <a:pt x="41" y="8"/>
                    <a:pt x="41" y="8"/>
                    <a:pt x="41" y="8"/>
                  </a:cubicBezTo>
                  <a:cubicBezTo>
                    <a:pt x="40" y="8"/>
                    <a:pt x="40" y="8"/>
                    <a:pt x="40" y="8"/>
                  </a:cubicBezTo>
                  <a:cubicBezTo>
                    <a:pt x="40" y="8"/>
                    <a:pt x="40" y="8"/>
                    <a:pt x="40" y="8"/>
                  </a:cubicBezTo>
                  <a:cubicBezTo>
                    <a:pt x="40" y="8"/>
                    <a:pt x="40" y="8"/>
                    <a:pt x="40" y="8"/>
                  </a:cubicBezTo>
                  <a:cubicBezTo>
                    <a:pt x="40" y="8"/>
                    <a:pt x="40" y="8"/>
                    <a:pt x="39" y="8"/>
                  </a:cubicBezTo>
                  <a:cubicBezTo>
                    <a:pt x="39" y="8"/>
                    <a:pt x="39" y="8"/>
                    <a:pt x="39" y="8"/>
                  </a:cubicBezTo>
                  <a:cubicBezTo>
                    <a:pt x="39" y="8"/>
                    <a:pt x="39" y="8"/>
                    <a:pt x="39" y="8"/>
                  </a:cubicBezTo>
                  <a:cubicBezTo>
                    <a:pt x="39" y="8"/>
                    <a:pt x="39" y="9"/>
                    <a:pt x="39" y="9"/>
                  </a:cubicBezTo>
                  <a:cubicBezTo>
                    <a:pt x="39" y="9"/>
                    <a:pt x="39" y="9"/>
                    <a:pt x="39"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9"/>
                    <a:pt x="40" y="9"/>
                    <a:pt x="40" y="9"/>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40" y="10"/>
                  </a:cubicBezTo>
                  <a:cubicBezTo>
                    <a:pt x="40" y="10"/>
                    <a:pt x="40" y="10"/>
                    <a:pt x="39" y="10"/>
                  </a:cubicBezTo>
                  <a:cubicBezTo>
                    <a:pt x="39" y="10"/>
                    <a:pt x="39" y="10"/>
                    <a:pt x="39" y="10"/>
                  </a:cubicBezTo>
                  <a:cubicBezTo>
                    <a:pt x="39" y="10"/>
                    <a:pt x="39" y="10"/>
                    <a:pt x="39" y="10"/>
                  </a:cubicBezTo>
                  <a:cubicBezTo>
                    <a:pt x="39" y="10"/>
                    <a:pt x="39" y="10"/>
                    <a:pt x="39" y="10"/>
                  </a:cubicBezTo>
                  <a:cubicBezTo>
                    <a:pt x="39" y="10"/>
                    <a:pt x="39" y="10"/>
                    <a:pt x="39" y="11"/>
                  </a:cubicBezTo>
                  <a:cubicBezTo>
                    <a:pt x="39" y="11"/>
                    <a:pt x="39" y="11"/>
                    <a:pt x="39" y="11"/>
                  </a:cubicBezTo>
                  <a:cubicBezTo>
                    <a:pt x="39" y="11"/>
                    <a:pt x="39" y="11"/>
                    <a:pt x="39" y="11"/>
                  </a:cubicBezTo>
                  <a:cubicBezTo>
                    <a:pt x="39" y="11"/>
                    <a:pt x="39" y="11"/>
                    <a:pt x="39" y="11"/>
                  </a:cubicBezTo>
                  <a:cubicBezTo>
                    <a:pt x="39" y="11"/>
                    <a:pt x="39" y="11"/>
                    <a:pt x="39" y="11"/>
                  </a:cubicBezTo>
                  <a:cubicBezTo>
                    <a:pt x="39" y="11"/>
                    <a:pt x="40" y="10"/>
                    <a:pt x="40" y="10"/>
                  </a:cubicBezTo>
                  <a:cubicBezTo>
                    <a:pt x="40" y="10"/>
                    <a:pt x="40" y="10"/>
                    <a:pt x="40" y="10"/>
                  </a:cubicBezTo>
                  <a:cubicBezTo>
                    <a:pt x="40" y="10"/>
                    <a:pt x="40" y="10"/>
                    <a:pt x="40" y="10"/>
                  </a:cubicBezTo>
                  <a:cubicBezTo>
                    <a:pt x="40" y="10"/>
                    <a:pt x="40" y="10"/>
                    <a:pt x="40" y="10"/>
                  </a:cubicBezTo>
                  <a:cubicBezTo>
                    <a:pt x="40" y="10"/>
                    <a:pt x="40" y="10"/>
                    <a:pt x="41" y="10"/>
                  </a:cubicBezTo>
                  <a:cubicBezTo>
                    <a:pt x="41" y="10"/>
                    <a:pt x="41" y="10"/>
                    <a:pt x="41" y="10"/>
                  </a:cubicBezTo>
                  <a:cubicBezTo>
                    <a:pt x="41" y="10"/>
                    <a:pt x="41" y="10"/>
                    <a:pt x="41" y="11"/>
                  </a:cubicBezTo>
                  <a:cubicBezTo>
                    <a:pt x="41" y="11"/>
                    <a:pt x="41" y="11"/>
                    <a:pt x="41" y="11"/>
                  </a:cubicBezTo>
                  <a:cubicBezTo>
                    <a:pt x="41" y="11"/>
                    <a:pt x="41" y="11"/>
                    <a:pt x="41" y="11"/>
                  </a:cubicBezTo>
                  <a:cubicBezTo>
                    <a:pt x="41" y="11"/>
                    <a:pt x="41" y="11"/>
                    <a:pt x="42" y="11"/>
                  </a:cubicBezTo>
                  <a:cubicBezTo>
                    <a:pt x="42" y="11"/>
                    <a:pt x="42" y="11"/>
                    <a:pt x="42" y="11"/>
                  </a:cubicBezTo>
                  <a:cubicBezTo>
                    <a:pt x="42" y="11"/>
                    <a:pt x="42" y="11"/>
                    <a:pt x="42" y="11"/>
                  </a:cubicBezTo>
                  <a:cubicBezTo>
                    <a:pt x="42" y="10"/>
                    <a:pt x="42" y="10"/>
                    <a:pt x="42" y="10"/>
                  </a:cubicBezTo>
                  <a:cubicBezTo>
                    <a:pt x="42" y="10"/>
                    <a:pt x="42" y="10"/>
                    <a:pt x="42" y="10"/>
                  </a:cubicBezTo>
                  <a:cubicBezTo>
                    <a:pt x="42"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10"/>
                    <a:pt x="41" y="10"/>
                  </a:cubicBezTo>
                  <a:cubicBezTo>
                    <a:pt x="41" y="10"/>
                    <a:pt x="41" y="9"/>
                    <a:pt x="41" y="9"/>
                  </a:cubicBezTo>
                  <a:cubicBezTo>
                    <a:pt x="41" y="9"/>
                    <a:pt x="41" y="9"/>
                    <a:pt x="41" y="9"/>
                  </a:cubicBezTo>
                  <a:cubicBezTo>
                    <a:pt x="41" y="9"/>
                    <a:pt x="41" y="9"/>
                    <a:pt x="41" y="9"/>
                  </a:cubicBezTo>
                  <a:cubicBezTo>
                    <a:pt x="41" y="9"/>
                    <a:pt x="41" y="9"/>
                    <a:pt x="41" y="9"/>
                  </a:cubicBezTo>
                  <a:cubicBezTo>
                    <a:pt x="41" y="9"/>
                    <a:pt x="42" y="9"/>
                    <a:pt x="42" y="9"/>
                  </a:cubicBezTo>
                  <a:cubicBezTo>
                    <a:pt x="42" y="9"/>
                    <a:pt x="42" y="9"/>
                    <a:pt x="42" y="9"/>
                  </a:cubicBezTo>
                  <a:cubicBezTo>
                    <a:pt x="42" y="9"/>
                    <a:pt x="42" y="9"/>
                    <a:pt x="42" y="9"/>
                  </a:cubicBezTo>
                  <a:cubicBezTo>
                    <a:pt x="42" y="9"/>
                    <a:pt x="42" y="8"/>
                    <a:pt x="42" y="8"/>
                  </a:cubicBezTo>
                  <a:cubicBezTo>
                    <a:pt x="42" y="8"/>
                    <a:pt x="42" y="8"/>
                    <a:pt x="42" y="8"/>
                  </a:cubicBezTo>
                  <a:cubicBezTo>
                    <a:pt x="42" y="8"/>
                    <a:pt x="42" y="8"/>
                    <a:pt x="42" y="8"/>
                  </a:cubicBezTo>
                  <a:cubicBezTo>
                    <a:pt x="42" y="8"/>
                    <a:pt x="42" y="7"/>
                    <a:pt x="42" y="7"/>
                  </a:cubicBezTo>
                  <a:cubicBezTo>
                    <a:pt x="42" y="7"/>
                    <a:pt x="42" y="7"/>
                    <a:pt x="42" y="7"/>
                  </a:cubicBezTo>
                  <a:cubicBezTo>
                    <a:pt x="42" y="7"/>
                    <a:pt x="42" y="7"/>
                    <a:pt x="42" y="7"/>
                  </a:cubicBezTo>
                  <a:cubicBezTo>
                    <a:pt x="42" y="7"/>
                    <a:pt x="42" y="7"/>
                    <a:pt x="42" y="7"/>
                  </a:cubicBezTo>
                  <a:cubicBezTo>
                    <a:pt x="42" y="7"/>
                    <a:pt x="42" y="7"/>
                    <a:pt x="42" y="7"/>
                  </a:cubicBezTo>
                  <a:cubicBezTo>
                    <a:pt x="42" y="7"/>
                    <a:pt x="42" y="6"/>
                    <a:pt x="42" y="6"/>
                  </a:cubicBezTo>
                  <a:cubicBezTo>
                    <a:pt x="42" y="6"/>
                    <a:pt x="42" y="6"/>
                    <a:pt x="42" y="6"/>
                  </a:cubicBezTo>
                  <a:cubicBezTo>
                    <a:pt x="42" y="6"/>
                    <a:pt x="42" y="6"/>
                    <a:pt x="42" y="6"/>
                  </a:cubicBezTo>
                  <a:cubicBezTo>
                    <a:pt x="43" y="6"/>
                    <a:pt x="43" y="6"/>
                    <a:pt x="43" y="6"/>
                  </a:cubicBezTo>
                  <a:cubicBezTo>
                    <a:pt x="43" y="6"/>
                    <a:pt x="43" y="6"/>
                    <a:pt x="43" y="6"/>
                  </a:cubicBezTo>
                  <a:cubicBezTo>
                    <a:pt x="43" y="6"/>
                    <a:pt x="43" y="6"/>
                    <a:pt x="43" y="7"/>
                  </a:cubicBezTo>
                  <a:cubicBezTo>
                    <a:pt x="43" y="7"/>
                    <a:pt x="43" y="7"/>
                    <a:pt x="43" y="7"/>
                  </a:cubicBezTo>
                  <a:cubicBezTo>
                    <a:pt x="43" y="7"/>
                    <a:pt x="43" y="7"/>
                    <a:pt x="43" y="7"/>
                  </a:cubicBezTo>
                  <a:cubicBezTo>
                    <a:pt x="43" y="8"/>
                    <a:pt x="43" y="8"/>
                    <a:pt x="43" y="8"/>
                  </a:cubicBezTo>
                  <a:cubicBezTo>
                    <a:pt x="43" y="8"/>
                    <a:pt x="43" y="8"/>
                    <a:pt x="43" y="8"/>
                  </a:cubicBezTo>
                  <a:cubicBezTo>
                    <a:pt x="43" y="8"/>
                    <a:pt x="43" y="8"/>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9"/>
                  </a:cubicBezTo>
                  <a:cubicBezTo>
                    <a:pt x="43" y="9"/>
                    <a:pt x="43" y="9"/>
                    <a:pt x="43" y="10"/>
                  </a:cubicBezTo>
                  <a:cubicBezTo>
                    <a:pt x="43" y="10"/>
                    <a:pt x="43" y="10"/>
                    <a:pt x="43" y="10"/>
                  </a:cubicBezTo>
                  <a:cubicBezTo>
                    <a:pt x="43" y="10"/>
                    <a:pt x="43" y="10"/>
                    <a:pt x="43" y="10"/>
                  </a:cubicBezTo>
                  <a:cubicBezTo>
                    <a:pt x="43" y="10"/>
                    <a:pt x="43" y="10"/>
                    <a:pt x="43" y="10"/>
                  </a:cubicBezTo>
                  <a:cubicBezTo>
                    <a:pt x="43" y="10"/>
                    <a:pt x="43" y="10"/>
                    <a:pt x="43" y="10"/>
                  </a:cubicBezTo>
                  <a:cubicBezTo>
                    <a:pt x="42" y="10"/>
                    <a:pt x="42" y="11"/>
                    <a:pt x="42" y="11"/>
                  </a:cubicBezTo>
                  <a:cubicBezTo>
                    <a:pt x="42" y="11"/>
                    <a:pt x="42" y="11"/>
                    <a:pt x="42" y="11"/>
                  </a:cubicBezTo>
                  <a:cubicBezTo>
                    <a:pt x="42" y="11"/>
                    <a:pt x="42" y="11"/>
                    <a:pt x="42" y="11"/>
                  </a:cubicBezTo>
                  <a:cubicBezTo>
                    <a:pt x="42" y="11"/>
                    <a:pt x="42" y="11"/>
                    <a:pt x="43" y="11"/>
                  </a:cubicBezTo>
                  <a:cubicBezTo>
                    <a:pt x="43" y="11"/>
                    <a:pt x="43" y="11"/>
                    <a:pt x="43" y="11"/>
                  </a:cubicBezTo>
                  <a:cubicBezTo>
                    <a:pt x="43" y="12"/>
                    <a:pt x="43" y="12"/>
                    <a:pt x="43" y="12"/>
                  </a:cubicBezTo>
                  <a:cubicBezTo>
                    <a:pt x="43" y="12"/>
                    <a:pt x="43" y="12"/>
                    <a:pt x="43" y="12"/>
                  </a:cubicBezTo>
                  <a:cubicBezTo>
                    <a:pt x="44" y="12"/>
                    <a:pt x="44" y="12"/>
                    <a:pt x="44" y="12"/>
                  </a:cubicBezTo>
                  <a:cubicBezTo>
                    <a:pt x="44" y="13"/>
                    <a:pt x="44" y="13"/>
                    <a:pt x="44" y="13"/>
                  </a:cubicBezTo>
                  <a:close/>
                  <a:moveTo>
                    <a:pt x="53" y="8"/>
                  </a:moveTo>
                  <a:cubicBezTo>
                    <a:pt x="52" y="9"/>
                    <a:pt x="52" y="9"/>
                    <a:pt x="52" y="9"/>
                  </a:cubicBezTo>
                  <a:cubicBezTo>
                    <a:pt x="52" y="9"/>
                    <a:pt x="52" y="9"/>
                    <a:pt x="52" y="9"/>
                  </a:cubicBezTo>
                  <a:cubicBezTo>
                    <a:pt x="52" y="9"/>
                    <a:pt x="52" y="9"/>
                    <a:pt x="52" y="9"/>
                  </a:cubicBezTo>
                  <a:cubicBezTo>
                    <a:pt x="52" y="9"/>
                    <a:pt x="52" y="10"/>
                    <a:pt x="51" y="10"/>
                  </a:cubicBezTo>
                  <a:cubicBezTo>
                    <a:pt x="51" y="10"/>
                    <a:pt x="51" y="10"/>
                    <a:pt x="51" y="10"/>
                  </a:cubicBezTo>
                  <a:cubicBezTo>
                    <a:pt x="51" y="10"/>
                    <a:pt x="51" y="10"/>
                    <a:pt x="51" y="10"/>
                  </a:cubicBezTo>
                  <a:cubicBezTo>
                    <a:pt x="51" y="10"/>
                    <a:pt x="51" y="10"/>
                    <a:pt x="51" y="11"/>
                  </a:cubicBezTo>
                  <a:cubicBezTo>
                    <a:pt x="51" y="11"/>
                    <a:pt x="51" y="11"/>
                    <a:pt x="51" y="11"/>
                  </a:cubicBezTo>
                  <a:cubicBezTo>
                    <a:pt x="51" y="11"/>
                    <a:pt x="51" y="11"/>
                    <a:pt x="51" y="11"/>
                  </a:cubicBezTo>
                  <a:cubicBezTo>
                    <a:pt x="51" y="11"/>
                    <a:pt x="51" y="11"/>
                    <a:pt x="51" y="11"/>
                  </a:cubicBezTo>
                  <a:cubicBezTo>
                    <a:pt x="51" y="12"/>
                    <a:pt x="51" y="12"/>
                    <a:pt x="51" y="12"/>
                  </a:cubicBezTo>
                  <a:cubicBezTo>
                    <a:pt x="51" y="12"/>
                    <a:pt x="51" y="12"/>
                    <a:pt x="51" y="12"/>
                  </a:cubicBezTo>
                  <a:cubicBezTo>
                    <a:pt x="51" y="12"/>
                    <a:pt x="51" y="12"/>
                    <a:pt x="51" y="12"/>
                  </a:cubicBezTo>
                  <a:cubicBezTo>
                    <a:pt x="51" y="13"/>
                    <a:pt x="51" y="13"/>
                    <a:pt x="51" y="13"/>
                  </a:cubicBezTo>
                  <a:cubicBezTo>
                    <a:pt x="51" y="13"/>
                    <a:pt x="51" y="13"/>
                    <a:pt x="51" y="13"/>
                  </a:cubicBezTo>
                  <a:cubicBezTo>
                    <a:pt x="51" y="13"/>
                    <a:pt x="51" y="13"/>
                    <a:pt x="51" y="13"/>
                  </a:cubicBezTo>
                  <a:cubicBezTo>
                    <a:pt x="51" y="13"/>
                    <a:pt x="51" y="14"/>
                    <a:pt x="51" y="14"/>
                  </a:cubicBezTo>
                  <a:cubicBezTo>
                    <a:pt x="51" y="14"/>
                    <a:pt x="51" y="14"/>
                    <a:pt x="50" y="14"/>
                  </a:cubicBezTo>
                  <a:cubicBezTo>
                    <a:pt x="50" y="14"/>
                    <a:pt x="50" y="14"/>
                    <a:pt x="50" y="14"/>
                  </a:cubicBezTo>
                  <a:cubicBezTo>
                    <a:pt x="50" y="14"/>
                    <a:pt x="50" y="14"/>
                    <a:pt x="50" y="14"/>
                  </a:cubicBezTo>
                  <a:cubicBezTo>
                    <a:pt x="50" y="14"/>
                    <a:pt x="50" y="14"/>
                    <a:pt x="50" y="14"/>
                  </a:cubicBezTo>
                  <a:cubicBezTo>
                    <a:pt x="50" y="14"/>
                    <a:pt x="50" y="14"/>
                    <a:pt x="50" y="14"/>
                  </a:cubicBezTo>
                  <a:cubicBezTo>
                    <a:pt x="50" y="14"/>
                    <a:pt x="50" y="14"/>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49" y="13"/>
                    <a:pt x="49" y="13"/>
                  </a:cubicBezTo>
                  <a:cubicBezTo>
                    <a:pt x="49"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3"/>
                  </a:cubicBezTo>
                  <a:cubicBezTo>
                    <a:pt x="50" y="13"/>
                    <a:pt x="50" y="13"/>
                    <a:pt x="50" y="12"/>
                  </a:cubicBezTo>
                  <a:cubicBezTo>
                    <a:pt x="50" y="12"/>
                    <a:pt x="50" y="12"/>
                    <a:pt x="50" y="12"/>
                  </a:cubicBezTo>
                  <a:cubicBezTo>
                    <a:pt x="50" y="12"/>
                    <a:pt x="50" y="12"/>
                    <a:pt x="50" y="12"/>
                  </a:cubicBezTo>
                  <a:cubicBezTo>
                    <a:pt x="50" y="12"/>
                    <a:pt x="50" y="12"/>
                    <a:pt x="50" y="12"/>
                  </a:cubicBezTo>
                  <a:cubicBezTo>
                    <a:pt x="50" y="12"/>
                    <a:pt x="50" y="11"/>
                    <a:pt x="50" y="11"/>
                  </a:cubicBezTo>
                  <a:cubicBezTo>
                    <a:pt x="50" y="11"/>
                    <a:pt x="50" y="11"/>
                    <a:pt x="50" y="11"/>
                  </a:cubicBezTo>
                  <a:cubicBezTo>
                    <a:pt x="50" y="11"/>
                    <a:pt x="50" y="11"/>
                    <a:pt x="50" y="11"/>
                  </a:cubicBezTo>
                  <a:cubicBezTo>
                    <a:pt x="50" y="11"/>
                    <a:pt x="50" y="11"/>
                    <a:pt x="50" y="11"/>
                  </a:cubicBezTo>
                  <a:cubicBezTo>
                    <a:pt x="50" y="11"/>
                    <a:pt x="50" y="11"/>
                    <a:pt x="50" y="11"/>
                  </a:cubicBezTo>
                  <a:cubicBezTo>
                    <a:pt x="50" y="12"/>
                    <a:pt x="49" y="12"/>
                    <a:pt x="49" y="12"/>
                  </a:cubicBezTo>
                  <a:cubicBezTo>
                    <a:pt x="49" y="12"/>
                    <a:pt x="49" y="12"/>
                    <a:pt x="49" y="12"/>
                  </a:cubicBezTo>
                  <a:cubicBezTo>
                    <a:pt x="49" y="12"/>
                    <a:pt x="49" y="12"/>
                    <a:pt x="49" y="12"/>
                  </a:cubicBezTo>
                  <a:cubicBezTo>
                    <a:pt x="49" y="12"/>
                    <a:pt x="49" y="12"/>
                    <a:pt x="48" y="12"/>
                  </a:cubicBezTo>
                  <a:cubicBezTo>
                    <a:pt x="48" y="13"/>
                    <a:pt x="48" y="13"/>
                    <a:pt x="48" y="13"/>
                  </a:cubicBezTo>
                  <a:cubicBezTo>
                    <a:pt x="48" y="13"/>
                    <a:pt x="48" y="13"/>
                    <a:pt x="48" y="13"/>
                  </a:cubicBezTo>
                  <a:cubicBezTo>
                    <a:pt x="48" y="13"/>
                    <a:pt x="48" y="13"/>
                    <a:pt x="48" y="13"/>
                  </a:cubicBezTo>
                  <a:cubicBezTo>
                    <a:pt x="48" y="13"/>
                    <a:pt x="48" y="13"/>
                    <a:pt x="48" y="13"/>
                  </a:cubicBezTo>
                  <a:cubicBezTo>
                    <a:pt x="48" y="13"/>
                    <a:pt x="48" y="13"/>
                    <a:pt x="47" y="13"/>
                  </a:cubicBezTo>
                  <a:cubicBezTo>
                    <a:pt x="47" y="13"/>
                    <a:pt x="47" y="13"/>
                    <a:pt x="47" y="13"/>
                  </a:cubicBezTo>
                  <a:cubicBezTo>
                    <a:pt x="47" y="13"/>
                    <a:pt x="47" y="13"/>
                    <a:pt x="47" y="13"/>
                  </a:cubicBezTo>
                  <a:cubicBezTo>
                    <a:pt x="47" y="13"/>
                    <a:pt x="47" y="13"/>
                    <a:pt x="47" y="13"/>
                  </a:cubicBezTo>
                  <a:cubicBezTo>
                    <a:pt x="47" y="13"/>
                    <a:pt x="47" y="13"/>
                    <a:pt x="47" y="13"/>
                  </a:cubicBezTo>
                  <a:cubicBezTo>
                    <a:pt x="47" y="13"/>
                    <a:pt x="47" y="12"/>
                    <a:pt x="47" y="12"/>
                  </a:cubicBezTo>
                  <a:cubicBezTo>
                    <a:pt x="47" y="12"/>
                    <a:pt x="47" y="12"/>
                    <a:pt x="47" y="12"/>
                  </a:cubicBezTo>
                  <a:cubicBezTo>
                    <a:pt x="48" y="12"/>
                    <a:pt x="48" y="12"/>
                    <a:pt x="48" y="12"/>
                  </a:cubicBezTo>
                  <a:cubicBezTo>
                    <a:pt x="48" y="12"/>
                    <a:pt x="48" y="12"/>
                    <a:pt x="48" y="12"/>
                  </a:cubicBezTo>
                  <a:cubicBezTo>
                    <a:pt x="48" y="12"/>
                    <a:pt x="48" y="12"/>
                    <a:pt x="48" y="12"/>
                  </a:cubicBezTo>
                  <a:cubicBezTo>
                    <a:pt x="48" y="12"/>
                    <a:pt x="48" y="12"/>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50" y="10"/>
                  </a:cubicBezTo>
                  <a:cubicBezTo>
                    <a:pt x="50" y="10"/>
                    <a:pt x="50" y="10"/>
                    <a:pt x="49" y="10"/>
                  </a:cubicBezTo>
                  <a:cubicBezTo>
                    <a:pt x="49" y="10"/>
                    <a:pt x="49" y="10"/>
                    <a:pt x="49" y="10"/>
                  </a:cubicBezTo>
                  <a:cubicBezTo>
                    <a:pt x="49" y="10"/>
                    <a:pt x="49" y="10"/>
                    <a:pt x="49" y="10"/>
                  </a:cubicBezTo>
                  <a:cubicBezTo>
                    <a:pt x="49" y="10"/>
                    <a:pt x="49" y="10"/>
                    <a:pt x="49" y="10"/>
                  </a:cubicBezTo>
                  <a:cubicBezTo>
                    <a:pt x="49" y="10"/>
                    <a:pt x="49" y="10"/>
                    <a:pt x="49" y="11"/>
                  </a:cubicBezTo>
                  <a:cubicBezTo>
                    <a:pt x="48" y="11"/>
                    <a:pt x="48" y="11"/>
                    <a:pt x="48" y="11"/>
                  </a:cubicBezTo>
                  <a:cubicBezTo>
                    <a:pt x="48" y="11"/>
                    <a:pt x="48" y="11"/>
                    <a:pt x="48" y="11"/>
                  </a:cubicBezTo>
                  <a:cubicBezTo>
                    <a:pt x="48" y="11"/>
                    <a:pt x="48" y="11"/>
                    <a:pt x="48" y="11"/>
                  </a:cubicBezTo>
                  <a:cubicBezTo>
                    <a:pt x="48" y="11"/>
                    <a:pt x="48" y="11"/>
                    <a:pt x="48" y="11"/>
                  </a:cubicBezTo>
                  <a:cubicBezTo>
                    <a:pt x="48" y="11"/>
                    <a:pt x="48" y="10"/>
                    <a:pt x="48" y="10"/>
                  </a:cubicBezTo>
                  <a:cubicBezTo>
                    <a:pt x="48" y="10"/>
                    <a:pt x="48" y="10"/>
                    <a:pt x="48" y="10"/>
                  </a:cubicBezTo>
                  <a:cubicBezTo>
                    <a:pt x="48" y="10"/>
                    <a:pt x="48" y="10"/>
                    <a:pt x="48" y="10"/>
                  </a:cubicBezTo>
                  <a:cubicBezTo>
                    <a:pt x="48" y="10"/>
                    <a:pt x="48" y="10"/>
                    <a:pt x="48" y="9"/>
                  </a:cubicBezTo>
                  <a:cubicBezTo>
                    <a:pt x="48" y="9"/>
                    <a:pt x="48" y="9"/>
                    <a:pt x="48" y="9"/>
                  </a:cubicBezTo>
                  <a:cubicBezTo>
                    <a:pt x="48" y="9"/>
                    <a:pt x="48" y="9"/>
                    <a:pt x="48" y="9"/>
                  </a:cubicBezTo>
                  <a:cubicBezTo>
                    <a:pt x="48" y="9"/>
                    <a:pt x="48" y="9"/>
                    <a:pt x="48" y="9"/>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8"/>
                  </a:cubicBezTo>
                  <a:cubicBezTo>
                    <a:pt x="48" y="8"/>
                    <a:pt x="48" y="8"/>
                    <a:pt x="48" y="7"/>
                  </a:cubicBezTo>
                  <a:cubicBezTo>
                    <a:pt x="48" y="7"/>
                    <a:pt x="48" y="7"/>
                    <a:pt x="48" y="7"/>
                  </a:cubicBezTo>
                  <a:cubicBezTo>
                    <a:pt x="48" y="7"/>
                    <a:pt x="48" y="7"/>
                    <a:pt x="48" y="7"/>
                  </a:cubicBezTo>
                  <a:cubicBezTo>
                    <a:pt x="48" y="7"/>
                    <a:pt x="48"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7"/>
                    <a:pt x="50" y="7"/>
                  </a:cubicBezTo>
                  <a:cubicBezTo>
                    <a:pt x="50" y="7"/>
                    <a:pt x="50" y="7"/>
                    <a:pt x="50" y="7"/>
                  </a:cubicBezTo>
                  <a:cubicBezTo>
                    <a:pt x="50" y="7"/>
                    <a:pt x="50" y="7"/>
                    <a:pt x="50" y="7"/>
                  </a:cubicBezTo>
                  <a:cubicBezTo>
                    <a:pt x="51" y="7"/>
                    <a:pt x="51" y="7"/>
                    <a:pt x="51" y="7"/>
                  </a:cubicBezTo>
                  <a:cubicBezTo>
                    <a:pt x="51" y="7"/>
                    <a:pt x="51" y="7"/>
                    <a:pt x="51" y="7"/>
                  </a:cubicBezTo>
                  <a:cubicBezTo>
                    <a:pt x="51" y="7"/>
                    <a:pt x="51" y="7"/>
                    <a:pt x="51" y="7"/>
                  </a:cubicBezTo>
                  <a:cubicBezTo>
                    <a:pt x="51" y="7"/>
                    <a:pt x="51" y="7"/>
                    <a:pt x="51" y="8"/>
                  </a:cubicBezTo>
                  <a:cubicBezTo>
                    <a:pt x="51" y="8"/>
                    <a:pt x="51" y="8"/>
                    <a:pt x="51" y="8"/>
                  </a:cubicBezTo>
                  <a:cubicBezTo>
                    <a:pt x="51" y="8"/>
                    <a:pt x="51" y="8"/>
                    <a:pt x="51" y="8"/>
                  </a:cubicBezTo>
                  <a:cubicBezTo>
                    <a:pt x="51" y="8"/>
                    <a:pt x="51" y="9"/>
                    <a:pt x="51" y="9"/>
                  </a:cubicBezTo>
                  <a:cubicBezTo>
                    <a:pt x="51" y="9"/>
                    <a:pt x="51" y="9"/>
                    <a:pt x="51" y="9"/>
                  </a:cubicBezTo>
                  <a:cubicBezTo>
                    <a:pt x="51" y="9"/>
                    <a:pt x="51" y="9"/>
                    <a:pt x="51" y="9"/>
                  </a:cubicBezTo>
                  <a:cubicBezTo>
                    <a:pt x="51" y="9"/>
                    <a:pt x="51" y="9"/>
                    <a:pt x="51" y="9"/>
                  </a:cubicBezTo>
                  <a:cubicBezTo>
                    <a:pt x="51" y="9"/>
                    <a:pt x="51" y="9"/>
                    <a:pt x="52" y="9"/>
                  </a:cubicBezTo>
                  <a:cubicBezTo>
                    <a:pt x="52" y="9"/>
                    <a:pt x="52" y="8"/>
                    <a:pt x="52" y="8"/>
                  </a:cubicBezTo>
                  <a:cubicBezTo>
                    <a:pt x="52" y="8"/>
                    <a:pt x="52" y="8"/>
                    <a:pt x="52" y="8"/>
                  </a:cubicBezTo>
                  <a:cubicBezTo>
                    <a:pt x="52" y="8"/>
                    <a:pt x="52" y="8"/>
                    <a:pt x="52" y="8"/>
                  </a:cubicBezTo>
                  <a:cubicBezTo>
                    <a:pt x="52" y="8"/>
                    <a:pt x="52" y="8"/>
                    <a:pt x="52" y="8"/>
                  </a:cubicBezTo>
                  <a:cubicBezTo>
                    <a:pt x="52" y="8"/>
                    <a:pt x="53" y="8"/>
                    <a:pt x="53" y="8"/>
                  </a:cubicBezTo>
                  <a:cubicBezTo>
                    <a:pt x="53" y="8"/>
                    <a:pt x="53" y="8"/>
                    <a:pt x="53" y="8"/>
                  </a:cubicBezTo>
                  <a:close/>
                  <a:moveTo>
                    <a:pt x="65" y="12"/>
                  </a:moveTo>
                  <a:cubicBezTo>
                    <a:pt x="65" y="12"/>
                    <a:pt x="65" y="12"/>
                    <a:pt x="65" y="12"/>
                  </a:cubicBezTo>
                  <a:cubicBezTo>
                    <a:pt x="65" y="12"/>
                    <a:pt x="65" y="12"/>
                    <a:pt x="65" y="12"/>
                  </a:cubicBezTo>
                  <a:cubicBezTo>
                    <a:pt x="65" y="12"/>
                    <a:pt x="65" y="12"/>
                    <a:pt x="65" y="12"/>
                  </a:cubicBezTo>
                  <a:cubicBezTo>
                    <a:pt x="65" y="12"/>
                    <a:pt x="65" y="12"/>
                    <a:pt x="65" y="12"/>
                  </a:cubicBezTo>
                  <a:cubicBezTo>
                    <a:pt x="64" y="12"/>
                    <a:pt x="64" y="12"/>
                    <a:pt x="64" y="12"/>
                  </a:cubicBezTo>
                  <a:cubicBezTo>
                    <a:pt x="64" y="12"/>
                    <a:pt x="64" y="12"/>
                    <a:pt x="64" y="12"/>
                  </a:cubicBezTo>
                  <a:cubicBezTo>
                    <a:pt x="64" y="12"/>
                    <a:pt x="64" y="12"/>
                    <a:pt x="64" y="12"/>
                  </a:cubicBezTo>
                  <a:cubicBezTo>
                    <a:pt x="63" y="12"/>
                    <a:pt x="63" y="12"/>
                    <a:pt x="63" y="11"/>
                  </a:cubicBezTo>
                  <a:cubicBezTo>
                    <a:pt x="63" y="11"/>
                    <a:pt x="63" y="11"/>
                    <a:pt x="63" y="11"/>
                  </a:cubicBezTo>
                  <a:cubicBezTo>
                    <a:pt x="63" y="11"/>
                    <a:pt x="63" y="11"/>
                    <a:pt x="63" y="11"/>
                  </a:cubicBezTo>
                  <a:cubicBezTo>
                    <a:pt x="63" y="12"/>
                    <a:pt x="63" y="12"/>
                    <a:pt x="63" y="12"/>
                  </a:cubicBezTo>
                  <a:cubicBezTo>
                    <a:pt x="63" y="12"/>
                    <a:pt x="63" y="12"/>
                    <a:pt x="63" y="12"/>
                  </a:cubicBezTo>
                  <a:cubicBezTo>
                    <a:pt x="63" y="12"/>
                    <a:pt x="63" y="12"/>
                    <a:pt x="63" y="12"/>
                  </a:cubicBezTo>
                  <a:cubicBezTo>
                    <a:pt x="63" y="12"/>
                    <a:pt x="63" y="12"/>
                    <a:pt x="63" y="12"/>
                  </a:cubicBezTo>
                  <a:cubicBezTo>
                    <a:pt x="63" y="13"/>
                    <a:pt x="63" y="13"/>
                    <a:pt x="63" y="13"/>
                  </a:cubicBezTo>
                  <a:cubicBezTo>
                    <a:pt x="63" y="13"/>
                    <a:pt x="63" y="13"/>
                    <a:pt x="63" y="13"/>
                  </a:cubicBezTo>
                  <a:cubicBezTo>
                    <a:pt x="63"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3"/>
                    <a:pt x="62" y="13"/>
                    <a:pt x="62" y="13"/>
                  </a:cubicBezTo>
                  <a:cubicBezTo>
                    <a:pt x="62" y="12"/>
                    <a:pt x="62" y="12"/>
                    <a:pt x="62" y="12"/>
                  </a:cubicBezTo>
                  <a:cubicBezTo>
                    <a:pt x="62" y="12"/>
                    <a:pt x="62" y="12"/>
                    <a:pt x="62" y="12"/>
                  </a:cubicBezTo>
                  <a:cubicBezTo>
                    <a:pt x="62" y="12"/>
                    <a:pt x="62" y="12"/>
                    <a:pt x="62" y="12"/>
                  </a:cubicBezTo>
                  <a:cubicBezTo>
                    <a:pt x="62" y="12"/>
                    <a:pt x="62" y="11"/>
                    <a:pt x="62" y="11"/>
                  </a:cubicBezTo>
                  <a:cubicBezTo>
                    <a:pt x="62" y="11"/>
                    <a:pt x="62" y="11"/>
                    <a:pt x="62" y="11"/>
                  </a:cubicBezTo>
                  <a:cubicBezTo>
                    <a:pt x="62" y="11"/>
                    <a:pt x="62" y="11"/>
                    <a:pt x="62" y="11"/>
                  </a:cubicBezTo>
                  <a:cubicBezTo>
                    <a:pt x="62" y="11"/>
                    <a:pt x="61" y="11"/>
                    <a:pt x="61" y="11"/>
                  </a:cubicBezTo>
                  <a:cubicBezTo>
                    <a:pt x="61" y="11"/>
                    <a:pt x="61" y="12"/>
                    <a:pt x="61" y="12"/>
                  </a:cubicBezTo>
                  <a:cubicBezTo>
                    <a:pt x="61" y="12"/>
                    <a:pt x="61" y="12"/>
                    <a:pt x="61" y="12"/>
                  </a:cubicBezTo>
                  <a:cubicBezTo>
                    <a:pt x="61"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0" y="11"/>
                    <a:pt x="60" y="11"/>
                    <a:pt x="60" y="11"/>
                  </a:cubicBezTo>
                  <a:cubicBezTo>
                    <a:pt x="60" y="11"/>
                    <a:pt x="60" y="11"/>
                    <a:pt x="60" y="11"/>
                  </a:cubicBezTo>
                  <a:cubicBezTo>
                    <a:pt x="60" y="11"/>
                    <a:pt x="60" y="11"/>
                    <a:pt x="60" y="11"/>
                  </a:cubicBezTo>
                  <a:cubicBezTo>
                    <a:pt x="60" y="11"/>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10"/>
                    <a:pt x="60" y="10"/>
                  </a:cubicBezTo>
                  <a:cubicBezTo>
                    <a:pt x="60" y="10"/>
                    <a:pt x="60" y="9"/>
                    <a:pt x="60" y="9"/>
                  </a:cubicBezTo>
                  <a:cubicBezTo>
                    <a:pt x="60" y="9"/>
                    <a:pt x="59" y="9"/>
                    <a:pt x="59" y="9"/>
                  </a:cubicBezTo>
                  <a:cubicBezTo>
                    <a:pt x="59" y="9"/>
                    <a:pt x="59"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1" y="9"/>
                    <a:pt x="61" y="9"/>
                  </a:cubicBezTo>
                  <a:cubicBezTo>
                    <a:pt x="61" y="9"/>
                    <a:pt x="61" y="9"/>
                    <a:pt x="61" y="9"/>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1"/>
                    <a:pt x="60" y="11"/>
                    <a:pt x="60" y="11"/>
                  </a:cubicBezTo>
                  <a:cubicBezTo>
                    <a:pt x="60" y="11"/>
                    <a:pt x="60" y="11"/>
                    <a:pt x="60" y="11"/>
                  </a:cubicBezTo>
                  <a:cubicBezTo>
                    <a:pt x="60" y="11"/>
                    <a:pt x="60" y="11"/>
                    <a:pt x="60" y="11"/>
                  </a:cubicBezTo>
                  <a:cubicBezTo>
                    <a:pt x="60" y="11"/>
                    <a:pt x="61" y="11"/>
                    <a:pt x="61" y="11"/>
                  </a:cubicBezTo>
                  <a:cubicBezTo>
                    <a:pt x="61" y="11"/>
                    <a:pt x="61" y="11"/>
                    <a:pt x="61" y="11"/>
                  </a:cubicBezTo>
                  <a:cubicBezTo>
                    <a:pt x="61" y="11"/>
                    <a:pt x="61" y="11"/>
                    <a:pt x="61" y="11"/>
                  </a:cubicBezTo>
                  <a:cubicBezTo>
                    <a:pt x="61" y="11"/>
                    <a:pt x="61" y="10"/>
                    <a:pt x="61" y="10"/>
                  </a:cubicBezTo>
                  <a:cubicBezTo>
                    <a:pt x="61" y="10"/>
                    <a:pt x="61" y="10"/>
                    <a:pt x="61" y="10"/>
                  </a:cubicBezTo>
                  <a:cubicBezTo>
                    <a:pt x="61" y="10"/>
                    <a:pt x="62" y="10"/>
                    <a:pt x="62" y="10"/>
                  </a:cubicBezTo>
                  <a:cubicBezTo>
                    <a:pt x="62" y="10"/>
                    <a:pt x="62" y="10"/>
                    <a:pt x="62" y="10"/>
                  </a:cubicBezTo>
                  <a:cubicBezTo>
                    <a:pt x="62" y="10"/>
                    <a:pt x="62" y="10"/>
                    <a:pt x="62" y="10"/>
                  </a:cubicBezTo>
                  <a:cubicBezTo>
                    <a:pt x="62" y="10"/>
                    <a:pt x="62" y="9"/>
                    <a:pt x="62" y="9"/>
                  </a:cubicBezTo>
                  <a:cubicBezTo>
                    <a:pt x="62" y="9"/>
                    <a:pt x="62" y="9"/>
                    <a:pt x="62" y="9"/>
                  </a:cubicBezTo>
                  <a:cubicBezTo>
                    <a:pt x="62" y="9"/>
                    <a:pt x="62" y="9"/>
                    <a:pt x="62" y="9"/>
                  </a:cubicBezTo>
                  <a:cubicBezTo>
                    <a:pt x="62" y="9"/>
                    <a:pt x="62" y="9"/>
                    <a:pt x="62" y="9"/>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59" y="8"/>
                    <a:pt x="59" y="8"/>
                    <a:pt x="60" y="8"/>
                  </a:cubicBezTo>
                  <a:cubicBezTo>
                    <a:pt x="60" y="8"/>
                    <a:pt x="60" y="8"/>
                    <a:pt x="60" y="8"/>
                  </a:cubicBezTo>
                  <a:cubicBezTo>
                    <a:pt x="60" y="7"/>
                    <a:pt x="60" y="7"/>
                    <a:pt x="60" y="7"/>
                  </a:cubicBezTo>
                  <a:cubicBezTo>
                    <a:pt x="60" y="7"/>
                    <a:pt x="60" y="7"/>
                    <a:pt x="60" y="7"/>
                  </a:cubicBezTo>
                  <a:cubicBezTo>
                    <a:pt x="60" y="7"/>
                    <a:pt x="60" y="7"/>
                    <a:pt x="60" y="7"/>
                  </a:cubicBezTo>
                  <a:cubicBezTo>
                    <a:pt x="60" y="7"/>
                    <a:pt x="61" y="7"/>
                    <a:pt x="61" y="7"/>
                  </a:cubicBezTo>
                  <a:cubicBezTo>
                    <a:pt x="61" y="7"/>
                    <a:pt x="61" y="7"/>
                    <a:pt x="61" y="7"/>
                  </a:cubicBezTo>
                  <a:cubicBezTo>
                    <a:pt x="61" y="7"/>
                    <a:pt x="61" y="7"/>
                    <a:pt x="61" y="7"/>
                  </a:cubicBezTo>
                  <a:cubicBezTo>
                    <a:pt x="61" y="7"/>
                    <a:pt x="61" y="7"/>
                    <a:pt x="61" y="7"/>
                  </a:cubicBezTo>
                  <a:cubicBezTo>
                    <a:pt x="61" y="7"/>
                    <a:pt x="62" y="7"/>
                    <a:pt x="62" y="7"/>
                  </a:cubicBezTo>
                  <a:cubicBezTo>
                    <a:pt x="62" y="7"/>
                    <a:pt x="62" y="7"/>
                    <a:pt x="62" y="7"/>
                  </a:cubicBezTo>
                  <a:cubicBezTo>
                    <a:pt x="62" y="7"/>
                    <a:pt x="62" y="7"/>
                    <a:pt x="62" y="7"/>
                  </a:cubicBezTo>
                  <a:cubicBezTo>
                    <a:pt x="62" y="7"/>
                    <a:pt x="62" y="7"/>
                    <a:pt x="62" y="6"/>
                  </a:cubicBezTo>
                  <a:cubicBezTo>
                    <a:pt x="62" y="6"/>
                    <a:pt x="62" y="6"/>
                    <a:pt x="62" y="6"/>
                  </a:cubicBezTo>
                  <a:cubicBezTo>
                    <a:pt x="62" y="6"/>
                    <a:pt x="61" y="6"/>
                    <a:pt x="61" y="6"/>
                  </a:cubicBezTo>
                  <a:cubicBezTo>
                    <a:pt x="61" y="6"/>
                    <a:pt x="61" y="6"/>
                    <a:pt x="61" y="6"/>
                  </a:cubicBezTo>
                  <a:cubicBezTo>
                    <a:pt x="61" y="6"/>
                    <a:pt x="61" y="6"/>
                    <a:pt x="61" y="6"/>
                  </a:cubicBezTo>
                  <a:cubicBezTo>
                    <a:pt x="61" y="6"/>
                    <a:pt x="61" y="5"/>
                    <a:pt x="61" y="5"/>
                  </a:cubicBezTo>
                  <a:cubicBezTo>
                    <a:pt x="62" y="5"/>
                    <a:pt x="62" y="5"/>
                    <a:pt x="62" y="5"/>
                  </a:cubicBezTo>
                  <a:cubicBezTo>
                    <a:pt x="62" y="5"/>
                    <a:pt x="62" y="6"/>
                    <a:pt x="62" y="6"/>
                  </a:cubicBezTo>
                  <a:cubicBezTo>
                    <a:pt x="62" y="6"/>
                    <a:pt x="62" y="6"/>
                    <a:pt x="62" y="6"/>
                  </a:cubicBezTo>
                  <a:cubicBezTo>
                    <a:pt x="62" y="6"/>
                    <a:pt x="62" y="6"/>
                    <a:pt x="62" y="6"/>
                  </a:cubicBezTo>
                  <a:cubicBezTo>
                    <a:pt x="62" y="6"/>
                    <a:pt x="62" y="6"/>
                    <a:pt x="62" y="6"/>
                  </a:cubicBezTo>
                  <a:cubicBezTo>
                    <a:pt x="62" y="6"/>
                    <a:pt x="62" y="6"/>
                    <a:pt x="62"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4" y="7"/>
                    <a:pt x="64" y="7"/>
                    <a:pt x="64" y="7"/>
                  </a:cubicBezTo>
                  <a:cubicBezTo>
                    <a:pt x="64" y="7"/>
                    <a:pt x="64" y="7"/>
                    <a:pt x="64" y="7"/>
                  </a:cubicBezTo>
                  <a:cubicBezTo>
                    <a:pt x="64" y="7"/>
                    <a:pt x="64" y="7"/>
                    <a:pt x="64" y="7"/>
                  </a:cubicBezTo>
                  <a:cubicBezTo>
                    <a:pt x="64" y="7"/>
                    <a:pt x="64" y="7"/>
                    <a:pt x="64" y="7"/>
                  </a:cubicBezTo>
                  <a:cubicBezTo>
                    <a:pt x="64" y="8"/>
                    <a:pt x="64" y="8"/>
                    <a:pt x="64" y="8"/>
                  </a:cubicBezTo>
                  <a:cubicBezTo>
                    <a:pt x="64" y="8"/>
                    <a:pt x="64" y="8"/>
                    <a:pt x="64" y="8"/>
                  </a:cubicBezTo>
                  <a:cubicBezTo>
                    <a:pt x="63" y="8"/>
                    <a:pt x="63" y="8"/>
                    <a:pt x="63" y="8"/>
                  </a:cubicBezTo>
                  <a:cubicBezTo>
                    <a:pt x="63" y="8"/>
                    <a:pt x="63" y="8"/>
                    <a:pt x="63" y="8"/>
                  </a:cubicBezTo>
                  <a:cubicBezTo>
                    <a:pt x="63" y="8"/>
                    <a:pt x="63" y="8"/>
                    <a:pt x="63" y="9"/>
                  </a:cubicBezTo>
                  <a:cubicBezTo>
                    <a:pt x="63" y="9"/>
                    <a:pt x="63" y="9"/>
                    <a:pt x="63" y="9"/>
                  </a:cubicBezTo>
                  <a:cubicBezTo>
                    <a:pt x="63" y="9"/>
                    <a:pt x="63" y="9"/>
                    <a:pt x="63" y="9"/>
                  </a:cubicBezTo>
                  <a:cubicBezTo>
                    <a:pt x="63" y="9"/>
                    <a:pt x="63" y="9"/>
                    <a:pt x="63" y="9"/>
                  </a:cubicBezTo>
                  <a:cubicBezTo>
                    <a:pt x="63" y="9"/>
                    <a:pt x="63" y="9"/>
                    <a:pt x="63" y="9"/>
                  </a:cubicBezTo>
                  <a:cubicBezTo>
                    <a:pt x="63" y="10"/>
                    <a:pt x="63" y="10"/>
                    <a:pt x="63" y="10"/>
                  </a:cubicBezTo>
                  <a:cubicBezTo>
                    <a:pt x="63" y="10"/>
                    <a:pt x="63" y="10"/>
                    <a:pt x="63" y="10"/>
                  </a:cubicBezTo>
                  <a:cubicBezTo>
                    <a:pt x="63" y="10"/>
                    <a:pt x="63" y="10"/>
                    <a:pt x="63" y="10"/>
                  </a:cubicBezTo>
                  <a:cubicBezTo>
                    <a:pt x="63" y="10"/>
                    <a:pt x="63" y="10"/>
                    <a:pt x="63" y="11"/>
                  </a:cubicBezTo>
                  <a:cubicBezTo>
                    <a:pt x="63" y="11"/>
                    <a:pt x="63" y="11"/>
                    <a:pt x="64" y="11"/>
                  </a:cubicBezTo>
                  <a:cubicBezTo>
                    <a:pt x="64" y="11"/>
                    <a:pt x="64" y="11"/>
                    <a:pt x="64" y="11"/>
                  </a:cubicBezTo>
                  <a:cubicBezTo>
                    <a:pt x="64" y="11"/>
                    <a:pt x="64" y="11"/>
                    <a:pt x="65" y="11"/>
                  </a:cubicBezTo>
                  <a:cubicBezTo>
                    <a:pt x="65" y="11"/>
                    <a:pt x="65" y="11"/>
                    <a:pt x="65" y="11"/>
                  </a:cubicBezTo>
                  <a:cubicBezTo>
                    <a:pt x="65" y="11"/>
                    <a:pt x="65" y="11"/>
                    <a:pt x="65" y="11"/>
                  </a:cubicBezTo>
                  <a:cubicBezTo>
                    <a:pt x="65" y="11"/>
                    <a:pt x="65" y="11"/>
                    <a:pt x="65" y="11"/>
                  </a:cubicBezTo>
                  <a:cubicBezTo>
                    <a:pt x="65" y="11"/>
                    <a:pt x="65" y="11"/>
                    <a:pt x="65" y="12"/>
                  </a:cubicBezTo>
                  <a:cubicBezTo>
                    <a:pt x="65" y="12"/>
                    <a:pt x="65" y="12"/>
                    <a:pt x="65" y="12"/>
                  </a:cubicBezTo>
                  <a:close/>
                  <a:moveTo>
                    <a:pt x="75" y="12"/>
                  </a:moveTo>
                  <a:cubicBezTo>
                    <a:pt x="75" y="12"/>
                    <a:pt x="75" y="12"/>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3" y="13"/>
                    <a:pt x="73" y="13"/>
                  </a:cubicBezTo>
                  <a:cubicBezTo>
                    <a:pt x="73" y="13"/>
                    <a:pt x="73" y="13"/>
                    <a:pt x="73" y="13"/>
                  </a:cubicBezTo>
                  <a:cubicBezTo>
                    <a:pt x="73" y="12"/>
                    <a:pt x="73" y="12"/>
                    <a:pt x="73" y="12"/>
                  </a:cubicBezTo>
                  <a:cubicBezTo>
                    <a:pt x="73" y="12"/>
                    <a:pt x="73"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1" y="12"/>
                    <a:pt x="71" y="12"/>
                    <a:pt x="71" y="12"/>
                  </a:cubicBezTo>
                  <a:cubicBezTo>
                    <a:pt x="71" y="12"/>
                    <a:pt x="71" y="12"/>
                    <a:pt x="71" y="12"/>
                  </a:cubicBezTo>
                  <a:cubicBezTo>
                    <a:pt x="71" y="12"/>
                    <a:pt x="71" y="12"/>
                    <a:pt x="71" y="12"/>
                  </a:cubicBezTo>
                  <a:cubicBezTo>
                    <a:pt x="71" y="12"/>
                    <a:pt x="71" y="12"/>
                    <a:pt x="71" y="12"/>
                  </a:cubicBezTo>
                  <a:cubicBezTo>
                    <a:pt x="70" y="12"/>
                    <a:pt x="70" y="12"/>
                    <a:pt x="70" y="12"/>
                  </a:cubicBezTo>
                  <a:cubicBezTo>
                    <a:pt x="70" y="12"/>
                    <a:pt x="70" y="12"/>
                    <a:pt x="70" y="12"/>
                  </a:cubicBezTo>
                  <a:cubicBezTo>
                    <a:pt x="70" y="12"/>
                    <a:pt x="70" y="12"/>
                    <a:pt x="70" y="13"/>
                  </a:cubicBezTo>
                  <a:cubicBezTo>
                    <a:pt x="70" y="13"/>
                    <a:pt x="69" y="13"/>
                    <a:pt x="69" y="13"/>
                  </a:cubicBezTo>
                  <a:cubicBezTo>
                    <a:pt x="69" y="13"/>
                    <a:pt x="69" y="13"/>
                    <a:pt x="69" y="13"/>
                  </a:cubicBezTo>
                  <a:cubicBezTo>
                    <a:pt x="69" y="13"/>
                    <a:pt x="69" y="13"/>
                    <a:pt x="69" y="13"/>
                  </a:cubicBezTo>
                  <a:cubicBezTo>
                    <a:pt x="69" y="13"/>
                    <a:pt x="69" y="13"/>
                    <a:pt x="69" y="13"/>
                  </a:cubicBezTo>
                  <a:cubicBezTo>
                    <a:pt x="69" y="13"/>
                    <a:pt x="68" y="13"/>
                    <a:pt x="68" y="13"/>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2"/>
                    <a:pt x="69" y="12"/>
                    <a:pt x="69" y="12"/>
                  </a:cubicBezTo>
                  <a:cubicBezTo>
                    <a:pt x="69" y="11"/>
                    <a:pt x="69" y="11"/>
                    <a:pt x="69" y="11"/>
                  </a:cubicBezTo>
                  <a:cubicBezTo>
                    <a:pt x="70" y="11"/>
                    <a:pt x="70"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69" y="11"/>
                    <a:pt x="69" y="11"/>
                  </a:cubicBezTo>
                  <a:cubicBezTo>
                    <a:pt x="69"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1"/>
                  </a:cubicBezTo>
                  <a:cubicBezTo>
                    <a:pt x="69" y="11"/>
                    <a:pt x="69" y="11"/>
                    <a:pt x="69" y="11"/>
                  </a:cubicBezTo>
                  <a:cubicBezTo>
                    <a:pt x="69" y="11"/>
                    <a:pt x="69" y="11"/>
                    <a:pt x="69" y="11"/>
                  </a:cubicBezTo>
                  <a:cubicBezTo>
                    <a:pt x="69" y="11"/>
                    <a:pt x="69" y="11"/>
                    <a:pt x="69" y="11"/>
                  </a:cubicBezTo>
                  <a:cubicBezTo>
                    <a:pt x="69" y="10"/>
                    <a:pt x="68" y="10"/>
                    <a:pt x="68" y="10"/>
                  </a:cubicBezTo>
                  <a:cubicBezTo>
                    <a:pt x="68" y="10"/>
                    <a:pt x="68" y="10"/>
                    <a:pt x="68" y="10"/>
                  </a:cubicBezTo>
                  <a:cubicBezTo>
                    <a:pt x="68" y="10"/>
                    <a:pt x="68" y="10"/>
                    <a:pt x="68" y="10"/>
                  </a:cubicBezTo>
                  <a:cubicBezTo>
                    <a:pt x="68" y="10"/>
                    <a:pt x="68" y="10"/>
                    <a:pt x="68" y="10"/>
                  </a:cubicBezTo>
                  <a:cubicBezTo>
                    <a:pt x="68" y="10"/>
                    <a:pt x="68" y="10"/>
                    <a:pt x="69" y="10"/>
                  </a:cubicBezTo>
                  <a:cubicBezTo>
                    <a:pt x="69" y="10"/>
                    <a:pt x="69" y="10"/>
                    <a:pt x="69" y="10"/>
                  </a:cubicBezTo>
                  <a:cubicBezTo>
                    <a:pt x="69" y="10"/>
                    <a:pt x="69" y="9"/>
                    <a:pt x="69" y="9"/>
                  </a:cubicBezTo>
                  <a:cubicBezTo>
                    <a:pt x="69" y="9"/>
                    <a:pt x="69" y="9"/>
                    <a:pt x="70" y="9"/>
                  </a:cubicBezTo>
                  <a:cubicBezTo>
                    <a:pt x="70" y="9"/>
                    <a:pt x="70" y="9"/>
                    <a:pt x="70" y="9"/>
                  </a:cubicBezTo>
                  <a:cubicBezTo>
                    <a:pt x="70" y="9"/>
                    <a:pt x="70" y="9"/>
                    <a:pt x="70" y="9"/>
                  </a:cubicBezTo>
                  <a:cubicBezTo>
                    <a:pt x="70" y="9"/>
                    <a:pt x="70" y="9"/>
                    <a:pt x="70" y="9"/>
                  </a:cubicBezTo>
                  <a:cubicBezTo>
                    <a:pt x="70" y="9"/>
                    <a:pt x="70" y="9"/>
                    <a:pt x="70" y="9"/>
                  </a:cubicBezTo>
                  <a:cubicBezTo>
                    <a:pt x="70" y="9"/>
                    <a:pt x="71" y="9"/>
                    <a:pt x="71" y="9"/>
                  </a:cubicBezTo>
                  <a:cubicBezTo>
                    <a:pt x="71" y="9"/>
                    <a:pt x="71" y="9"/>
                    <a:pt x="71" y="9"/>
                  </a:cubicBezTo>
                  <a:cubicBezTo>
                    <a:pt x="71" y="9"/>
                    <a:pt x="71" y="9"/>
                    <a:pt x="71" y="9"/>
                  </a:cubicBezTo>
                  <a:cubicBezTo>
                    <a:pt x="71" y="9"/>
                    <a:pt x="71" y="9"/>
                    <a:pt x="71" y="9"/>
                  </a:cubicBezTo>
                  <a:cubicBezTo>
                    <a:pt x="71" y="9"/>
                    <a:pt x="72" y="9"/>
                    <a:pt x="72" y="9"/>
                  </a:cubicBezTo>
                  <a:cubicBezTo>
                    <a:pt x="72" y="9"/>
                    <a:pt x="72" y="9"/>
                    <a:pt x="72" y="9"/>
                  </a:cubicBezTo>
                  <a:cubicBezTo>
                    <a:pt x="72" y="9"/>
                    <a:pt x="72" y="9"/>
                    <a:pt x="72" y="9"/>
                  </a:cubicBezTo>
                  <a:cubicBezTo>
                    <a:pt x="72" y="9"/>
                    <a:pt x="72" y="9"/>
                    <a:pt x="73" y="9"/>
                  </a:cubicBezTo>
                  <a:cubicBezTo>
                    <a:pt x="73" y="9"/>
                    <a:pt x="73" y="9"/>
                    <a:pt x="73" y="9"/>
                  </a:cubicBezTo>
                  <a:cubicBezTo>
                    <a:pt x="73" y="9"/>
                    <a:pt x="73" y="9"/>
                    <a:pt x="73" y="9"/>
                  </a:cubicBezTo>
                  <a:cubicBezTo>
                    <a:pt x="73" y="9"/>
                    <a:pt x="73" y="9"/>
                    <a:pt x="73" y="9"/>
                  </a:cubicBezTo>
                  <a:cubicBezTo>
                    <a:pt x="73" y="9"/>
                    <a:pt x="73" y="9"/>
                    <a:pt x="73" y="9"/>
                  </a:cubicBezTo>
                  <a:cubicBezTo>
                    <a:pt x="73" y="9"/>
                    <a:pt x="73" y="9"/>
                    <a:pt x="73" y="9"/>
                  </a:cubicBezTo>
                  <a:cubicBezTo>
                    <a:pt x="73" y="10"/>
                    <a:pt x="73" y="10"/>
                    <a:pt x="73" y="10"/>
                  </a:cubicBezTo>
                  <a:cubicBezTo>
                    <a:pt x="73" y="10"/>
                    <a:pt x="73" y="10"/>
                    <a:pt x="73" y="10"/>
                  </a:cubicBezTo>
                  <a:cubicBezTo>
                    <a:pt x="73" y="10"/>
                    <a:pt x="73" y="10"/>
                    <a:pt x="73" y="10"/>
                  </a:cubicBezTo>
                  <a:cubicBezTo>
                    <a:pt x="72" y="10"/>
                    <a:pt x="72" y="10"/>
                    <a:pt x="72" y="10"/>
                  </a:cubicBezTo>
                  <a:cubicBezTo>
                    <a:pt x="72" y="10"/>
                    <a:pt x="72" y="10"/>
                    <a:pt x="72" y="11"/>
                  </a:cubicBezTo>
                  <a:cubicBezTo>
                    <a:pt x="72" y="11"/>
                    <a:pt x="72" y="11"/>
                    <a:pt x="72" y="11"/>
                  </a:cubicBezTo>
                  <a:cubicBezTo>
                    <a:pt x="72" y="11"/>
                    <a:pt x="72" y="11"/>
                    <a:pt x="72" y="11"/>
                  </a:cubicBezTo>
                  <a:cubicBezTo>
                    <a:pt x="73" y="11"/>
                    <a:pt x="73" y="11"/>
                    <a:pt x="73" y="11"/>
                  </a:cubicBezTo>
                  <a:cubicBezTo>
                    <a:pt x="73" y="12"/>
                    <a:pt x="73" y="12"/>
                    <a:pt x="73" y="12"/>
                  </a:cubicBezTo>
                  <a:cubicBezTo>
                    <a:pt x="73" y="12"/>
                    <a:pt x="73" y="12"/>
                    <a:pt x="74" y="12"/>
                  </a:cubicBezTo>
                  <a:cubicBezTo>
                    <a:pt x="74" y="12"/>
                    <a:pt x="74" y="12"/>
                    <a:pt x="74" y="12"/>
                  </a:cubicBezTo>
                  <a:cubicBezTo>
                    <a:pt x="74" y="12"/>
                    <a:pt x="74" y="12"/>
                    <a:pt x="74" y="12"/>
                  </a:cubicBezTo>
                  <a:cubicBezTo>
                    <a:pt x="74" y="12"/>
                    <a:pt x="74" y="12"/>
                    <a:pt x="75" y="12"/>
                  </a:cubicBezTo>
                  <a:cubicBezTo>
                    <a:pt x="75" y="12"/>
                    <a:pt x="75" y="12"/>
                    <a:pt x="75" y="12"/>
                  </a:cubicBezTo>
                  <a:cubicBezTo>
                    <a:pt x="75" y="12"/>
                    <a:pt x="75" y="12"/>
                    <a:pt x="75" y="12"/>
                  </a:cubicBezTo>
                  <a:cubicBezTo>
                    <a:pt x="75" y="12"/>
                    <a:pt x="75" y="12"/>
                    <a:pt x="75" y="12"/>
                  </a:cubicBezTo>
                  <a:close/>
                  <a:moveTo>
                    <a:pt x="87" y="10"/>
                  </a:moveTo>
                  <a:cubicBezTo>
                    <a:pt x="87" y="10"/>
                    <a:pt x="87" y="10"/>
                    <a:pt x="87" y="10"/>
                  </a:cubicBezTo>
                  <a:cubicBezTo>
                    <a:pt x="87" y="10"/>
                    <a:pt x="87" y="10"/>
                    <a:pt x="87" y="10"/>
                  </a:cubicBezTo>
                  <a:cubicBezTo>
                    <a:pt x="87" y="10"/>
                    <a:pt x="87" y="10"/>
                    <a:pt x="87" y="10"/>
                  </a:cubicBezTo>
                  <a:cubicBezTo>
                    <a:pt x="87" y="10"/>
                    <a:pt x="87" y="10"/>
                    <a:pt x="87"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0"/>
                  </a:cubicBezTo>
                  <a:cubicBezTo>
                    <a:pt x="86" y="10"/>
                    <a:pt x="86" y="10"/>
                    <a:pt x="86" y="11"/>
                  </a:cubicBezTo>
                  <a:cubicBezTo>
                    <a:pt x="86" y="11"/>
                    <a:pt x="85" y="11"/>
                    <a:pt x="85" y="11"/>
                  </a:cubicBezTo>
                  <a:cubicBezTo>
                    <a:pt x="85" y="11"/>
                    <a:pt x="85" y="11"/>
                    <a:pt x="85" y="11"/>
                  </a:cubicBezTo>
                  <a:cubicBezTo>
                    <a:pt x="85" y="11"/>
                    <a:pt x="85" y="11"/>
                    <a:pt x="85" y="11"/>
                  </a:cubicBezTo>
                  <a:cubicBezTo>
                    <a:pt x="85" y="11"/>
                    <a:pt x="84" y="11"/>
                    <a:pt x="84" y="11"/>
                  </a:cubicBezTo>
                  <a:cubicBezTo>
                    <a:pt x="84" y="11"/>
                    <a:pt x="84" y="11"/>
                    <a:pt x="84" y="11"/>
                  </a:cubicBezTo>
                  <a:cubicBezTo>
                    <a:pt x="84" y="11"/>
                    <a:pt x="84" y="11"/>
                    <a:pt x="84" y="11"/>
                  </a:cubicBezTo>
                  <a:cubicBezTo>
                    <a:pt x="84" y="11"/>
                    <a:pt x="84" y="11"/>
                    <a:pt x="84" y="11"/>
                  </a:cubicBezTo>
                  <a:cubicBezTo>
                    <a:pt x="84" y="11"/>
                    <a:pt x="84" y="11"/>
                    <a:pt x="84" y="11"/>
                  </a:cubicBezTo>
                  <a:cubicBezTo>
                    <a:pt x="84" y="11"/>
                    <a:pt x="85" y="11"/>
                    <a:pt x="85" y="11"/>
                  </a:cubicBezTo>
                  <a:cubicBezTo>
                    <a:pt x="85" y="11"/>
                    <a:pt x="85" y="11"/>
                    <a:pt x="85" y="11"/>
                  </a:cubicBezTo>
                  <a:cubicBezTo>
                    <a:pt x="85" y="11"/>
                    <a:pt x="86" y="11"/>
                    <a:pt x="86" y="11"/>
                  </a:cubicBezTo>
                  <a:cubicBezTo>
                    <a:pt x="86" y="11"/>
                    <a:pt x="86" y="11"/>
                    <a:pt x="86" y="11"/>
                  </a:cubicBezTo>
                  <a:cubicBezTo>
                    <a:pt x="86" y="11"/>
                    <a:pt x="86" y="11"/>
                    <a:pt x="86" y="11"/>
                  </a:cubicBezTo>
                  <a:cubicBezTo>
                    <a:pt x="86" y="11"/>
                    <a:pt x="86" y="11"/>
                    <a:pt x="86" y="11"/>
                  </a:cubicBezTo>
                  <a:cubicBezTo>
                    <a:pt x="86" y="11"/>
                    <a:pt x="86" y="11"/>
                    <a:pt x="86" y="11"/>
                  </a:cubicBezTo>
                  <a:cubicBezTo>
                    <a:pt x="86" y="11"/>
                    <a:pt x="86" y="11"/>
                    <a:pt x="86" y="12"/>
                  </a:cubicBezTo>
                  <a:cubicBezTo>
                    <a:pt x="86" y="12"/>
                    <a:pt x="86" y="12"/>
                    <a:pt x="86" y="12"/>
                  </a:cubicBezTo>
                  <a:cubicBezTo>
                    <a:pt x="86" y="12"/>
                    <a:pt x="86" y="12"/>
                    <a:pt x="86" y="12"/>
                  </a:cubicBezTo>
                  <a:cubicBezTo>
                    <a:pt x="86" y="12"/>
                    <a:pt x="86" y="12"/>
                    <a:pt x="86" y="12"/>
                  </a:cubicBezTo>
                  <a:cubicBezTo>
                    <a:pt x="86" y="12"/>
                    <a:pt x="86" y="12"/>
                    <a:pt x="86" y="12"/>
                  </a:cubicBezTo>
                  <a:cubicBezTo>
                    <a:pt x="86" y="12"/>
                    <a:pt x="86" y="13"/>
                    <a:pt x="86" y="13"/>
                  </a:cubicBezTo>
                  <a:cubicBezTo>
                    <a:pt x="86" y="13"/>
                    <a:pt x="86" y="13"/>
                    <a:pt x="85" y="13"/>
                  </a:cubicBezTo>
                  <a:cubicBezTo>
                    <a:pt x="85" y="13"/>
                    <a:pt x="85" y="13"/>
                    <a:pt x="85" y="13"/>
                  </a:cubicBezTo>
                  <a:cubicBezTo>
                    <a:pt x="85" y="13"/>
                    <a:pt x="85" y="13"/>
                    <a:pt x="85" y="13"/>
                  </a:cubicBezTo>
                  <a:cubicBezTo>
                    <a:pt x="85" y="13"/>
                    <a:pt x="85" y="13"/>
                    <a:pt x="85" y="13"/>
                  </a:cubicBezTo>
                  <a:cubicBezTo>
                    <a:pt x="85" y="13"/>
                    <a:pt x="84" y="13"/>
                    <a:pt x="84" y="13"/>
                  </a:cubicBezTo>
                  <a:cubicBezTo>
                    <a:pt x="84" y="13"/>
                    <a:pt x="84" y="13"/>
                    <a:pt x="84" y="13"/>
                  </a:cubicBezTo>
                  <a:cubicBezTo>
                    <a:pt x="84" y="13"/>
                    <a:pt x="84" y="13"/>
                    <a:pt x="84" y="13"/>
                  </a:cubicBezTo>
                  <a:cubicBezTo>
                    <a:pt x="84" y="13"/>
                    <a:pt x="84" y="13"/>
                    <a:pt x="84" y="13"/>
                  </a:cubicBezTo>
                  <a:cubicBezTo>
                    <a:pt x="84" y="13"/>
                    <a:pt x="84" y="13"/>
                    <a:pt x="84" y="12"/>
                  </a:cubicBezTo>
                  <a:cubicBezTo>
                    <a:pt x="84" y="12"/>
                    <a:pt x="84" y="12"/>
                    <a:pt x="84" y="12"/>
                  </a:cubicBezTo>
                  <a:cubicBezTo>
                    <a:pt x="84" y="12"/>
                    <a:pt x="84" y="12"/>
                    <a:pt x="84" y="12"/>
                  </a:cubicBezTo>
                  <a:cubicBezTo>
                    <a:pt x="84" y="12"/>
                    <a:pt x="84" y="12"/>
                    <a:pt x="83" y="12"/>
                  </a:cubicBezTo>
                  <a:cubicBezTo>
                    <a:pt x="83" y="12"/>
                    <a:pt x="83" y="12"/>
                    <a:pt x="83" y="12"/>
                  </a:cubicBezTo>
                  <a:cubicBezTo>
                    <a:pt x="83" y="13"/>
                    <a:pt x="83" y="13"/>
                    <a:pt x="83" y="13"/>
                  </a:cubicBezTo>
                  <a:cubicBezTo>
                    <a:pt x="83" y="13"/>
                    <a:pt x="83" y="13"/>
                    <a:pt x="83" y="13"/>
                  </a:cubicBezTo>
                  <a:cubicBezTo>
                    <a:pt x="83" y="13"/>
                    <a:pt x="83" y="13"/>
                    <a:pt x="83"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3"/>
                  </a:cubicBezTo>
                  <a:cubicBezTo>
                    <a:pt x="82" y="13"/>
                    <a:pt x="82" y="13"/>
                    <a:pt x="82" y="12"/>
                  </a:cubicBezTo>
                  <a:cubicBezTo>
                    <a:pt x="82" y="12"/>
                    <a:pt x="82" y="12"/>
                    <a:pt x="82" y="12"/>
                  </a:cubicBezTo>
                  <a:cubicBezTo>
                    <a:pt x="83" y="12"/>
                    <a:pt x="83" y="12"/>
                    <a:pt x="83" y="12"/>
                  </a:cubicBezTo>
                  <a:cubicBezTo>
                    <a:pt x="83" y="12"/>
                    <a:pt x="83" y="12"/>
                    <a:pt x="83" y="12"/>
                  </a:cubicBezTo>
                  <a:cubicBezTo>
                    <a:pt x="83" y="12"/>
                    <a:pt x="83" y="12"/>
                    <a:pt x="83" y="12"/>
                  </a:cubicBezTo>
                  <a:cubicBezTo>
                    <a:pt x="83" y="12"/>
                    <a:pt x="83" y="12"/>
                    <a:pt x="83" y="12"/>
                  </a:cubicBezTo>
                  <a:cubicBezTo>
                    <a:pt x="83" y="12"/>
                    <a:pt x="83" y="12"/>
                    <a:pt x="83" y="12"/>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3" y="11"/>
                    <a:pt x="83" y="11"/>
                  </a:cubicBezTo>
                  <a:cubicBezTo>
                    <a:pt x="83" y="11"/>
                    <a:pt x="84" y="11"/>
                    <a:pt x="84" y="11"/>
                  </a:cubicBezTo>
                  <a:cubicBezTo>
                    <a:pt x="84" y="11"/>
                    <a:pt x="84" y="11"/>
                    <a:pt x="84" y="10"/>
                  </a:cubicBezTo>
                  <a:cubicBezTo>
                    <a:pt x="84" y="10"/>
                    <a:pt x="84" y="10"/>
                    <a:pt x="84" y="10"/>
                  </a:cubicBezTo>
                  <a:cubicBezTo>
                    <a:pt x="84" y="10"/>
                    <a:pt x="84" y="10"/>
                    <a:pt x="83" y="10"/>
                  </a:cubicBezTo>
                  <a:cubicBezTo>
                    <a:pt x="83" y="10"/>
                    <a:pt x="83" y="10"/>
                    <a:pt x="83" y="10"/>
                  </a:cubicBezTo>
                  <a:cubicBezTo>
                    <a:pt x="83" y="10"/>
                    <a:pt x="83" y="10"/>
                    <a:pt x="83" y="10"/>
                  </a:cubicBezTo>
                  <a:cubicBezTo>
                    <a:pt x="83" y="10"/>
                    <a:pt x="83" y="10"/>
                    <a:pt x="83" y="10"/>
                  </a:cubicBezTo>
                  <a:cubicBezTo>
                    <a:pt x="83" y="10"/>
                    <a:pt x="84" y="10"/>
                    <a:pt x="84" y="10"/>
                  </a:cubicBezTo>
                  <a:cubicBezTo>
                    <a:pt x="84" y="10"/>
                    <a:pt x="84" y="10"/>
                    <a:pt x="84" y="10"/>
                  </a:cubicBezTo>
                  <a:cubicBezTo>
                    <a:pt x="84" y="10"/>
                    <a:pt x="84" y="10"/>
                    <a:pt x="84" y="10"/>
                  </a:cubicBezTo>
                  <a:cubicBezTo>
                    <a:pt x="84" y="9"/>
                    <a:pt x="84" y="9"/>
                    <a:pt x="84" y="9"/>
                  </a:cubicBezTo>
                  <a:cubicBezTo>
                    <a:pt x="84" y="9"/>
                    <a:pt x="84" y="9"/>
                    <a:pt x="84" y="9"/>
                  </a:cubicBezTo>
                  <a:cubicBezTo>
                    <a:pt x="84" y="9"/>
                    <a:pt x="83" y="9"/>
                    <a:pt x="83" y="9"/>
                  </a:cubicBezTo>
                  <a:cubicBezTo>
                    <a:pt x="83" y="9"/>
                    <a:pt x="83" y="9"/>
                    <a:pt x="83" y="9"/>
                  </a:cubicBezTo>
                  <a:cubicBezTo>
                    <a:pt x="83" y="9"/>
                    <a:pt x="83" y="9"/>
                    <a:pt x="83" y="9"/>
                  </a:cubicBezTo>
                  <a:cubicBezTo>
                    <a:pt x="83" y="9"/>
                    <a:pt x="83" y="9"/>
                    <a:pt x="83" y="9"/>
                  </a:cubicBezTo>
                  <a:cubicBezTo>
                    <a:pt x="83" y="9"/>
                    <a:pt x="83" y="9"/>
                    <a:pt x="84" y="9"/>
                  </a:cubicBezTo>
                  <a:cubicBezTo>
                    <a:pt x="84" y="9"/>
                    <a:pt x="84" y="9"/>
                    <a:pt x="84" y="9"/>
                  </a:cubicBezTo>
                  <a:cubicBezTo>
                    <a:pt x="84" y="9"/>
                    <a:pt x="84" y="9"/>
                    <a:pt x="84" y="9"/>
                  </a:cubicBezTo>
                  <a:cubicBezTo>
                    <a:pt x="84" y="8"/>
                    <a:pt x="84" y="8"/>
                    <a:pt x="84"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5" y="8"/>
                  </a:cubicBezTo>
                  <a:cubicBezTo>
                    <a:pt x="85" y="8"/>
                    <a:pt x="85" y="8"/>
                    <a:pt x="84" y="8"/>
                  </a:cubicBezTo>
                  <a:cubicBezTo>
                    <a:pt x="84" y="8"/>
                    <a:pt x="84" y="8"/>
                    <a:pt x="84" y="8"/>
                  </a:cubicBezTo>
                  <a:cubicBezTo>
                    <a:pt x="84" y="8"/>
                    <a:pt x="84" y="8"/>
                    <a:pt x="84" y="8"/>
                  </a:cubicBezTo>
                  <a:cubicBezTo>
                    <a:pt x="84" y="8"/>
                    <a:pt x="84" y="8"/>
                    <a:pt x="84" y="8"/>
                  </a:cubicBezTo>
                  <a:cubicBezTo>
                    <a:pt x="84" y="8"/>
                    <a:pt x="84" y="8"/>
                    <a:pt x="84" y="8"/>
                  </a:cubicBezTo>
                  <a:cubicBezTo>
                    <a:pt x="84" y="8"/>
                    <a:pt x="83" y="8"/>
                    <a:pt x="83" y="8"/>
                  </a:cubicBezTo>
                  <a:cubicBezTo>
                    <a:pt x="83" y="8"/>
                    <a:pt x="83" y="8"/>
                    <a:pt x="83" y="8"/>
                  </a:cubicBezTo>
                  <a:cubicBezTo>
                    <a:pt x="83" y="8"/>
                    <a:pt x="83" y="8"/>
                    <a:pt x="83" y="8"/>
                  </a:cubicBezTo>
                  <a:cubicBezTo>
                    <a:pt x="83" y="8"/>
                    <a:pt x="83" y="8"/>
                    <a:pt x="84" y="8"/>
                  </a:cubicBezTo>
                  <a:cubicBezTo>
                    <a:pt x="84" y="8"/>
                    <a:pt x="84" y="8"/>
                    <a:pt x="84" y="8"/>
                  </a:cubicBezTo>
                  <a:cubicBezTo>
                    <a:pt x="84" y="7"/>
                    <a:pt x="84" y="7"/>
                    <a:pt x="84" y="7"/>
                  </a:cubicBezTo>
                  <a:cubicBezTo>
                    <a:pt x="84" y="7"/>
                    <a:pt x="84" y="7"/>
                    <a:pt x="84" y="7"/>
                  </a:cubicBezTo>
                  <a:cubicBezTo>
                    <a:pt x="84" y="7"/>
                    <a:pt x="84" y="7"/>
                    <a:pt x="84" y="7"/>
                  </a:cubicBezTo>
                  <a:cubicBezTo>
                    <a:pt x="84" y="7"/>
                    <a:pt x="84" y="7"/>
                    <a:pt x="84" y="6"/>
                  </a:cubicBezTo>
                  <a:cubicBezTo>
                    <a:pt x="84" y="6"/>
                    <a:pt x="84" y="6"/>
                    <a:pt x="84" y="6"/>
                  </a:cubicBezTo>
                  <a:cubicBezTo>
                    <a:pt x="84" y="6"/>
                    <a:pt x="84" y="6"/>
                    <a:pt x="84" y="6"/>
                  </a:cubicBezTo>
                  <a:cubicBezTo>
                    <a:pt x="84"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6"/>
                    <a:pt x="85" y="6"/>
                    <a:pt x="85" y="6"/>
                  </a:cubicBezTo>
                  <a:cubicBezTo>
                    <a:pt x="85" y="7"/>
                    <a:pt x="85" y="7"/>
                    <a:pt x="85" y="7"/>
                  </a:cubicBezTo>
                  <a:cubicBezTo>
                    <a:pt x="85" y="7"/>
                    <a:pt x="85" y="7"/>
                    <a:pt x="85" y="7"/>
                  </a:cubicBezTo>
                  <a:cubicBezTo>
                    <a:pt x="85" y="7"/>
                    <a:pt x="85" y="7"/>
                    <a:pt x="85" y="7"/>
                  </a:cubicBezTo>
                  <a:cubicBezTo>
                    <a:pt x="85" y="7"/>
                    <a:pt x="85" y="7"/>
                    <a:pt x="85" y="7"/>
                  </a:cubicBezTo>
                  <a:cubicBezTo>
                    <a:pt x="85" y="7"/>
                    <a:pt x="85" y="7"/>
                    <a:pt x="85"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6" y="8"/>
                    <a:pt x="86" y="8"/>
                    <a:pt x="86" y="8"/>
                  </a:cubicBezTo>
                  <a:cubicBezTo>
                    <a:pt x="87" y="8"/>
                    <a:pt x="87" y="8"/>
                    <a:pt x="87" y="8"/>
                  </a:cubicBezTo>
                  <a:cubicBezTo>
                    <a:pt x="87" y="8"/>
                    <a:pt x="87" y="9"/>
                    <a:pt x="87" y="9"/>
                  </a:cubicBezTo>
                  <a:cubicBezTo>
                    <a:pt x="87" y="9"/>
                    <a:pt x="87" y="9"/>
                    <a:pt x="87" y="9"/>
                  </a:cubicBezTo>
                  <a:cubicBezTo>
                    <a:pt x="87" y="9"/>
                    <a:pt x="87" y="9"/>
                    <a:pt x="87" y="9"/>
                  </a:cubicBezTo>
                  <a:cubicBezTo>
                    <a:pt x="87" y="9"/>
                    <a:pt x="87" y="9"/>
                    <a:pt x="86" y="9"/>
                  </a:cubicBezTo>
                  <a:cubicBezTo>
                    <a:pt x="86" y="9"/>
                    <a:pt x="86" y="9"/>
                    <a:pt x="86" y="9"/>
                  </a:cubicBezTo>
                  <a:cubicBezTo>
                    <a:pt x="86" y="9"/>
                    <a:pt x="86" y="9"/>
                    <a:pt x="86" y="9"/>
                  </a:cubicBezTo>
                  <a:cubicBezTo>
                    <a:pt x="86" y="9"/>
                    <a:pt x="86" y="9"/>
                    <a:pt x="86" y="10"/>
                  </a:cubicBezTo>
                  <a:cubicBezTo>
                    <a:pt x="86" y="10"/>
                    <a:pt x="86" y="10"/>
                    <a:pt x="86" y="10"/>
                  </a:cubicBezTo>
                  <a:cubicBezTo>
                    <a:pt x="86" y="10"/>
                    <a:pt x="86" y="10"/>
                    <a:pt x="86" y="10"/>
                  </a:cubicBezTo>
                  <a:cubicBezTo>
                    <a:pt x="86" y="10"/>
                    <a:pt x="86" y="10"/>
                    <a:pt x="86" y="10"/>
                  </a:cubicBezTo>
                  <a:cubicBezTo>
                    <a:pt x="87" y="10"/>
                    <a:pt x="87" y="10"/>
                    <a:pt x="87" y="10"/>
                  </a:cubicBezTo>
                  <a:cubicBezTo>
                    <a:pt x="87" y="10"/>
                    <a:pt x="87" y="10"/>
                    <a:pt x="87" y="9"/>
                  </a:cubicBezTo>
                  <a:cubicBezTo>
                    <a:pt x="87" y="9"/>
                    <a:pt x="87" y="9"/>
                    <a:pt x="87" y="9"/>
                  </a:cubicBezTo>
                  <a:cubicBezTo>
                    <a:pt x="87" y="9"/>
                    <a:pt x="87" y="9"/>
                    <a:pt x="87" y="9"/>
                  </a:cubicBezTo>
                  <a:cubicBezTo>
                    <a:pt x="87" y="9"/>
                    <a:pt x="87" y="10"/>
                    <a:pt x="87" y="10"/>
                  </a:cubicBezTo>
                  <a:cubicBezTo>
                    <a:pt x="87" y="10"/>
                    <a:pt x="87" y="10"/>
                    <a:pt x="87" y="10"/>
                  </a:cubicBezTo>
                  <a:cubicBezTo>
                    <a:pt x="87" y="10"/>
                    <a:pt x="87" y="10"/>
                    <a:pt x="87" y="10"/>
                  </a:cubicBezTo>
                  <a:cubicBezTo>
                    <a:pt x="87" y="10"/>
                    <a:pt x="87" y="10"/>
                    <a:pt x="87" y="10"/>
                  </a:cubicBezTo>
                  <a:close/>
                  <a:moveTo>
                    <a:pt x="88" y="8"/>
                  </a:moveTo>
                  <a:cubicBezTo>
                    <a:pt x="88" y="8"/>
                    <a:pt x="88" y="8"/>
                    <a:pt x="88" y="8"/>
                  </a:cubicBezTo>
                  <a:cubicBezTo>
                    <a:pt x="88" y="8"/>
                    <a:pt x="88" y="8"/>
                    <a:pt x="88" y="8"/>
                  </a:cubicBezTo>
                  <a:cubicBezTo>
                    <a:pt x="88" y="8"/>
                    <a:pt x="88" y="8"/>
                    <a:pt x="88" y="8"/>
                  </a:cubicBezTo>
                  <a:cubicBezTo>
                    <a:pt x="88" y="9"/>
                    <a:pt x="88" y="9"/>
                    <a:pt x="88" y="9"/>
                  </a:cubicBezTo>
                  <a:cubicBezTo>
                    <a:pt x="88" y="9"/>
                    <a:pt x="88" y="9"/>
                    <a:pt x="88" y="9"/>
                  </a:cubicBezTo>
                  <a:cubicBezTo>
                    <a:pt x="88" y="9"/>
                    <a:pt x="88" y="9"/>
                    <a:pt x="88" y="9"/>
                  </a:cubicBezTo>
                  <a:cubicBezTo>
                    <a:pt x="88" y="9"/>
                    <a:pt x="88" y="10"/>
                    <a:pt x="88" y="10"/>
                  </a:cubicBezTo>
                  <a:cubicBezTo>
                    <a:pt x="88" y="10"/>
                    <a:pt x="88" y="10"/>
                    <a:pt x="88" y="10"/>
                  </a:cubicBezTo>
                  <a:cubicBezTo>
                    <a:pt x="88" y="10"/>
                    <a:pt x="88" y="10"/>
                    <a:pt x="88" y="10"/>
                  </a:cubicBezTo>
                  <a:cubicBezTo>
                    <a:pt x="88" y="10"/>
                    <a:pt x="88" y="10"/>
                    <a:pt x="88" y="10"/>
                  </a:cubicBezTo>
                  <a:cubicBezTo>
                    <a:pt x="88" y="11"/>
                    <a:pt x="88" y="11"/>
                    <a:pt x="88" y="11"/>
                  </a:cubicBezTo>
                  <a:cubicBezTo>
                    <a:pt x="88" y="11"/>
                    <a:pt x="88" y="11"/>
                    <a:pt x="88" y="11"/>
                  </a:cubicBezTo>
                  <a:cubicBezTo>
                    <a:pt x="88" y="11"/>
                    <a:pt x="88" y="11"/>
                    <a:pt x="88" y="11"/>
                  </a:cubicBezTo>
                  <a:cubicBezTo>
                    <a:pt x="88" y="11"/>
                    <a:pt x="88" y="11"/>
                    <a:pt x="88" y="11"/>
                  </a:cubicBezTo>
                  <a:cubicBezTo>
                    <a:pt x="88" y="12"/>
                    <a:pt x="88" y="12"/>
                    <a:pt x="88" y="12"/>
                  </a:cubicBezTo>
                  <a:cubicBezTo>
                    <a:pt x="88" y="12"/>
                    <a:pt x="88" y="12"/>
                    <a:pt x="88" y="12"/>
                  </a:cubicBezTo>
                  <a:cubicBezTo>
                    <a:pt x="88" y="12"/>
                    <a:pt x="87" y="12"/>
                    <a:pt x="87" y="12"/>
                  </a:cubicBezTo>
                  <a:cubicBezTo>
                    <a:pt x="87" y="12"/>
                    <a:pt x="87" y="12"/>
                    <a:pt x="87" y="12"/>
                  </a:cubicBezTo>
                  <a:cubicBezTo>
                    <a:pt x="87" y="12"/>
                    <a:pt x="87" y="12"/>
                    <a:pt x="87" y="12"/>
                  </a:cubicBezTo>
                  <a:cubicBezTo>
                    <a:pt x="87" y="12"/>
                    <a:pt x="87" y="12"/>
                    <a:pt x="87" y="12"/>
                  </a:cubicBezTo>
                  <a:cubicBezTo>
                    <a:pt x="87" y="12"/>
                    <a:pt x="87" y="12"/>
                    <a:pt x="87" y="12"/>
                  </a:cubicBezTo>
                  <a:cubicBezTo>
                    <a:pt x="87" y="11"/>
                    <a:pt x="87" y="11"/>
                    <a:pt x="87" y="11"/>
                  </a:cubicBezTo>
                  <a:cubicBezTo>
                    <a:pt x="87" y="11"/>
                    <a:pt x="87" y="11"/>
                    <a:pt x="87" y="11"/>
                  </a:cubicBezTo>
                  <a:cubicBezTo>
                    <a:pt x="87" y="11"/>
                    <a:pt x="87" y="11"/>
                    <a:pt x="87" y="11"/>
                  </a:cubicBezTo>
                  <a:cubicBezTo>
                    <a:pt x="87" y="11"/>
                    <a:pt x="87" y="10"/>
                    <a:pt x="87" y="10"/>
                  </a:cubicBezTo>
                  <a:cubicBezTo>
                    <a:pt x="87" y="10"/>
                    <a:pt x="87" y="10"/>
                    <a:pt x="87" y="10"/>
                  </a:cubicBezTo>
                  <a:cubicBezTo>
                    <a:pt x="87" y="10"/>
                    <a:pt x="87" y="10"/>
                    <a:pt x="87" y="9"/>
                  </a:cubicBezTo>
                  <a:cubicBezTo>
                    <a:pt x="87" y="9"/>
                    <a:pt x="87" y="9"/>
                    <a:pt x="87" y="9"/>
                  </a:cubicBezTo>
                  <a:cubicBezTo>
                    <a:pt x="87" y="9"/>
                    <a:pt x="87" y="9"/>
                    <a:pt x="87" y="9"/>
                  </a:cubicBezTo>
                  <a:cubicBezTo>
                    <a:pt x="87" y="8"/>
                    <a:pt x="87" y="8"/>
                    <a:pt x="87" y="8"/>
                  </a:cubicBezTo>
                  <a:cubicBezTo>
                    <a:pt x="87" y="8"/>
                    <a:pt x="87" y="8"/>
                    <a:pt x="87" y="8"/>
                  </a:cubicBezTo>
                  <a:cubicBezTo>
                    <a:pt x="87" y="8"/>
                    <a:pt x="87" y="8"/>
                    <a:pt x="87" y="7"/>
                  </a:cubicBezTo>
                  <a:cubicBezTo>
                    <a:pt x="87" y="7"/>
                    <a:pt x="87" y="7"/>
                    <a:pt x="87" y="7"/>
                  </a:cubicBezTo>
                  <a:cubicBezTo>
                    <a:pt x="87" y="7"/>
                    <a:pt x="87" y="7"/>
                    <a:pt x="87" y="7"/>
                  </a:cubicBezTo>
                  <a:cubicBezTo>
                    <a:pt x="87" y="7"/>
                    <a:pt x="87" y="6"/>
                    <a:pt x="87" y="6"/>
                  </a:cubicBezTo>
                  <a:cubicBezTo>
                    <a:pt x="87" y="6"/>
                    <a:pt x="87" y="6"/>
                    <a:pt x="87" y="6"/>
                  </a:cubicBezTo>
                  <a:cubicBezTo>
                    <a:pt x="87" y="6"/>
                    <a:pt x="87" y="6"/>
                    <a:pt x="87" y="6"/>
                  </a:cubicBezTo>
                  <a:cubicBezTo>
                    <a:pt x="88" y="6"/>
                    <a:pt x="88" y="6"/>
                    <a:pt x="88" y="6"/>
                  </a:cubicBezTo>
                  <a:cubicBezTo>
                    <a:pt x="88" y="6"/>
                    <a:pt x="88" y="6"/>
                    <a:pt x="88" y="6"/>
                  </a:cubicBezTo>
                  <a:cubicBezTo>
                    <a:pt x="88" y="7"/>
                    <a:pt x="88" y="7"/>
                    <a:pt x="88" y="7"/>
                  </a:cubicBezTo>
                  <a:cubicBezTo>
                    <a:pt x="88" y="8"/>
                    <a:pt x="88" y="8"/>
                    <a:pt x="88" y="8"/>
                  </a:cubicBezTo>
                  <a:close/>
                  <a:moveTo>
                    <a:pt x="94" y="12"/>
                  </a:moveTo>
                  <a:cubicBezTo>
                    <a:pt x="94" y="12"/>
                    <a:pt x="94" y="12"/>
                    <a:pt x="94" y="12"/>
                  </a:cubicBezTo>
                  <a:cubicBezTo>
                    <a:pt x="94" y="12"/>
                    <a:pt x="94" y="12"/>
                    <a:pt x="94" y="12"/>
                  </a:cubicBezTo>
                  <a:cubicBezTo>
                    <a:pt x="94" y="12"/>
                    <a:pt x="94" y="12"/>
                    <a:pt x="94" y="12"/>
                  </a:cubicBezTo>
                  <a:cubicBezTo>
                    <a:pt x="94" y="11"/>
                    <a:pt x="94" y="11"/>
                    <a:pt x="94" y="11"/>
                  </a:cubicBezTo>
                  <a:cubicBezTo>
                    <a:pt x="94" y="11"/>
                    <a:pt x="94" y="11"/>
                    <a:pt x="94" y="11"/>
                  </a:cubicBezTo>
                  <a:cubicBezTo>
                    <a:pt x="94" y="11"/>
                    <a:pt x="94" y="11"/>
                    <a:pt x="94" y="11"/>
                  </a:cubicBezTo>
                  <a:cubicBezTo>
                    <a:pt x="94" y="11"/>
                    <a:pt x="94" y="11"/>
                    <a:pt x="95" y="11"/>
                  </a:cubicBezTo>
                  <a:cubicBezTo>
                    <a:pt x="95" y="12"/>
                    <a:pt x="95" y="12"/>
                    <a:pt x="95" y="12"/>
                  </a:cubicBezTo>
                  <a:cubicBezTo>
                    <a:pt x="95" y="12"/>
                    <a:pt x="95" y="12"/>
                    <a:pt x="94" y="12"/>
                  </a:cubicBezTo>
                  <a:close/>
                  <a:moveTo>
                    <a:pt x="97" y="9"/>
                  </a:moveTo>
                  <a:cubicBezTo>
                    <a:pt x="97" y="9"/>
                    <a:pt x="97" y="9"/>
                    <a:pt x="97" y="9"/>
                  </a:cubicBezTo>
                  <a:cubicBezTo>
                    <a:pt x="97" y="9"/>
                    <a:pt x="96" y="9"/>
                    <a:pt x="96" y="9"/>
                  </a:cubicBezTo>
                  <a:cubicBezTo>
                    <a:pt x="96" y="9"/>
                    <a:pt x="96" y="10"/>
                    <a:pt x="96" y="10"/>
                  </a:cubicBezTo>
                  <a:cubicBezTo>
                    <a:pt x="96" y="10"/>
                    <a:pt x="96" y="10"/>
                    <a:pt x="96" y="10"/>
                  </a:cubicBezTo>
                  <a:cubicBezTo>
                    <a:pt x="96" y="10"/>
                    <a:pt x="96" y="11"/>
                    <a:pt x="96" y="11"/>
                  </a:cubicBezTo>
                  <a:cubicBezTo>
                    <a:pt x="96" y="11"/>
                    <a:pt x="96" y="11"/>
                    <a:pt x="96" y="12"/>
                  </a:cubicBezTo>
                  <a:cubicBezTo>
                    <a:pt x="96" y="12"/>
                    <a:pt x="96" y="12"/>
                    <a:pt x="96" y="12"/>
                  </a:cubicBezTo>
                  <a:cubicBezTo>
                    <a:pt x="96" y="12"/>
                    <a:pt x="96" y="12"/>
                    <a:pt x="96" y="12"/>
                  </a:cubicBezTo>
                  <a:cubicBezTo>
                    <a:pt x="96" y="12"/>
                    <a:pt x="96" y="12"/>
                    <a:pt x="96" y="12"/>
                  </a:cubicBezTo>
                  <a:cubicBezTo>
                    <a:pt x="96" y="12"/>
                    <a:pt x="96" y="12"/>
                    <a:pt x="96" y="12"/>
                  </a:cubicBezTo>
                  <a:cubicBezTo>
                    <a:pt x="96" y="12"/>
                    <a:pt x="96" y="12"/>
                    <a:pt x="96" y="13"/>
                  </a:cubicBezTo>
                  <a:cubicBezTo>
                    <a:pt x="96" y="13"/>
                    <a:pt x="96" y="13"/>
                    <a:pt x="96" y="13"/>
                  </a:cubicBezTo>
                  <a:cubicBezTo>
                    <a:pt x="96" y="13"/>
                    <a:pt x="96" y="13"/>
                    <a:pt x="96" y="13"/>
                  </a:cubicBezTo>
                  <a:cubicBezTo>
                    <a:pt x="96" y="13"/>
                    <a:pt x="96" y="13"/>
                    <a:pt x="96" y="13"/>
                  </a:cubicBezTo>
                  <a:cubicBezTo>
                    <a:pt x="96" y="13"/>
                    <a:pt x="96" y="13"/>
                    <a:pt x="96" y="14"/>
                  </a:cubicBezTo>
                  <a:cubicBezTo>
                    <a:pt x="96" y="14"/>
                    <a:pt x="96" y="14"/>
                    <a:pt x="96" y="14"/>
                  </a:cubicBezTo>
                  <a:cubicBezTo>
                    <a:pt x="96" y="14"/>
                    <a:pt x="96" y="14"/>
                    <a:pt x="96" y="14"/>
                  </a:cubicBezTo>
                  <a:cubicBezTo>
                    <a:pt x="96" y="14"/>
                    <a:pt x="96" y="14"/>
                    <a:pt x="96" y="14"/>
                  </a:cubicBezTo>
                  <a:cubicBezTo>
                    <a:pt x="96" y="13"/>
                    <a:pt x="96" y="13"/>
                    <a:pt x="96" y="13"/>
                  </a:cubicBezTo>
                  <a:cubicBezTo>
                    <a:pt x="96" y="13"/>
                    <a:pt x="96" y="13"/>
                    <a:pt x="96" y="13"/>
                  </a:cubicBezTo>
                  <a:cubicBezTo>
                    <a:pt x="96" y="13"/>
                    <a:pt x="96" y="13"/>
                    <a:pt x="96" y="12"/>
                  </a:cubicBezTo>
                  <a:cubicBezTo>
                    <a:pt x="96" y="12"/>
                    <a:pt x="96" y="12"/>
                    <a:pt x="96" y="12"/>
                  </a:cubicBezTo>
                  <a:cubicBezTo>
                    <a:pt x="96" y="12"/>
                    <a:pt x="96" y="12"/>
                    <a:pt x="96" y="12"/>
                  </a:cubicBezTo>
                  <a:cubicBezTo>
                    <a:pt x="96" y="12"/>
                    <a:pt x="96" y="12"/>
                    <a:pt x="96" y="12"/>
                  </a:cubicBezTo>
                  <a:cubicBezTo>
                    <a:pt x="96" y="12"/>
                    <a:pt x="96" y="11"/>
                    <a:pt x="96" y="11"/>
                  </a:cubicBezTo>
                  <a:cubicBezTo>
                    <a:pt x="96" y="11"/>
                    <a:pt x="96" y="11"/>
                    <a:pt x="96" y="11"/>
                  </a:cubicBezTo>
                  <a:cubicBezTo>
                    <a:pt x="96" y="11"/>
                    <a:pt x="96" y="11"/>
                    <a:pt x="96" y="11"/>
                  </a:cubicBezTo>
                  <a:cubicBezTo>
                    <a:pt x="96" y="11"/>
                    <a:pt x="96" y="11"/>
                    <a:pt x="96" y="10"/>
                  </a:cubicBezTo>
                  <a:cubicBezTo>
                    <a:pt x="96" y="10"/>
                    <a:pt x="96" y="10"/>
                    <a:pt x="96" y="10"/>
                  </a:cubicBezTo>
                  <a:cubicBezTo>
                    <a:pt x="96" y="10"/>
                    <a:pt x="96" y="10"/>
                    <a:pt x="96" y="10"/>
                  </a:cubicBezTo>
                  <a:cubicBezTo>
                    <a:pt x="96" y="10"/>
                    <a:pt x="96" y="10"/>
                    <a:pt x="96" y="10"/>
                  </a:cubicBezTo>
                  <a:cubicBezTo>
                    <a:pt x="96" y="10"/>
                    <a:pt x="96" y="9"/>
                    <a:pt x="96" y="9"/>
                  </a:cubicBezTo>
                  <a:cubicBezTo>
                    <a:pt x="96" y="9"/>
                    <a:pt x="96" y="9"/>
                    <a:pt x="96" y="9"/>
                  </a:cubicBezTo>
                  <a:cubicBezTo>
                    <a:pt x="96" y="9"/>
                    <a:pt x="96" y="9"/>
                    <a:pt x="95" y="9"/>
                  </a:cubicBezTo>
                  <a:cubicBezTo>
                    <a:pt x="95" y="10"/>
                    <a:pt x="95" y="10"/>
                    <a:pt x="95" y="10"/>
                  </a:cubicBezTo>
                  <a:cubicBezTo>
                    <a:pt x="95" y="10"/>
                    <a:pt x="95" y="10"/>
                    <a:pt x="95" y="10"/>
                  </a:cubicBezTo>
                  <a:cubicBezTo>
                    <a:pt x="95" y="11"/>
                    <a:pt x="95" y="11"/>
                    <a:pt x="95" y="11"/>
                  </a:cubicBezTo>
                  <a:cubicBezTo>
                    <a:pt x="95" y="11"/>
                    <a:pt x="95" y="11"/>
                    <a:pt x="95" y="11"/>
                  </a:cubicBezTo>
                  <a:cubicBezTo>
                    <a:pt x="95" y="11"/>
                    <a:pt x="95" y="11"/>
                    <a:pt x="95" y="11"/>
                  </a:cubicBezTo>
                  <a:cubicBezTo>
                    <a:pt x="95" y="11"/>
                    <a:pt x="95" y="11"/>
                    <a:pt x="95" y="11"/>
                  </a:cubicBezTo>
                  <a:cubicBezTo>
                    <a:pt x="95" y="11"/>
                    <a:pt x="95" y="11"/>
                    <a:pt x="95" y="10"/>
                  </a:cubicBezTo>
                  <a:cubicBezTo>
                    <a:pt x="95" y="10"/>
                    <a:pt x="95" y="10"/>
                    <a:pt x="95" y="10"/>
                  </a:cubicBezTo>
                  <a:cubicBezTo>
                    <a:pt x="95" y="10"/>
                    <a:pt x="95" y="10"/>
                    <a:pt x="95" y="10"/>
                  </a:cubicBezTo>
                  <a:cubicBezTo>
                    <a:pt x="95" y="9"/>
                    <a:pt x="95" y="9"/>
                    <a:pt x="95" y="10"/>
                  </a:cubicBezTo>
                  <a:cubicBezTo>
                    <a:pt x="94" y="10"/>
                    <a:pt x="94" y="10"/>
                    <a:pt x="94" y="10"/>
                  </a:cubicBezTo>
                  <a:cubicBezTo>
                    <a:pt x="94" y="10"/>
                    <a:pt x="94" y="10"/>
                    <a:pt x="94" y="10"/>
                  </a:cubicBezTo>
                  <a:cubicBezTo>
                    <a:pt x="94" y="10"/>
                    <a:pt x="94" y="10"/>
                    <a:pt x="94" y="10"/>
                  </a:cubicBezTo>
                  <a:cubicBezTo>
                    <a:pt x="94" y="10"/>
                    <a:pt x="94" y="10"/>
                    <a:pt x="93" y="10"/>
                  </a:cubicBezTo>
                  <a:cubicBezTo>
                    <a:pt x="93" y="10"/>
                    <a:pt x="93" y="10"/>
                    <a:pt x="93" y="10"/>
                  </a:cubicBezTo>
                  <a:cubicBezTo>
                    <a:pt x="93" y="10"/>
                    <a:pt x="93"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4" y="10"/>
                    <a:pt x="94" y="10"/>
                    <a:pt x="94" y="10"/>
                  </a:cubicBezTo>
                  <a:cubicBezTo>
                    <a:pt x="95" y="10"/>
                    <a:pt x="95" y="10"/>
                    <a:pt x="95" y="10"/>
                  </a:cubicBezTo>
                  <a:cubicBezTo>
                    <a:pt x="95" y="11"/>
                    <a:pt x="94" y="11"/>
                    <a:pt x="94" y="11"/>
                  </a:cubicBezTo>
                  <a:cubicBezTo>
                    <a:pt x="94" y="11"/>
                    <a:pt x="94" y="11"/>
                    <a:pt x="94" y="11"/>
                  </a:cubicBezTo>
                  <a:cubicBezTo>
                    <a:pt x="94" y="11"/>
                    <a:pt x="94" y="11"/>
                    <a:pt x="94" y="11"/>
                  </a:cubicBezTo>
                  <a:cubicBezTo>
                    <a:pt x="94" y="11"/>
                    <a:pt x="94" y="11"/>
                    <a:pt x="94" y="11"/>
                  </a:cubicBezTo>
                  <a:cubicBezTo>
                    <a:pt x="93" y="11"/>
                    <a:pt x="93" y="11"/>
                    <a:pt x="93" y="11"/>
                  </a:cubicBezTo>
                  <a:cubicBezTo>
                    <a:pt x="93" y="11"/>
                    <a:pt x="93" y="11"/>
                    <a:pt x="93" y="11"/>
                  </a:cubicBezTo>
                  <a:cubicBezTo>
                    <a:pt x="93" y="12"/>
                    <a:pt x="93" y="12"/>
                    <a:pt x="93" y="12"/>
                  </a:cubicBezTo>
                  <a:cubicBezTo>
                    <a:pt x="93" y="12"/>
                    <a:pt x="93" y="12"/>
                    <a:pt x="93" y="12"/>
                  </a:cubicBezTo>
                  <a:cubicBezTo>
                    <a:pt x="93" y="12"/>
                    <a:pt x="93" y="12"/>
                    <a:pt x="93" y="12"/>
                  </a:cubicBezTo>
                  <a:cubicBezTo>
                    <a:pt x="93" y="12"/>
                    <a:pt x="93" y="13"/>
                    <a:pt x="93" y="13"/>
                  </a:cubicBezTo>
                  <a:cubicBezTo>
                    <a:pt x="93" y="13"/>
                    <a:pt x="93" y="13"/>
                    <a:pt x="93" y="13"/>
                  </a:cubicBezTo>
                  <a:cubicBezTo>
                    <a:pt x="93" y="12"/>
                    <a:pt x="93" y="12"/>
                    <a:pt x="93" y="12"/>
                  </a:cubicBezTo>
                  <a:cubicBezTo>
                    <a:pt x="93" y="12"/>
                    <a:pt x="93" y="12"/>
                    <a:pt x="93" y="12"/>
                  </a:cubicBezTo>
                  <a:cubicBezTo>
                    <a:pt x="93" y="12"/>
                    <a:pt x="93" y="12"/>
                    <a:pt x="93" y="12"/>
                  </a:cubicBezTo>
                  <a:cubicBezTo>
                    <a:pt x="93" y="12"/>
                    <a:pt x="93" y="12"/>
                    <a:pt x="93" y="12"/>
                  </a:cubicBezTo>
                  <a:cubicBezTo>
                    <a:pt x="93" y="12"/>
                    <a:pt x="93" y="12"/>
                    <a:pt x="93" y="11"/>
                  </a:cubicBezTo>
                  <a:cubicBezTo>
                    <a:pt x="93" y="11"/>
                    <a:pt x="93" y="11"/>
                    <a:pt x="93" y="11"/>
                  </a:cubicBezTo>
                  <a:cubicBezTo>
                    <a:pt x="93" y="11"/>
                    <a:pt x="92" y="11"/>
                    <a:pt x="92" y="11"/>
                  </a:cubicBezTo>
                  <a:cubicBezTo>
                    <a:pt x="92" y="11"/>
                    <a:pt x="92" y="11"/>
                    <a:pt x="92" y="11"/>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2" y="12"/>
                  </a:cubicBezTo>
                  <a:cubicBezTo>
                    <a:pt x="92" y="12"/>
                    <a:pt x="92" y="12"/>
                    <a:pt x="91" y="12"/>
                  </a:cubicBezTo>
                  <a:cubicBezTo>
                    <a:pt x="91" y="12"/>
                    <a:pt x="91" y="12"/>
                    <a:pt x="91" y="12"/>
                  </a:cubicBezTo>
                  <a:cubicBezTo>
                    <a:pt x="91" y="12"/>
                    <a:pt x="91" y="12"/>
                    <a:pt x="91" y="12"/>
                  </a:cubicBezTo>
                  <a:cubicBezTo>
                    <a:pt x="91" y="12"/>
                    <a:pt x="91" y="12"/>
                    <a:pt x="91" y="12"/>
                  </a:cubicBezTo>
                  <a:cubicBezTo>
                    <a:pt x="91" y="12"/>
                    <a:pt x="91" y="11"/>
                    <a:pt x="91" y="11"/>
                  </a:cubicBezTo>
                  <a:cubicBezTo>
                    <a:pt x="91" y="11"/>
                    <a:pt x="91" y="11"/>
                    <a:pt x="91" y="11"/>
                  </a:cubicBezTo>
                  <a:cubicBezTo>
                    <a:pt x="91" y="11"/>
                    <a:pt x="91" y="11"/>
                    <a:pt x="92" y="11"/>
                  </a:cubicBezTo>
                  <a:cubicBezTo>
                    <a:pt x="92" y="11"/>
                    <a:pt x="92" y="11"/>
                    <a:pt x="93" y="11"/>
                  </a:cubicBezTo>
                  <a:cubicBezTo>
                    <a:pt x="93" y="11"/>
                    <a:pt x="93" y="11"/>
                    <a:pt x="93" y="10"/>
                  </a:cubicBezTo>
                  <a:cubicBezTo>
                    <a:pt x="93" y="10"/>
                    <a:pt x="93" y="10"/>
                    <a:pt x="93" y="10"/>
                  </a:cubicBezTo>
                  <a:cubicBezTo>
                    <a:pt x="93" y="10"/>
                    <a:pt x="93" y="10"/>
                    <a:pt x="93" y="10"/>
                  </a:cubicBezTo>
                  <a:cubicBezTo>
                    <a:pt x="92" y="10"/>
                    <a:pt x="92" y="10"/>
                    <a:pt x="92" y="10"/>
                  </a:cubicBezTo>
                  <a:cubicBezTo>
                    <a:pt x="92" y="10"/>
                    <a:pt x="92" y="10"/>
                    <a:pt x="92" y="10"/>
                  </a:cubicBezTo>
                  <a:cubicBezTo>
                    <a:pt x="92" y="10"/>
                    <a:pt x="92" y="10"/>
                    <a:pt x="91" y="10"/>
                  </a:cubicBezTo>
                  <a:cubicBezTo>
                    <a:pt x="91" y="10"/>
                    <a:pt x="91" y="10"/>
                    <a:pt x="91" y="10"/>
                  </a:cubicBezTo>
                  <a:cubicBezTo>
                    <a:pt x="91" y="10"/>
                    <a:pt x="91" y="10"/>
                    <a:pt x="91" y="10"/>
                  </a:cubicBezTo>
                  <a:cubicBezTo>
                    <a:pt x="91" y="10"/>
                    <a:pt x="91" y="10"/>
                    <a:pt x="91" y="10"/>
                  </a:cubicBezTo>
                  <a:cubicBezTo>
                    <a:pt x="91" y="10"/>
                    <a:pt x="91" y="10"/>
                    <a:pt x="91" y="10"/>
                  </a:cubicBezTo>
                  <a:cubicBezTo>
                    <a:pt x="91" y="10"/>
                    <a:pt x="91" y="10"/>
                    <a:pt x="92" y="10"/>
                  </a:cubicBezTo>
                  <a:cubicBezTo>
                    <a:pt x="92" y="10"/>
                    <a:pt x="92" y="10"/>
                    <a:pt x="92" y="10"/>
                  </a:cubicBezTo>
                  <a:cubicBezTo>
                    <a:pt x="92" y="10"/>
                    <a:pt x="92" y="10"/>
                    <a:pt x="92" y="10"/>
                  </a:cubicBezTo>
                  <a:cubicBezTo>
                    <a:pt x="93" y="10"/>
                    <a:pt x="93" y="10"/>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3" y="9"/>
                  </a:cubicBezTo>
                  <a:cubicBezTo>
                    <a:pt x="93" y="9"/>
                    <a:pt x="93" y="9"/>
                    <a:pt x="92" y="9"/>
                  </a:cubicBezTo>
                  <a:cubicBezTo>
                    <a:pt x="92" y="9"/>
                    <a:pt x="92" y="9"/>
                    <a:pt x="92" y="9"/>
                  </a:cubicBezTo>
                  <a:cubicBezTo>
                    <a:pt x="92" y="9"/>
                    <a:pt x="92" y="9"/>
                    <a:pt x="92" y="9"/>
                  </a:cubicBezTo>
                  <a:cubicBezTo>
                    <a:pt x="92" y="9"/>
                    <a:pt x="92" y="9"/>
                    <a:pt x="92" y="9"/>
                  </a:cubicBezTo>
                  <a:cubicBezTo>
                    <a:pt x="92" y="9"/>
                    <a:pt x="92" y="9"/>
                    <a:pt x="92" y="9"/>
                  </a:cubicBezTo>
                  <a:cubicBezTo>
                    <a:pt x="92" y="9"/>
                    <a:pt x="92" y="8"/>
                    <a:pt x="92" y="8"/>
                  </a:cubicBezTo>
                  <a:cubicBezTo>
                    <a:pt x="93" y="8"/>
                    <a:pt x="93" y="8"/>
                    <a:pt x="93" y="8"/>
                  </a:cubicBezTo>
                  <a:cubicBezTo>
                    <a:pt x="93" y="8"/>
                    <a:pt x="93" y="8"/>
                    <a:pt x="92" y="8"/>
                  </a:cubicBezTo>
                  <a:cubicBezTo>
                    <a:pt x="92" y="8"/>
                    <a:pt x="92" y="8"/>
                    <a:pt x="92" y="8"/>
                  </a:cubicBezTo>
                  <a:cubicBezTo>
                    <a:pt x="92" y="8"/>
                    <a:pt x="92" y="8"/>
                    <a:pt x="92" y="8"/>
                  </a:cubicBezTo>
                  <a:cubicBezTo>
                    <a:pt x="92" y="8"/>
                    <a:pt x="92" y="8"/>
                    <a:pt x="92" y="8"/>
                  </a:cubicBezTo>
                  <a:cubicBezTo>
                    <a:pt x="92" y="8"/>
                    <a:pt x="92" y="8"/>
                    <a:pt x="92" y="8"/>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2" y="7"/>
                  </a:cubicBezTo>
                  <a:cubicBezTo>
                    <a:pt x="92" y="7"/>
                    <a:pt x="92"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3" y="7"/>
                  </a:cubicBezTo>
                  <a:cubicBezTo>
                    <a:pt x="93" y="7"/>
                    <a:pt x="93" y="7"/>
                    <a:pt x="94" y="7"/>
                  </a:cubicBezTo>
                  <a:cubicBezTo>
                    <a:pt x="94" y="7"/>
                    <a:pt x="94" y="7"/>
                    <a:pt x="94" y="7"/>
                  </a:cubicBezTo>
                  <a:cubicBezTo>
                    <a:pt x="94" y="7"/>
                    <a:pt x="94" y="7"/>
                    <a:pt x="94" y="7"/>
                  </a:cubicBezTo>
                  <a:cubicBezTo>
                    <a:pt x="94" y="7"/>
                    <a:pt x="95" y="7"/>
                    <a:pt x="95" y="7"/>
                  </a:cubicBezTo>
                  <a:cubicBezTo>
                    <a:pt x="95" y="7"/>
                    <a:pt x="95" y="7"/>
                    <a:pt x="95" y="7"/>
                  </a:cubicBezTo>
                  <a:cubicBezTo>
                    <a:pt x="95" y="7"/>
                    <a:pt x="94" y="7"/>
                    <a:pt x="94" y="6"/>
                  </a:cubicBezTo>
                  <a:cubicBezTo>
                    <a:pt x="94" y="6"/>
                    <a:pt x="94" y="6"/>
                    <a:pt x="95" y="6"/>
                  </a:cubicBezTo>
                  <a:cubicBezTo>
                    <a:pt x="95" y="6"/>
                    <a:pt x="95" y="6"/>
                    <a:pt x="95" y="6"/>
                  </a:cubicBezTo>
                  <a:cubicBezTo>
                    <a:pt x="95" y="7"/>
                    <a:pt x="95" y="7"/>
                    <a:pt x="95" y="7"/>
                  </a:cubicBezTo>
                  <a:cubicBezTo>
                    <a:pt x="95" y="7"/>
                    <a:pt x="95" y="7"/>
                    <a:pt x="95" y="7"/>
                  </a:cubicBezTo>
                  <a:cubicBezTo>
                    <a:pt x="95" y="7"/>
                    <a:pt x="95" y="7"/>
                    <a:pt x="95" y="7"/>
                  </a:cubicBezTo>
                  <a:cubicBezTo>
                    <a:pt x="94" y="7"/>
                    <a:pt x="94" y="7"/>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4" y="8"/>
                    <a:pt x="94" y="8"/>
                  </a:cubicBezTo>
                  <a:cubicBezTo>
                    <a:pt x="94" y="8"/>
                    <a:pt x="95" y="8"/>
                    <a:pt x="95" y="8"/>
                  </a:cubicBezTo>
                  <a:cubicBezTo>
                    <a:pt x="95" y="8"/>
                    <a:pt x="95" y="8"/>
                    <a:pt x="95" y="9"/>
                  </a:cubicBezTo>
                  <a:cubicBezTo>
                    <a:pt x="95" y="9"/>
                    <a:pt x="94" y="9"/>
                    <a:pt x="94" y="9"/>
                  </a:cubicBezTo>
                  <a:cubicBezTo>
                    <a:pt x="94" y="9"/>
                    <a:pt x="94" y="9"/>
                    <a:pt x="94" y="9"/>
                  </a:cubicBezTo>
                  <a:cubicBezTo>
                    <a:pt x="94" y="9"/>
                    <a:pt x="94" y="9"/>
                    <a:pt x="94" y="9"/>
                  </a:cubicBezTo>
                  <a:cubicBezTo>
                    <a:pt x="94"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9"/>
                    <a:pt x="95" y="9"/>
                    <a:pt x="95" y="9"/>
                  </a:cubicBezTo>
                  <a:cubicBezTo>
                    <a:pt x="95" y="8"/>
                    <a:pt x="95" y="8"/>
                    <a:pt x="95" y="8"/>
                  </a:cubicBezTo>
                  <a:cubicBezTo>
                    <a:pt x="95" y="8"/>
                    <a:pt x="95" y="8"/>
                    <a:pt x="95" y="8"/>
                  </a:cubicBezTo>
                  <a:cubicBezTo>
                    <a:pt x="95" y="8"/>
                    <a:pt x="95" y="9"/>
                    <a:pt x="95" y="9"/>
                  </a:cubicBezTo>
                  <a:cubicBezTo>
                    <a:pt x="95" y="9"/>
                    <a:pt x="96" y="9"/>
                    <a:pt x="96" y="9"/>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6" y="8"/>
                    <a:pt x="96" y="8"/>
                    <a:pt x="96" y="8"/>
                  </a:cubicBezTo>
                  <a:cubicBezTo>
                    <a:pt x="97" y="8"/>
                    <a:pt x="97" y="8"/>
                    <a:pt x="97" y="8"/>
                  </a:cubicBezTo>
                  <a:cubicBezTo>
                    <a:pt x="97" y="8"/>
                    <a:pt x="97" y="8"/>
                    <a:pt x="97" y="8"/>
                  </a:cubicBezTo>
                  <a:cubicBezTo>
                    <a:pt x="97" y="9"/>
                    <a:pt x="97" y="9"/>
                    <a:pt x="97"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0" name="iŝḻiďê"/>
            <p:cNvSpPr/>
            <p:nvPr/>
          </p:nvSpPr>
          <p:spPr bwMode="auto">
            <a:xfrm>
              <a:off x="3103563" y="3440113"/>
              <a:ext cx="0" cy="0"/>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1" name="îṥḻiḍè"/>
            <p:cNvSpPr/>
            <p:nvPr/>
          </p:nvSpPr>
          <p:spPr bwMode="auto">
            <a:xfrm>
              <a:off x="3021013" y="3443288"/>
              <a:ext cx="3175" cy="3175"/>
            </a:xfrm>
            <a:custGeom>
              <a:avLst/>
              <a:gdLst>
                <a:gd name="T0" fmla="*/ 1 w 1"/>
                <a:gd name="T1" fmla="*/ 0 h 1"/>
                <a:gd name="T2" fmla="*/ 0 w 1"/>
                <a:gd name="T3" fmla="*/ 0 h 1"/>
                <a:gd name="T4" fmla="*/ 0 w 1"/>
                <a:gd name="T5" fmla="*/ 0 h 1"/>
                <a:gd name="T6" fmla="*/ 0 w 1"/>
                <a:gd name="T7" fmla="*/ 0 h 1"/>
                <a:gd name="T8" fmla="*/ 0 w 1"/>
                <a:gd name="T9" fmla="*/ 1 h 1"/>
                <a:gd name="T10" fmla="*/ 0 w 1"/>
                <a:gd name="T11" fmla="*/ 1 h 1"/>
                <a:gd name="T12" fmla="*/ 0 w 1"/>
                <a:gd name="T13" fmla="*/ 1 h 1"/>
                <a:gd name="T14" fmla="*/ 0 w 1"/>
                <a:gd name="T15" fmla="*/ 1 h 1"/>
                <a:gd name="T16" fmla="*/ 0 w 1"/>
                <a:gd name="T17" fmla="*/ 1 h 1"/>
                <a:gd name="T18" fmla="*/ 1 w 1"/>
                <a:gd name="T19" fmla="*/ 1 h 1"/>
                <a:gd name="T20" fmla="*/ 1 w 1"/>
                <a:gd name="T21" fmla="*/ 1 h 1"/>
                <a:gd name="T22" fmla="*/ 1 w 1"/>
                <a:gd name="T23" fmla="*/ 0 h 1"/>
                <a:gd name="T24" fmla="*/ 1 w 1"/>
                <a:gd name="T25" fmla="*/ 0 h 1"/>
                <a:gd name="T26" fmla="*/ 1 w 1"/>
                <a:gd name="T2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1" y="0"/>
                  </a:cubicBezTo>
                  <a:cubicBezTo>
                    <a:pt x="1" y="0"/>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2" name="íṩḷîḋe"/>
            <p:cNvSpPr/>
            <p:nvPr/>
          </p:nvSpPr>
          <p:spPr bwMode="auto">
            <a:xfrm>
              <a:off x="2941638" y="3436938"/>
              <a:ext cx="3175" cy="6350"/>
            </a:xfrm>
            <a:custGeom>
              <a:avLst/>
              <a:gdLst>
                <a:gd name="T0" fmla="*/ 1 w 1"/>
                <a:gd name="T1" fmla="*/ 0 h 2"/>
                <a:gd name="T2" fmla="*/ 1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1 w 1"/>
                <a:gd name="T17" fmla="*/ 0 h 2"/>
                <a:gd name="T18" fmla="*/ 1 w 1"/>
                <a:gd name="T19" fmla="*/ 0 h 2"/>
                <a:gd name="T20" fmla="*/ 1 w 1"/>
                <a:gd name="T21" fmla="*/ 1 h 2"/>
                <a:gd name="T22" fmla="*/ 0 w 1"/>
                <a:gd name="T23" fmla="*/ 1 h 2"/>
                <a:gd name="T24" fmla="*/ 0 w 1"/>
                <a:gd name="T25" fmla="*/ 1 h 2"/>
                <a:gd name="T26" fmla="*/ 0 w 1"/>
                <a:gd name="T27" fmla="*/ 1 h 2"/>
                <a:gd name="T28" fmla="*/ 0 w 1"/>
                <a:gd name="T29" fmla="*/ 1 h 2"/>
                <a:gd name="T30" fmla="*/ 0 w 1"/>
                <a:gd name="T31" fmla="*/ 1 h 2"/>
                <a:gd name="T32" fmla="*/ 0 w 1"/>
                <a:gd name="T33" fmla="*/ 1 h 2"/>
                <a:gd name="T34" fmla="*/ 1 w 1"/>
                <a:gd name="T35" fmla="*/ 1 h 2"/>
                <a:gd name="T36" fmla="*/ 1 w 1"/>
                <a:gd name="T37" fmla="*/ 1 h 2"/>
                <a:gd name="T38" fmla="*/ 1 w 1"/>
                <a:gd name="T39" fmla="*/ 1 h 2"/>
                <a:gd name="T40" fmla="*/ 1 w 1"/>
                <a:gd name="T41" fmla="*/ 1 h 2"/>
                <a:gd name="T42" fmla="*/ 0 w 1"/>
                <a:gd name="T43" fmla="*/ 2 h 2"/>
                <a:gd name="T44" fmla="*/ 0 w 1"/>
                <a:gd name="T45" fmla="*/ 2 h 2"/>
                <a:gd name="T46" fmla="*/ 0 w 1"/>
                <a:gd name="T47" fmla="*/ 2 h 2"/>
                <a:gd name="T48" fmla="*/ 0 w 1"/>
                <a:gd name="T49" fmla="*/ 2 h 2"/>
                <a:gd name="T50" fmla="*/ 1 w 1"/>
                <a:gd name="T51" fmla="*/ 2 h 2"/>
                <a:gd name="T52" fmla="*/ 1 w 1"/>
                <a:gd name="T53" fmla="*/ 1 h 2"/>
                <a:gd name="T54" fmla="*/ 1 w 1"/>
                <a:gd name="T55" fmla="*/ 1 h 2"/>
                <a:gd name="T56" fmla="*/ 1 w 1"/>
                <a:gd name="T57" fmla="*/ 0 h 2"/>
                <a:gd name="T58" fmla="*/ 1 w 1"/>
                <a:gd name="T5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 h="2">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1" y="2"/>
                    <a:pt x="1" y="2"/>
                    <a:pt x="1" y="2"/>
                  </a:cubicBezTo>
                  <a:cubicBezTo>
                    <a:pt x="1" y="2"/>
                    <a:pt x="1" y="2"/>
                    <a:pt x="1" y="1"/>
                  </a:cubicBezTo>
                  <a:cubicBezTo>
                    <a:pt x="1" y="1"/>
                    <a:pt x="1" y="1"/>
                    <a:pt x="1" y="1"/>
                  </a:cubicBezTo>
                  <a:cubicBezTo>
                    <a:pt x="1" y="1"/>
                    <a:pt x="1" y="0"/>
                    <a:pt x="1" y="0"/>
                  </a:cubicBezTo>
                  <a:cubicBezTo>
                    <a:pt x="1" y="0"/>
                    <a:pt x="1" y="0"/>
                    <a:pt x="1"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3" name="iṧḻiḋè"/>
            <p:cNvSpPr/>
            <p:nvPr/>
          </p:nvSpPr>
          <p:spPr bwMode="auto">
            <a:xfrm>
              <a:off x="3517900" y="2994026"/>
              <a:ext cx="138113" cy="115888"/>
            </a:xfrm>
            <a:custGeom>
              <a:avLst/>
              <a:gdLst>
                <a:gd name="T0" fmla="*/ 36 w 38"/>
                <a:gd name="T1" fmla="*/ 26 h 32"/>
                <a:gd name="T2" fmla="*/ 34 w 38"/>
                <a:gd name="T3" fmla="*/ 22 h 32"/>
                <a:gd name="T4" fmla="*/ 28 w 38"/>
                <a:gd name="T5" fmla="*/ 16 h 32"/>
                <a:gd name="T6" fmla="*/ 27 w 38"/>
                <a:gd name="T7" fmla="*/ 14 h 32"/>
                <a:gd name="T8" fmla="*/ 26 w 38"/>
                <a:gd name="T9" fmla="*/ 14 h 32"/>
                <a:gd name="T10" fmla="*/ 27 w 38"/>
                <a:gd name="T11" fmla="*/ 13 h 32"/>
                <a:gd name="T12" fmla="*/ 30 w 38"/>
                <a:gd name="T13" fmla="*/ 14 h 32"/>
                <a:gd name="T14" fmla="*/ 32 w 38"/>
                <a:gd name="T15" fmla="*/ 14 h 32"/>
                <a:gd name="T16" fmla="*/ 36 w 38"/>
                <a:gd name="T17" fmla="*/ 14 h 32"/>
                <a:gd name="T18" fmla="*/ 37 w 38"/>
                <a:gd name="T19" fmla="*/ 13 h 32"/>
                <a:gd name="T20" fmla="*/ 37 w 38"/>
                <a:gd name="T21" fmla="*/ 12 h 32"/>
                <a:gd name="T22" fmla="*/ 36 w 38"/>
                <a:gd name="T23" fmla="*/ 7 h 32"/>
                <a:gd name="T24" fmla="*/ 33 w 38"/>
                <a:gd name="T25" fmla="*/ 4 h 32"/>
                <a:gd name="T26" fmla="*/ 31 w 38"/>
                <a:gd name="T27" fmla="*/ 4 h 32"/>
                <a:gd name="T28" fmla="*/ 31 w 38"/>
                <a:gd name="T29" fmla="*/ 6 h 32"/>
                <a:gd name="T30" fmla="*/ 31 w 38"/>
                <a:gd name="T31" fmla="*/ 8 h 32"/>
                <a:gd name="T32" fmla="*/ 31 w 38"/>
                <a:gd name="T33" fmla="*/ 9 h 32"/>
                <a:gd name="T34" fmla="*/ 28 w 38"/>
                <a:gd name="T35" fmla="*/ 10 h 32"/>
                <a:gd name="T36" fmla="*/ 26 w 38"/>
                <a:gd name="T37" fmla="*/ 10 h 32"/>
                <a:gd name="T38" fmla="*/ 23 w 38"/>
                <a:gd name="T39" fmla="*/ 11 h 32"/>
                <a:gd name="T40" fmla="*/ 22 w 38"/>
                <a:gd name="T41" fmla="*/ 10 h 32"/>
                <a:gd name="T42" fmla="*/ 16 w 38"/>
                <a:gd name="T43" fmla="*/ 6 h 32"/>
                <a:gd name="T44" fmla="*/ 12 w 38"/>
                <a:gd name="T45" fmla="*/ 3 h 32"/>
                <a:gd name="T46" fmla="*/ 8 w 38"/>
                <a:gd name="T47" fmla="*/ 0 h 32"/>
                <a:gd name="T48" fmla="*/ 7 w 38"/>
                <a:gd name="T49" fmla="*/ 0 h 32"/>
                <a:gd name="T50" fmla="*/ 6 w 38"/>
                <a:gd name="T51" fmla="*/ 1 h 32"/>
                <a:gd name="T52" fmla="*/ 7 w 38"/>
                <a:gd name="T53" fmla="*/ 7 h 32"/>
                <a:gd name="T54" fmla="*/ 7 w 38"/>
                <a:gd name="T55" fmla="*/ 8 h 32"/>
                <a:gd name="T56" fmla="*/ 16 w 38"/>
                <a:gd name="T57" fmla="*/ 14 h 32"/>
                <a:gd name="T58" fmla="*/ 19 w 38"/>
                <a:gd name="T59" fmla="*/ 16 h 32"/>
                <a:gd name="T60" fmla="*/ 12 w 38"/>
                <a:gd name="T61" fmla="*/ 20 h 32"/>
                <a:gd name="T62" fmla="*/ 7 w 38"/>
                <a:gd name="T63" fmla="*/ 20 h 32"/>
                <a:gd name="T64" fmla="*/ 5 w 38"/>
                <a:gd name="T65" fmla="*/ 18 h 32"/>
                <a:gd name="T66" fmla="*/ 5 w 38"/>
                <a:gd name="T67" fmla="*/ 14 h 32"/>
                <a:gd name="T68" fmla="*/ 5 w 38"/>
                <a:gd name="T69" fmla="*/ 12 h 32"/>
                <a:gd name="T70" fmla="*/ 4 w 38"/>
                <a:gd name="T71" fmla="*/ 12 h 32"/>
                <a:gd name="T72" fmla="*/ 3 w 38"/>
                <a:gd name="T73" fmla="*/ 15 h 32"/>
                <a:gd name="T74" fmla="*/ 1 w 38"/>
                <a:gd name="T75" fmla="*/ 17 h 32"/>
                <a:gd name="T76" fmla="*/ 0 w 38"/>
                <a:gd name="T77" fmla="*/ 20 h 32"/>
                <a:gd name="T78" fmla="*/ 2 w 38"/>
                <a:gd name="T79" fmla="*/ 24 h 32"/>
                <a:gd name="T80" fmla="*/ 14 w 38"/>
                <a:gd name="T81" fmla="*/ 25 h 32"/>
                <a:gd name="T82" fmla="*/ 22 w 38"/>
                <a:gd name="T83" fmla="*/ 21 h 32"/>
                <a:gd name="T84" fmla="*/ 23 w 38"/>
                <a:gd name="T85" fmla="*/ 21 h 32"/>
                <a:gd name="T86" fmla="*/ 25 w 38"/>
                <a:gd name="T87" fmla="*/ 24 h 32"/>
                <a:gd name="T88" fmla="*/ 28 w 38"/>
                <a:gd name="T89" fmla="*/ 28 h 32"/>
                <a:gd name="T90" fmla="*/ 29 w 38"/>
                <a:gd name="T91" fmla="*/ 31 h 32"/>
                <a:gd name="T92" fmla="*/ 32 w 38"/>
                <a:gd name="T93" fmla="*/ 32 h 32"/>
                <a:gd name="T94" fmla="*/ 35 w 38"/>
                <a:gd name="T95" fmla="*/ 29 h 32"/>
                <a:gd name="T96" fmla="*/ 36 w 38"/>
                <a:gd name="T9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 h="32">
                  <a:moveTo>
                    <a:pt x="36" y="26"/>
                  </a:moveTo>
                  <a:cubicBezTo>
                    <a:pt x="36" y="25"/>
                    <a:pt x="35" y="24"/>
                    <a:pt x="34" y="22"/>
                  </a:cubicBezTo>
                  <a:cubicBezTo>
                    <a:pt x="32" y="21"/>
                    <a:pt x="31" y="18"/>
                    <a:pt x="28" y="16"/>
                  </a:cubicBezTo>
                  <a:cubicBezTo>
                    <a:pt x="28" y="16"/>
                    <a:pt x="27" y="15"/>
                    <a:pt x="27" y="14"/>
                  </a:cubicBezTo>
                  <a:cubicBezTo>
                    <a:pt x="26" y="14"/>
                    <a:pt x="26" y="14"/>
                    <a:pt x="26" y="14"/>
                  </a:cubicBezTo>
                  <a:cubicBezTo>
                    <a:pt x="27" y="14"/>
                    <a:pt x="27" y="13"/>
                    <a:pt x="27" y="13"/>
                  </a:cubicBezTo>
                  <a:cubicBezTo>
                    <a:pt x="28" y="13"/>
                    <a:pt x="29" y="14"/>
                    <a:pt x="30" y="14"/>
                  </a:cubicBezTo>
                  <a:cubicBezTo>
                    <a:pt x="30" y="14"/>
                    <a:pt x="31" y="14"/>
                    <a:pt x="32" y="14"/>
                  </a:cubicBezTo>
                  <a:cubicBezTo>
                    <a:pt x="33" y="14"/>
                    <a:pt x="34" y="14"/>
                    <a:pt x="36" y="14"/>
                  </a:cubicBezTo>
                  <a:cubicBezTo>
                    <a:pt x="37" y="14"/>
                    <a:pt x="37" y="14"/>
                    <a:pt x="37" y="13"/>
                  </a:cubicBezTo>
                  <a:cubicBezTo>
                    <a:pt x="37" y="13"/>
                    <a:pt x="37" y="12"/>
                    <a:pt x="37" y="12"/>
                  </a:cubicBezTo>
                  <a:cubicBezTo>
                    <a:pt x="38" y="11"/>
                    <a:pt x="38" y="8"/>
                    <a:pt x="36" y="7"/>
                  </a:cubicBezTo>
                  <a:cubicBezTo>
                    <a:pt x="35" y="6"/>
                    <a:pt x="34" y="5"/>
                    <a:pt x="33" y="4"/>
                  </a:cubicBezTo>
                  <a:cubicBezTo>
                    <a:pt x="33" y="4"/>
                    <a:pt x="32" y="4"/>
                    <a:pt x="31" y="4"/>
                  </a:cubicBezTo>
                  <a:cubicBezTo>
                    <a:pt x="31" y="5"/>
                    <a:pt x="31" y="5"/>
                    <a:pt x="31" y="6"/>
                  </a:cubicBezTo>
                  <a:cubicBezTo>
                    <a:pt x="30" y="7"/>
                    <a:pt x="30" y="8"/>
                    <a:pt x="31" y="8"/>
                  </a:cubicBezTo>
                  <a:cubicBezTo>
                    <a:pt x="31" y="9"/>
                    <a:pt x="31" y="9"/>
                    <a:pt x="31" y="9"/>
                  </a:cubicBezTo>
                  <a:cubicBezTo>
                    <a:pt x="30" y="9"/>
                    <a:pt x="29" y="10"/>
                    <a:pt x="28" y="10"/>
                  </a:cubicBezTo>
                  <a:cubicBezTo>
                    <a:pt x="27" y="10"/>
                    <a:pt x="26" y="10"/>
                    <a:pt x="26" y="10"/>
                  </a:cubicBezTo>
                  <a:cubicBezTo>
                    <a:pt x="25" y="10"/>
                    <a:pt x="24" y="10"/>
                    <a:pt x="23" y="11"/>
                  </a:cubicBezTo>
                  <a:cubicBezTo>
                    <a:pt x="23" y="11"/>
                    <a:pt x="23" y="11"/>
                    <a:pt x="22" y="10"/>
                  </a:cubicBezTo>
                  <a:cubicBezTo>
                    <a:pt x="20" y="9"/>
                    <a:pt x="18" y="7"/>
                    <a:pt x="16" y="6"/>
                  </a:cubicBezTo>
                  <a:cubicBezTo>
                    <a:pt x="15" y="5"/>
                    <a:pt x="13" y="4"/>
                    <a:pt x="12" y="3"/>
                  </a:cubicBezTo>
                  <a:cubicBezTo>
                    <a:pt x="10" y="2"/>
                    <a:pt x="9" y="1"/>
                    <a:pt x="8" y="0"/>
                  </a:cubicBezTo>
                  <a:cubicBezTo>
                    <a:pt x="8" y="0"/>
                    <a:pt x="7" y="0"/>
                    <a:pt x="7" y="0"/>
                  </a:cubicBezTo>
                  <a:cubicBezTo>
                    <a:pt x="7" y="1"/>
                    <a:pt x="7" y="1"/>
                    <a:pt x="6" y="1"/>
                  </a:cubicBezTo>
                  <a:cubicBezTo>
                    <a:pt x="5" y="3"/>
                    <a:pt x="5" y="5"/>
                    <a:pt x="7" y="7"/>
                  </a:cubicBezTo>
                  <a:cubicBezTo>
                    <a:pt x="7" y="7"/>
                    <a:pt x="7" y="7"/>
                    <a:pt x="7" y="8"/>
                  </a:cubicBezTo>
                  <a:cubicBezTo>
                    <a:pt x="10" y="10"/>
                    <a:pt x="14" y="12"/>
                    <a:pt x="16" y="14"/>
                  </a:cubicBezTo>
                  <a:cubicBezTo>
                    <a:pt x="17" y="15"/>
                    <a:pt x="18" y="16"/>
                    <a:pt x="19" y="16"/>
                  </a:cubicBezTo>
                  <a:cubicBezTo>
                    <a:pt x="20" y="18"/>
                    <a:pt x="15" y="20"/>
                    <a:pt x="12" y="20"/>
                  </a:cubicBezTo>
                  <a:cubicBezTo>
                    <a:pt x="10" y="21"/>
                    <a:pt x="7" y="20"/>
                    <a:pt x="7" y="20"/>
                  </a:cubicBezTo>
                  <a:cubicBezTo>
                    <a:pt x="6" y="20"/>
                    <a:pt x="5" y="20"/>
                    <a:pt x="5" y="18"/>
                  </a:cubicBezTo>
                  <a:cubicBezTo>
                    <a:pt x="4" y="16"/>
                    <a:pt x="5" y="14"/>
                    <a:pt x="5" y="14"/>
                  </a:cubicBezTo>
                  <a:cubicBezTo>
                    <a:pt x="5" y="13"/>
                    <a:pt x="5" y="12"/>
                    <a:pt x="5" y="12"/>
                  </a:cubicBezTo>
                  <a:cubicBezTo>
                    <a:pt x="5" y="12"/>
                    <a:pt x="5" y="12"/>
                    <a:pt x="4" y="12"/>
                  </a:cubicBezTo>
                  <a:cubicBezTo>
                    <a:pt x="4" y="12"/>
                    <a:pt x="3" y="14"/>
                    <a:pt x="3" y="15"/>
                  </a:cubicBezTo>
                  <a:cubicBezTo>
                    <a:pt x="2" y="17"/>
                    <a:pt x="1" y="16"/>
                    <a:pt x="1" y="17"/>
                  </a:cubicBezTo>
                  <a:cubicBezTo>
                    <a:pt x="0" y="18"/>
                    <a:pt x="0" y="19"/>
                    <a:pt x="0" y="20"/>
                  </a:cubicBezTo>
                  <a:cubicBezTo>
                    <a:pt x="0" y="21"/>
                    <a:pt x="1" y="23"/>
                    <a:pt x="2" y="24"/>
                  </a:cubicBezTo>
                  <a:cubicBezTo>
                    <a:pt x="4" y="25"/>
                    <a:pt x="9" y="26"/>
                    <a:pt x="14" y="25"/>
                  </a:cubicBezTo>
                  <a:cubicBezTo>
                    <a:pt x="17" y="24"/>
                    <a:pt x="21" y="22"/>
                    <a:pt x="22" y="21"/>
                  </a:cubicBezTo>
                  <a:cubicBezTo>
                    <a:pt x="23" y="21"/>
                    <a:pt x="23" y="21"/>
                    <a:pt x="23" y="21"/>
                  </a:cubicBezTo>
                  <a:cubicBezTo>
                    <a:pt x="24" y="22"/>
                    <a:pt x="25" y="23"/>
                    <a:pt x="25" y="24"/>
                  </a:cubicBezTo>
                  <a:cubicBezTo>
                    <a:pt x="26" y="25"/>
                    <a:pt x="28" y="26"/>
                    <a:pt x="28" y="28"/>
                  </a:cubicBezTo>
                  <a:cubicBezTo>
                    <a:pt x="28" y="29"/>
                    <a:pt x="29" y="30"/>
                    <a:pt x="29" y="31"/>
                  </a:cubicBezTo>
                  <a:cubicBezTo>
                    <a:pt x="30" y="32"/>
                    <a:pt x="30" y="32"/>
                    <a:pt x="32" y="32"/>
                  </a:cubicBezTo>
                  <a:cubicBezTo>
                    <a:pt x="34" y="32"/>
                    <a:pt x="35" y="30"/>
                    <a:pt x="35" y="29"/>
                  </a:cubicBezTo>
                  <a:cubicBezTo>
                    <a:pt x="36" y="28"/>
                    <a:pt x="36" y="27"/>
                    <a:pt x="3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4" name="î$ľíḓè"/>
            <p:cNvSpPr/>
            <p:nvPr/>
          </p:nvSpPr>
          <p:spPr bwMode="auto">
            <a:xfrm>
              <a:off x="3636963" y="2936876"/>
              <a:ext cx="115888" cy="90488"/>
            </a:xfrm>
            <a:custGeom>
              <a:avLst/>
              <a:gdLst>
                <a:gd name="T0" fmla="*/ 0 w 32"/>
                <a:gd name="T1" fmla="*/ 7 h 25"/>
                <a:gd name="T2" fmla="*/ 1 w 32"/>
                <a:gd name="T3" fmla="*/ 8 h 25"/>
                <a:gd name="T4" fmla="*/ 2 w 32"/>
                <a:gd name="T5" fmla="*/ 11 h 25"/>
                <a:gd name="T6" fmla="*/ 4 w 32"/>
                <a:gd name="T7" fmla="*/ 12 h 25"/>
                <a:gd name="T8" fmla="*/ 6 w 32"/>
                <a:gd name="T9" fmla="*/ 11 h 25"/>
                <a:gd name="T10" fmla="*/ 7 w 32"/>
                <a:gd name="T11" fmla="*/ 9 h 25"/>
                <a:gd name="T12" fmla="*/ 11 w 32"/>
                <a:gd name="T13" fmla="*/ 8 h 25"/>
                <a:gd name="T14" fmla="*/ 12 w 32"/>
                <a:gd name="T15" fmla="*/ 8 h 25"/>
                <a:gd name="T16" fmla="*/ 11 w 32"/>
                <a:gd name="T17" fmla="*/ 8 h 25"/>
                <a:gd name="T18" fmla="*/ 11 w 32"/>
                <a:gd name="T19" fmla="*/ 13 h 25"/>
                <a:gd name="T20" fmla="*/ 10 w 32"/>
                <a:gd name="T21" fmla="*/ 14 h 25"/>
                <a:gd name="T22" fmla="*/ 8 w 32"/>
                <a:gd name="T23" fmla="*/ 13 h 25"/>
                <a:gd name="T24" fmla="*/ 6 w 32"/>
                <a:gd name="T25" fmla="*/ 13 h 25"/>
                <a:gd name="T26" fmla="*/ 4 w 32"/>
                <a:gd name="T27" fmla="*/ 14 h 25"/>
                <a:gd name="T28" fmla="*/ 6 w 32"/>
                <a:gd name="T29" fmla="*/ 15 h 25"/>
                <a:gd name="T30" fmla="*/ 22 w 32"/>
                <a:gd name="T31" fmla="*/ 22 h 25"/>
                <a:gd name="T32" fmla="*/ 24 w 32"/>
                <a:gd name="T33" fmla="*/ 23 h 25"/>
                <a:gd name="T34" fmla="*/ 25 w 32"/>
                <a:gd name="T35" fmla="*/ 23 h 25"/>
                <a:gd name="T36" fmla="*/ 26 w 32"/>
                <a:gd name="T37" fmla="*/ 24 h 25"/>
                <a:gd name="T38" fmla="*/ 28 w 32"/>
                <a:gd name="T39" fmla="*/ 25 h 25"/>
                <a:gd name="T40" fmla="*/ 30 w 32"/>
                <a:gd name="T41" fmla="*/ 24 h 25"/>
                <a:gd name="T42" fmla="*/ 31 w 32"/>
                <a:gd name="T43" fmla="*/ 23 h 25"/>
                <a:gd name="T44" fmla="*/ 32 w 32"/>
                <a:gd name="T45" fmla="*/ 22 h 25"/>
                <a:gd name="T46" fmla="*/ 32 w 32"/>
                <a:gd name="T47" fmla="*/ 19 h 25"/>
                <a:gd name="T48" fmla="*/ 31 w 32"/>
                <a:gd name="T49" fmla="*/ 17 h 25"/>
                <a:gd name="T50" fmla="*/ 29 w 32"/>
                <a:gd name="T51" fmla="*/ 16 h 25"/>
                <a:gd name="T52" fmla="*/ 28 w 32"/>
                <a:gd name="T53" fmla="*/ 15 h 25"/>
                <a:gd name="T54" fmla="*/ 28 w 32"/>
                <a:gd name="T55" fmla="*/ 15 h 25"/>
                <a:gd name="T56" fmla="*/ 28 w 32"/>
                <a:gd name="T57" fmla="*/ 16 h 25"/>
                <a:gd name="T58" fmla="*/ 27 w 32"/>
                <a:gd name="T59" fmla="*/ 17 h 25"/>
                <a:gd name="T60" fmla="*/ 24 w 32"/>
                <a:gd name="T61" fmla="*/ 17 h 25"/>
                <a:gd name="T62" fmla="*/ 14 w 32"/>
                <a:gd name="T63" fmla="*/ 15 h 25"/>
                <a:gd name="T64" fmla="*/ 16 w 32"/>
                <a:gd name="T65" fmla="*/ 14 h 25"/>
                <a:gd name="T66" fmla="*/ 20 w 32"/>
                <a:gd name="T67" fmla="*/ 11 h 25"/>
                <a:gd name="T68" fmla="*/ 21 w 32"/>
                <a:gd name="T69" fmla="*/ 8 h 25"/>
                <a:gd name="T70" fmla="*/ 20 w 32"/>
                <a:gd name="T71" fmla="*/ 7 h 25"/>
                <a:gd name="T72" fmla="*/ 19 w 32"/>
                <a:gd name="T73" fmla="*/ 7 h 25"/>
                <a:gd name="T74" fmla="*/ 16 w 32"/>
                <a:gd name="T75" fmla="*/ 7 h 25"/>
                <a:gd name="T76" fmla="*/ 11 w 32"/>
                <a:gd name="T77" fmla="*/ 7 h 25"/>
                <a:gd name="T78" fmla="*/ 11 w 32"/>
                <a:gd name="T79" fmla="*/ 7 h 25"/>
                <a:gd name="T80" fmla="*/ 11 w 32"/>
                <a:gd name="T81" fmla="*/ 6 h 25"/>
                <a:gd name="T82" fmla="*/ 13 w 32"/>
                <a:gd name="T83" fmla="*/ 4 h 25"/>
                <a:gd name="T84" fmla="*/ 13 w 32"/>
                <a:gd name="T85" fmla="*/ 1 h 25"/>
                <a:gd name="T86" fmla="*/ 9 w 32"/>
                <a:gd name="T87" fmla="*/ 0 h 25"/>
                <a:gd name="T88" fmla="*/ 4 w 32"/>
                <a:gd name="T89" fmla="*/ 2 h 25"/>
                <a:gd name="T90" fmla="*/ 2 w 32"/>
                <a:gd name="T91" fmla="*/ 4 h 25"/>
                <a:gd name="T92" fmla="*/ 0 w 32"/>
                <a:gd name="T93"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25">
                  <a:moveTo>
                    <a:pt x="0" y="7"/>
                  </a:moveTo>
                  <a:cubicBezTo>
                    <a:pt x="0" y="8"/>
                    <a:pt x="1" y="8"/>
                    <a:pt x="1" y="8"/>
                  </a:cubicBezTo>
                  <a:cubicBezTo>
                    <a:pt x="1" y="10"/>
                    <a:pt x="1" y="11"/>
                    <a:pt x="2" y="11"/>
                  </a:cubicBezTo>
                  <a:cubicBezTo>
                    <a:pt x="2" y="12"/>
                    <a:pt x="3" y="12"/>
                    <a:pt x="4" y="12"/>
                  </a:cubicBezTo>
                  <a:cubicBezTo>
                    <a:pt x="4" y="11"/>
                    <a:pt x="5" y="11"/>
                    <a:pt x="6" y="11"/>
                  </a:cubicBezTo>
                  <a:cubicBezTo>
                    <a:pt x="6" y="10"/>
                    <a:pt x="7" y="10"/>
                    <a:pt x="7" y="9"/>
                  </a:cubicBezTo>
                  <a:cubicBezTo>
                    <a:pt x="8" y="8"/>
                    <a:pt x="10" y="8"/>
                    <a:pt x="11" y="8"/>
                  </a:cubicBezTo>
                  <a:cubicBezTo>
                    <a:pt x="11" y="8"/>
                    <a:pt x="11" y="8"/>
                    <a:pt x="12" y="8"/>
                  </a:cubicBezTo>
                  <a:cubicBezTo>
                    <a:pt x="12" y="8"/>
                    <a:pt x="12" y="8"/>
                    <a:pt x="11" y="8"/>
                  </a:cubicBezTo>
                  <a:cubicBezTo>
                    <a:pt x="11" y="10"/>
                    <a:pt x="11" y="11"/>
                    <a:pt x="11" y="13"/>
                  </a:cubicBezTo>
                  <a:cubicBezTo>
                    <a:pt x="11" y="14"/>
                    <a:pt x="10" y="14"/>
                    <a:pt x="10" y="14"/>
                  </a:cubicBezTo>
                  <a:cubicBezTo>
                    <a:pt x="10" y="14"/>
                    <a:pt x="8" y="13"/>
                    <a:pt x="8" y="13"/>
                  </a:cubicBezTo>
                  <a:cubicBezTo>
                    <a:pt x="7" y="13"/>
                    <a:pt x="6" y="13"/>
                    <a:pt x="6" y="13"/>
                  </a:cubicBezTo>
                  <a:cubicBezTo>
                    <a:pt x="6" y="14"/>
                    <a:pt x="4" y="14"/>
                    <a:pt x="4" y="14"/>
                  </a:cubicBezTo>
                  <a:cubicBezTo>
                    <a:pt x="4" y="15"/>
                    <a:pt x="6" y="15"/>
                    <a:pt x="6" y="15"/>
                  </a:cubicBezTo>
                  <a:cubicBezTo>
                    <a:pt x="6" y="15"/>
                    <a:pt x="20" y="21"/>
                    <a:pt x="22" y="22"/>
                  </a:cubicBezTo>
                  <a:cubicBezTo>
                    <a:pt x="23" y="22"/>
                    <a:pt x="24" y="23"/>
                    <a:pt x="24" y="23"/>
                  </a:cubicBezTo>
                  <a:cubicBezTo>
                    <a:pt x="24" y="23"/>
                    <a:pt x="25" y="23"/>
                    <a:pt x="25" y="23"/>
                  </a:cubicBezTo>
                  <a:cubicBezTo>
                    <a:pt x="25" y="24"/>
                    <a:pt x="26" y="24"/>
                    <a:pt x="26" y="24"/>
                  </a:cubicBezTo>
                  <a:cubicBezTo>
                    <a:pt x="27" y="24"/>
                    <a:pt x="28" y="25"/>
                    <a:pt x="28" y="25"/>
                  </a:cubicBezTo>
                  <a:cubicBezTo>
                    <a:pt x="29" y="24"/>
                    <a:pt x="30" y="24"/>
                    <a:pt x="30" y="24"/>
                  </a:cubicBezTo>
                  <a:cubicBezTo>
                    <a:pt x="30" y="24"/>
                    <a:pt x="31" y="23"/>
                    <a:pt x="31" y="23"/>
                  </a:cubicBezTo>
                  <a:cubicBezTo>
                    <a:pt x="31" y="23"/>
                    <a:pt x="32" y="22"/>
                    <a:pt x="32" y="22"/>
                  </a:cubicBezTo>
                  <a:cubicBezTo>
                    <a:pt x="32" y="21"/>
                    <a:pt x="32" y="20"/>
                    <a:pt x="32" y="19"/>
                  </a:cubicBezTo>
                  <a:cubicBezTo>
                    <a:pt x="32" y="19"/>
                    <a:pt x="32" y="18"/>
                    <a:pt x="31" y="17"/>
                  </a:cubicBezTo>
                  <a:cubicBezTo>
                    <a:pt x="30" y="17"/>
                    <a:pt x="30" y="16"/>
                    <a:pt x="29" y="16"/>
                  </a:cubicBezTo>
                  <a:cubicBezTo>
                    <a:pt x="29" y="16"/>
                    <a:pt x="28" y="15"/>
                    <a:pt x="28" y="15"/>
                  </a:cubicBezTo>
                  <a:cubicBezTo>
                    <a:pt x="28" y="15"/>
                    <a:pt x="28" y="15"/>
                    <a:pt x="28" y="15"/>
                  </a:cubicBezTo>
                  <a:cubicBezTo>
                    <a:pt x="28" y="16"/>
                    <a:pt x="28" y="16"/>
                    <a:pt x="28" y="16"/>
                  </a:cubicBezTo>
                  <a:cubicBezTo>
                    <a:pt x="28" y="17"/>
                    <a:pt x="28" y="17"/>
                    <a:pt x="27" y="17"/>
                  </a:cubicBezTo>
                  <a:cubicBezTo>
                    <a:pt x="26" y="17"/>
                    <a:pt x="25" y="17"/>
                    <a:pt x="24" y="17"/>
                  </a:cubicBezTo>
                  <a:cubicBezTo>
                    <a:pt x="22" y="17"/>
                    <a:pt x="15" y="15"/>
                    <a:pt x="14" y="15"/>
                  </a:cubicBezTo>
                  <a:cubicBezTo>
                    <a:pt x="14" y="15"/>
                    <a:pt x="16" y="14"/>
                    <a:pt x="16" y="14"/>
                  </a:cubicBezTo>
                  <a:cubicBezTo>
                    <a:pt x="18" y="13"/>
                    <a:pt x="20" y="12"/>
                    <a:pt x="20" y="11"/>
                  </a:cubicBezTo>
                  <a:cubicBezTo>
                    <a:pt x="21" y="10"/>
                    <a:pt x="21" y="9"/>
                    <a:pt x="21" y="8"/>
                  </a:cubicBezTo>
                  <a:cubicBezTo>
                    <a:pt x="21" y="8"/>
                    <a:pt x="20" y="8"/>
                    <a:pt x="20" y="7"/>
                  </a:cubicBezTo>
                  <a:cubicBezTo>
                    <a:pt x="20" y="7"/>
                    <a:pt x="19" y="7"/>
                    <a:pt x="19" y="7"/>
                  </a:cubicBezTo>
                  <a:cubicBezTo>
                    <a:pt x="18" y="6"/>
                    <a:pt x="17" y="6"/>
                    <a:pt x="16" y="7"/>
                  </a:cubicBezTo>
                  <a:cubicBezTo>
                    <a:pt x="14" y="7"/>
                    <a:pt x="13" y="7"/>
                    <a:pt x="11" y="7"/>
                  </a:cubicBezTo>
                  <a:cubicBezTo>
                    <a:pt x="11" y="7"/>
                    <a:pt x="11" y="7"/>
                    <a:pt x="11" y="7"/>
                  </a:cubicBezTo>
                  <a:cubicBezTo>
                    <a:pt x="11" y="6"/>
                    <a:pt x="11" y="6"/>
                    <a:pt x="11" y="6"/>
                  </a:cubicBezTo>
                  <a:cubicBezTo>
                    <a:pt x="12" y="5"/>
                    <a:pt x="13" y="4"/>
                    <a:pt x="13" y="4"/>
                  </a:cubicBezTo>
                  <a:cubicBezTo>
                    <a:pt x="14" y="3"/>
                    <a:pt x="14" y="2"/>
                    <a:pt x="13" y="1"/>
                  </a:cubicBezTo>
                  <a:cubicBezTo>
                    <a:pt x="12" y="1"/>
                    <a:pt x="11" y="0"/>
                    <a:pt x="9" y="0"/>
                  </a:cubicBezTo>
                  <a:cubicBezTo>
                    <a:pt x="7" y="1"/>
                    <a:pt x="6" y="1"/>
                    <a:pt x="4" y="2"/>
                  </a:cubicBezTo>
                  <a:cubicBezTo>
                    <a:pt x="3" y="3"/>
                    <a:pt x="3" y="3"/>
                    <a:pt x="2" y="4"/>
                  </a:cubicBezTo>
                  <a:cubicBezTo>
                    <a:pt x="1" y="5"/>
                    <a:pt x="0" y="6"/>
                    <a:pt x="0" y="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5" name="ïsľíďe"/>
            <p:cNvSpPr/>
            <p:nvPr/>
          </p:nvSpPr>
          <p:spPr bwMode="auto">
            <a:xfrm>
              <a:off x="3616325" y="2971801"/>
              <a:ext cx="96838" cy="106363"/>
            </a:xfrm>
            <a:custGeom>
              <a:avLst/>
              <a:gdLst>
                <a:gd name="T0" fmla="*/ 26 w 27"/>
                <a:gd name="T1" fmla="*/ 26 h 29"/>
                <a:gd name="T2" fmla="*/ 27 w 27"/>
                <a:gd name="T3" fmla="*/ 21 h 29"/>
                <a:gd name="T4" fmla="*/ 22 w 27"/>
                <a:gd name="T5" fmla="*/ 14 h 29"/>
                <a:gd name="T6" fmla="*/ 16 w 27"/>
                <a:gd name="T7" fmla="*/ 9 h 29"/>
                <a:gd name="T8" fmla="*/ 7 w 27"/>
                <a:gd name="T9" fmla="*/ 3 h 29"/>
                <a:gd name="T10" fmla="*/ 0 w 27"/>
                <a:gd name="T11" fmla="*/ 0 h 29"/>
                <a:gd name="T12" fmla="*/ 0 w 27"/>
                <a:gd name="T13" fmla="*/ 1 h 29"/>
                <a:gd name="T14" fmla="*/ 2 w 27"/>
                <a:gd name="T15" fmla="*/ 3 h 29"/>
                <a:gd name="T16" fmla="*/ 5 w 27"/>
                <a:gd name="T17" fmla="*/ 6 h 29"/>
                <a:gd name="T18" fmla="*/ 9 w 27"/>
                <a:gd name="T19" fmla="*/ 8 h 29"/>
                <a:gd name="T20" fmla="*/ 17 w 27"/>
                <a:gd name="T21" fmla="*/ 12 h 29"/>
                <a:gd name="T22" fmla="*/ 24 w 27"/>
                <a:gd name="T23" fmla="*/ 20 h 29"/>
                <a:gd name="T24" fmla="*/ 24 w 27"/>
                <a:gd name="T25" fmla="*/ 23 h 29"/>
                <a:gd name="T26" fmla="*/ 20 w 27"/>
                <a:gd name="T27" fmla="*/ 24 h 29"/>
                <a:gd name="T28" fmla="*/ 16 w 27"/>
                <a:gd name="T29" fmla="*/ 22 h 29"/>
                <a:gd name="T30" fmla="*/ 11 w 27"/>
                <a:gd name="T31" fmla="*/ 20 h 29"/>
                <a:gd name="T32" fmla="*/ 10 w 27"/>
                <a:gd name="T33" fmla="*/ 20 h 29"/>
                <a:gd name="T34" fmla="*/ 10 w 27"/>
                <a:gd name="T35" fmla="*/ 20 h 29"/>
                <a:gd name="T36" fmla="*/ 10 w 27"/>
                <a:gd name="T37" fmla="*/ 20 h 29"/>
                <a:gd name="T38" fmla="*/ 11 w 27"/>
                <a:gd name="T39" fmla="*/ 21 h 29"/>
                <a:gd name="T40" fmla="*/ 12 w 27"/>
                <a:gd name="T41" fmla="*/ 23 h 29"/>
                <a:gd name="T42" fmla="*/ 19 w 27"/>
                <a:gd name="T43" fmla="*/ 28 h 29"/>
                <a:gd name="T44" fmla="*/ 24 w 27"/>
                <a:gd name="T45" fmla="*/ 28 h 29"/>
                <a:gd name="T46" fmla="*/ 26 w 27"/>
                <a:gd name="T4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29">
                  <a:moveTo>
                    <a:pt x="26" y="26"/>
                  </a:moveTo>
                  <a:cubicBezTo>
                    <a:pt x="27" y="24"/>
                    <a:pt x="27" y="23"/>
                    <a:pt x="27" y="21"/>
                  </a:cubicBezTo>
                  <a:cubicBezTo>
                    <a:pt x="26" y="19"/>
                    <a:pt x="24" y="16"/>
                    <a:pt x="22" y="14"/>
                  </a:cubicBezTo>
                  <a:cubicBezTo>
                    <a:pt x="20" y="12"/>
                    <a:pt x="20" y="11"/>
                    <a:pt x="16" y="9"/>
                  </a:cubicBezTo>
                  <a:cubicBezTo>
                    <a:pt x="12" y="6"/>
                    <a:pt x="8" y="4"/>
                    <a:pt x="7" y="3"/>
                  </a:cubicBezTo>
                  <a:cubicBezTo>
                    <a:pt x="5" y="3"/>
                    <a:pt x="0" y="0"/>
                    <a:pt x="0" y="0"/>
                  </a:cubicBezTo>
                  <a:cubicBezTo>
                    <a:pt x="0" y="0"/>
                    <a:pt x="0" y="0"/>
                    <a:pt x="0" y="1"/>
                  </a:cubicBezTo>
                  <a:cubicBezTo>
                    <a:pt x="0" y="1"/>
                    <a:pt x="2" y="3"/>
                    <a:pt x="2" y="3"/>
                  </a:cubicBezTo>
                  <a:cubicBezTo>
                    <a:pt x="3" y="4"/>
                    <a:pt x="4" y="6"/>
                    <a:pt x="5" y="6"/>
                  </a:cubicBezTo>
                  <a:cubicBezTo>
                    <a:pt x="7" y="7"/>
                    <a:pt x="8" y="8"/>
                    <a:pt x="9" y="8"/>
                  </a:cubicBezTo>
                  <a:cubicBezTo>
                    <a:pt x="12" y="9"/>
                    <a:pt x="16" y="12"/>
                    <a:pt x="17" y="12"/>
                  </a:cubicBezTo>
                  <a:cubicBezTo>
                    <a:pt x="20" y="15"/>
                    <a:pt x="23" y="18"/>
                    <a:pt x="24" y="20"/>
                  </a:cubicBezTo>
                  <a:cubicBezTo>
                    <a:pt x="25" y="21"/>
                    <a:pt x="25" y="22"/>
                    <a:pt x="24" y="23"/>
                  </a:cubicBezTo>
                  <a:cubicBezTo>
                    <a:pt x="23" y="24"/>
                    <a:pt x="21" y="24"/>
                    <a:pt x="20" y="24"/>
                  </a:cubicBezTo>
                  <a:cubicBezTo>
                    <a:pt x="19" y="23"/>
                    <a:pt x="17" y="23"/>
                    <a:pt x="16" y="22"/>
                  </a:cubicBezTo>
                  <a:cubicBezTo>
                    <a:pt x="14" y="21"/>
                    <a:pt x="11" y="20"/>
                    <a:pt x="11" y="20"/>
                  </a:cubicBezTo>
                  <a:cubicBezTo>
                    <a:pt x="11" y="20"/>
                    <a:pt x="11" y="20"/>
                    <a:pt x="10" y="20"/>
                  </a:cubicBezTo>
                  <a:cubicBezTo>
                    <a:pt x="10" y="20"/>
                    <a:pt x="10" y="20"/>
                    <a:pt x="10" y="20"/>
                  </a:cubicBezTo>
                  <a:cubicBezTo>
                    <a:pt x="10" y="20"/>
                    <a:pt x="10" y="20"/>
                    <a:pt x="10" y="20"/>
                  </a:cubicBezTo>
                  <a:cubicBezTo>
                    <a:pt x="10" y="20"/>
                    <a:pt x="10" y="20"/>
                    <a:pt x="11" y="21"/>
                  </a:cubicBezTo>
                  <a:cubicBezTo>
                    <a:pt x="11" y="21"/>
                    <a:pt x="12" y="23"/>
                    <a:pt x="12" y="23"/>
                  </a:cubicBezTo>
                  <a:cubicBezTo>
                    <a:pt x="13" y="24"/>
                    <a:pt x="15" y="27"/>
                    <a:pt x="19" y="28"/>
                  </a:cubicBezTo>
                  <a:cubicBezTo>
                    <a:pt x="21" y="28"/>
                    <a:pt x="22" y="29"/>
                    <a:pt x="24" y="28"/>
                  </a:cubicBezTo>
                  <a:cubicBezTo>
                    <a:pt x="25" y="27"/>
                    <a:pt x="26" y="27"/>
                    <a:pt x="26" y="26"/>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6" name="íšḷïdé"/>
            <p:cNvSpPr/>
            <p:nvPr/>
          </p:nvSpPr>
          <p:spPr bwMode="auto">
            <a:xfrm>
              <a:off x="3651250" y="3044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7" name="ïslîḍê"/>
            <p:cNvSpPr/>
            <p:nvPr/>
          </p:nvSpPr>
          <p:spPr bwMode="auto">
            <a:xfrm>
              <a:off x="3651250" y="3044826"/>
              <a:ext cx="4763" cy="0"/>
            </a:xfrm>
            <a:custGeom>
              <a:avLst/>
              <a:gdLst>
                <a:gd name="T0" fmla="*/ 0 w 1"/>
                <a:gd name="T1" fmla="*/ 0 w 1"/>
                <a:gd name="T2" fmla="*/ 0 w 1"/>
              </a:gdLst>
              <a:ahLst/>
              <a:cxnLst>
                <a:cxn ang="0">
                  <a:pos x="T0" y="0"/>
                </a:cxn>
                <a:cxn ang="0">
                  <a:pos x="T1" y="0"/>
                </a:cxn>
                <a:cxn ang="0">
                  <a:pos x="T2" y="0"/>
                </a:cxn>
              </a:cxnLst>
              <a:rect l="0" t="0" r="r" b="b"/>
              <a:pathLst>
                <a:path w="1">
                  <a:moveTo>
                    <a:pt x="0" y="0"/>
                  </a:moveTo>
                  <a:cubicBezTo>
                    <a:pt x="0" y="0"/>
                    <a:pt x="0" y="0"/>
                    <a:pt x="0" y="0"/>
                  </a:cubicBezTo>
                  <a:cubicBezTo>
                    <a:pt x="1" y="0"/>
                    <a:pt x="0" y="0"/>
                    <a:pt x="0" y="0"/>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8" name="îŝľíḍè"/>
            <p:cNvSpPr/>
            <p:nvPr/>
          </p:nvSpPr>
          <p:spPr bwMode="auto">
            <a:xfrm>
              <a:off x="3560763" y="2951163"/>
              <a:ext cx="44450" cy="36513"/>
            </a:xfrm>
            <a:custGeom>
              <a:avLst/>
              <a:gdLst>
                <a:gd name="T0" fmla="*/ 3 w 12"/>
                <a:gd name="T1" fmla="*/ 9 h 10"/>
                <a:gd name="T2" fmla="*/ 6 w 12"/>
                <a:gd name="T3" fmla="*/ 8 h 10"/>
                <a:gd name="T4" fmla="*/ 11 w 12"/>
                <a:gd name="T5" fmla="*/ 5 h 10"/>
                <a:gd name="T6" fmla="*/ 12 w 12"/>
                <a:gd name="T7" fmla="*/ 4 h 10"/>
                <a:gd name="T8" fmla="*/ 12 w 12"/>
                <a:gd name="T9" fmla="*/ 3 h 10"/>
                <a:gd name="T10" fmla="*/ 11 w 12"/>
                <a:gd name="T11" fmla="*/ 1 h 10"/>
                <a:gd name="T12" fmla="*/ 10 w 12"/>
                <a:gd name="T13" fmla="*/ 1 h 10"/>
                <a:gd name="T14" fmla="*/ 8 w 12"/>
                <a:gd name="T15" fmla="*/ 1 h 10"/>
                <a:gd name="T16" fmla="*/ 2 w 12"/>
                <a:gd name="T17" fmla="*/ 3 h 10"/>
                <a:gd name="T18" fmla="*/ 0 w 12"/>
                <a:gd name="T19" fmla="*/ 7 h 10"/>
                <a:gd name="T20" fmla="*/ 1 w 12"/>
                <a:gd name="T21" fmla="*/ 8 h 10"/>
                <a:gd name="T22" fmla="*/ 3 w 12"/>
                <a:gd name="T23"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0">
                  <a:moveTo>
                    <a:pt x="3" y="9"/>
                  </a:moveTo>
                  <a:cubicBezTo>
                    <a:pt x="4" y="9"/>
                    <a:pt x="5" y="8"/>
                    <a:pt x="6" y="8"/>
                  </a:cubicBezTo>
                  <a:cubicBezTo>
                    <a:pt x="8" y="7"/>
                    <a:pt x="9" y="6"/>
                    <a:pt x="11" y="5"/>
                  </a:cubicBezTo>
                  <a:cubicBezTo>
                    <a:pt x="12" y="5"/>
                    <a:pt x="12" y="4"/>
                    <a:pt x="12" y="4"/>
                  </a:cubicBezTo>
                  <a:cubicBezTo>
                    <a:pt x="12" y="4"/>
                    <a:pt x="12" y="3"/>
                    <a:pt x="12" y="3"/>
                  </a:cubicBezTo>
                  <a:cubicBezTo>
                    <a:pt x="12" y="3"/>
                    <a:pt x="11" y="2"/>
                    <a:pt x="11" y="1"/>
                  </a:cubicBezTo>
                  <a:cubicBezTo>
                    <a:pt x="11" y="1"/>
                    <a:pt x="11" y="1"/>
                    <a:pt x="10" y="1"/>
                  </a:cubicBezTo>
                  <a:cubicBezTo>
                    <a:pt x="9" y="0"/>
                    <a:pt x="8" y="0"/>
                    <a:pt x="8" y="1"/>
                  </a:cubicBezTo>
                  <a:cubicBezTo>
                    <a:pt x="6" y="1"/>
                    <a:pt x="4" y="2"/>
                    <a:pt x="2" y="3"/>
                  </a:cubicBezTo>
                  <a:cubicBezTo>
                    <a:pt x="0" y="3"/>
                    <a:pt x="0" y="5"/>
                    <a:pt x="0" y="7"/>
                  </a:cubicBezTo>
                  <a:cubicBezTo>
                    <a:pt x="1" y="7"/>
                    <a:pt x="1" y="8"/>
                    <a:pt x="1" y="8"/>
                  </a:cubicBezTo>
                  <a:cubicBezTo>
                    <a:pt x="2" y="9"/>
                    <a:pt x="2" y="10"/>
                    <a:pt x="3" y="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39" name="íşľîḑé"/>
            <p:cNvSpPr/>
            <p:nvPr/>
          </p:nvSpPr>
          <p:spPr bwMode="auto">
            <a:xfrm>
              <a:off x="2205038" y="2925763"/>
              <a:ext cx="220663" cy="198438"/>
            </a:xfrm>
            <a:custGeom>
              <a:avLst/>
              <a:gdLst>
                <a:gd name="T0" fmla="*/ 23 w 61"/>
                <a:gd name="T1" fmla="*/ 15 h 55"/>
                <a:gd name="T2" fmla="*/ 21 w 61"/>
                <a:gd name="T3" fmla="*/ 20 h 55"/>
                <a:gd name="T4" fmla="*/ 17 w 61"/>
                <a:gd name="T5" fmla="*/ 12 h 55"/>
                <a:gd name="T6" fmla="*/ 19 w 61"/>
                <a:gd name="T7" fmla="*/ 8 h 55"/>
                <a:gd name="T8" fmla="*/ 17 w 61"/>
                <a:gd name="T9" fmla="*/ 2 h 55"/>
                <a:gd name="T10" fmla="*/ 14 w 61"/>
                <a:gd name="T11" fmla="*/ 2 h 55"/>
                <a:gd name="T12" fmla="*/ 12 w 61"/>
                <a:gd name="T13" fmla="*/ 5 h 55"/>
                <a:gd name="T14" fmla="*/ 8 w 61"/>
                <a:gd name="T15" fmla="*/ 3 h 55"/>
                <a:gd name="T16" fmla="*/ 2 w 61"/>
                <a:gd name="T17" fmla="*/ 10 h 55"/>
                <a:gd name="T18" fmla="*/ 9 w 61"/>
                <a:gd name="T19" fmla="*/ 15 h 55"/>
                <a:gd name="T20" fmla="*/ 10 w 61"/>
                <a:gd name="T21" fmla="*/ 18 h 55"/>
                <a:gd name="T22" fmla="*/ 10 w 61"/>
                <a:gd name="T23" fmla="*/ 24 h 55"/>
                <a:gd name="T24" fmla="*/ 16 w 61"/>
                <a:gd name="T25" fmla="*/ 25 h 55"/>
                <a:gd name="T26" fmla="*/ 21 w 61"/>
                <a:gd name="T27" fmla="*/ 35 h 55"/>
                <a:gd name="T28" fmla="*/ 20 w 61"/>
                <a:gd name="T29" fmla="*/ 37 h 55"/>
                <a:gd name="T30" fmla="*/ 25 w 61"/>
                <a:gd name="T31" fmla="*/ 46 h 55"/>
                <a:gd name="T32" fmla="*/ 39 w 61"/>
                <a:gd name="T33" fmla="*/ 54 h 55"/>
                <a:gd name="T34" fmla="*/ 43 w 61"/>
                <a:gd name="T35" fmla="*/ 54 h 55"/>
                <a:gd name="T36" fmla="*/ 45 w 61"/>
                <a:gd name="T37" fmla="*/ 52 h 55"/>
                <a:gd name="T38" fmla="*/ 41 w 61"/>
                <a:gd name="T39" fmla="*/ 47 h 55"/>
                <a:gd name="T40" fmla="*/ 31 w 61"/>
                <a:gd name="T41" fmla="*/ 42 h 55"/>
                <a:gd name="T42" fmla="*/ 27 w 61"/>
                <a:gd name="T43" fmla="*/ 37 h 55"/>
                <a:gd name="T44" fmla="*/ 27 w 61"/>
                <a:gd name="T45" fmla="*/ 33 h 55"/>
                <a:gd name="T46" fmla="*/ 26 w 61"/>
                <a:gd name="T47" fmla="*/ 25 h 55"/>
                <a:gd name="T48" fmla="*/ 26 w 61"/>
                <a:gd name="T49" fmla="*/ 25 h 55"/>
                <a:gd name="T50" fmla="*/ 26 w 61"/>
                <a:gd name="T51" fmla="*/ 22 h 55"/>
                <a:gd name="T52" fmla="*/ 32 w 61"/>
                <a:gd name="T53" fmla="*/ 6 h 55"/>
                <a:gd name="T54" fmla="*/ 44 w 61"/>
                <a:gd name="T55" fmla="*/ 10 h 55"/>
                <a:gd name="T56" fmla="*/ 52 w 61"/>
                <a:gd name="T57" fmla="*/ 20 h 55"/>
                <a:gd name="T58" fmla="*/ 54 w 61"/>
                <a:gd name="T59" fmla="*/ 27 h 55"/>
                <a:gd name="T60" fmla="*/ 49 w 61"/>
                <a:gd name="T61" fmla="*/ 31 h 55"/>
                <a:gd name="T62" fmla="*/ 46 w 61"/>
                <a:gd name="T63" fmla="*/ 27 h 55"/>
                <a:gd name="T64" fmla="*/ 42 w 61"/>
                <a:gd name="T65" fmla="*/ 25 h 55"/>
                <a:gd name="T66" fmla="*/ 41 w 61"/>
                <a:gd name="T67" fmla="*/ 28 h 55"/>
                <a:gd name="T68" fmla="*/ 40 w 61"/>
                <a:gd name="T69" fmla="*/ 28 h 55"/>
                <a:gd name="T70" fmla="*/ 38 w 61"/>
                <a:gd name="T71" fmla="*/ 20 h 55"/>
                <a:gd name="T72" fmla="*/ 34 w 61"/>
                <a:gd name="T73" fmla="*/ 19 h 55"/>
                <a:gd name="T74" fmla="*/ 28 w 61"/>
                <a:gd name="T75" fmla="*/ 16 h 55"/>
                <a:gd name="T76" fmla="*/ 28 w 61"/>
                <a:gd name="T77" fmla="*/ 19 h 55"/>
                <a:gd name="T78" fmla="*/ 30 w 61"/>
                <a:gd name="T79" fmla="*/ 24 h 55"/>
                <a:gd name="T80" fmla="*/ 28 w 61"/>
                <a:gd name="T81" fmla="*/ 24 h 55"/>
                <a:gd name="T82" fmla="*/ 26 w 61"/>
                <a:gd name="T83" fmla="*/ 25 h 55"/>
                <a:gd name="T84" fmla="*/ 26 w 61"/>
                <a:gd name="T85" fmla="*/ 25 h 55"/>
                <a:gd name="T86" fmla="*/ 29 w 61"/>
                <a:gd name="T87" fmla="*/ 28 h 55"/>
                <a:gd name="T88" fmla="*/ 32 w 61"/>
                <a:gd name="T89" fmla="*/ 29 h 55"/>
                <a:gd name="T90" fmla="*/ 36 w 61"/>
                <a:gd name="T91" fmla="*/ 36 h 55"/>
                <a:gd name="T92" fmla="*/ 38 w 61"/>
                <a:gd name="T93" fmla="*/ 34 h 55"/>
                <a:gd name="T94" fmla="*/ 40 w 61"/>
                <a:gd name="T95" fmla="*/ 39 h 55"/>
                <a:gd name="T96" fmla="*/ 42 w 61"/>
                <a:gd name="T97" fmla="*/ 40 h 55"/>
                <a:gd name="T98" fmla="*/ 44 w 61"/>
                <a:gd name="T99" fmla="*/ 38 h 55"/>
                <a:gd name="T100" fmla="*/ 47 w 61"/>
                <a:gd name="T101" fmla="*/ 33 h 55"/>
                <a:gd name="T102" fmla="*/ 58 w 61"/>
                <a:gd name="T103" fmla="*/ 41 h 55"/>
                <a:gd name="T104" fmla="*/ 61 w 61"/>
                <a:gd name="T105" fmla="*/ 42 h 55"/>
                <a:gd name="T106" fmla="*/ 60 w 61"/>
                <a:gd name="T107" fmla="*/ 40 h 55"/>
                <a:gd name="T108" fmla="*/ 52 w 61"/>
                <a:gd name="T109" fmla="*/ 34 h 55"/>
                <a:gd name="T110" fmla="*/ 50 w 61"/>
                <a:gd name="T111" fmla="*/ 31 h 55"/>
                <a:gd name="T112" fmla="*/ 53 w 61"/>
                <a:gd name="T113" fmla="*/ 31 h 55"/>
                <a:gd name="T114" fmla="*/ 54 w 61"/>
                <a:gd name="T115" fmla="*/ 32 h 55"/>
                <a:gd name="T116" fmla="*/ 58 w 61"/>
                <a:gd name="T117" fmla="*/ 31 h 55"/>
                <a:gd name="T118" fmla="*/ 59 w 61"/>
                <a:gd name="T119" fmla="*/ 22 h 55"/>
                <a:gd name="T120" fmla="*/ 52 w 61"/>
                <a:gd name="T121" fmla="*/ 12 h 55"/>
                <a:gd name="T122" fmla="*/ 45 w 61"/>
                <a:gd name="T123" fmla="*/ 5 h 55"/>
                <a:gd name="T124" fmla="*/ 37 w 61"/>
                <a:gd name="T125"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55">
                  <a:moveTo>
                    <a:pt x="30" y="3"/>
                  </a:moveTo>
                  <a:cubicBezTo>
                    <a:pt x="26" y="6"/>
                    <a:pt x="24" y="10"/>
                    <a:pt x="23" y="15"/>
                  </a:cubicBezTo>
                  <a:cubicBezTo>
                    <a:pt x="23" y="16"/>
                    <a:pt x="22" y="18"/>
                    <a:pt x="22" y="19"/>
                  </a:cubicBezTo>
                  <a:cubicBezTo>
                    <a:pt x="22" y="20"/>
                    <a:pt x="21" y="20"/>
                    <a:pt x="21" y="20"/>
                  </a:cubicBezTo>
                  <a:cubicBezTo>
                    <a:pt x="21" y="19"/>
                    <a:pt x="20" y="19"/>
                    <a:pt x="20" y="18"/>
                  </a:cubicBezTo>
                  <a:cubicBezTo>
                    <a:pt x="18" y="17"/>
                    <a:pt x="18" y="15"/>
                    <a:pt x="17" y="12"/>
                  </a:cubicBezTo>
                  <a:cubicBezTo>
                    <a:pt x="17" y="12"/>
                    <a:pt x="17" y="11"/>
                    <a:pt x="18" y="10"/>
                  </a:cubicBezTo>
                  <a:cubicBezTo>
                    <a:pt x="18" y="9"/>
                    <a:pt x="18" y="8"/>
                    <a:pt x="19" y="8"/>
                  </a:cubicBezTo>
                  <a:cubicBezTo>
                    <a:pt x="19" y="6"/>
                    <a:pt x="19" y="5"/>
                    <a:pt x="19" y="4"/>
                  </a:cubicBezTo>
                  <a:cubicBezTo>
                    <a:pt x="18" y="3"/>
                    <a:pt x="18" y="3"/>
                    <a:pt x="17" y="2"/>
                  </a:cubicBezTo>
                  <a:cubicBezTo>
                    <a:pt x="17" y="2"/>
                    <a:pt x="16" y="2"/>
                    <a:pt x="15" y="2"/>
                  </a:cubicBezTo>
                  <a:cubicBezTo>
                    <a:pt x="15" y="2"/>
                    <a:pt x="14" y="2"/>
                    <a:pt x="14" y="2"/>
                  </a:cubicBezTo>
                  <a:cubicBezTo>
                    <a:pt x="13" y="3"/>
                    <a:pt x="13" y="3"/>
                    <a:pt x="13" y="4"/>
                  </a:cubicBezTo>
                  <a:cubicBezTo>
                    <a:pt x="13" y="4"/>
                    <a:pt x="12" y="5"/>
                    <a:pt x="12" y="5"/>
                  </a:cubicBezTo>
                  <a:cubicBezTo>
                    <a:pt x="12" y="6"/>
                    <a:pt x="11" y="5"/>
                    <a:pt x="11" y="4"/>
                  </a:cubicBezTo>
                  <a:cubicBezTo>
                    <a:pt x="10" y="3"/>
                    <a:pt x="9" y="3"/>
                    <a:pt x="8" y="3"/>
                  </a:cubicBezTo>
                  <a:cubicBezTo>
                    <a:pt x="5" y="3"/>
                    <a:pt x="3" y="3"/>
                    <a:pt x="1" y="6"/>
                  </a:cubicBezTo>
                  <a:cubicBezTo>
                    <a:pt x="0" y="7"/>
                    <a:pt x="1" y="9"/>
                    <a:pt x="2" y="10"/>
                  </a:cubicBezTo>
                  <a:cubicBezTo>
                    <a:pt x="4" y="10"/>
                    <a:pt x="4" y="10"/>
                    <a:pt x="5" y="11"/>
                  </a:cubicBezTo>
                  <a:cubicBezTo>
                    <a:pt x="6" y="12"/>
                    <a:pt x="8" y="13"/>
                    <a:pt x="9" y="15"/>
                  </a:cubicBezTo>
                  <a:cubicBezTo>
                    <a:pt x="9" y="15"/>
                    <a:pt x="10" y="16"/>
                    <a:pt x="10" y="17"/>
                  </a:cubicBezTo>
                  <a:cubicBezTo>
                    <a:pt x="10" y="17"/>
                    <a:pt x="10" y="17"/>
                    <a:pt x="10" y="18"/>
                  </a:cubicBezTo>
                  <a:cubicBezTo>
                    <a:pt x="10" y="19"/>
                    <a:pt x="10" y="20"/>
                    <a:pt x="9" y="21"/>
                  </a:cubicBezTo>
                  <a:cubicBezTo>
                    <a:pt x="9" y="22"/>
                    <a:pt x="9" y="23"/>
                    <a:pt x="10" y="24"/>
                  </a:cubicBezTo>
                  <a:cubicBezTo>
                    <a:pt x="11" y="25"/>
                    <a:pt x="14" y="26"/>
                    <a:pt x="15" y="25"/>
                  </a:cubicBezTo>
                  <a:cubicBezTo>
                    <a:pt x="16" y="24"/>
                    <a:pt x="16" y="24"/>
                    <a:pt x="16" y="25"/>
                  </a:cubicBezTo>
                  <a:cubicBezTo>
                    <a:pt x="17" y="26"/>
                    <a:pt x="18" y="28"/>
                    <a:pt x="19" y="30"/>
                  </a:cubicBezTo>
                  <a:cubicBezTo>
                    <a:pt x="20" y="31"/>
                    <a:pt x="20" y="33"/>
                    <a:pt x="21" y="35"/>
                  </a:cubicBezTo>
                  <a:cubicBezTo>
                    <a:pt x="21" y="35"/>
                    <a:pt x="21" y="36"/>
                    <a:pt x="21" y="36"/>
                  </a:cubicBezTo>
                  <a:cubicBezTo>
                    <a:pt x="20" y="36"/>
                    <a:pt x="20" y="37"/>
                    <a:pt x="20" y="37"/>
                  </a:cubicBezTo>
                  <a:cubicBezTo>
                    <a:pt x="20" y="39"/>
                    <a:pt x="21" y="41"/>
                    <a:pt x="22" y="43"/>
                  </a:cubicBezTo>
                  <a:cubicBezTo>
                    <a:pt x="23" y="44"/>
                    <a:pt x="24" y="46"/>
                    <a:pt x="25" y="46"/>
                  </a:cubicBezTo>
                  <a:cubicBezTo>
                    <a:pt x="28" y="48"/>
                    <a:pt x="30" y="49"/>
                    <a:pt x="32" y="51"/>
                  </a:cubicBezTo>
                  <a:cubicBezTo>
                    <a:pt x="34" y="52"/>
                    <a:pt x="37" y="53"/>
                    <a:pt x="39" y="54"/>
                  </a:cubicBezTo>
                  <a:cubicBezTo>
                    <a:pt x="39" y="54"/>
                    <a:pt x="39" y="55"/>
                    <a:pt x="40" y="54"/>
                  </a:cubicBezTo>
                  <a:cubicBezTo>
                    <a:pt x="41" y="54"/>
                    <a:pt x="42" y="54"/>
                    <a:pt x="43" y="54"/>
                  </a:cubicBezTo>
                  <a:cubicBezTo>
                    <a:pt x="44" y="54"/>
                    <a:pt x="44" y="54"/>
                    <a:pt x="44" y="54"/>
                  </a:cubicBezTo>
                  <a:cubicBezTo>
                    <a:pt x="44" y="53"/>
                    <a:pt x="45" y="52"/>
                    <a:pt x="45" y="52"/>
                  </a:cubicBezTo>
                  <a:cubicBezTo>
                    <a:pt x="46" y="51"/>
                    <a:pt x="46" y="50"/>
                    <a:pt x="46" y="50"/>
                  </a:cubicBezTo>
                  <a:cubicBezTo>
                    <a:pt x="44" y="49"/>
                    <a:pt x="43" y="47"/>
                    <a:pt x="41" y="47"/>
                  </a:cubicBezTo>
                  <a:cubicBezTo>
                    <a:pt x="40" y="47"/>
                    <a:pt x="39" y="46"/>
                    <a:pt x="38" y="46"/>
                  </a:cubicBezTo>
                  <a:cubicBezTo>
                    <a:pt x="35" y="45"/>
                    <a:pt x="33" y="43"/>
                    <a:pt x="31" y="42"/>
                  </a:cubicBezTo>
                  <a:cubicBezTo>
                    <a:pt x="29" y="41"/>
                    <a:pt x="28" y="40"/>
                    <a:pt x="27" y="40"/>
                  </a:cubicBezTo>
                  <a:cubicBezTo>
                    <a:pt x="26" y="39"/>
                    <a:pt x="26" y="38"/>
                    <a:pt x="27" y="37"/>
                  </a:cubicBezTo>
                  <a:cubicBezTo>
                    <a:pt x="27" y="37"/>
                    <a:pt x="27" y="37"/>
                    <a:pt x="27" y="36"/>
                  </a:cubicBezTo>
                  <a:cubicBezTo>
                    <a:pt x="28" y="35"/>
                    <a:pt x="28" y="34"/>
                    <a:pt x="27" y="33"/>
                  </a:cubicBezTo>
                  <a:cubicBezTo>
                    <a:pt x="27" y="32"/>
                    <a:pt x="27" y="30"/>
                    <a:pt x="27" y="29"/>
                  </a:cubicBezTo>
                  <a:cubicBezTo>
                    <a:pt x="26" y="27"/>
                    <a:pt x="26" y="26"/>
                    <a:pt x="26" y="25"/>
                  </a:cubicBezTo>
                  <a:cubicBezTo>
                    <a:pt x="26" y="25"/>
                    <a:pt x="26" y="25"/>
                    <a:pt x="26" y="25"/>
                  </a:cubicBezTo>
                  <a:cubicBezTo>
                    <a:pt x="26" y="25"/>
                    <a:pt x="26" y="25"/>
                    <a:pt x="26" y="25"/>
                  </a:cubicBezTo>
                  <a:cubicBezTo>
                    <a:pt x="26" y="25"/>
                    <a:pt x="26" y="24"/>
                    <a:pt x="26" y="23"/>
                  </a:cubicBezTo>
                  <a:cubicBezTo>
                    <a:pt x="26" y="23"/>
                    <a:pt x="26" y="22"/>
                    <a:pt x="26" y="22"/>
                  </a:cubicBezTo>
                  <a:cubicBezTo>
                    <a:pt x="26" y="20"/>
                    <a:pt x="26" y="18"/>
                    <a:pt x="27" y="17"/>
                  </a:cubicBezTo>
                  <a:cubicBezTo>
                    <a:pt x="27" y="13"/>
                    <a:pt x="29" y="9"/>
                    <a:pt x="32" y="6"/>
                  </a:cubicBezTo>
                  <a:cubicBezTo>
                    <a:pt x="35" y="4"/>
                    <a:pt x="37" y="4"/>
                    <a:pt x="40" y="6"/>
                  </a:cubicBezTo>
                  <a:cubicBezTo>
                    <a:pt x="41" y="7"/>
                    <a:pt x="43" y="9"/>
                    <a:pt x="44" y="10"/>
                  </a:cubicBezTo>
                  <a:cubicBezTo>
                    <a:pt x="45" y="10"/>
                    <a:pt x="45" y="11"/>
                    <a:pt x="46" y="12"/>
                  </a:cubicBezTo>
                  <a:cubicBezTo>
                    <a:pt x="48" y="15"/>
                    <a:pt x="50" y="17"/>
                    <a:pt x="52" y="20"/>
                  </a:cubicBezTo>
                  <a:cubicBezTo>
                    <a:pt x="53" y="21"/>
                    <a:pt x="54" y="23"/>
                    <a:pt x="54" y="25"/>
                  </a:cubicBezTo>
                  <a:cubicBezTo>
                    <a:pt x="55" y="26"/>
                    <a:pt x="55" y="26"/>
                    <a:pt x="54" y="27"/>
                  </a:cubicBezTo>
                  <a:cubicBezTo>
                    <a:pt x="53" y="29"/>
                    <a:pt x="51" y="30"/>
                    <a:pt x="50" y="31"/>
                  </a:cubicBezTo>
                  <a:cubicBezTo>
                    <a:pt x="49" y="31"/>
                    <a:pt x="49" y="31"/>
                    <a:pt x="49" y="31"/>
                  </a:cubicBezTo>
                  <a:cubicBezTo>
                    <a:pt x="48" y="30"/>
                    <a:pt x="47" y="29"/>
                    <a:pt x="47" y="28"/>
                  </a:cubicBezTo>
                  <a:cubicBezTo>
                    <a:pt x="46" y="28"/>
                    <a:pt x="46" y="27"/>
                    <a:pt x="46" y="27"/>
                  </a:cubicBezTo>
                  <a:cubicBezTo>
                    <a:pt x="46" y="26"/>
                    <a:pt x="45" y="26"/>
                    <a:pt x="45" y="26"/>
                  </a:cubicBezTo>
                  <a:cubicBezTo>
                    <a:pt x="44" y="25"/>
                    <a:pt x="43" y="25"/>
                    <a:pt x="42" y="25"/>
                  </a:cubicBezTo>
                  <a:cubicBezTo>
                    <a:pt x="42" y="25"/>
                    <a:pt x="40" y="26"/>
                    <a:pt x="41" y="27"/>
                  </a:cubicBezTo>
                  <a:cubicBezTo>
                    <a:pt x="41" y="27"/>
                    <a:pt x="41" y="28"/>
                    <a:pt x="41" y="28"/>
                  </a:cubicBezTo>
                  <a:cubicBezTo>
                    <a:pt x="41" y="28"/>
                    <a:pt x="41" y="29"/>
                    <a:pt x="41" y="29"/>
                  </a:cubicBezTo>
                  <a:cubicBezTo>
                    <a:pt x="41" y="29"/>
                    <a:pt x="40" y="29"/>
                    <a:pt x="40" y="28"/>
                  </a:cubicBezTo>
                  <a:cubicBezTo>
                    <a:pt x="40" y="26"/>
                    <a:pt x="39" y="24"/>
                    <a:pt x="39" y="22"/>
                  </a:cubicBezTo>
                  <a:cubicBezTo>
                    <a:pt x="39" y="21"/>
                    <a:pt x="39" y="21"/>
                    <a:pt x="38" y="20"/>
                  </a:cubicBezTo>
                  <a:cubicBezTo>
                    <a:pt x="37" y="19"/>
                    <a:pt x="36" y="19"/>
                    <a:pt x="35" y="20"/>
                  </a:cubicBezTo>
                  <a:cubicBezTo>
                    <a:pt x="35" y="20"/>
                    <a:pt x="34" y="20"/>
                    <a:pt x="34" y="19"/>
                  </a:cubicBezTo>
                  <a:cubicBezTo>
                    <a:pt x="34" y="18"/>
                    <a:pt x="33" y="17"/>
                    <a:pt x="32" y="16"/>
                  </a:cubicBezTo>
                  <a:cubicBezTo>
                    <a:pt x="31" y="15"/>
                    <a:pt x="29" y="15"/>
                    <a:pt x="28" y="16"/>
                  </a:cubicBezTo>
                  <a:cubicBezTo>
                    <a:pt x="27" y="16"/>
                    <a:pt x="27" y="16"/>
                    <a:pt x="27" y="17"/>
                  </a:cubicBezTo>
                  <a:cubicBezTo>
                    <a:pt x="27" y="17"/>
                    <a:pt x="28" y="18"/>
                    <a:pt x="28" y="19"/>
                  </a:cubicBezTo>
                  <a:cubicBezTo>
                    <a:pt x="29" y="20"/>
                    <a:pt x="30" y="21"/>
                    <a:pt x="30" y="22"/>
                  </a:cubicBezTo>
                  <a:cubicBezTo>
                    <a:pt x="30" y="23"/>
                    <a:pt x="30" y="24"/>
                    <a:pt x="30" y="24"/>
                  </a:cubicBezTo>
                  <a:cubicBezTo>
                    <a:pt x="29" y="24"/>
                    <a:pt x="29" y="24"/>
                    <a:pt x="28" y="24"/>
                  </a:cubicBezTo>
                  <a:cubicBezTo>
                    <a:pt x="28" y="24"/>
                    <a:pt x="28" y="24"/>
                    <a:pt x="28" y="24"/>
                  </a:cubicBezTo>
                  <a:cubicBezTo>
                    <a:pt x="27" y="23"/>
                    <a:pt x="27" y="24"/>
                    <a:pt x="27" y="24"/>
                  </a:cubicBezTo>
                  <a:cubicBezTo>
                    <a:pt x="26" y="25"/>
                    <a:pt x="26" y="25"/>
                    <a:pt x="26" y="25"/>
                  </a:cubicBezTo>
                  <a:cubicBezTo>
                    <a:pt x="26" y="25"/>
                    <a:pt x="26" y="25"/>
                    <a:pt x="26" y="25"/>
                  </a:cubicBezTo>
                  <a:cubicBezTo>
                    <a:pt x="26" y="25"/>
                    <a:pt x="26" y="25"/>
                    <a:pt x="26" y="25"/>
                  </a:cubicBezTo>
                  <a:cubicBezTo>
                    <a:pt x="27" y="26"/>
                    <a:pt x="27" y="27"/>
                    <a:pt x="27" y="28"/>
                  </a:cubicBezTo>
                  <a:cubicBezTo>
                    <a:pt x="28" y="28"/>
                    <a:pt x="28" y="28"/>
                    <a:pt x="29" y="28"/>
                  </a:cubicBezTo>
                  <a:cubicBezTo>
                    <a:pt x="29" y="29"/>
                    <a:pt x="30" y="29"/>
                    <a:pt x="31" y="28"/>
                  </a:cubicBezTo>
                  <a:cubicBezTo>
                    <a:pt x="31" y="28"/>
                    <a:pt x="32" y="29"/>
                    <a:pt x="32" y="29"/>
                  </a:cubicBezTo>
                  <a:cubicBezTo>
                    <a:pt x="33" y="31"/>
                    <a:pt x="33" y="33"/>
                    <a:pt x="34" y="35"/>
                  </a:cubicBezTo>
                  <a:cubicBezTo>
                    <a:pt x="34" y="35"/>
                    <a:pt x="35" y="36"/>
                    <a:pt x="36" y="36"/>
                  </a:cubicBezTo>
                  <a:cubicBezTo>
                    <a:pt x="37" y="35"/>
                    <a:pt x="37" y="35"/>
                    <a:pt x="38" y="34"/>
                  </a:cubicBezTo>
                  <a:cubicBezTo>
                    <a:pt x="38" y="34"/>
                    <a:pt x="38" y="34"/>
                    <a:pt x="38" y="34"/>
                  </a:cubicBezTo>
                  <a:cubicBezTo>
                    <a:pt x="38" y="34"/>
                    <a:pt x="39" y="34"/>
                    <a:pt x="39" y="35"/>
                  </a:cubicBezTo>
                  <a:cubicBezTo>
                    <a:pt x="39" y="36"/>
                    <a:pt x="40" y="38"/>
                    <a:pt x="40" y="39"/>
                  </a:cubicBezTo>
                  <a:cubicBezTo>
                    <a:pt x="41" y="39"/>
                    <a:pt x="41" y="40"/>
                    <a:pt x="41" y="40"/>
                  </a:cubicBezTo>
                  <a:cubicBezTo>
                    <a:pt x="41" y="40"/>
                    <a:pt x="42" y="40"/>
                    <a:pt x="42" y="40"/>
                  </a:cubicBezTo>
                  <a:cubicBezTo>
                    <a:pt x="43" y="40"/>
                    <a:pt x="43" y="40"/>
                    <a:pt x="43" y="40"/>
                  </a:cubicBezTo>
                  <a:cubicBezTo>
                    <a:pt x="44" y="39"/>
                    <a:pt x="44" y="38"/>
                    <a:pt x="44" y="38"/>
                  </a:cubicBezTo>
                  <a:cubicBezTo>
                    <a:pt x="45" y="36"/>
                    <a:pt x="45" y="35"/>
                    <a:pt x="45" y="34"/>
                  </a:cubicBezTo>
                  <a:cubicBezTo>
                    <a:pt x="46" y="33"/>
                    <a:pt x="46" y="33"/>
                    <a:pt x="47" y="33"/>
                  </a:cubicBezTo>
                  <a:cubicBezTo>
                    <a:pt x="48" y="34"/>
                    <a:pt x="49" y="35"/>
                    <a:pt x="50" y="36"/>
                  </a:cubicBezTo>
                  <a:cubicBezTo>
                    <a:pt x="53" y="38"/>
                    <a:pt x="56" y="39"/>
                    <a:pt x="58" y="41"/>
                  </a:cubicBezTo>
                  <a:cubicBezTo>
                    <a:pt x="59" y="41"/>
                    <a:pt x="60" y="42"/>
                    <a:pt x="60" y="42"/>
                  </a:cubicBezTo>
                  <a:cubicBezTo>
                    <a:pt x="60" y="42"/>
                    <a:pt x="61" y="42"/>
                    <a:pt x="61" y="42"/>
                  </a:cubicBezTo>
                  <a:cubicBezTo>
                    <a:pt x="61" y="42"/>
                    <a:pt x="61" y="41"/>
                    <a:pt x="61" y="41"/>
                  </a:cubicBezTo>
                  <a:cubicBezTo>
                    <a:pt x="61" y="41"/>
                    <a:pt x="60" y="40"/>
                    <a:pt x="60" y="40"/>
                  </a:cubicBezTo>
                  <a:cubicBezTo>
                    <a:pt x="59" y="39"/>
                    <a:pt x="54" y="36"/>
                    <a:pt x="53" y="35"/>
                  </a:cubicBezTo>
                  <a:cubicBezTo>
                    <a:pt x="53" y="35"/>
                    <a:pt x="53" y="34"/>
                    <a:pt x="52" y="34"/>
                  </a:cubicBezTo>
                  <a:cubicBezTo>
                    <a:pt x="52" y="33"/>
                    <a:pt x="51" y="33"/>
                    <a:pt x="50" y="32"/>
                  </a:cubicBezTo>
                  <a:cubicBezTo>
                    <a:pt x="50" y="32"/>
                    <a:pt x="50" y="32"/>
                    <a:pt x="50" y="31"/>
                  </a:cubicBezTo>
                  <a:cubicBezTo>
                    <a:pt x="51" y="31"/>
                    <a:pt x="51" y="31"/>
                    <a:pt x="52" y="31"/>
                  </a:cubicBezTo>
                  <a:cubicBezTo>
                    <a:pt x="52" y="31"/>
                    <a:pt x="52" y="30"/>
                    <a:pt x="53" y="31"/>
                  </a:cubicBezTo>
                  <a:cubicBezTo>
                    <a:pt x="53" y="31"/>
                    <a:pt x="53" y="31"/>
                    <a:pt x="53" y="31"/>
                  </a:cubicBezTo>
                  <a:cubicBezTo>
                    <a:pt x="53" y="31"/>
                    <a:pt x="54" y="31"/>
                    <a:pt x="54" y="32"/>
                  </a:cubicBezTo>
                  <a:cubicBezTo>
                    <a:pt x="53" y="32"/>
                    <a:pt x="54" y="32"/>
                    <a:pt x="54" y="32"/>
                  </a:cubicBezTo>
                  <a:cubicBezTo>
                    <a:pt x="56" y="32"/>
                    <a:pt x="57" y="32"/>
                    <a:pt x="58" y="31"/>
                  </a:cubicBezTo>
                  <a:cubicBezTo>
                    <a:pt x="59" y="30"/>
                    <a:pt x="60" y="28"/>
                    <a:pt x="60" y="27"/>
                  </a:cubicBezTo>
                  <a:cubicBezTo>
                    <a:pt x="59" y="25"/>
                    <a:pt x="59" y="24"/>
                    <a:pt x="59" y="22"/>
                  </a:cubicBezTo>
                  <a:cubicBezTo>
                    <a:pt x="58" y="21"/>
                    <a:pt x="57" y="20"/>
                    <a:pt x="56" y="18"/>
                  </a:cubicBezTo>
                  <a:cubicBezTo>
                    <a:pt x="55" y="16"/>
                    <a:pt x="53" y="14"/>
                    <a:pt x="52" y="12"/>
                  </a:cubicBezTo>
                  <a:cubicBezTo>
                    <a:pt x="51" y="11"/>
                    <a:pt x="50" y="10"/>
                    <a:pt x="49" y="8"/>
                  </a:cubicBezTo>
                  <a:cubicBezTo>
                    <a:pt x="47" y="7"/>
                    <a:pt x="46" y="6"/>
                    <a:pt x="45" y="5"/>
                  </a:cubicBezTo>
                  <a:cubicBezTo>
                    <a:pt x="44" y="4"/>
                    <a:pt x="43" y="4"/>
                    <a:pt x="43" y="3"/>
                  </a:cubicBezTo>
                  <a:cubicBezTo>
                    <a:pt x="41" y="2"/>
                    <a:pt x="39" y="1"/>
                    <a:pt x="37" y="1"/>
                  </a:cubicBezTo>
                  <a:cubicBezTo>
                    <a:pt x="34" y="0"/>
                    <a:pt x="32" y="1"/>
                    <a:pt x="30" y="3"/>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0" name="íSḷîḍè"/>
            <p:cNvSpPr/>
            <p:nvPr/>
          </p:nvSpPr>
          <p:spPr bwMode="auto">
            <a:xfrm>
              <a:off x="2443163" y="2686051"/>
              <a:ext cx="158750" cy="206375"/>
            </a:xfrm>
            <a:custGeom>
              <a:avLst/>
              <a:gdLst>
                <a:gd name="T0" fmla="*/ 25 w 44"/>
                <a:gd name="T1" fmla="*/ 1 h 57"/>
                <a:gd name="T2" fmla="*/ 20 w 44"/>
                <a:gd name="T3" fmla="*/ 7 h 57"/>
                <a:gd name="T4" fmla="*/ 7 w 44"/>
                <a:gd name="T5" fmla="*/ 27 h 57"/>
                <a:gd name="T6" fmla="*/ 2 w 44"/>
                <a:gd name="T7" fmla="*/ 36 h 57"/>
                <a:gd name="T8" fmla="*/ 1 w 44"/>
                <a:gd name="T9" fmla="*/ 41 h 57"/>
                <a:gd name="T10" fmla="*/ 5 w 44"/>
                <a:gd name="T11" fmla="*/ 42 h 57"/>
                <a:gd name="T12" fmla="*/ 12 w 44"/>
                <a:gd name="T13" fmla="*/ 28 h 57"/>
                <a:gd name="T14" fmla="*/ 16 w 44"/>
                <a:gd name="T15" fmla="*/ 21 h 57"/>
                <a:gd name="T16" fmla="*/ 17 w 44"/>
                <a:gd name="T17" fmla="*/ 22 h 57"/>
                <a:gd name="T18" fmla="*/ 17 w 44"/>
                <a:gd name="T19" fmla="*/ 40 h 57"/>
                <a:gd name="T20" fmla="*/ 22 w 44"/>
                <a:gd name="T21" fmla="*/ 43 h 57"/>
                <a:gd name="T22" fmla="*/ 22 w 44"/>
                <a:gd name="T23" fmla="*/ 39 h 57"/>
                <a:gd name="T24" fmla="*/ 22 w 44"/>
                <a:gd name="T25" fmla="*/ 37 h 57"/>
                <a:gd name="T26" fmla="*/ 21 w 44"/>
                <a:gd name="T27" fmla="*/ 33 h 57"/>
                <a:gd name="T28" fmla="*/ 26 w 44"/>
                <a:gd name="T29" fmla="*/ 23 h 57"/>
                <a:gd name="T30" fmla="*/ 27 w 44"/>
                <a:gd name="T31" fmla="*/ 23 h 57"/>
                <a:gd name="T32" fmla="*/ 23 w 44"/>
                <a:gd name="T33" fmla="*/ 35 h 57"/>
                <a:gd name="T34" fmla="*/ 26 w 44"/>
                <a:gd name="T35" fmla="*/ 40 h 57"/>
                <a:gd name="T36" fmla="*/ 27 w 44"/>
                <a:gd name="T37" fmla="*/ 40 h 57"/>
                <a:gd name="T38" fmla="*/ 30 w 44"/>
                <a:gd name="T39" fmla="*/ 45 h 57"/>
                <a:gd name="T40" fmla="*/ 25 w 44"/>
                <a:gd name="T41" fmla="*/ 51 h 57"/>
                <a:gd name="T42" fmla="*/ 24 w 44"/>
                <a:gd name="T43" fmla="*/ 54 h 57"/>
                <a:gd name="T44" fmla="*/ 28 w 44"/>
                <a:gd name="T45" fmla="*/ 57 h 57"/>
                <a:gd name="T46" fmla="*/ 31 w 44"/>
                <a:gd name="T47" fmla="*/ 51 h 57"/>
                <a:gd name="T48" fmla="*/ 33 w 44"/>
                <a:gd name="T49" fmla="*/ 51 h 57"/>
                <a:gd name="T50" fmla="*/ 35 w 44"/>
                <a:gd name="T51" fmla="*/ 54 h 57"/>
                <a:gd name="T52" fmla="*/ 38 w 44"/>
                <a:gd name="T53" fmla="*/ 53 h 57"/>
                <a:gd name="T54" fmla="*/ 39 w 44"/>
                <a:gd name="T55" fmla="*/ 52 h 57"/>
                <a:gd name="T56" fmla="*/ 39 w 44"/>
                <a:gd name="T57" fmla="*/ 49 h 57"/>
                <a:gd name="T58" fmla="*/ 36 w 44"/>
                <a:gd name="T59" fmla="*/ 44 h 57"/>
                <a:gd name="T60" fmla="*/ 40 w 44"/>
                <a:gd name="T61" fmla="*/ 40 h 57"/>
                <a:gd name="T62" fmla="*/ 40 w 44"/>
                <a:gd name="T63" fmla="*/ 44 h 57"/>
                <a:gd name="T64" fmla="*/ 40 w 44"/>
                <a:gd name="T65" fmla="*/ 44 h 57"/>
                <a:gd name="T66" fmla="*/ 42 w 44"/>
                <a:gd name="T67" fmla="*/ 42 h 57"/>
                <a:gd name="T68" fmla="*/ 40 w 44"/>
                <a:gd name="T69" fmla="*/ 35 h 57"/>
                <a:gd name="T70" fmla="*/ 33 w 44"/>
                <a:gd name="T71" fmla="*/ 40 h 57"/>
                <a:gd name="T72" fmla="*/ 30 w 44"/>
                <a:gd name="T73" fmla="*/ 36 h 57"/>
                <a:gd name="T74" fmla="*/ 32 w 44"/>
                <a:gd name="T75" fmla="*/ 32 h 57"/>
                <a:gd name="T76" fmla="*/ 29 w 44"/>
                <a:gd name="T77" fmla="*/ 27 h 57"/>
                <a:gd name="T78" fmla="*/ 28 w 44"/>
                <a:gd name="T79" fmla="*/ 21 h 57"/>
                <a:gd name="T80" fmla="*/ 23 w 44"/>
                <a:gd name="T81" fmla="*/ 20 h 57"/>
                <a:gd name="T82" fmla="*/ 19 w 44"/>
                <a:gd name="T83" fmla="*/ 28 h 57"/>
                <a:gd name="T84" fmla="*/ 18 w 44"/>
                <a:gd name="T85" fmla="*/ 33 h 57"/>
                <a:gd name="T86" fmla="*/ 17 w 44"/>
                <a:gd name="T87" fmla="*/ 33 h 57"/>
                <a:gd name="T88" fmla="*/ 17 w 44"/>
                <a:gd name="T89" fmla="*/ 27 h 57"/>
                <a:gd name="T90" fmla="*/ 20 w 44"/>
                <a:gd name="T91" fmla="*/ 18 h 57"/>
                <a:gd name="T92" fmla="*/ 26 w 44"/>
                <a:gd name="T93" fmla="*/ 11 h 57"/>
                <a:gd name="T94" fmla="*/ 32 w 44"/>
                <a:gd name="T95" fmla="*/ 6 h 57"/>
                <a:gd name="T96" fmla="*/ 30 w 44"/>
                <a:gd name="T97"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7">
                  <a:moveTo>
                    <a:pt x="30" y="1"/>
                  </a:moveTo>
                  <a:cubicBezTo>
                    <a:pt x="29" y="0"/>
                    <a:pt x="27" y="0"/>
                    <a:pt x="25" y="1"/>
                  </a:cubicBezTo>
                  <a:cubicBezTo>
                    <a:pt x="25" y="2"/>
                    <a:pt x="25" y="2"/>
                    <a:pt x="25" y="2"/>
                  </a:cubicBezTo>
                  <a:cubicBezTo>
                    <a:pt x="23" y="4"/>
                    <a:pt x="22" y="6"/>
                    <a:pt x="20" y="7"/>
                  </a:cubicBezTo>
                  <a:cubicBezTo>
                    <a:pt x="19" y="9"/>
                    <a:pt x="18" y="11"/>
                    <a:pt x="16" y="13"/>
                  </a:cubicBezTo>
                  <a:cubicBezTo>
                    <a:pt x="15" y="14"/>
                    <a:pt x="8" y="26"/>
                    <a:pt x="7" y="27"/>
                  </a:cubicBezTo>
                  <a:cubicBezTo>
                    <a:pt x="6" y="29"/>
                    <a:pt x="5" y="30"/>
                    <a:pt x="4" y="32"/>
                  </a:cubicBezTo>
                  <a:cubicBezTo>
                    <a:pt x="4" y="33"/>
                    <a:pt x="3" y="35"/>
                    <a:pt x="2" y="36"/>
                  </a:cubicBezTo>
                  <a:cubicBezTo>
                    <a:pt x="1" y="37"/>
                    <a:pt x="1" y="39"/>
                    <a:pt x="0" y="40"/>
                  </a:cubicBezTo>
                  <a:cubicBezTo>
                    <a:pt x="0" y="41"/>
                    <a:pt x="0" y="41"/>
                    <a:pt x="1" y="41"/>
                  </a:cubicBezTo>
                  <a:cubicBezTo>
                    <a:pt x="1" y="42"/>
                    <a:pt x="2" y="43"/>
                    <a:pt x="3" y="43"/>
                  </a:cubicBezTo>
                  <a:cubicBezTo>
                    <a:pt x="4" y="43"/>
                    <a:pt x="5" y="43"/>
                    <a:pt x="5" y="42"/>
                  </a:cubicBezTo>
                  <a:cubicBezTo>
                    <a:pt x="6" y="40"/>
                    <a:pt x="7" y="38"/>
                    <a:pt x="8" y="36"/>
                  </a:cubicBezTo>
                  <a:cubicBezTo>
                    <a:pt x="10" y="33"/>
                    <a:pt x="10" y="31"/>
                    <a:pt x="12" y="28"/>
                  </a:cubicBezTo>
                  <a:cubicBezTo>
                    <a:pt x="12" y="28"/>
                    <a:pt x="12" y="27"/>
                    <a:pt x="13" y="27"/>
                  </a:cubicBezTo>
                  <a:cubicBezTo>
                    <a:pt x="14" y="25"/>
                    <a:pt x="15" y="23"/>
                    <a:pt x="16" y="21"/>
                  </a:cubicBezTo>
                  <a:cubicBezTo>
                    <a:pt x="17" y="21"/>
                    <a:pt x="17" y="21"/>
                    <a:pt x="17" y="21"/>
                  </a:cubicBezTo>
                  <a:cubicBezTo>
                    <a:pt x="17" y="21"/>
                    <a:pt x="17" y="22"/>
                    <a:pt x="17" y="22"/>
                  </a:cubicBezTo>
                  <a:cubicBezTo>
                    <a:pt x="16" y="26"/>
                    <a:pt x="15" y="30"/>
                    <a:pt x="15" y="34"/>
                  </a:cubicBezTo>
                  <a:cubicBezTo>
                    <a:pt x="15" y="36"/>
                    <a:pt x="16" y="38"/>
                    <a:pt x="17" y="40"/>
                  </a:cubicBezTo>
                  <a:cubicBezTo>
                    <a:pt x="18" y="41"/>
                    <a:pt x="18" y="43"/>
                    <a:pt x="20" y="43"/>
                  </a:cubicBezTo>
                  <a:cubicBezTo>
                    <a:pt x="20" y="44"/>
                    <a:pt x="21" y="44"/>
                    <a:pt x="22" y="43"/>
                  </a:cubicBezTo>
                  <a:cubicBezTo>
                    <a:pt x="22" y="43"/>
                    <a:pt x="22" y="43"/>
                    <a:pt x="22" y="42"/>
                  </a:cubicBezTo>
                  <a:cubicBezTo>
                    <a:pt x="22" y="41"/>
                    <a:pt x="22" y="40"/>
                    <a:pt x="22" y="39"/>
                  </a:cubicBezTo>
                  <a:cubicBezTo>
                    <a:pt x="22" y="39"/>
                    <a:pt x="22" y="39"/>
                    <a:pt x="22" y="38"/>
                  </a:cubicBezTo>
                  <a:cubicBezTo>
                    <a:pt x="22" y="38"/>
                    <a:pt x="22" y="37"/>
                    <a:pt x="22" y="37"/>
                  </a:cubicBezTo>
                  <a:cubicBezTo>
                    <a:pt x="22" y="36"/>
                    <a:pt x="22" y="36"/>
                    <a:pt x="22" y="35"/>
                  </a:cubicBezTo>
                  <a:cubicBezTo>
                    <a:pt x="22" y="35"/>
                    <a:pt x="21" y="34"/>
                    <a:pt x="21" y="33"/>
                  </a:cubicBezTo>
                  <a:cubicBezTo>
                    <a:pt x="22" y="31"/>
                    <a:pt x="22" y="28"/>
                    <a:pt x="24" y="26"/>
                  </a:cubicBezTo>
                  <a:cubicBezTo>
                    <a:pt x="24" y="25"/>
                    <a:pt x="25" y="23"/>
                    <a:pt x="26" y="23"/>
                  </a:cubicBezTo>
                  <a:cubicBezTo>
                    <a:pt x="26" y="22"/>
                    <a:pt x="27" y="22"/>
                    <a:pt x="27" y="22"/>
                  </a:cubicBezTo>
                  <a:cubicBezTo>
                    <a:pt x="27" y="22"/>
                    <a:pt x="27" y="23"/>
                    <a:pt x="27" y="23"/>
                  </a:cubicBezTo>
                  <a:cubicBezTo>
                    <a:pt x="27" y="26"/>
                    <a:pt x="26" y="28"/>
                    <a:pt x="25" y="30"/>
                  </a:cubicBezTo>
                  <a:cubicBezTo>
                    <a:pt x="25" y="32"/>
                    <a:pt x="24" y="33"/>
                    <a:pt x="23" y="35"/>
                  </a:cubicBezTo>
                  <a:cubicBezTo>
                    <a:pt x="22" y="37"/>
                    <a:pt x="23" y="38"/>
                    <a:pt x="24" y="40"/>
                  </a:cubicBezTo>
                  <a:cubicBezTo>
                    <a:pt x="24" y="41"/>
                    <a:pt x="26" y="41"/>
                    <a:pt x="26" y="40"/>
                  </a:cubicBezTo>
                  <a:cubicBezTo>
                    <a:pt x="26" y="40"/>
                    <a:pt x="26" y="40"/>
                    <a:pt x="27" y="40"/>
                  </a:cubicBezTo>
                  <a:cubicBezTo>
                    <a:pt x="27" y="39"/>
                    <a:pt x="27" y="39"/>
                    <a:pt x="27" y="40"/>
                  </a:cubicBezTo>
                  <a:cubicBezTo>
                    <a:pt x="28" y="41"/>
                    <a:pt x="29" y="43"/>
                    <a:pt x="30" y="44"/>
                  </a:cubicBezTo>
                  <a:cubicBezTo>
                    <a:pt x="30" y="45"/>
                    <a:pt x="30" y="45"/>
                    <a:pt x="30" y="45"/>
                  </a:cubicBezTo>
                  <a:cubicBezTo>
                    <a:pt x="29" y="47"/>
                    <a:pt x="28" y="49"/>
                    <a:pt x="27" y="51"/>
                  </a:cubicBezTo>
                  <a:cubicBezTo>
                    <a:pt x="27" y="51"/>
                    <a:pt x="26" y="52"/>
                    <a:pt x="25" y="51"/>
                  </a:cubicBezTo>
                  <a:cubicBezTo>
                    <a:pt x="25" y="51"/>
                    <a:pt x="25" y="51"/>
                    <a:pt x="25" y="51"/>
                  </a:cubicBezTo>
                  <a:cubicBezTo>
                    <a:pt x="24" y="52"/>
                    <a:pt x="24" y="53"/>
                    <a:pt x="24" y="54"/>
                  </a:cubicBezTo>
                  <a:cubicBezTo>
                    <a:pt x="25" y="54"/>
                    <a:pt x="25" y="54"/>
                    <a:pt x="25" y="55"/>
                  </a:cubicBezTo>
                  <a:cubicBezTo>
                    <a:pt x="25" y="56"/>
                    <a:pt x="26" y="57"/>
                    <a:pt x="28" y="57"/>
                  </a:cubicBezTo>
                  <a:cubicBezTo>
                    <a:pt x="29" y="57"/>
                    <a:pt x="29" y="57"/>
                    <a:pt x="30" y="55"/>
                  </a:cubicBezTo>
                  <a:cubicBezTo>
                    <a:pt x="31" y="54"/>
                    <a:pt x="31" y="52"/>
                    <a:pt x="31" y="51"/>
                  </a:cubicBezTo>
                  <a:cubicBezTo>
                    <a:pt x="32" y="51"/>
                    <a:pt x="32" y="50"/>
                    <a:pt x="32" y="50"/>
                  </a:cubicBezTo>
                  <a:cubicBezTo>
                    <a:pt x="32" y="50"/>
                    <a:pt x="33" y="51"/>
                    <a:pt x="33" y="51"/>
                  </a:cubicBezTo>
                  <a:cubicBezTo>
                    <a:pt x="33" y="52"/>
                    <a:pt x="34" y="53"/>
                    <a:pt x="35" y="53"/>
                  </a:cubicBezTo>
                  <a:cubicBezTo>
                    <a:pt x="35" y="53"/>
                    <a:pt x="35" y="54"/>
                    <a:pt x="35" y="54"/>
                  </a:cubicBezTo>
                  <a:cubicBezTo>
                    <a:pt x="36" y="54"/>
                    <a:pt x="37" y="54"/>
                    <a:pt x="37" y="54"/>
                  </a:cubicBezTo>
                  <a:cubicBezTo>
                    <a:pt x="38" y="54"/>
                    <a:pt x="38" y="54"/>
                    <a:pt x="38" y="53"/>
                  </a:cubicBezTo>
                  <a:cubicBezTo>
                    <a:pt x="38" y="53"/>
                    <a:pt x="39" y="53"/>
                    <a:pt x="39" y="53"/>
                  </a:cubicBezTo>
                  <a:cubicBezTo>
                    <a:pt x="39" y="53"/>
                    <a:pt x="39" y="52"/>
                    <a:pt x="39" y="52"/>
                  </a:cubicBezTo>
                  <a:cubicBezTo>
                    <a:pt x="39" y="51"/>
                    <a:pt x="39" y="51"/>
                    <a:pt x="39" y="50"/>
                  </a:cubicBezTo>
                  <a:cubicBezTo>
                    <a:pt x="40" y="50"/>
                    <a:pt x="39" y="49"/>
                    <a:pt x="39" y="49"/>
                  </a:cubicBezTo>
                  <a:cubicBezTo>
                    <a:pt x="38" y="48"/>
                    <a:pt x="37" y="47"/>
                    <a:pt x="36" y="45"/>
                  </a:cubicBezTo>
                  <a:cubicBezTo>
                    <a:pt x="35" y="45"/>
                    <a:pt x="35" y="44"/>
                    <a:pt x="36" y="44"/>
                  </a:cubicBezTo>
                  <a:cubicBezTo>
                    <a:pt x="37" y="42"/>
                    <a:pt x="38" y="41"/>
                    <a:pt x="39" y="41"/>
                  </a:cubicBezTo>
                  <a:cubicBezTo>
                    <a:pt x="40" y="40"/>
                    <a:pt x="40" y="40"/>
                    <a:pt x="40" y="40"/>
                  </a:cubicBezTo>
                  <a:cubicBezTo>
                    <a:pt x="41" y="40"/>
                    <a:pt x="41" y="41"/>
                    <a:pt x="41" y="42"/>
                  </a:cubicBezTo>
                  <a:cubicBezTo>
                    <a:pt x="40" y="42"/>
                    <a:pt x="40" y="44"/>
                    <a:pt x="40" y="44"/>
                  </a:cubicBezTo>
                  <a:cubicBezTo>
                    <a:pt x="40" y="44"/>
                    <a:pt x="40" y="44"/>
                    <a:pt x="40" y="44"/>
                  </a:cubicBezTo>
                  <a:cubicBezTo>
                    <a:pt x="40" y="44"/>
                    <a:pt x="40" y="44"/>
                    <a:pt x="40" y="44"/>
                  </a:cubicBezTo>
                  <a:cubicBezTo>
                    <a:pt x="40" y="44"/>
                    <a:pt x="41" y="43"/>
                    <a:pt x="41" y="43"/>
                  </a:cubicBezTo>
                  <a:cubicBezTo>
                    <a:pt x="41" y="43"/>
                    <a:pt x="42" y="43"/>
                    <a:pt x="42" y="42"/>
                  </a:cubicBezTo>
                  <a:cubicBezTo>
                    <a:pt x="43" y="41"/>
                    <a:pt x="44" y="40"/>
                    <a:pt x="44" y="38"/>
                  </a:cubicBezTo>
                  <a:cubicBezTo>
                    <a:pt x="44" y="36"/>
                    <a:pt x="42" y="35"/>
                    <a:pt x="40" y="35"/>
                  </a:cubicBezTo>
                  <a:cubicBezTo>
                    <a:pt x="39" y="35"/>
                    <a:pt x="37" y="36"/>
                    <a:pt x="36" y="37"/>
                  </a:cubicBezTo>
                  <a:cubicBezTo>
                    <a:pt x="35" y="38"/>
                    <a:pt x="34" y="39"/>
                    <a:pt x="33" y="40"/>
                  </a:cubicBezTo>
                  <a:cubicBezTo>
                    <a:pt x="33" y="41"/>
                    <a:pt x="32" y="41"/>
                    <a:pt x="32" y="40"/>
                  </a:cubicBezTo>
                  <a:cubicBezTo>
                    <a:pt x="32" y="39"/>
                    <a:pt x="31" y="37"/>
                    <a:pt x="30" y="36"/>
                  </a:cubicBezTo>
                  <a:cubicBezTo>
                    <a:pt x="30" y="36"/>
                    <a:pt x="30" y="35"/>
                    <a:pt x="31" y="35"/>
                  </a:cubicBezTo>
                  <a:cubicBezTo>
                    <a:pt x="31" y="34"/>
                    <a:pt x="32" y="33"/>
                    <a:pt x="32" y="32"/>
                  </a:cubicBezTo>
                  <a:cubicBezTo>
                    <a:pt x="31" y="31"/>
                    <a:pt x="31" y="30"/>
                    <a:pt x="30" y="29"/>
                  </a:cubicBezTo>
                  <a:cubicBezTo>
                    <a:pt x="29" y="29"/>
                    <a:pt x="29" y="28"/>
                    <a:pt x="29" y="27"/>
                  </a:cubicBezTo>
                  <a:cubicBezTo>
                    <a:pt x="29" y="26"/>
                    <a:pt x="29" y="25"/>
                    <a:pt x="29" y="24"/>
                  </a:cubicBezTo>
                  <a:cubicBezTo>
                    <a:pt x="28" y="23"/>
                    <a:pt x="28" y="22"/>
                    <a:pt x="28" y="21"/>
                  </a:cubicBezTo>
                  <a:cubicBezTo>
                    <a:pt x="28" y="20"/>
                    <a:pt x="27" y="19"/>
                    <a:pt x="26" y="19"/>
                  </a:cubicBezTo>
                  <a:cubicBezTo>
                    <a:pt x="25" y="20"/>
                    <a:pt x="24" y="20"/>
                    <a:pt x="23" y="20"/>
                  </a:cubicBezTo>
                  <a:cubicBezTo>
                    <a:pt x="22" y="21"/>
                    <a:pt x="21" y="23"/>
                    <a:pt x="21" y="24"/>
                  </a:cubicBezTo>
                  <a:cubicBezTo>
                    <a:pt x="20" y="25"/>
                    <a:pt x="20" y="27"/>
                    <a:pt x="19" y="28"/>
                  </a:cubicBezTo>
                  <a:cubicBezTo>
                    <a:pt x="19" y="29"/>
                    <a:pt x="18" y="29"/>
                    <a:pt x="18" y="30"/>
                  </a:cubicBezTo>
                  <a:cubicBezTo>
                    <a:pt x="18" y="31"/>
                    <a:pt x="18" y="32"/>
                    <a:pt x="18" y="33"/>
                  </a:cubicBezTo>
                  <a:cubicBezTo>
                    <a:pt x="18" y="33"/>
                    <a:pt x="18" y="33"/>
                    <a:pt x="17" y="33"/>
                  </a:cubicBezTo>
                  <a:cubicBezTo>
                    <a:pt x="17" y="33"/>
                    <a:pt x="17" y="33"/>
                    <a:pt x="17" y="33"/>
                  </a:cubicBezTo>
                  <a:cubicBezTo>
                    <a:pt x="17" y="32"/>
                    <a:pt x="17" y="31"/>
                    <a:pt x="17" y="31"/>
                  </a:cubicBezTo>
                  <a:cubicBezTo>
                    <a:pt x="17" y="29"/>
                    <a:pt x="17" y="28"/>
                    <a:pt x="17" y="27"/>
                  </a:cubicBezTo>
                  <a:cubicBezTo>
                    <a:pt x="17" y="25"/>
                    <a:pt x="17" y="23"/>
                    <a:pt x="18" y="21"/>
                  </a:cubicBezTo>
                  <a:cubicBezTo>
                    <a:pt x="18" y="20"/>
                    <a:pt x="19" y="19"/>
                    <a:pt x="20" y="18"/>
                  </a:cubicBezTo>
                  <a:cubicBezTo>
                    <a:pt x="21" y="17"/>
                    <a:pt x="21" y="16"/>
                    <a:pt x="22" y="15"/>
                  </a:cubicBezTo>
                  <a:cubicBezTo>
                    <a:pt x="23" y="14"/>
                    <a:pt x="25" y="12"/>
                    <a:pt x="26" y="11"/>
                  </a:cubicBezTo>
                  <a:cubicBezTo>
                    <a:pt x="27" y="10"/>
                    <a:pt x="28" y="9"/>
                    <a:pt x="29" y="8"/>
                  </a:cubicBezTo>
                  <a:cubicBezTo>
                    <a:pt x="30" y="7"/>
                    <a:pt x="31" y="7"/>
                    <a:pt x="32" y="6"/>
                  </a:cubicBezTo>
                  <a:cubicBezTo>
                    <a:pt x="32" y="5"/>
                    <a:pt x="32" y="5"/>
                    <a:pt x="32" y="4"/>
                  </a:cubicBezTo>
                  <a:cubicBezTo>
                    <a:pt x="32" y="3"/>
                    <a:pt x="31" y="2"/>
                    <a:pt x="30" y="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1" name="ïşļîḍè"/>
            <p:cNvSpPr/>
            <p:nvPr/>
          </p:nvSpPr>
          <p:spPr bwMode="auto">
            <a:xfrm>
              <a:off x="2451100" y="2693988"/>
              <a:ext cx="49213" cy="50800"/>
            </a:xfrm>
            <a:custGeom>
              <a:avLst/>
              <a:gdLst>
                <a:gd name="T0" fmla="*/ 4 w 14"/>
                <a:gd name="T1" fmla="*/ 8 h 14"/>
                <a:gd name="T2" fmla="*/ 5 w 14"/>
                <a:gd name="T3" fmla="*/ 9 h 14"/>
                <a:gd name="T4" fmla="*/ 6 w 14"/>
                <a:gd name="T5" fmla="*/ 10 h 14"/>
                <a:gd name="T6" fmla="*/ 6 w 14"/>
                <a:gd name="T7" fmla="*/ 12 h 14"/>
                <a:gd name="T8" fmla="*/ 6 w 14"/>
                <a:gd name="T9" fmla="*/ 14 h 14"/>
                <a:gd name="T10" fmla="*/ 7 w 14"/>
                <a:gd name="T11" fmla="*/ 12 h 14"/>
                <a:gd name="T12" fmla="*/ 9 w 14"/>
                <a:gd name="T13" fmla="*/ 10 h 14"/>
                <a:gd name="T14" fmla="*/ 12 w 14"/>
                <a:gd name="T15" fmla="*/ 8 h 14"/>
                <a:gd name="T16" fmla="*/ 13 w 14"/>
                <a:gd name="T17" fmla="*/ 5 h 14"/>
                <a:gd name="T18" fmla="*/ 10 w 14"/>
                <a:gd name="T19" fmla="*/ 1 h 14"/>
                <a:gd name="T20" fmla="*/ 7 w 14"/>
                <a:gd name="T21" fmla="*/ 0 h 14"/>
                <a:gd name="T22" fmla="*/ 3 w 14"/>
                <a:gd name="T23" fmla="*/ 0 h 14"/>
                <a:gd name="T24" fmla="*/ 1 w 14"/>
                <a:gd name="T25" fmla="*/ 2 h 14"/>
                <a:gd name="T26" fmla="*/ 1 w 14"/>
                <a:gd name="T27" fmla="*/ 4 h 14"/>
                <a:gd name="T28" fmla="*/ 3 w 14"/>
                <a:gd name="T29" fmla="*/ 8 h 14"/>
                <a:gd name="T30" fmla="*/ 4 w 14"/>
                <a:gd name="T31"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4">
                  <a:moveTo>
                    <a:pt x="4" y="8"/>
                  </a:moveTo>
                  <a:cubicBezTo>
                    <a:pt x="4" y="9"/>
                    <a:pt x="5" y="9"/>
                    <a:pt x="5" y="9"/>
                  </a:cubicBezTo>
                  <a:cubicBezTo>
                    <a:pt x="6" y="9"/>
                    <a:pt x="6" y="9"/>
                    <a:pt x="6" y="10"/>
                  </a:cubicBezTo>
                  <a:cubicBezTo>
                    <a:pt x="6" y="10"/>
                    <a:pt x="6" y="11"/>
                    <a:pt x="6" y="12"/>
                  </a:cubicBezTo>
                  <a:cubicBezTo>
                    <a:pt x="6" y="12"/>
                    <a:pt x="6" y="14"/>
                    <a:pt x="6" y="14"/>
                  </a:cubicBezTo>
                  <a:cubicBezTo>
                    <a:pt x="6" y="14"/>
                    <a:pt x="7" y="12"/>
                    <a:pt x="7" y="12"/>
                  </a:cubicBezTo>
                  <a:cubicBezTo>
                    <a:pt x="7" y="11"/>
                    <a:pt x="8" y="10"/>
                    <a:pt x="9" y="10"/>
                  </a:cubicBezTo>
                  <a:cubicBezTo>
                    <a:pt x="10" y="10"/>
                    <a:pt x="11" y="9"/>
                    <a:pt x="12" y="8"/>
                  </a:cubicBezTo>
                  <a:cubicBezTo>
                    <a:pt x="13" y="7"/>
                    <a:pt x="14" y="6"/>
                    <a:pt x="13" y="5"/>
                  </a:cubicBezTo>
                  <a:cubicBezTo>
                    <a:pt x="13" y="3"/>
                    <a:pt x="12" y="1"/>
                    <a:pt x="10" y="1"/>
                  </a:cubicBezTo>
                  <a:cubicBezTo>
                    <a:pt x="9" y="0"/>
                    <a:pt x="8" y="0"/>
                    <a:pt x="7" y="0"/>
                  </a:cubicBezTo>
                  <a:cubicBezTo>
                    <a:pt x="6" y="0"/>
                    <a:pt x="4" y="0"/>
                    <a:pt x="3" y="0"/>
                  </a:cubicBezTo>
                  <a:cubicBezTo>
                    <a:pt x="2" y="1"/>
                    <a:pt x="2" y="1"/>
                    <a:pt x="1" y="2"/>
                  </a:cubicBezTo>
                  <a:cubicBezTo>
                    <a:pt x="1" y="2"/>
                    <a:pt x="1" y="3"/>
                    <a:pt x="1" y="4"/>
                  </a:cubicBezTo>
                  <a:cubicBezTo>
                    <a:pt x="0" y="5"/>
                    <a:pt x="1" y="8"/>
                    <a:pt x="3" y="8"/>
                  </a:cubicBezTo>
                  <a:cubicBezTo>
                    <a:pt x="3" y="8"/>
                    <a:pt x="4" y="8"/>
                    <a:pt x="4" y="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2" name="ísḷiḋe"/>
            <p:cNvSpPr/>
            <p:nvPr/>
          </p:nvSpPr>
          <p:spPr bwMode="auto">
            <a:xfrm>
              <a:off x="2768600" y="2555876"/>
              <a:ext cx="119063" cy="231775"/>
            </a:xfrm>
            <a:custGeom>
              <a:avLst/>
              <a:gdLst>
                <a:gd name="T0" fmla="*/ 22 w 33"/>
                <a:gd name="T1" fmla="*/ 29 h 64"/>
                <a:gd name="T2" fmla="*/ 24 w 33"/>
                <a:gd name="T3" fmla="*/ 24 h 64"/>
                <a:gd name="T4" fmla="*/ 27 w 33"/>
                <a:gd name="T5" fmla="*/ 11 h 64"/>
                <a:gd name="T6" fmla="*/ 25 w 33"/>
                <a:gd name="T7" fmla="*/ 4 h 64"/>
                <a:gd name="T8" fmla="*/ 17 w 33"/>
                <a:gd name="T9" fmla="*/ 0 h 64"/>
                <a:gd name="T10" fmla="*/ 15 w 33"/>
                <a:gd name="T11" fmla="*/ 1 h 64"/>
                <a:gd name="T12" fmla="*/ 6 w 33"/>
                <a:gd name="T13" fmla="*/ 7 h 64"/>
                <a:gd name="T14" fmla="*/ 3 w 33"/>
                <a:gd name="T15" fmla="*/ 13 h 64"/>
                <a:gd name="T16" fmla="*/ 6 w 33"/>
                <a:gd name="T17" fmla="*/ 15 h 64"/>
                <a:gd name="T18" fmla="*/ 10 w 33"/>
                <a:gd name="T19" fmla="*/ 14 h 64"/>
                <a:gd name="T20" fmla="*/ 18 w 33"/>
                <a:gd name="T21" fmla="*/ 6 h 64"/>
                <a:gd name="T22" fmla="*/ 22 w 33"/>
                <a:gd name="T23" fmla="*/ 10 h 64"/>
                <a:gd name="T24" fmla="*/ 21 w 33"/>
                <a:gd name="T25" fmla="*/ 18 h 64"/>
                <a:gd name="T26" fmla="*/ 18 w 33"/>
                <a:gd name="T27" fmla="*/ 26 h 64"/>
                <a:gd name="T28" fmla="*/ 16 w 33"/>
                <a:gd name="T29" fmla="*/ 25 h 64"/>
                <a:gd name="T30" fmla="*/ 19 w 33"/>
                <a:gd name="T31" fmla="*/ 19 h 64"/>
                <a:gd name="T32" fmla="*/ 20 w 33"/>
                <a:gd name="T33" fmla="*/ 15 h 64"/>
                <a:gd name="T34" fmla="*/ 15 w 33"/>
                <a:gd name="T35" fmla="*/ 14 h 64"/>
                <a:gd name="T36" fmla="*/ 11 w 33"/>
                <a:gd name="T37" fmla="*/ 14 h 64"/>
                <a:gd name="T38" fmla="*/ 10 w 33"/>
                <a:gd name="T39" fmla="*/ 17 h 64"/>
                <a:gd name="T40" fmla="*/ 9 w 33"/>
                <a:gd name="T41" fmla="*/ 19 h 64"/>
                <a:gd name="T42" fmla="*/ 8 w 33"/>
                <a:gd name="T43" fmla="*/ 24 h 64"/>
                <a:gd name="T44" fmla="*/ 7 w 33"/>
                <a:gd name="T45" fmla="*/ 23 h 64"/>
                <a:gd name="T46" fmla="*/ 0 w 33"/>
                <a:gd name="T47" fmla="*/ 24 h 64"/>
                <a:gd name="T48" fmla="*/ 2 w 33"/>
                <a:gd name="T49" fmla="*/ 32 h 64"/>
                <a:gd name="T50" fmla="*/ 8 w 33"/>
                <a:gd name="T51" fmla="*/ 35 h 64"/>
                <a:gd name="T52" fmla="*/ 11 w 33"/>
                <a:gd name="T53" fmla="*/ 37 h 64"/>
                <a:gd name="T54" fmla="*/ 12 w 33"/>
                <a:gd name="T55" fmla="*/ 40 h 64"/>
                <a:gd name="T56" fmla="*/ 8 w 33"/>
                <a:gd name="T57" fmla="*/ 48 h 64"/>
                <a:gd name="T58" fmla="*/ 12 w 33"/>
                <a:gd name="T59" fmla="*/ 50 h 64"/>
                <a:gd name="T60" fmla="*/ 13 w 33"/>
                <a:gd name="T61" fmla="*/ 53 h 64"/>
                <a:gd name="T62" fmla="*/ 9 w 33"/>
                <a:gd name="T63" fmla="*/ 56 h 64"/>
                <a:gd name="T64" fmla="*/ 8 w 33"/>
                <a:gd name="T65" fmla="*/ 61 h 64"/>
                <a:gd name="T66" fmla="*/ 10 w 33"/>
                <a:gd name="T67" fmla="*/ 64 h 64"/>
                <a:gd name="T68" fmla="*/ 16 w 33"/>
                <a:gd name="T69" fmla="*/ 61 h 64"/>
                <a:gd name="T70" fmla="*/ 25 w 33"/>
                <a:gd name="T71" fmla="*/ 58 h 64"/>
                <a:gd name="T72" fmla="*/ 29 w 33"/>
                <a:gd name="T73" fmla="*/ 58 h 64"/>
                <a:gd name="T74" fmla="*/ 31 w 33"/>
                <a:gd name="T75" fmla="*/ 57 h 64"/>
                <a:gd name="T76" fmla="*/ 32 w 33"/>
                <a:gd name="T77" fmla="*/ 52 h 64"/>
                <a:gd name="T78" fmla="*/ 29 w 33"/>
                <a:gd name="T79" fmla="*/ 50 h 64"/>
                <a:gd name="T80" fmla="*/ 20 w 33"/>
                <a:gd name="T81" fmla="*/ 52 h 64"/>
                <a:gd name="T82" fmla="*/ 19 w 33"/>
                <a:gd name="T83" fmla="*/ 50 h 64"/>
                <a:gd name="T84" fmla="*/ 23 w 33"/>
                <a:gd name="T85" fmla="*/ 43 h 64"/>
                <a:gd name="T86" fmla="*/ 24 w 33"/>
                <a:gd name="T87" fmla="*/ 37 h 64"/>
                <a:gd name="T88" fmla="*/ 20 w 33"/>
                <a:gd name="T89" fmla="*/ 37 h 64"/>
                <a:gd name="T90" fmla="*/ 16 w 33"/>
                <a:gd name="T91" fmla="*/ 38 h 64"/>
                <a:gd name="T92" fmla="*/ 19 w 33"/>
                <a:gd name="T93" fmla="*/ 32 h 64"/>
                <a:gd name="T94" fmla="*/ 10 w 33"/>
                <a:gd name="T95" fmla="*/ 29 h 64"/>
                <a:gd name="T96" fmla="*/ 10 w 33"/>
                <a:gd name="T97" fmla="*/ 29 h 64"/>
                <a:gd name="T98" fmla="*/ 8 w 33"/>
                <a:gd name="T99" fmla="*/ 25 h 64"/>
                <a:gd name="T100" fmla="*/ 8 w 33"/>
                <a:gd name="T101" fmla="*/ 25 h 64"/>
                <a:gd name="T102" fmla="*/ 11 w 33"/>
                <a:gd name="T103" fmla="*/ 2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 h="64">
                  <a:moveTo>
                    <a:pt x="19" y="32"/>
                  </a:moveTo>
                  <a:cubicBezTo>
                    <a:pt x="20" y="32"/>
                    <a:pt x="21" y="31"/>
                    <a:pt x="22" y="29"/>
                  </a:cubicBezTo>
                  <a:cubicBezTo>
                    <a:pt x="22" y="29"/>
                    <a:pt x="22" y="28"/>
                    <a:pt x="22" y="28"/>
                  </a:cubicBezTo>
                  <a:cubicBezTo>
                    <a:pt x="23" y="27"/>
                    <a:pt x="23" y="25"/>
                    <a:pt x="24" y="24"/>
                  </a:cubicBezTo>
                  <a:cubicBezTo>
                    <a:pt x="24" y="23"/>
                    <a:pt x="25" y="22"/>
                    <a:pt x="25" y="20"/>
                  </a:cubicBezTo>
                  <a:cubicBezTo>
                    <a:pt x="26" y="17"/>
                    <a:pt x="27" y="14"/>
                    <a:pt x="27" y="11"/>
                  </a:cubicBezTo>
                  <a:cubicBezTo>
                    <a:pt x="27" y="10"/>
                    <a:pt x="27" y="8"/>
                    <a:pt x="27" y="7"/>
                  </a:cubicBezTo>
                  <a:cubicBezTo>
                    <a:pt x="26" y="6"/>
                    <a:pt x="26" y="5"/>
                    <a:pt x="25" y="4"/>
                  </a:cubicBezTo>
                  <a:cubicBezTo>
                    <a:pt x="24" y="2"/>
                    <a:pt x="23" y="1"/>
                    <a:pt x="21" y="0"/>
                  </a:cubicBezTo>
                  <a:cubicBezTo>
                    <a:pt x="20" y="0"/>
                    <a:pt x="18" y="0"/>
                    <a:pt x="17" y="0"/>
                  </a:cubicBezTo>
                  <a:cubicBezTo>
                    <a:pt x="17" y="0"/>
                    <a:pt x="16" y="0"/>
                    <a:pt x="16" y="0"/>
                  </a:cubicBezTo>
                  <a:cubicBezTo>
                    <a:pt x="16" y="0"/>
                    <a:pt x="15" y="0"/>
                    <a:pt x="15" y="1"/>
                  </a:cubicBezTo>
                  <a:cubicBezTo>
                    <a:pt x="14" y="1"/>
                    <a:pt x="13" y="1"/>
                    <a:pt x="12" y="1"/>
                  </a:cubicBezTo>
                  <a:cubicBezTo>
                    <a:pt x="10" y="3"/>
                    <a:pt x="8" y="5"/>
                    <a:pt x="6" y="7"/>
                  </a:cubicBezTo>
                  <a:cubicBezTo>
                    <a:pt x="5" y="8"/>
                    <a:pt x="5" y="9"/>
                    <a:pt x="4" y="11"/>
                  </a:cubicBezTo>
                  <a:cubicBezTo>
                    <a:pt x="4" y="12"/>
                    <a:pt x="3" y="12"/>
                    <a:pt x="3" y="13"/>
                  </a:cubicBezTo>
                  <a:cubicBezTo>
                    <a:pt x="3" y="14"/>
                    <a:pt x="3" y="15"/>
                    <a:pt x="4" y="15"/>
                  </a:cubicBezTo>
                  <a:cubicBezTo>
                    <a:pt x="4" y="15"/>
                    <a:pt x="5" y="15"/>
                    <a:pt x="6" y="15"/>
                  </a:cubicBezTo>
                  <a:cubicBezTo>
                    <a:pt x="7" y="15"/>
                    <a:pt x="8" y="15"/>
                    <a:pt x="8" y="15"/>
                  </a:cubicBezTo>
                  <a:cubicBezTo>
                    <a:pt x="9" y="15"/>
                    <a:pt x="9" y="15"/>
                    <a:pt x="10" y="14"/>
                  </a:cubicBezTo>
                  <a:cubicBezTo>
                    <a:pt x="11" y="13"/>
                    <a:pt x="11" y="12"/>
                    <a:pt x="12" y="11"/>
                  </a:cubicBezTo>
                  <a:cubicBezTo>
                    <a:pt x="14" y="9"/>
                    <a:pt x="16" y="7"/>
                    <a:pt x="18" y="6"/>
                  </a:cubicBezTo>
                  <a:cubicBezTo>
                    <a:pt x="19" y="6"/>
                    <a:pt x="20" y="6"/>
                    <a:pt x="20" y="6"/>
                  </a:cubicBezTo>
                  <a:cubicBezTo>
                    <a:pt x="21" y="7"/>
                    <a:pt x="22" y="8"/>
                    <a:pt x="22" y="10"/>
                  </a:cubicBezTo>
                  <a:cubicBezTo>
                    <a:pt x="22" y="11"/>
                    <a:pt x="22" y="12"/>
                    <a:pt x="22" y="13"/>
                  </a:cubicBezTo>
                  <a:cubicBezTo>
                    <a:pt x="22" y="15"/>
                    <a:pt x="22" y="17"/>
                    <a:pt x="21" y="18"/>
                  </a:cubicBezTo>
                  <a:cubicBezTo>
                    <a:pt x="21" y="20"/>
                    <a:pt x="20" y="22"/>
                    <a:pt x="20" y="24"/>
                  </a:cubicBezTo>
                  <a:cubicBezTo>
                    <a:pt x="20" y="25"/>
                    <a:pt x="19" y="26"/>
                    <a:pt x="18" y="26"/>
                  </a:cubicBezTo>
                  <a:cubicBezTo>
                    <a:pt x="17" y="26"/>
                    <a:pt x="17" y="26"/>
                    <a:pt x="17" y="26"/>
                  </a:cubicBezTo>
                  <a:cubicBezTo>
                    <a:pt x="16" y="26"/>
                    <a:pt x="16" y="26"/>
                    <a:pt x="16" y="25"/>
                  </a:cubicBezTo>
                  <a:cubicBezTo>
                    <a:pt x="16" y="24"/>
                    <a:pt x="16" y="23"/>
                    <a:pt x="16" y="22"/>
                  </a:cubicBezTo>
                  <a:cubicBezTo>
                    <a:pt x="17" y="21"/>
                    <a:pt x="18" y="20"/>
                    <a:pt x="19" y="19"/>
                  </a:cubicBezTo>
                  <a:cubicBezTo>
                    <a:pt x="19" y="19"/>
                    <a:pt x="19" y="18"/>
                    <a:pt x="19" y="18"/>
                  </a:cubicBezTo>
                  <a:cubicBezTo>
                    <a:pt x="20" y="17"/>
                    <a:pt x="20" y="16"/>
                    <a:pt x="20" y="15"/>
                  </a:cubicBezTo>
                  <a:cubicBezTo>
                    <a:pt x="20" y="15"/>
                    <a:pt x="20" y="15"/>
                    <a:pt x="19" y="15"/>
                  </a:cubicBezTo>
                  <a:cubicBezTo>
                    <a:pt x="18" y="14"/>
                    <a:pt x="17" y="13"/>
                    <a:pt x="15" y="14"/>
                  </a:cubicBezTo>
                  <a:cubicBezTo>
                    <a:pt x="15" y="14"/>
                    <a:pt x="14" y="14"/>
                    <a:pt x="14" y="14"/>
                  </a:cubicBezTo>
                  <a:cubicBezTo>
                    <a:pt x="13" y="13"/>
                    <a:pt x="11" y="13"/>
                    <a:pt x="11" y="14"/>
                  </a:cubicBezTo>
                  <a:cubicBezTo>
                    <a:pt x="10" y="15"/>
                    <a:pt x="10" y="15"/>
                    <a:pt x="10" y="16"/>
                  </a:cubicBezTo>
                  <a:cubicBezTo>
                    <a:pt x="10" y="16"/>
                    <a:pt x="10" y="17"/>
                    <a:pt x="10" y="17"/>
                  </a:cubicBezTo>
                  <a:cubicBezTo>
                    <a:pt x="10" y="17"/>
                    <a:pt x="10" y="18"/>
                    <a:pt x="10" y="18"/>
                  </a:cubicBezTo>
                  <a:cubicBezTo>
                    <a:pt x="10" y="18"/>
                    <a:pt x="9" y="19"/>
                    <a:pt x="9" y="19"/>
                  </a:cubicBezTo>
                  <a:cubicBezTo>
                    <a:pt x="8" y="20"/>
                    <a:pt x="8" y="22"/>
                    <a:pt x="8" y="23"/>
                  </a:cubicBezTo>
                  <a:cubicBezTo>
                    <a:pt x="8" y="23"/>
                    <a:pt x="8" y="24"/>
                    <a:pt x="8" y="24"/>
                  </a:cubicBezTo>
                  <a:cubicBezTo>
                    <a:pt x="8" y="24"/>
                    <a:pt x="7" y="24"/>
                    <a:pt x="7" y="24"/>
                  </a:cubicBezTo>
                  <a:cubicBezTo>
                    <a:pt x="7" y="24"/>
                    <a:pt x="7" y="23"/>
                    <a:pt x="7" y="23"/>
                  </a:cubicBezTo>
                  <a:cubicBezTo>
                    <a:pt x="6" y="22"/>
                    <a:pt x="5" y="21"/>
                    <a:pt x="3" y="21"/>
                  </a:cubicBezTo>
                  <a:cubicBezTo>
                    <a:pt x="2" y="21"/>
                    <a:pt x="0" y="22"/>
                    <a:pt x="0" y="24"/>
                  </a:cubicBezTo>
                  <a:cubicBezTo>
                    <a:pt x="0" y="26"/>
                    <a:pt x="1" y="28"/>
                    <a:pt x="1" y="29"/>
                  </a:cubicBezTo>
                  <a:cubicBezTo>
                    <a:pt x="2" y="30"/>
                    <a:pt x="2" y="31"/>
                    <a:pt x="2" y="32"/>
                  </a:cubicBezTo>
                  <a:cubicBezTo>
                    <a:pt x="3" y="34"/>
                    <a:pt x="4" y="35"/>
                    <a:pt x="6" y="35"/>
                  </a:cubicBezTo>
                  <a:cubicBezTo>
                    <a:pt x="7" y="35"/>
                    <a:pt x="7" y="35"/>
                    <a:pt x="8" y="35"/>
                  </a:cubicBezTo>
                  <a:cubicBezTo>
                    <a:pt x="8" y="35"/>
                    <a:pt x="8" y="35"/>
                    <a:pt x="8" y="35"/>
                  </a:cubicBezTo>
                  <a:cubicBezTo>
                    <a:pt x="9" y="37"/>
                    <a:pt x="10" y="37"/>
                    <a:pt x="11" y="37"/>
                  </a:cubicBezTo>
                  <a:cubicBezTo>
                    <a:pt x="12" y="37"/>
                    <a:pt x="12" y="37"/>
                    <a:pt x="12" y="38"/>
                  </a:cubicBezTo>
                  <a:cubicBezTo>
                    <a:pt x="12" y="39"/>
                    <a:pt x="12" y="39"/>
                    <a:pt x="12" y="40"/>
                  </a:cubicBezTo>
                  <a:cubicBezTo>
                    <a:pt x="12" y="42"/>
                    <a:pt x="12" y="43"/>
                    <a:pt x="11" y="44"/>
                  </a:cubicBezTo>
                  <a:cubicBezTo>
                    <a:pt x="10" y="45"/>
                    <a:pt x="9" y="47"/>
                    <a:pt x="8" y="48"/>
                  </a:cubicBezTo>
                  <a:cubicBezTo>
                    <a:pt x="8" y="49"/>
                    <a:pt x="8" y="49"/>
                    <a:pt x="8" y="49"/>
                  </a:cubicBezTo>
                  <a:cubicBezTo>
                    <a:pt x="9" y="50"/>
                    <a:pt x="11" y="50"/>
                    <a:pt x="12" y="50"/>
                  </a:cubicBezTo>
                  <a:cubicBezTo>
                    <a:pt x="13" y="50"/>
                    <a:pt x="13" y="50"/>
                    <a:pt x="13" y="51"/>
                  </a:cubicBezTo>
                  <a:cubicBezTo>
                    <a:pt x="13" y="51"/>
                    <a:pt x="13" y="52"/>
                    <a:pt x="13" y="53"/>
                  </a:cubicBezTo>
                  <a:cubicBezTo>
                    <a:pt x="13" y="54"/>
                    <a:pt x="13" y="54"/>
                    <a:pt x="12" y="54"/>
                  </a:cubicBezTo>
                  <a:cubicBezTo>
                    <a:pt x="11" y="55"/>
                    <a:pt x="10" y="55"/>
                    <a:pt x="9" y="56"/>
                  </a:cubicBezTo>
                  <a:cubicBezTo>
                    <a:pt x="9" y="57"/>
                    <a:pt x="9" y="57"/>
                    <a:pt x="8" y="57"/>
                  </a:cubicBezTo>
                  <a:cubicBezTo>
                    <a:pt x="7" y="59"/>
                    <a:pt x="7" y="60"/>
                    <a:pt x="8" y="61"/>
                  </a:cubicBezTo>
                  <a:cubicBezTo>
                    <a:pt x="8" y="62"/>
                    <a:pt x="8" y="62"/>
                    <a:pt x="9" y="62"/>
                  </a:cubicBezTo>
                  <a:cubicBezTo>
                    <a:pt x="9" y="63"/>
                    <a:pt x="10" y="64"/>
                    <a:pt x="10" y="64"/>
                  </a:cubicBezTo>
                  <a:cubicBezTo>
                    <a:pt x="11" y="63"/>
                    <a:pt x="12" y="63"/>
                    <a:pt x="13" y="63"/>
                  </a:cubicBezTo>
                  <a:cubicBezTo>
                    <a:pt x="14" y="62"/>
                    <a:pt x="15" y="61"/>
                    <a:pt x="16" y="61"/>
                  </a:cubicBezTo>
                  <a:cubicBezTo>
                    <a:pt x="17" y="60"/>
                    <a:pt x="18" y="60"/>
                    <a:pt x="19" y="59"/>
                  </a:cubicBezTo>
                  <a:cubicBezTo>
                    <a:pt x="21" y="58"/>
                    <a:pt x="23" y="58"/>
                    <a:pt x="25" y="58"/>
                  </a:cubicBezTo>
                  <a:cubicBezTo>
                    <a:pt x="26" y="58"/>
                    <a:pt x="27" y="58"/>
                    <a:pt x="28" y="58"/>
                  </a:cubicBezTo>
                  <a:cubicBezTo>
                    <a:pt x="28" y="58"/>
                    <a:pt x="28" y="58"/>
                    <a:pt x="29" y="58"/>
                  </a:cubicBezTo>
                  <a:cubicBezTo>
                    <a:pt x="29" y="58"/>
                    <a:pt x="30" y="58"/>
                    <a:pt x="30" y="57"/>
                  </a:cubicBezTo>
                  <a:cubicBezTo>
                    <a:pt x="31" y="57"/>
                    <a:pt x="31" y="57"/>
                    <a:pt x="31" y="57"/>
                  </a:cubicBezTo>
                  <a:cubicBezTo>
                    <a:pt x="31" y="56"/>
                    <a:pt x="32" y="55"/>
                    <a:pt x="32" y="55"/>
                  </a:cubicBezTo>
                  <a:cubicBezTo>
                    <a:pt x="32" y="54"/>
                    <a:pt x="32" y="53"/>
                    <a:pt x="32" y="52"/>
                  </a:cubicBezTo>
                  <a:cubicBezTo>
                    <a:pt x="33" y="51"/>
                    <a:pt x="32" y="51"/>
                    <a:pt x="32" y="50"/>
                  </a:cubicBezTo>
                  <a:cubicBezTo>
                    <a:pt x="31" y="50"/>
                    <a:pt x="30" y="50"/>
                    <a:pt x="29" y="50"/>
                  </a:cubicBezTo>
                  <a:cubicBezTo>
                    <a:pt x="28" y="50"/>
                    <a:pt x="27" y="50"/>
                    <a:pt x="26" y="50"/>
                  </a:cubicBezTo>
                  <a:cubicBezTo>
                    <a:pt x="24" y="50"/>
                    <a:pt x="22" y="51"/>
                    <a:pt x="20" y="52"/>
                  </a:cubicBezTo>
                  <a:cubicBezTo>
                    <a:pt x="20" y="52"/>
                    <a:pt x="20" y="51"/>
                    <a:pt x="19" y="51"/>
                  </a:cubicBezTo>
                  <a:cubicBezTo>
                    <a:pt x="19" y="51"/>
                    <a:pt x="19" y="50"/>
                    <a:pt x="19" y="50"/>
                  </a:cubicBezTo>
                  <a:cubicBezTo>
                    <a:pt x="18" y="48"/>
                    <a:pt x="18" y="47"/>
                    <a:pt x="19" y="46"/>
                  </a:cubicBezTo>
                  <a:cubicBezTo>
                    <a:pt x="20" y="45"/>
                    <a:pt x="21" y="44"/>
                    <a:pt x="23" y="43"/>
                  </a:cubicBezTo>
                  <a:cubicBezTo>
                    <a:pt x="24" y="42"/>
                    <a:pt x="25" y="39"/>
                    <a:pt x="24" y="38"/>
                  </a:cubicBezTo>
                  <a:cubicBezTo>
                    <a:pt x="24" y="37"/>
                    <a:pt x="24" y="37"/>
                    <a:pt x="24" y="37"/>
                  </a:cubicBezTo>
                  <a:cubicBezTo>
                    <a:pt x="24" y="36"/>
                    <a:pt x="23" y="36"/>
                    <a:pt x="22" y="36"/>
                  </a:cubicBezTo>
                  <a:cubicBezTo>
                    <a:pt x="21" y="36"/>
                    <a:pt x="20" y="37"/>
                    <a:pt x="20" y="37"/>
                  </a:cubicBezTo>
                  <a:cubicBezTo>
                    <a:pt x="19" y="37"/>
                    <a:pt x="18" y="38"/>
                    <a:pt x="17" y="38"/>
                  </a:cubicBezTo>
                  <a:cubicBezTo>
                    <a:pt x="17" y="39"/>
                    <a:pt x="17" y="39"/>
                    <a:pt x="16" y="38"/>
                  </a:cubicBezTo>
                  <a:cubicBezTo>
                    <a:pt x="16" y="37"/>
                    <a:pt x="16" y="36"/>
                    <a:pt x="16" y="36"/>
                  </a:cubicBezTo>
                  <a:cubicBezTo>
                    <a:pt x="16" y="34"/>
                    <a:pt x="17" y="33"/>
                    <a:pt x="19" y="32"/>
                  </a:cubicBezTo>
                  <a:close/>
                  <a:moveTo>
                    <a:pt x="11" y="27"/>
                  </a:moveTo>
                  <a:cubicBezTo>
                    <a:pt x="11" y="28"/>
                    <a:pt x="10" y="29"/>
                    <a:pt x="10" y="29"/>
                  </a:cubicBezTo>
                  <a:cubicBezTo>
                    <a:pt x="10" y="30"/>
                    <a:pt x="10" y="30"/>
                    <a:pt x="10" y="30"/>
                  </a:cubicBezTo>
                  <a:cubicBezTo>
                    <a:pt x="10" y="30"/>
                    <a:pt x="10" y="29"/>
                    <a:pt x="10" y="29"/>
                  </a:cubicBezTo>
                  <a:cubicBezTo>
                    <a:pt x="9" y="28"/>
                    <a:pt x="9" y="27"/>
                    <a:pt x="8" y="25"/>
                  </a:cubicBezTo>
                  <a:cubicBezTo>
                    <a:pt x="8" y="25"/>
                    <a:pt x="8" y="25"/>
                    <a:pt x="8" y="25"/>
                  </a:cubicBezTo>
                  <a:cubicBezTo>
                    <a:pt x="8" y="25"/>
                    <a:pt x="8" y="25"/>
                    <a:pt x="8" y="25"/>
                  </a:cubicBezTo>
                  <a:cubicBezTo>
                    <a:pt x="8" y="25"/>
                    <a:pt x="8" y="25"/>
                    <a:pt x="8" y="25"/>
                  </a:cubicBezTo>
                  <a:cubicBezTo>
                    <a:pt x="9" y="26"/>
                    <a:pt x="10" y="26"/>
                    <a:pt x="11" y="26"/>
                  </a:cubicBezTo>
                  <a:cubicBezTo>
                    <a:pt x="11" y="26"/>
                    <a:pt x="11" y="27"/>
                    <a:pt x="11" y="2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3" name="išḷîḓe"/>
            <p:cNvSpPr/>
            <p:nvPr/>
          </p:nvSpPr>
          <p:spPr bwMode="auto">
            <a:xfrm>
              <a:off x="2709863" y="2620963"/>
              <a:ext cx="73025" cy="174625"/>
            </a:xfrm>
            <a:custGeom>
              <a:avLst/>
              <a:gdLst>
                <a:gd name="T0" fmla="*/ 20 w 20"/>
                <a:gd name="T1" fmla="*/ 22 h 48"/>
                <a:gd name="T2" fmla="*/ 20 w 20"/>
                <a:gd name="T3" fmla="*/ 21 h 48"/>
                <a:gd name="T4" fmla="*/ 19 w 20"/>
                <a:gd name="T5" fmla="*/ 22 h 48"/>
                <a:gd name="T6" fmla="*/ 18 w 20"/>
                <a:gd name="T7" fmla="*/ 29 h 48"/>
                <a:gd name="T8" fmla="*/ 16 w 20"/>
                <a:gd name="T9" fmla="*/ 34 h 48"/>
                <a:gd name="T10" fmla="*/ 14 w 20"/>
                <a:gd name="T11" fmla="*/ 39 h 48"/>
                <a:gd name="T12" fmla="*/ 14 w 20"/>
                <a:gd name="T13" fmla="*/ 39 h 48"/>
                <a:gd name="T14" fmla="*/ 13 w 20"/>
                <a:gd name="T15" fmla="*/ 39 h 48"/>
                <a:gd name="T16" fmla="*/ 14 w 20"/>
                <a:gd name="T17" fmla="*/ 37 h 48"/>
                <a:gd name="T18" fmla="*/ 14 w 20"/>
                <a:gd name="T19" fmla="*/ 33 h 48"/>
                <a:gd name="T20" fmla="*/ 15 w 20"/>
                <a:gd name="T21" fmla="*/ 27 h 48"/>
                <a:gd name="T22" fmla="*/ 16 w 20"/>
                <a:gd name="T23" fmla="*/ 22 h 48"/>
                <a:gd name="T24" fmla="*/ 15 w 20"/>
                <a:gd name="T25" fmla="*/ 19 h 48"/>
                <a:gd name="T26" fmla="*/ 14 w 20"/>
                <a:gd name="T27" fmla="*/ 18 h 48"/>
                <a:gd name="T28" fmla="*/ 14 w 20"/>
                <a:gd name="T29" fmla="*/ 14 h 48"/>
                <a:gd name="T30" fmla="*/ 14 w 20"/>
                <a:gd name="T31" fmla="*/ 9 h 48"/>
                <a:gd name="T32" fmla="*/ 15 w 20"/>
                <a:gd name="T33" fmla="*/ 6 h 48"/>
                <a:gd name="T34" fmla="*/ 15 w 20"/>
                <a:gd name="T35" fmla="*/ 2 h 48"/>
                <a:gd name="T36" fmla="*/ 13 w 20"/>
                <a:gd name="T37" fmla="*/ 0 h 48"/>
                <a:gd name="T38" fmla="*/ 10 w 20"/>
                <a:gd name="T39" fmla="*/ 0 h 48"/>
                <a:gd name="T40" fmla="*/ 7 w 20"/>
                <a:gd name="T41" fmla="*/ 2 h 48"/>
                <a:gd name="T42" fmla="*/ 4 w 20"/>
                <a:gd name="T43" fmla="*/ 5 h 48"/>
                <a:gd name="T44" fmla="*/ 1 w 20"/>
                <a:gd name="T45" fmla="*/ 7 h 48"/>
                <a:gd name="T46" fmla="*/ 0 w 20"/>
                <a:gd name="T47" fmla="*/ 9 h 48"/>
                <a:gd name="T48" fmla="*/ 2 w 20"/>
                <a:gd name="T49" fmla="*/ 12 h 48"/>
                <a:gd name="T50" fmla="*/ 3 w 20"/>
                <a:gd name="T51" fmla="*/ 12 h 48"/>
                <a:gd name="T52" fmla="*/ 7 w 20"/>
                <a:gd name="T53" fmla="*/ 13 h 48"/>
                <a:gd name="T54" fmla="*/ 10 w 20"/>
                <a:gd name="T55" fmla="*/ 11 h 48"/>
                <a:gd name="T56" fmla="*/ 11 w 20"/>
                <a:gd name="T57" fmla="*/ 11 h 48"/>
                <a:gd name="T58" fmla="*/ 11 w 20"/>
                <a:gd name="T59" fmla="*/ 13 h 48"/>
                <a:gd name="T60" fmla="*/ 12 w 20"/>
                <a:gd name="T61" fmla="*/ 18 h 48"/>
                <a:gd name="T62" fmla="*/ 10 w 20"/>
                <a:gd name="T63" fmla="*/ 19 h 48"/>
                <a:gd name="T64" fmla="*/ 8 w 20"/>
                <a:gd name="T65" fmla="*/ 20 h 48"/>
                <a:gd name="T66" fmla="*/ 3 w 20"/>
                <a:gd name="T67" fmla="*/ 27 h 48"/>
                <a:gd name="T68" fmla="*/ 4 w 20"/>
                <a:gd name="T69" fmla="*/ 32 h 48"/>
                <a:gd name="T70" fmla="*/ 9 w 20"/>
                <a:gd name="T71" fmla="*/ 35 h 48"/>
                <a:gd name="T72" fmla="*/ 9 w 20"/>
                <a:gd name="T73" fmla="*/ 35 h 48"/>
                <a:gd name="T74" fmla="*/ 9 w 20"/>
                <a:gd name="T75" fmla="*/ 42 h 48"/>
                <a:gd name="T76" fmla="*/ 9 w 20"/>
                <a:gd name="T77" fmla="*/ 46 h 48"/>
                <a:gd name="T78" fmla="*/ 12 w 20"/>
                <a:gd name="T79" fmla="*/ 47 h 48"/>
                <a:gd name="T80" fmla="*/ 14 w 20"/>
                <a:gd name="T81" fmla="*/ 46 h 48"/>
                <a:gd name="T82" fmla="*/ 17 w 20"/>
                <a:gd name="T83" fmla="*/ 38 h 48"/>
                <a:gd name="T84" fmla="*/ 18 w 20"/>
                <a:gd name="T85" fmla="*/ 35 h 48"/>
                <a:gd name="T86" fmla="*/ 19 w 20"/>
                <a:gd name="T87" fmla="*/ 31 h 48"/>
                <a:gd name="T88" fmla="*/ 19 w 20"/>
                <a:gd name="T89" fmla="*/ 27 h 48"/>
                <a:gd name="T90" fmla="*/ 20 w 20"/>
                <a:gd name="T91" fmla="*/ 23 h 48"/>
                <a:gd name="T92" fmla="*/ 20 w 20"/>
                <a:gd name="T93" fmla="*/ 22 h 48"/>
                <a:gd name="T94" fmla="*/ 10 w 20"/>
                <a:gd name="T95" fmla="*/ 28 h 48"/>
                <a:gd name="T96" fmla="*/ 10 w 20"/>
                <a:gd name="T97" fmla="*/ 29 h 48"/>
                <a:gd name="T98" fmla="*/ 9 w 20"/>
                <a:gd name="T99" fmla="*/ 30 h 48"/>
                <a:gd name="T100" fmla="*/ 8 w 20"/>
                <a:gd name="T101" fmla="*/ 28 h 48"/>
                <a:gd name="T102" fmla="*/ 10 w 20"/>
                <a:gd name="T103" fmla="*/ 24 h 48"/>
                <a:gd name="T104" fmla="*/ 10 w 20"/>
                <a:gd name="T105" fmla="*/ 24 h 48"/>
                <a:gd name="T106" fmla="*/ 10 w 20"/>
                <a:gd name="T107" fmla="*/ 25 h 48"/>
                <a:gd name="T108" fmla="*/ 10 w 20"/>
                <a:gd name="T109"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48">
                  <a:moveTo>
                    <a:pt x="20" y="22"/>
                  </a:moveTo>
                  <a:cubicBezTo>
                    <a:pt x="20" y="22"/>
                    <a:pt x="20" y="21"/>
                    <a:pt x="20" y="21"/>
                  </a:cubicBezTo>
                  <a:cubicBezTo>
                    <a:pt x="19" y="21"/>
                    <a:pt x="19" y="22"/>
                    <a:pt x="19" y="22"/>
                  </a:cubicBezTo>
                  <a:cubicBezTo>
                    <a:pt x="19" y="24"/>
                    <a:pt x="18" y="26"/>
                    <a:pt x="18" y="29"/>
                  </a:cubicBezTo>
                  <a:cubicBezTo>
                    <a:pt x="17" y="30"/>
                    <a:pt x="17" y="32"/>
                    <a:pt x="16" y="34"/>
                  </a:cubicBezTo>
                  <a:cubicBezTo>
                    <a:pt x="16" y="36"/>
                    <a:pt x="15" y="37"/>
                    <a:pt x="14" y="39"/>
                  </a:cubicBezTo>
                  <a:cubicBezTo>
                    <a:pt x="14" y="39"/>
                    <a:pt x="14" y="39"/>
                    <a:pt x="14" y="39"/>
                  </a:cubicBezTo>
                  <a:cubicBezTo>
                    <a:pt x="13" y="39"/>
                    <a:pt x="13" y="39"/>
                    <a:pt x="13" y="39"/>
                  </a:cubicBezTo>
                  <a:cubicBezTo>
                    <a:pt x="13" y="38"/>
                    <a:pt x="14" y="38"/>
                    <a:pt x="14" y="37"/>
                  </a:cubicBezTo>
                  <a:cubicBezTo>
                    <a:pt x="14" y="36"/>
                    <a:pt x="14" y="35"/>
                    <a:pt x="14" y="33"/>
                  </a:cubicBezTo>
                  <a:cubicBezTo>
                    <a:pt x="15" y="31"/>
                    <a:pt x="15" y="29"/>
                    <a:pt x="15" y="27"/>
                  </a:cubicBezTo>
                  <a:cubicBezTo>
                    <a:pt x="16" y="25"/>
                    <a:pt x="16" y="23"/>
                    <a:pt x="16" y="22"/>
                  </a:cubicBezTo>
                  <a:cubicBezTo>
                    <a:pt x="16" y="21"/>
                    <a:pt x="15" y="20"/>
                    <a:pt x="15" y="19"/>
                  </a:cubicBezTo>
                  <a:cubicBezTo>
                    <a:pt x="14" y="19"/>
                    <a:pt x="14" y="18"/>
                    <a:pt x="14" y="18"/>
                  </a:cubicBezTo>
                  <a:cubicBezTo>
                    <a:pt x="14" y="17"/>
                    <a:pt x="14" y="15"/>
                    <a:pt x="14" y="14"/>
                  </a:cubicBezTo>
                  <a:cubicBezTo>
                    <a:pt x="13" y="12"/>
                    <a:pt x="13" y="10"/>
                    <a:pt x="14" y="9"/>
                  </a:cubicBezTo>
                  <a:cubicBezTo>
                    <a:pt x="14" y="8"/>
                    <a:pt x="14" y="7"/>
                    <a:pt x="15" y="6"/>
                  </a:cubicBezTo>
                  <a:cubicBezTo>
                    <a:pt x="16" y="5"/>
                    <a:pt x="16" y="3"/>
                    <a:pt x="15" y="2"/>
                  </a:cubicBezTo>
                  <a:cubicBezTo>
                    <a:pt x="15" y="1"/>
                    <a:pt x="14" y="0"/>
                    <a:pt x="13" y="0"/>
                  </a:cubicBezTo>
                  <a:cubicBezTo>
                    <a:pt x="12" y="0"/>
                    <a:pt x="11" y="0"/>
                    <a:pt x="10" y="0"/>
                  </a:cubicBezTo>
                  <a:cubicBezTo>
                    <a:pt x="9" y="1"/>
                    <a:pt x="8" y="2"/>
                    <a:pt x="7" y="2"/>
                  </a:cubicBezTo>
                  <a:cubicBezTo>
                    <a:pt x="6" y="3"/>
                    <a:pt x="5" y="4"/>
                    <a:pt x="4" y="5"/>
                  </a:cubicBezTo>
                  <a:cubicBezTo>
                    <a:pt x="3" y="5"/>
                    <a:pt x="2" y="6"/>
                    <a:pt x="1" y="7"/>
                  </a:cubicBezTo>
                  <a:cubicBezTo>
                    <a:pt x="0" y="7"/>
                    <a:pt x="0" y="8"/>
                    <a:pt x="0" y="9"/>
                  </a:cubicBezTo>
                  <a:cubicBezTo>
                    <a:pt x="1" y="10"/>
                    <a:pt x="1" y="11"/>
                    <a:pt x="2" y="12"/>
                  </a:cubicBezTo>
                  <a:cubicBezTo>
                    <a:pt x="2" y="12"/>
                    <a:pt x="3" y="12"/>
                    <a:pt x="3" y="12"/>
                  </a:cubicBezTo>
                  <a:cubicBezTo>
                    <a:pt x="4" y="13"/>
                    <a:pt x="6" y="14"/>
                    <a:pt x="7" y="13"/>
                  </a:cubicBezTo>
                  <a:cubicBezTo>
                    <a:pt x="8" y="12"/>
                    <a:pt x="9" y="11"/>
                    <a:pt x="10" y="11"/>
                  </a:cubicBezTo>
                  <a:cubicBezTo>
                    <a:pt x="10" y="10"/>
                    <a:pt x="10" y="10"/>
                    <a:pt x="11" y="11"/>
                  </a:cubicBezTo>
                  <a:cubicBezTo>
                    <a:pt x="11" y="11"/>
                    <a:pt x="11" y="12"/>
                    <a:pt x="11" y="13"/>
                  </a:cubicBezTo>
                  <a:cubicBezTo>
                    <a:pt x="11" y="14"/>
                    <a:pt x="12" y="16"/>
                    <a:pt x="12" y="18"/>
                  </a:cubicBezTo>
                  <a:cubicBezTo>
                    <a:pt x="12" y="19"/>
                    <a:pt x="11" y="19"/>
                    <a:pt x="10" y="19"/>
                  </a:cubicBezTo>
                  <a:cubicBezTo>
                    <a:pt x="9" y="20"/>
                    <a:pt x="8" y="20"/>
                    <a:pt x="8" y="20"/>
                  </a:cubicBezTo>
                  <a:cubicBezTo>
                    <a:pt x="5" y="22"/>
                    <a:pt x="4" y="24"/>
                    <a:pt x="3" y="27"/>
                  </a:cubicBezTo>
                  <a:cubicBezTo>
                    <a:pt x="3" y="29"/>
                    <a:pt x="3" y="31"/>
                    <a:pt x="4" y="32"/>
                  </a:cubicBezTo>
                  <a:cubicBezTo>
                    <a:pt x="5" y="34"/>
                    <a:pt x="7" y="35"/>
                    <a:pt x="9" y="35"/>
                  </a:cubicBezTo>
                  <a:cubicBezTo>
                    <a:pt x="9" y="35"/>
                    <a:pt x="10" y="35"/>
                    <a:pt x="9" y="35"/>
                  </a:cubicBezTo>
                  <a:cubicBezTo>
                    <a:pt x="9" y="38"/>
                    <a:pt x="9" y="40"/>
                    <a:pt x="9" y="42"/>
                  </a:cubicBezTo>
                  <a:cubicBezTo>
                    <a:pt x="9" y="43"/>
                    <a:pt x="9" y="44"/>
                    <a:pt x="9" y="46"/>
                  </a:cubicBezTo>
                  <a:cubicBezTo>
                    <a:pt x="10" y="47"/>
                    <a:pt x="11" y="48"/>
                    <a:pt x="12" y="47"/>
                  </a:cubicBezTo>
                  <a:cubicBezTo>
                    <a:pt x="13" y="47"/>
                    <a:pt x="13" y="47"/>
                    <a:pt x="14" y="46"/>
                  </a:cubicBezTo>
                  <a:cubicBezTo>
                    <a:pt x="16" y="44"/>
                    <a:pt x="16" y="41"/>
                    <a:pt x="17" y="38"/>
                  </a:cubicBezTo>
                  <a:cubicBezTo>
                    <a:pt x="17" y="37"/>
                    <a:pt x="18" y="36"/>
                    <a:pt x="18" y="35"/>
                  </a:cubicBezTo>
                  <a:cubicBezTo>
                    <a:pt x="18" y="34"/>
                    <a:pt x="19" y="32"/>
                    <a:pt x="19" y="31"/>
                  </a:cubicBezTo>
                  <a:cubicBezTo>
                    <a:pt x="19" y="30"/>
                    <a:pt x="19" y="27"/>
                    <a:pt x="19" y="27"/>
                  </a:cubicBezTo>
                  <a:cubicBezTo>
                    <a:pt x="19" y="26"/>
                    <a:pt x="20" y="25"/>
                    <a:pt x="20" y="23"/>
                  </a:cubicBezTo>
                  <a:cubicBezTo>
                    <a:pt x="20" y="23"/>
                    <a:pt x="20" y="22"/>
                    <a:pt x="20" y="22"/>
                  </a:cubicBezTo>
                  <a:close/>
                  <a:moveTo>
                    <a:pt x="10" y="28"/>
                  </a:moveTo>
                  <a:cubicBezTo>
                    <a:pt x="10" y="28"/>
                    <a:pt x="10" y="29"/>
                    <a:pt x="10" y="29"/>
                  </a:cubicBezTo>
                  <a:cubicBezTo>
                    <a:pt x="10" y="29"/>
                    <a:pt x="10" y="30"/>
                    <a:pt x="9" y="30"/>
                  </a:cubicBezTo>
                  <a:cubicBezTo>
                    <a:pt x="8" y="30"/>
                    <a:pt x="8" y="29"/>
                    <a:pt x="8" y="28"/>
                  </a:cubicBezTo>
                  <a:cubicBezTo>
                    <a:pt x="8" y="27"/>
                    <a:pt x="9" y="25"/>
                    <a:pt x="10" y="24"/>
                  </a:cubicBezTo>
                  <a:cubicBezTo>
                    <a:pt x="10" y="24"/>
                    <a:pt x="10" y="24"/>
                    <a:pt x="10" y="24"/>
                  </a:cubicBezTo>
                  <a:cubicBezTo>
                    <a:pt x="10" y="25"/>
                    <a:pt x="11" y="25"/>
                    <a:pt x="10" y="25"/>
                  </a:cubicBezTo>
                  <a:cubicBezTo>
                    <a:pt x="10" y="26"/>
                    <a:pt x="10" y="27"/>
                    <a:pt x="10" y="28"/>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4" name="ïṩļidê"/>
            <p:cNvSpPr/>
            <p:nvPr/>
          </p:nvSpPr>
          <p:spPr bwMode="auto">
            <a:xfrm>
              <a:off x="3038475" y="2620963"/>
              <a:ext cx="136525" cy="115888"/>
            </a:xfrm>
            <a:custGeom>
              <a:avLst/>
              <a:gdLst>
                <a:gd name="T0" fmla="*/ 36 w 38"/>
                <a:gd name="T1" fmla="*/ 22 h 32"/>
                <a:gd name="T2" fmla="*/ 34 w 38"/>
                <a:gd name="T3" fmla="*/ 22 h 32"/>
                <a:gd name="T4" fmla="*/ 32 w 38"/>
                <a:gd name="T5" fmla="*/ 22 h 32"/>
                <a:gd name="T6" fmla="*/ 28 w 38"/>
                <a:gd name="T7" fmla="*/ 22 h 32"/>
                <a:gd name="T8" fmla="*/ 27 w 38"/>
                <a:gd name="T9" fmla="*/ 21 h 32"/>
                <a:gd name="T10" fmla="*/ 28 w 38"/>
                <a:gd name="T11" fmla="*/ 21 h 32"/>
                <a:gd name="T12" fmla="*/ 32 w 38"/>
                <a:gd name="T13" fmla="*/ 16 h 32"/>
                <a:gd name="T14" fmla="*/ 35 w 38"/>
                <a:gd name="T15" fmla="*/ 11 h 32"/>
                <a:gd name="T16" fmla="*/ 35 w 38"/>
                <a:gd name="T17" fmla="*/ 8 h 32"/>
                <a:gd name="T18" fmla="*/ 35 w 38"/>
                <a:gd name="T19" fmla="*/ 7 h 32"/>
                <a:gd name="T20" fmla="*/ 34 w 38"/>
                <a:gd name="T21" fmla="*/ 3 h 32"/>
                <a:gd name="T22" fmla="*/ 29 w 38"/>
                <a:gd name="T23" fmla="*/ 1 h 32"/>
                <a:gd name="T24" fmla="*/ 22 w 38"/>
                <a:gd name="T25" fmla="*/ 2 h 32"/>
                <a:gd name="T26" fmla="*/ 16 w 38"/>
                <a:gd name="T27" fmla="*/ 5 h 32"/>
                <a:gd name="T28" fmla="*/ 14 w 38"/>
                <a:gd name="T29" fmla="*/ 7 h 32"/>
                <a:gd name="T30" fmla="*/ 17 w 38"/>
                <a:gd name="T31" fmla="*/ 12 h 32"/>
                <a:gd name="T32" fmla="*/ 22 w 38"/>
                <a:gd name="T33" fmla="*/ 13 h 32"/>
                <a:gd name="T34" fmla="*/ 26 w 38"/>
                <a:gd name="T35" fmla="*/ 11 h 32"/>
                <a:gd name="T36" fmla="*/ 28 w 38"/>
                <a:gd name="T37" fmla="*/ 11 h 32"/>
                <a:gd name="T38" fmla="*/ 25 w 38"/>
                <a:gd name="T39" fmla="*/ 16 h 32"/>
                <a:gd name="T40" fmla="*/ 20 w 38"/>
                <a:gd name="T41" fmla="*/ 20 h 32"/>
                <a:gd name="T42" fmla="*/ 15 w 38"/>
                <a:gd name="T43" fmla="*/ 21 h 32"/>
                <a:gd name="T44" fmla="*/ 12 w 38"/>
                <a:gd name="T45" fmla="*/ 21 h 32"/>
                <a:gd name="T46" fmla="*/ 5 w 38"/>
                <a:gd name="T47" fmla="*/ 22 h 32"/>
                <a:gd name="T48" fmla="*/ 2 w 38"/>
                <a:gd name="T49" fmla="*/ 24 h 32"/>
                <a:gd name="T50" fmla="*/ 1 w 38"/>
                <a:gd name="T51" fmla="*/ 25 h 32"/>
                <a:gd name="T52" fmla="*/ 3 w 38"/>
                <a:gd name="T53" fmla="*/ 31 h 32"/>
                <a:gd name="T54" fmla="*/ 6 w 38"/>
                <a:gd name="T55" fmla="*/ 31 h 32"/>
                <a:gd name="T56" fmla="*/ 12 w 38"/>
                <a:gd name="T57" fmla="*/ 31 h 32"/>
                <a:gd name="T58" fmla="*/ 29 w 38"/>
                <a:gd name="T59" fmla="*/ 30 h 32"/>
                <a:gd name="T60" fmla="*/ 31 w 38"/>
                <a:gd name="T61" fmla="*/ 31 h 32"/>
                <a:gd name="T62" fmla="*/ 33 w 38"/>
                <a:gd name="T63" fmla="*/ 32 h 32"/>
                <a:gd name="T64" fmla="*/ 36 w 38"/>
                <a:gd name="T65" fmla="*/ 30 h 32"/>
                <a:gd name="T66" fmla="*/ 37 w 38"/>
                <a:gd name="T67" fmla="*/ 27 h 32"/>
                <a:gd name="T68" fmla="*/ 36 w 38"/>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 h="32">
                  <a:moveTo>
                    <a:pt x="36" y="22"/>
                  </a:moveTo>
                  <a:cubicBezTo>
                    <a:pt x="36" y="21"/>
                    <a:pt x="35" y="21"/>
                    <a:pt x="34" y="22"/>
                  </a:cubicBezTo>
                  <a:cubicBezTo>
                    <a:pt x="33" y="22"/>
                    <a:pt x="33" y="22"/>
                    <a:pt x="32" y="22"/>
                  </a:cubicBezTo>
                  <a:cubicBezTo>
                    <a:pt x="31" y="22"/>
                    <a:pt x="29" y="22"/>
                    <a:pt x="28" y="22"/>
                  </a:cubicBezTo>
                  <a:cubicBezTo>
                    <a:pt x="28" y="22"/>
                    <a:pt x="27" y="22"/>
                    <a:pt x="27" y="21"/>
                  </a:cubicBezTo>
                  <a:cubicBezTo>
                    <a:pt x="27" y="21"/>
                    <a:pt x="27" y="21"/>
                    <a:pt x="28" y="21"/>
                  </a:cubicBezTo>
                  <a:cubicBezTo>
                    <a:pt x="29" y="19"/>
                    <a:pt x="31" y="17"/>
                    <a:pt x="32" y="16"/>
                  </a:cubicBezTo>
                  <a:cubicBezTo>
                    <a:pt x="33" y="14"/>
                    <a:pt x="34" y="11"/>
                    <a:pt x="35" y="11"/>
                  </a:cubicBezTo>
                  <a:cubicBezTo>
                    <a:pt x="35" y="10"/>
                    <a:pt x="36" y="9"/>
                    <a:pt x="35" y="8"/>
                  </a:cubicBezTo>
                  <a:cubicBezTo>
                    <a:pt x="35" y="8"/>
                    <a:pt x="35" y="7"/>
                    <a:pt x="35" y="7"/>
                  </a:cubicBezTo>
                  <a:cubicBezTo>
                    <a:pt x="35" y="6"/>
                    <a:pt x="35" y="4"/>
                    <a:pt x="34" y="3"/>
                  </a:cubicBezTo>
                  <a:cubicBezTo>
                    <a:pt x="33" y="2"/>
                    <a:pt x="31" y="1"/>
                    <a:pt x="29" y="1"/>
                  </a:cubicBezTo>
                  <a:cubicBezTo>
                    <a:pt x="27" y="0"/>
                    <a:pt x="24" y="1"/>
                    <a:pt x="22" y="2"/>
                  </a:cubicBezTo>
                  <a:cubicBezTo>
                    <a:pt x="20" y="3"/>
                    <a:pt x="18" y="4"/>
                    <a:pt x="16" y="5"/>
                  </a:cubicBezTo>
                  <a:cubicBezTo>
                    <a:pt x="15" y="5"/>
                    <a:pt x="14" y="7"/>
                    <a:pt x="14" y="7"/>
                  </a:cubicBezTo>
                  <a:cubicBezTo>
                    <a:pt x="15" y="9"/>
                    <a:pt x="15" y="11"/>
                    <a:pt x="17" y="12"/>
                  </a:cubicBezTo>
                  <a:cubicBezTo>
                    <a:pt x="18" y="13"/>
                    <a:pt x="20" y="13"/>
                    <a:pt x="22" y="13"/>
                  </a:cubicBezTo>
                  <a:cubicBezTo>
                    <a:pt x="23" y="12"/>
                    <a:pt x="24" y="12"/>
                    <a:pt x="26" y="11"/>
                  </a:cubicBezTo>
                  <a:cubicBezTo>
                    <a:pt x="26" y="11"/>
                    <a:pt x="27" y="11"/>
                    <a:pt x="28" y="11"/>
                  </a:cubicBezTo>
                  <a:cubicBezTo>
                    <a:pt x="28" y="12"/>
                    <a:pt x="25" y="14"/>
                    <a:pt x="25" y="16"/>
                  </a:cubicBezTo>
                  <a:cubicBezTo>
                    <a:pt x="23" y="17"/>
                    <a:pt x="22" y="18"/>
                    <a:pt x="20" y="20"/>
                  </a:cubicBezTo>
                  <a:cubicBezTo>
                    <a:pt x="19" y="21"/>
                    <a:pt x="17" y="21"/>
                    <a:pt x="15" y="21"/>
                  </a:cubicBezTo>
                  <a:cubicBezTo>
                    <a:pt x="14" y="21"/>
                    <a:pt x="13" y="21"/>
                    <a:pt x="12" y="21"/>
                  </a:cubicBezTo>
                  <a:cubicBezTo>
                    <a:pt x="9" y="22"/>
                    <a:pt x="7" y="22"/>
                    <a:pt x="5" y="22"/>
                  </a:cubicBezTo>
                  <a:cubicBezTo>
                    <a:pt x="4" y="23"/>
                    <a:pt x="3" y="23"/>
                    <a:pt x="2" y="24"/>
                  </a:cubicBezTo>
                  <a:cubicBezTo>
                    <a:pt x="2" y="24"/>
                    <a:pt x="2" y="25"/>
                    <a:pt x="1" y="25"/>
                  </a:cubicBezTo>
                  <a:cubicBezTo>
                    <a:pt x="0" y="27"/>
                    <a:pt x="1" y="30"/>
                    <a:pt x="3" y="31"/>
                  </a:cubicBezTo>
                  <a:cubicBezTo>
                    <a:pt x="4" y="31"/>
                    <a:pt x="5" y="31"/>
                    <a:pt x="6" y="31"/>
                  </a:cubicBezTo>
                  <a:cubicBezTo>
                    <a:pt x="8" y="31"/>
                    <a:pt x="11" y="31"/>
                    <a:pt x="12" y="31"/>
                  </a:cubicBezTo>
                  <a:cubicBezTo>
                    <a:pt x="14" y="30"/>
                    <a:pt x="25" y="30"/>
                    <a:pt x="29" y="30"/>
                  </a:cubicBezTo>
                  <a:cubicBezTo>
                    <a:pt x="29" y="30"/>
                    <a:pt x="30" y="30"/>
                    <a:pt x="31" y="31"/>
                  </a:cubicBezTo>
                  <a:cubicBezTo>
                    <a:pt x="32" y="31"/>
                    <a:pt x="32" y="32"/>
                    <a:pt x="33" y="32"/>
                  </a:cubicBezTo>
                  <a:cubicBezTo>
                    <a:pt x="34" y="32"/>
                    <a:pt x="35" y="32"/>
                    <a:pt x="36" y="30"/>
                  </a:cubicBezTo>
                  <a:cubicBezTo>
                    <a:pt x="37" y="29"/>
                    <a:pt x="37" y="28"/>
                    <a:pt x="37" y="27"/>
                  </a:cubicBezTo>
                  <a:cubicBezTo>
                    <a:pt x="38" y="25"/>
                    <a:pt x="37" y="24"/>
                    <a:pt x="36" y="22"/>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5" name="îṧliḑe"/>
            <p:cNvSpPr/>
            <p:nvPr/>
          </p:nvSpPr>
          <p:spPr bwMode="auto">
            <a:xfrm>
              <a:off x="3290888" y="2722563"/>
              <a:ext cx="187325" cy="198438"/>
            </a:xfrm>
            <a:custGeom>
              <a:avLst/>
              <a:gdLst>
                <a:gd name="T0" fmla="*/ 37 w 52"/>
                <a:gd name="T1" fmla="*/ 49 h 55"/>
                <a:gd name="T2" fmla="*/ 35 w 52"/>
                <a:gd name="T3" fmla="*/ 45 h 55"/>
                <a:gd name="T4" fmla="*/ 34 w 52"/>
                <a:gd name="T5" fmla="*/ 39 h 55"/>
                <a:gd name="T6" fmla="*/ 33 w 52"/>
                <a:gd name="T7" fmla="*/ 34 h 55"/>
                <a:gd name="T8" fmla="*/ 32 w 52"/>
                <a:gd name="T9" fmla="*/ 27 h 55"/>
                <a:gd name="T10" fmla="*/ 34 w 52"/>
                <a:gd name="T11" fmla="*/ 25 h 55"/>
                <a:gd name="T12" fmla="*/ 35 w 52"/>
                <a:gd name="T13" fmla="*/ 23 h 55"/>
                <a:gd name="T14" fmla="*/ 38 w 52"/>
                <a:gd name="T15" fmla="*/ 22 h 55"/>
                <a:gd name="T16" fmla="*/ 43 w 52"/>
                <a:gd name="T17" fmla="*/ 24 h 55"/>
                <a:gd name="T18" fmla="*/ 46 w 52"/>
                <a:gd name="T19" fmla="*/ 23 h 55"/>
                <a:gd name="T20" fmla="*/ 48 w 52"/>
                <a:gd name="T21" fmla="*/ 22 h 55"/>
                <a:gd name="T22" fmla="*/ 49 w 52"/>
                <a:gd name="T23" fmla="*/ 22 h 55"/>
                <a:gd name="T24" fmla="*/ 50 w 52"/>
                <a:gd name="T25" fmla="*/ 21 h 55"/>
                <a:gd name="T26" fmla="*/ 50 w 52"/>
                <a:gd name="T27" fmla="*/ 19 h 55"/>
                <a:gd name="T28" fmla="*/ 48 w 52"/>
                <a:gd name="T29" fmla="*/ 16 h 55"/>
                <a:gd name="T30" fmla="*/ 45 w 52"/>
                <a:gd name="T31" fmla="*/ 15 h 55"/>
                <a:gd name="T32" fmla="*/ 45 w 52"/>
                <a:gd name="T33" fmla="*/ 15 h 55"/>
                <a:gd name="T34" fmla="*/ 45 w 52"/>
                <a:gd name="T35" fmla="*/ 15 h 55"/>
                <a:gd name="T36" fmla="*/ 48 w 52"/>
                <a:gd name="T37" fmla="*/ 11 h 55"/>
                <a:gd name="T38" fmla="*/ 51 w 52"/>
                <a:gd name="T39" fmla="*/ 7 h 55"/>
                <a:gd name="T40" fmla="*/ 52 w 52"/>
                <a:gd name="T41" fmla="*/ 5 h 55"/>
                <a:gd name="T42" fmla="*/ 51 w 52"/>
                <a:gd name="T43" fmla="*/ 1 h 55"/>
                <a:gd name="T44" fmla="*/ 48 w 52"/>
                <a:gd name="T45" fmla="*/ 0 h 55"/>
                <a:gd name="T46" fmla="*/ 45 w 52"/>
                <a:gd name="T47" fmla="*/ 2 h 55"/>
                <a:gd name="T48" fmla="*/ 43 w 52"/>
                <a:gd name="T49" fmla="*/ 6 h 55"/>
                <a:gd name="T50" fmla="*/ 37 w 52"/>
                <a:gd name="T51" fmla="*/ 12 h 55"/>
                <a:gd name="T52" fmla="*/ 35 w 52"/>
                <a:gd name="T53" fmla="*/ 13 h 55"/>
                <a:gd name="T54" fmla="*/ 32 w 52"/>
                <a:gd name="T55" fmla="*/ 12 h 55"/>
                <a:gd name="T56" fmla="*/ 26 w 52"/>
                <a:gd name="T57" fmla="*/ 10 h 55"/>
                <a:gd name="T58" fmla="*/ 22 w 52"/>
                <a:gd name="T59" fmla="*/ 10 h 55"/>
                <a:gd name="T60" fmla="*/ 21 w 52"/>
                <a:gd name="T61" fmla="*/ 11 h 55"/>
                <a:gd name="T62" fmla="*/ 21 w 52"/>
                <a:gd name="T63" fmla="*/ 14 h 55"/>
                <a:gd name="T64" fmla="*/ 21 w 52"/>
                <a:gd name="T65" fmla="*/ 15 h 55"/>
                <a:gd name="T66" fmla="*/ 23 w 52"/>
                <a:gd name="T67" fmla="*/ 17 h 55"/>
                <a:gd name="T68" fmla="*/ 26 w 52"/>
                <a:gd name="T69" fmla="*/ 19 h 55"/>
                <a:gd name="T70" fmla="*/ 29 w 52"/>
                <a:gd name="T71" fmla="*/ 20 h 55"/>
                <a:gd name="T72" fmla="*/ 24 w 52"/>
                <a:gd name="T73" fmla="*/ 23 h 55"/>
                <a:gd name="T74" fmla="*/ 12 w 52"/>
                <a:gd name="T75" fmla="*/ 28 h 55"/>
                <a:gd name="T76" fmla="*/ 0 w 52"/>
                <a:gd name="T77" fmla="*/ 28 h 55"/>
                <a:gd name="T78" fmla="*/ 1 w 52"/>
                <a:gd name="T79" fmla="*/ 29 h 55"/>
                <a:gd name="T80" fmla="*/ 3 w 52"/>
                <a:gd name="T81" fmla="*/ 30 h 55"/>
                <a:gd name="T82" fmla="*/ 6 w 52"/>
                <a:gd name="T83" fmla="*/ 32 h 55"/>
                <a:gd name="T84" fmla="*/ 15 w 52"/>
                <a:gd name="T85" fmla="*/ 32 h 55"/>
                <a:gd name="T86" fmla="*/ 20 w 52"/>
                <a:gd name="T87" fmla="*/ 31 h 55"/>
                <a:gd name="T88" fmla="*/ 26 w 52"/>
                <a:gd name="T89" fmla="*/ 29 h 55"/>
                <a:gd name="T90" fmla="*/ 27 w 52"/>
                <a:gd name="T91" fmla="*/ 29 h 55"/>
                <a:gd name="T92" fmla="*/ 26 w 52"/>
                <a:gd name="T93" fmla="*/ 35 h 55"/>
                <a:gd name="T94" fmla="*/ 25 w 52"/>
                <a:gd name="T95" fmla="*/ 40 h 55"/>
                <a:gd name="T96" fmla="*/ 25 w 52"/>
                <a:gd name="T97" fmla="*/ 43 h 55"/>
                <a:gd name="T98" fmla="*/ 26 w 52"/>
                <a:gd name="T99" fmla="*/ 47 h 55"/>
                <a:gd name="T100" fmla="*/ 28 w 52"/>
                <a:gd name="T101" fmla="*/ 50 h 55"/>
                <a:gd name="T102" fmla="*/ 29 w 52"/>
                <a:gd name="T103" fmla="*/ 52 h 55"/>
                <a:gd name="T104" fmla="*/ 31 w 52"/>
                <a:gd name="T105" fmla="*/ 53 h 55"/>
                <a:gd name="T106" fmla="*/ 34 w 52"/>
                <a:gd name="T107" fmla="*/ 54 h 55"/>
                <a:gd name="T108" fmla="*/ 35 w 52"/>
                <a:gd name="T109" fmla="*/ 54 h 55"/>
                <a:gd name="T110" fmla="*/ 36 w 52"/>
                <a:gd name="T111" fmla="*/ 54 h 55"/>
                <a:gd name="T112" fmla="*/ 37 w 52"/>
                <a:gd name="T113" fmla="*/ 53 h 55"/>
                <a:gd name="T114" fmla="*/ 39 w 52"/>
                <a:gd name="T115" fmla="*/ 53 h 55"/>
                <a:gd name="T116" fmla="*/ 37 w 52"/>
                <a:gd name="T117"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 h="55">
                  <a:moveTo>
                    <a:pt x="37" y="49"/>
                  </a:moveTo>
                  <a:cubicBezTo>
                    <a:pt x="36" y="47"/>
                    <a:pt x="36" y="46"/>
                    <a:pt x="35" y="45"/>
                  </a:cubicBezTo>
                  <a:cubicBezTo>
                    <a:pt x="34" y="43"/>
                    <a:pt x="34" y="41"/>
                    <a:pt x="34" y="39"/>
                  </a:cubicBezTo>
                  <a:cubicBezTo>
                    <a:pt x="33" y="37"/>
                    <a:pt x="33" y="35"/>
                    <a:pt x="33" y="34"/>
                  </a:cubicBezTo>
                  <a:cubicBezTo>
                    <a:pt x="33" y="31"/>
                    <a:pt x="33" y="28"/>
                    <a:pt x="32" y="27"/>
                  </a:cubicBezTo>
                  <a:cubicBezTo>
                    <a:pt x="32" y="25"/>
                    <a:pt x="33" y="25"/>
                    <a:pt x="34" y="25"/>
                  </a:cubicBezTo>
                  <a:cubicBezTo>
                    <a:pt x="34" y="24"/>
                    <a:pt x="35" y="24"/>
                    <a:pt x="35" y="23"/>
                  </a:cubicBezTo>
                  <a:cubicBezTo>
                    <a:pt x="36" y="23"/>
                    <a:pt x="37" y="22"/>
                    <a:pt x="38" y="22"/>
                  </a:cubicBezTo>
                  <a:cubicBezTo>
                    <a:pt x="40" y="23"/>
                    <a:pt x="41" y="23"/>
                    <a:pt x="43" y="24"/>
                  </a:cubicBezTo>
                  <a:cubicBezTo>
                    <a:pt x="43" y="24"/>
                    <a:pt x="45" y="24"/>
                    <a:pt x="46" y="23"/>
                  </a:cubicBezTo>
                  <a:cubicBezTo>
                    <a:pt x="47" y="23"/>
                    <a:pt x="47" y="23"/>
                    <a:pt x="48" y="22"/>
                  </a:cubicBezTo>
                  <a:cubicBezTo>
                    <a:pt x="48" y="22"/>
                    <a:pt x="49" y="22"/>
                    <a:pt x="49" y="22"/>
                  </a:cubicBezTo>
                  <a:cubicBezTo>
                    <a:pt x="49" y="21"/>
                    <a:pt x="50" y="21"/>
                    <a:pt x="50" y="21"/>
                  </a:cubicBezTo>
                  <a:cubicBezTo>
                    <a:pt x="51" y="20"/>
                    <a:pt x="51" y="20"/>
                    <a:pt x="50" y="19"/>
                  </a:cubicBezTo>
                  <a:cubicBezTo>
                    <a:pt x="50" y="18"/>
                    <a:pt x="49" y="17"/>
                    <a:pt x="48" y="16"/>
                  </a:cubicBezTo>
                  <a:cubicBezTo>
                    <a:pt x="47" y="15"/>
                    <a:pt x="46" y="15"/>
                    <a:pt x="45" y="15"/>
                  </a:cubicBezTo>
                  <a:cubicBezTo>
                    <a:pt x="45" y="15"/>
                    <a:pt x="45" y="16"/>
                    <a:pt x="45" y="15"/>
                  </a:cubicBezTo>
                  <a:cubicBezTo>
                    <a:pt x="45" y="15"/>
                    <a:pt x="45" y="15"/>
                    <a:pt x="45" y="15"/>
                  </a:cubicBezTo>
                  <a:cubicBezTo>
                    <a:pt x="46" y="13"/>
                    <a:pt x="47" y="12"/>
                    <a:pt x="48" y="11"/>
                  </a:cubicBezTo>
                  <a:cubicBezTo>
                    <a:pt x="49" y="10"/>
                    <a:pt x="50" y="8"/>
                    <a:pt x="51" y="7"/>
                  </a:cubicBezTo>
                  <a:cubicBezTo>
                    <a:pt x="51" y="6"/>
                    <a:pt x="52" y="6"/>
                    <a:pt x="52" y="5"/>
                  </a:cubicBezTo>
                  <a:cubicBezTo>
                    <a:pt x="52" y="4"/>
                    <a:pt x="51" y="3"/>
                    <a:pt x="51" y="1"/>
                  </a:cubicBezTo>
                  <a:cubicBezTo>
                    <a:pt x="50" y="0"/>
                    <a:pt x="49" y="0"/>
                    <a:pt x="48" y="0"/>
                  </a:cubicBezTo>
                  <a:cubicBezTo>
                    <a:pt x="47" y="1"/>
                    <a:pt x="45" y="1"/>
                    <a:pt x="45" y="2"/>
                  </a:cubicBezTo>
                  <a:cubicBezTo>
                    <a:pt x="44" y="4"/>
                    <a:pt x="43" y="5"/>
                    <a:pt x="43" y="6"/>
                  </a:cubicBezTo>
                  <a:cubicBezTo>
                    <a:pt x="41" y="8"/>
                    <a:pt x="39" y="10"/>
                    <a:pt x="37" y="12"/>
                  </a:cubicBezTo>
                  <a:cubicBezTo>
                    <a:pt x="37" y="13"/>
                    <a:pt x="36" y="13"/>
                    <a:pt x="35" y="13"/>
                  </a:cubicBezTo>
                  <a:cubicBezTo>
                    <a:pt x="34" y="13"/>
                    <a:pt x="33" y="13"/>
                    <a:pt x="32" y="12"/>
                  </a:cubicBezTo>
                  <a:cubicBezTo>
                    <a:pt x="30" y="12"/>
                    <a:pt x="28" y="11"/>
                    <a:pt x="26" y="10"/>
                  </a:cubicBezTo>
                  <a:cubicBezTo>
                    <a:pt x="25" y="9"/>
                    <a:pt x="23" y="9"/>
                    <a:pt x="22" y="10"/>
                  </a:cubicBezTo>
                  <a:cubicBezTo>
                    <a:pt x="22" y="11"/>
                    <a:pt x="21" y="11"/>
                    <a:pt x="21" y="11"/>
                  </a:cubicBezTo>
                  <a:cubicBezTo>
                    <a:pt x="21" y="12"/>
                    <a:pt x="21" y="13"/>
                    <a:pt x="21" y="14"/>
                  </a:cubicBezTo>
                  <a:cubicBezTo>
                    <a:pt x="21" y="15"/>
                    <a:pt x="21" y="15"/>
                    <a:pt x="21" y="15"/>
                  </a:cubicBezTo>
                  <a:cubicBezTo>
                    <a:pt x="21" y="16"/>
                    <a:pt x="22" y="17"/>
                    <a:pt x="23" y="17"/>
                  </a:cubicBezTo>
                  <a:cubicBezTo>
                    <a:pt x="24" y="18"/>
                    <a:pt x="25" y="19"/>
                    <a:pt x="26" y="19"/>
                  </a:cubicBezTo>
                  <a:cubicBezTo>
                    <a:pt x="27" y="19"/>
                    <a:pt x="28" y="20"/>
                    <a:pt x="29" y="20"/>
                  </a:cubicBezTo>
                  <a:cubicBezTo>
                    <a:pt x="28" y="20"/>
                    <a:pt x="26" y="22"/>
                    <a:pt x="24" y="23"/>
                  </a:cubicBezTo>
                  <a:cubicBezTo>
                    <a:pt x="21" y="25"/>
                    <a:pt x="18" y="26"/>
                    <a:pt x="12" y="28"/>
                  </a:cubicBezTo>
                  <a:cubicBezTo>
                    <a:pt x="5" y="29"/>
                    <a:pt x="1" y="28"/>
                    <a:pt x="0" y="28"/>
                  </a:cubicBezTo>
                  <a:cubicBezTo>
                    <a:pt x="0" y="28"/>
                    <a:pt x="0" y="28"/>
                    <a:pt x="1" y="29"/>
                  </a:cubicBezTo>
                  <a:cubicBezTo>
                    <a:pt x="1" y="29"/>
                    <a:pt x="3" y="30"/>
                    <a:pt x="3" y="30"/>
                  </a:cubicBezTo>
                  <a:cubicBezTo>
                    <a:pt x="4" y="31"/>
                    <a:pt x="5" y="32"/>
                    <a:pt x="6" y="32"/>
                  </a:cubicBezTo>
                  <a:cubicBezTo>
                    <a:pt x="7" y="32"/>
                    <a:pt x="12" y="33"/>
                    <a:pt x="15" y="32"/>
                  </a:cubicBezTo>
                  <a:cubicBezTo>
                    <a:pt x="17" y="32"/>
                    <a:pt x="20" y="31"/>
                    <a:pt x="20" y="31"/>
                  </a:cubicBezTo>
                  <a:cubicBezTo>
                    <a:pt x="22" y="30"/>
                    <a:pt x="24" y="30"/>
                    <a:pt x="26" y="29"/>
                  </a:cubicBezTo>
                  <a:cubicBezTo>
                    <a:pt x="27" y="29"/>
                    <a:pt x="27" y="29"/>
                    <a:pt x="27" y="29"/>
                  </a:cubicBezTo>
                  <a:cubicBezTo>
                    <a:pt x="27" y="31"/>
                    <a:pt x="26" y="33"/>
                    <a:pt x="26" y="35"/>
                  </a:cubicBezTo>
                  <a:cubicBezTo>
                    <a:pt x="26" y="37"/>
                    <a:pt x="26" y="38"/>
                    <a:pt x="25" y="40"/>
                  </a:cubicBezTo>
                  <a:cubicBezTo>
                    <a:pt x="25" y="41"/>
                    <a:pt x="25" y="42"/>
                    <a:pt x="25" y="43"/>
                  </a:cubicBezTo>
                  <a:cubicBezTo>
                    <a:pt x="25" y="44"/>
                    <a:pt x="25" y="46"/>
                    <a:pt x="26" y="47"/>
                  </a:cubicBezTo>
                  <a:cubicBezTo>
                    <a:pt x="26" y="48"/>
                    <a:pt x="27" y="49"/>
                    <a:pt x="28" y="50"/>
                  </a:cubicBezTo>
                  <a:cubicBezTo>
                    <a:pt x="28" y="50"/>
                    <a:pt x="29" y="51"/>
                    <a:pt x="29" y="52"/>
                  </a:cubicBezTo>
                  <a:cubicBezTo>
                    <a:pt x="30" y="52"/>
                    <a:pt x="30" y="53"/>
                    <a:pt x="31" y="53"/>
                  </a:cubicBezTo>
                  <a:cubicBezTo>
                    <a:pt x="32" y="53"/>
                    <a:pt x="33" y="55"/>
                    <a:pt x="34" y="54"/>
                  </a:cubicBezTo>
                  <a:cubicBezTo>
                    <a:pt x="34" y="54"/>
                    <a:pt x="35" y="54"/>
                    <a:pt x="35" y="54"/>
                  </a:cubicBezTo>
                  <a:cubicBezTo>
                    <a:pt x="35" y="54"/>
                    <a:pt x="36" y="54"/>
                    <a:pt x="36" y="54"/>
                  </a:cubicBezTo>
                  <a:cubicBezTo>
                    <a:pt x="37" y="54"/>
                    <a:pt x="37" y="54"/>
                    <a:pt x="37" y="53"/>
                  </a:cubicBezTo>
                  <a:cubicBezTo>
                    <a:pt x="38" y="53"/>
                    <a:pt x="39" y="53"/>
                    <a:pt x="39" y="53"/>
                  </a:cubicBezTo>
                  <a:cubicBezTo>
                    <a:pt x="39" y="52"/>
                    <a:pt x="38" y="52"/>
                    <a:pt x="37" y="49"/>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6" name="ïśḷïḓè"/>
            <p:cNvSpPr/>
            <p:nvPr/>
          </p:nvSpPr>
          <p:spPr bwMode="auto">
            <a:xfrm>
              <a:off x="2035175" y="2493963"/>
              <a:ext cx="1865313" cy="1873250"/>
            </a:xfrm>
            <a:custGeom>
              <a:avLst/>
              <a:gdLst>
                <a:gd name="T0" fmla="*/ 258 w 517"/>
                <a:gd name="T1" fmla="*/ 0 h 517"/>
                <a:gd name="T2" fmla="*/ 0 w 517"/>
                <a:gd name="T3" fmla="*/ 258 h 517"/>
                <a:gd name="T4" fmla="*/ 258 w 517"/>
                <a:gd name="T5" fmla="*/ 517 h 517"/>
                <a:gd name="T6" fmla="*/ 517 w 517"/>
                <a:gd name="T7" fmla="*/ 258 h 517"/>
                <a:gd name="T8" fmla="*/ 258 w 517"/>
                <a:gd name="T9" fmla="*/ 0 h 517"/>
                <a:gd name="T10" fmla="*/ 258 w 517"/>
                <a:gd name="T11" fmla="*/ 511 h 517"/>
                <a:gd name="T12" fmla="*/ 5 w 517"/>
                <a:gd name="T13" fmla="*/ 258 h 517"/>
                <a:gd name="T14" fmla="*/ 258 w 517"/>
                <a:gd name="T15" fmla="*/ 6 h 517"/>
                <a:gd name="T16" fmla="*/ 511 w 517"/>
                <a:gd name="T17" fmla="*/ 258 h 517"/>
                <a:gd name="T18" fmla="*/ 258 w 517"/>
                <a:gd name="T19" fmla="*/ 511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7" h="517">
                  <a:moveTo>
                    <a:pt x="258" y="0"/>
                  </a:moveTo>
                  <a:cubicBezTo>
                    <a:pt x="115" y="0"/>
                    <a:pt x="0" y="116"/>
                    <a:pt x="0" y="258"/>
                  </a:cubicBezTo>
                  <a:cubicBezTo>
                    <a:pt x="0" y="401"/>
                    <a:pt x="115" y="517"/>
                    <a:pt x="258" y="517"/>
                  </a:cubicBezTo>
                  <a:cubicBezTo>
                    <a:pt x="401" y="517"/>
                    <a:pt x="517" y="401"/>
                    <a:pt x="517" y="258"/>
                  </a:cubicBezTo>
                  <a:cubicBezTo>
                    <a:pt x="517" y="116"/>
                    <a:pt x="401" y="0"/>
                    <a:pt x="258" y="0"/>
                  </a:cubicBezTo>
                  <a:close/>
                  <a:moveTo>
                    <a:pt x="258" y="511"/>
                  </a:moveTo>
                  <a:cubicBezTo>
                    <a:pt x="119" y="511"/>
                    <a:pt x="5" y="398"/>
                    <a:pt x="5" y="258"/>
                  </a:cubicBezTo>
                  <a:cubicBezTo>
                    <a:pt x="5" y="119"/>
                    <a:pt x="119" y="6"/>
                    <a:pt x="258" y="6"/>
                  </a:cubicBezTo>
                  <a:cubicBezTo>
                    <a:pt x="398" y="6"/>
                    <a:pt x="511" y="119"/>
                    <a:pt x="511" y="258"/>
                  </a:cubicBezTo>
                  <a:cubicBezTo>
                    <a:pt x="511" y="398"/>
                    <a:pt x="398" y="511"/>
                    <a:pt x="258" y="511"/>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7" name="ísliďè"/>
            <p:cNvSpPr/>
            <p:nvPr/>
          </p:nvSpPr>
          <p:spPr bwMode="auto">
            <a:xfrm>
              <a:off x="2332038" y="2790826"/>
              <a:ext cx="1273175" cy="1279525"/>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176 w 353"/>
                <a:gd name="T11" fmla="*/ 347 h 353"/>
                <a:gd name="T12" fmla="*/ 6 w 353"/>
                <a:gd name="T13" fmla="*/ 176 h 353"/>
                <a:gd name="T14" fmla="*/ 176 w 353"/>
                <a:gd name="T15" fmla="*/ 6 h 353"/>
                <a:gd name="T16" fmla="*/ 347 w 353"/>
                <a:gd name="T17" fmla="*/ 176 h 353"/>
                <a:gd name="T18" fmla="*/ 176 w 353"/>
                <a:gd name="T19" fmla="*/ 347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176" y="347"/>
                  </a:moveTo>
                  <a:cubicBezTo>
                    <a:pt x="82" y="347"/>
                    <a:pt x="6" y="271"/>
                    <a:pt x="6" y="176"/>
                  </a:cubicBezTo>
                  <a:cubicBezTo>
                    <a:pt x="6" y="82"/>
                    <a:pt x="82" y="6"/>
                    <a:pt x="176" y="6"/>
                  </a:cubicBezTo>
                  <a:cubicBezTo>
                    <a:pt x="270" y="6"/>
                    <a:pt x="347" y="82"/>
                    <a:pt x="347" y="176"/>
                  </a:cubicBezTo>
                  <a:cubicBezTo>
                    <a:pt x="347" y="271"/>
                    <a:pt x="270" y="347"/>
                    <a:pt x="176" y="347"/>
                  </a:cubicBez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8" name="ïsḷíḍé"/>
            <p:cNvSpPr/>
            <p:nvPr/>
          </p:nvSpPr>
          <p:spPr bwMode="auto">
            <a:xfrm>
              <a:off x="2706688" y="3098801"/>
              <a:ext cx="519113" cy="65088"/>
            </a:xfrm>
            <a:custGeom>
              <a:avLst/>
              <a:gdLst>
                <a:gd name="T0" fmla="*/ 0 w 144"/>
                <a:gd name="T1" fmla="*/ 4 h 18"/>
                <a:gd name="T2" fmla="*/ 72 w 144"/>
                <a:gd name="T3" fmla="*/ 18 h 18"/>
                <a:gd name="T4" fmla="*/ 144 w 144"/>
                <a:gd name="T5" fmla="*/ 4 h 18"/>
                <a:gd name="T6" fmla="*/ 144 w 144"/>
                <a:gd name="T7" fmla="*/ 0 h 18"/>
                <a:gd name="T8" fmla="*/ 72 w 144"/>
                <a:gd name="T9" fmla="*/ 14 h 18"/>
                <a:gd name="T10" fmla="*/ 0 w 144"/>
                <a:gd name="T11" fmla="*/ 0 h 18"/>
                <a:gd name="T12" fmla="*/ 0 w 1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144" h="18">
                  <a:moveTo>
                    <a:pt x="0" y="4"/>
                  </a:moveTo>
                  <a:cubicBezTo>
                    <a:pt x="32" y="4"/>
                    <a:pt x="59" y="4"/>
                    <a:pt x="72" y="18"/>
                  </a:cubicBezTo>
                  <a:cubicBezTo>
                    <a:pt x="86" y="4"/>
                    <a:pt x="112" y="4"/>
                    <a:pt x="144" y="4"/>
                  </a:cubicBezTo>
                  <a:cubicBezTo>
                    <a:pt x="144" y="0"/>
                    <a:pt x="144" y="0"/>
                    <a:pt x="144" y="0"/>
                  </a:cubicBezTo>
                  <a:cubicBezTo>
                    <a:pt x="112" y="0"/>
                    <a:pt x="86" y="0"/>
                    <a:pt x="72" y="14"/>
                  </a:cubicBezTo>
                  <a:cubicBezTo>
                    <a:pt x="59" y="0"/>
                    <a:pt x="32" y="0"/>
                    <a:pt x="0" y="0"/>
                  </a:cubicBezTo>
                  <a:lnTo>
                    <a:pt x="0" y="4"/>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49" name="ïšlîḑê"/>
            <p:cNvSpPr/>
            <p:nvPr/>
          </p:nvSpPr>
          <p:spPr bwMode="auto">
            <a:xfrm>
              <a:off x="2706688" y="3146426"/>
              <a:ext cx="519113" cy="68263"/>
            </a:xfrm>
            <a:custGeom>
              <a:avLst/>
              <a:gdLst>
                <a:gd name="T0" fmla="*/ 0 w 144"/>
                <a:gd name="T1" fmla="*/ 0 h 19"/>
                <a:gd name="T2" fmla="*/ 72 w 144"/>
                <a:gd name="T3" fmla="*/ 14 h 19"/>
                <a:gd name="T4" fmla="*/ 144 w 144"/>
                <a:gd name="T5" fmla="*/ 0 h 19"/>
                <a:gd name="T6" fmla="*/ 144 w 144"/>
                <a:gd name="T7" fmla="*/ 6 h 19"/>
                <a:gd name="T8" fmla="*/ 72 w 144"/>
                <a:gd name="T9" fmla="*/ 19 h 19"/>
                <a:gd name="T10" fmla="*/ 0 w 144"/>
                <a:gd name="T11" fmla="*/ 6 h 19"/>
                <a:gd name="T12" fmla="*/ 0 w 14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44" h="19">
                  <a:moveTo>
                    <a:pt x="0" y="0"/>
                  </a:moveTo>
                  <a:cubicBezTo>
                    <a:pt x="32" y="0"/>
                    <a:pt x="59" y="0"/>
                    <a:pt x="72" y="14"/>
                  </a:cubicBezTo>
                  <a:cubicBezTo>
                    <a:pt x="86" y="0"/>
                    <a:pt x="112" y="0"/>
                    <a:pt x="144" y="0"/>
                  </a:cubicBezTo>
                  <a:cubicBezTo>
                    <a:pt x="144" y="6"/>
                    <a:pt x="144" y="6"/>
                    <a:pt x="144" y="6"/>
                  </a:cubicBezTo>
                  <a:cubicBezTo>
                    <a:pt x="112" y="6"/>
                    <a:pt x="86" y="5"/>
                    <a:pt x="72" y="19"/>
                  </a:cubicBezTo>
                  <a:cubicBezTo>
                    <a:pt x="59" y="5"/>
                    <a:pt x="32" y="6"/>
                    <a:pt x="0" y="6"/>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0" name="îṧḻîḓé"/>
            <p:cNvSpPr/>
            <p:nvPr/>
          </p:nvSpPr>
          <p:spPr bwMode="auto">
            <a:xfrm>
              <a:off x="2706688" y="3194051"/>
              <a:ext cx="519113" cy="76200"/>
            </a:xfrm>
            <a:custGeom>
              <a:avLst/>
              <a:gdLst>
                <a:gd name="T0" fmla="*/ 0 w 144"/>
                <a:gd name="T1" fmla="*/ 0 h 21"/>
                <a:gd name="T2" fmla="*/ 72 w 144"/>
                <a:gd name="T3" fmla="*/ 14 h 21"/>
                <a:gd name="T4" fmla="*/ 144 w 144"/>
                <a:gd name="T5" fmla="*/ 0 h 21"/>
                <a:gd name="T6" fmla="*/ 144 w 144"/>
                <a:gd name="T7" fmla="*/ 7 h 21"/>
                <a:gd name="T8" fmla="*/ 72 w 144"/>
                <a:gd name="T9" fmla="*/ 21 h 21"/>
                <a:gd name="T10" fmla="*/ 0 w 144"/>
                <a:gd name="T11" fmla="*/ 7 h 21"/>
                <a:gd name="T12" fmla="*/ 0 w 144"/>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4" h="21">
                  <a:moveTo>
                    <a:pt x="0" y="0"/>
                  </a:moveTo>
                  <a:cubicBezTo>
                    <a:pt x="32" y="0"/>
                    <a:pt x="59" y="0"/>
                    <a:pt x="72" y="14"/>
                  </a:cubicBezTo>
                  <a:cubicBezTo>
                    <a:pt x="86" y="0"/>
                    <a:pt x="112" y="0"/>
                    <a:pt x="144" y="0"/>
                  </a:cubicBezTo>
                  <a:cubicBezTo>
                    <a:pt x="144" y="7"/>
                    <a:pt x="144" y="7"/>
                    <a:pt x="144" y="7"/>
                  </a:cubicBezTo>
                  <a:cubicBezTo>
                    <a:pt x="112" y="7"/>
                    <a:pt x="86" y="7"/>
                    <a:pt x="72" y="21"/>
                  </a:cubicBezTo>
                  <a:cubicBezTo>
                    <a:pt x="59" y="7"/>
                    <a:pt x="32" y="7"/>
                    <a:pt x="0" y="7"/>
                  </a:cubicBezTo>
                  <a:lnTo>
                    <a:pt x="0" y="0"/>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sp>
          <p:nvSpPr>
            <p:cNvPr id="151" name="iśļîḋê"/>
            <p:cNvSpPr/>
            <p:nvPr/>
          </p:nvSpPr>
          <p:spPr bwMode="auto">
            <a:xfrm>
              <a:off x="2706688" y="3236913"/>
              <a:ext cx="519113" cy="84138"/>
            </a:xfrm>
            <a:custGeom>
              <a:avLst/>
              <a:gdLst>
                <a:gd name="T0" fmla="*/ 0 w 144"/>
                <a:gd name="T1" fmla="*/ 1 h 23"/>
                <a:gd name="T2" fmla="*/ 72 w 144"/>
                <a:gd name="T3" fmla="*/ 14 h 23"/>
                <a:gd name="T4" fmla="*/ 144 w 144"/>
                <a:gd name="T5" fmla="*/ 1 h 23"/>
                <a:gd name="T6" fmla="*/ 144 w 144"/>
                <a:gd name="T7" fmla="*/ 9 h 23"/>
                <a:gd name="T8" fmla="*/ 72 w 144"/>
                <a:gd name="T9" fmla="*/ 23 h 23"/>
                <a:gd name="T10" fmla="*/ 0 w 144"/>
                <a:gd name="T11" fmla="*/ 9 h 23"/>
                <a:gd name="T12" fmla="*/ 0 w 144"/>
                <a:gd name="T13" fmla="*/ 1 h 23"/>
              </a:gdLst>
              <a:ahLst/>
              <a:cxnLst>
                <a:cxn ang="0">
                  <a:pos x="T0" y="T1"/>
                </a:cxn>
                <a:cxn ang="0">
                  <a:pos x="T2" y="T3"/>
                </a:cxn>
                <a:cxn ang="0">
                  <a:pos x="T4" y="T5"/>
                </a:cxn>
                <a:cxn ang="0">
                  <a:pos x="T6" y="T7"/>
                </a:cxn>
                <a:cxn ang="0">
                  <a:pos x="T8" y="T9"/>
                </a:cxn>
                <a:cxn ang="0">
                  <a:pos x="T10" y="T11"/>
                </a:cxn>
                <a:cxn ang="0">
                  <a:pos x="T12" y="T13"/>
                </a:cxn>
              </a:cxnLst>
              <a:rect l="0" t="0" r="r" b="b"/>
              <a:pathLst>
                <a:path w="144" h="23">
                  <a:moveTo>
                    <a:pt x="0" y="1"/>
                  </a:moveTo>
                  <a:cubicBezTo>
                    <a:pt x="32" y="1"/>
                    <a:pt x="59" y="0"/>
                    <a:pt x="72" y="14"/>
                  </a:cubicBezTo>
                  <a:cubicBezTo>
                    <a:pt x="86" y="0"/>
                    <a:pt x="112" y="1"/>
                    <a:pt x="144" y="1"/>
                  </a:cubicBezTo>
                  <a:cubicBezTo>
                    <a:pt x="144" y="9"/>
                    <a:pt x="144" y="9"/>
                    <a:pt x="144" y="9"/>
                  </a:cubicBezTo>
                  <a:cubicBezTo>
                    <a:pt x="112" y="9"/>
                    <a:pt x="86" y="9"/>
                    <a:pt x="72" y="23"/>
                  </a:cubicBezTo>
                  <a:cubicBezTo>
                    <a:pt x="59" y="9"/>
                    <a:pt x="32" y="9"/>
                    <a:pt x="0" y="9"/>
                  </a:cubicBezTo>
                  <a:lnTo>
                    <a:pt x="0" y="1"/>
                  </a:lnTo>
                  <a:close/>
                </a:path>
              </a:pathLst>
            </a:custGeom>
            <a:solidFill>
              <a:srgbClr val="99267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solidFill>
                  <a:prstClr val="black"/>
                </a:solidFill>
                <a:latin typeface="微软雅黑" panose="020B0503020204020204" charset="-122"/>
                <a:cs typeface="+mn-ea"/>
                <a:sym typeface="+mn-lt"/>
              </a:endParaRPr>
            </a:p>
          </p:txBody>
        </p:sp>
      </p:grpSp>
      <p:sp>
        <p:nvSpPr>
          <p:cNvPr id="168" name="矩形 167"/>
          <p:cNvSpPr/>
          <p:nvPr/>
        </p:nvSpPr>
        <p:spPr>
          <a:xfrm>
            <a:off x="6720048" y="2449688"/>
            <a:ext cx="4097364" cy="362343"/>
          </a:xfrm>
          <a:prstGeom prst="rect">
            <a:avLst/>
          </a:prstGeom>
        </p:spPr>
        <p:txBody>
          <a:bodyPr wrap="square">
            <a:spAutoFit/>
          </a:bodyPr>
          <a:lstStyle/>
          <a:p>
            <a:pPr algn="just" defTabSz="914400">
              <a:lnSpc>
                <a:spcPct val="120000"/>
              </a:lnSpc>
              <a:defRPr/>
            </a:pPr>
            <a:endParaRPr kumimoji="1" lang="zh-CN" altLang="en-US" sz="1600" dirty="0">
              <a:solidFill>
                <a:schemeClr val="tx1">
                  <a:lumMod val="75000"/>
                  <a:lumOff val="2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52" name="文本框 151"/>
          <p:cNvSpPr txBox="1"/>
          <p:nvPr/>
        </p:nvSpPr>
        <p:spPr>
          <a:xfrm>
            <a:off x="2032000" y="5628515"/>
            <a:ext cx="9039412" cy="866140"/>
          </a:xfrm>
          <a:prstGeom prst="rect">
            <a:avLst/>
          </a:prstGeom>
          <a:noFill/>
        </p:spPr>
        <p:txBody>
          <a:bodyPr wrap="square" rtlCol="0">
            <a:noAutofit/>
          </a:bodyPr>
          <a:lstStyle/>
          <a:p>
            <a:pPr indent="457200"/>
            <a:endParaRPr lang="zh-CN" altLang="en-US" dirty="0"/>
          </a:p>
        </p:txBody>
      </p:sp>
      <p:pic>
        <p:nvPicPr>
          <p:cNvPr id="10" name="图片 9" descr="logo"/>
          <p:cNvPicPr>
            <a:picLocks noChangeAspect="1"/>
          </p:cNvPicPr>
          <p:nvPr/>
        </p:nvPicPr>
        <p:blipFill>
          <a:blip r:embed="rId2"/>
          <a:stretch>
            <a:fillRect/>
          </a:stretch>
        </p:blipFill>
        <p:spPr>
          <a:xfrm>
            <a:off x="1465580" y="3309620"/>
            <a:ext cx="1080000" cy="1080000"/>
          </a:xfrm>
          <a:prstGeom prst="rect">
            <a:avLst/>
          </a:prstGeom>
        </p:spPr>
      </p:pic>
      <p:grpSp>
        <p:nvGrpSpPr>
          <p:cNvPr id="233" name="组合 232"/>
          <p:cNvGrpSpPr/>
          <p:nvPr/>
        </p:nvGrpSpPr>
        <p:grpSpPr>
          <a:xfrm>
            <a:off x="660400" y="2292985"/>
            <a:ext cx="2691130" cy="881380"/>
            <a:chOff x="1040" y="1591"/>
            <a:chExt cx="4238" cy="1388"/>
          </a:xfrm>
        </p:grpSpPr>
        <p:sp>
          <p:nvSpPr>
            <p:cNvPr id="156" name="文本框 155"/>
            <p:cNvSpPr txBox="1"/>
            <p:nvPr>
              <p:custDataLst>
                <p:tags r:id="rId3"/>
              </p:custDataLst>
            </p:nvPr>
          </p:nvSpPr>
          <p:spPr>
            <a:xfrm>
              <a:off x="1040" y="1591"/>
              <a:ext cx="4238" cy="519"/>
            </a:xfrm>
            <a:prstGeom prst="rect">
              <a:avLst/>
            </a:prstGeom>
          </p:spPr>
          <p:txBody>
            <a:bodyPr wrap="square">
              <a:noAutofit/>
            </a:bodyPr>
            <a:p>
              <a:pPr marL="0" indent="0" algn="ctr" defTabSz="266700">
                <a:spcBef>
                  <a:spcPct val="0"/>
                </a:spcBef>
                <a:spcAft>
                  <a:spcPct val="0"/>
                </a:spcAft>
              </a:pPr>
              <a:r>
                <a:rPr lang="zh-CN" altLang="en-US" sz="1600" b="1">
                  <a:latin typeface="宋体" panose="02010600030101010101" pitchFamily="2" charset="-122"/>
                  <a:ea typeface="宋体" panose="02010600030101010101" pitchFamily="2" charset="-122"/>
                </a:rPr>
                <a:t>虚拟仿真与监控层</a:t>
              </a:r>
              <a:r>
                <a:rPr lang="zh-CN" altLang="en-US" sz="1600" b="1">
                  <a:latin typeface="宋体" panose="02010600030101010101" pitchFamily="2" charset="-122"/>
                  <a:ea typeface="宋体" panose="02010600030101010101" pitchFamily="2" charset="-122"/>
                </a:rPr>
                <a:t>核心</a:t>
              </a:r>
              <a:r>
                <a:rPr lang="zh-CN" altLang="en-US" sz="1600" b="1">
                  <a:latin typeface="宋体" panose="02010600030101010101" pitchFamily="2" charset="-122"/>
                  <a:ea typeface="宋体" panose="02010600030101010101" pitchFamily="2" charset="-122"/>
                </a:rPr>
                <a:t>组件</a:t>
              </a:r>
              <a:endParaRPr lang="zh-CN" altLang="en-US" sz="1600" b="1">
                <a:latin typeface="宋体" panose="02010600030101010101" pitchFamily="2" charset="-122"/>
                <a:ea typeface="宋体" panose="02010600030101010101" pitchFamily="2" charset="-122"/>
              </a:endParaRPr>
            </a:p>
          </p:txBody>
        </p:sp>
        <p:sp>
          <p:nvSpPr>
            <p:cNvPr id="15" name="文本框 14"/>
            <p:cNvSpPr txBox="1"/>
            <p:nvPr>
              <p:custDataLst>
                <p:tags r:id="rId4"/>
              </p:custDataLst>
            </p:nvPr>
          </p:nvSpPr>
          <p:spPr>
            <a:xfrm>
              <a:off x="1040" y="2151"/>
              <a:ext cx="4238" cy="828"/>
            </a:xfrm>
            <a:prstGeom prst="rect">
              <a:avLst/>
            </a:prstGeom>
            <a:noFill/>
          </p:spPr>
          <p:txBody>
            <a:bodyPr wrap="square" rtlCol="0" anchor="t">
              <a:noAutofit/>
            </a:bodyPr>
            <a:p>
              <a:pPr marL="0" indent="0" algn="just" defTabSz="266700">
                <a:spcBef>
                  <a:spcPct val="0"/>
                </a:spcBef>
                <a:spcAft>
                  <a:spcPct val="0"/>
                </a:spcAft>
              </a:pPr>
              <a:r>
                <a:rPr lang="zh-CN" altLang="en-US" sz="900" b="1">
                  <a:latin typeface="宋体" panose="02010600030101010101" pitchFamily="2" charset="-122"/>
                  <a:ea typeface="宋体" panose="02010600030101010101" pitchFamily="2" charset="-122"/>
                  <a:sym typeface="+mn-ea"/>
                </a:rPr>
                <a:t>主要功能</a:t>
              </a:r>
              <a:r>
                <a:rPr lang="en-US" altLang="zh-CN" sz="900">
                  <a:latin typeface="Calibri" panose="020F0502020204030204"/>
                  <a:ea typeface="宋体" panose="02010600030101010101" pitchFamily="2" charset="-122"/>
                  <a:sym typeface="+mn-ea"/>
                </a:rPr>
                <a:t>: </a:t>
              </a:r>
              <a:r>
                <a:rPr lang="zh-CN" altLang="en-US" sz="900">
                  <a:latin typeface="宋体" panose="02010600030101010101" pitchFamily="2" charset="-122"/>
                  <a:ea typeface="宋体" panose="02010600030101010101" pitchFamily="2" charset="-122"/>
                  <a:sym typeface="+mn-ea"/>
                </a:rPr>
                <a:t>作为人机交互、数据分析和控制策略生成的</a:t>
              </a:r>
              <a:r>
                <a:rPr lang="en-US" altLang="zh-CN" sz="900">
                  <a:latin typeface="宋体" panose="02010600030101010101" pitchFamily="2" charset="-122"/>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大脑</a:t>
              </a:r>
              <a:r>
                <a:rPr lang="en-US" altLang="zh-CN" sz="900">
                  <a:latin typeface="宋体" panose="02010600030101010101" pitchFamily="2" charset="-122"/>
                  <a:ea typeface="宋体" panose="02010600030101010101" pitchFamily="2" charset="-122"/>
                  <a:sym typeface="+mn-ea"/>
                </a:rPr>
                <a:t>”</a:t>
              </a:r>
              <a:r>
                <a:rPr lang="zh-CN" altLang="en-US" sz="900">
                  <a:latin typeface="宋体" panose="02010600030101010101" pitchFamily="2" charset="-122"/>
                  <a:ea typeface="宋体" panose="02010600030101010101" pitchFamily="2" charset="-122"/>
                  <a:sym typeface="+mn-ea"/>
                </a:rPr>
                <a:t>，该层为研究人员提供了直观的分析与控制界面。</a:t>
              </a:r>
              <a:endParaRPr lang="zh-CN" altLang="en-US" sz="900">
                <a:latin typeface="宋体" panose="02010600030101010101" pitchFamily="2" charset="-122"/>
                <a:ea typeface="宋体" panose="02010600030101010101" pitchFamily="2" charset="-122"/>
                <a:sym typeface="+mn-ea"/>
              </a:endParaRPr>
            </a:p>
          </p:txBody>
        </p:sp>
      </p:grpSp>
      <p:sp>
        <p:nvSpPr>
          <p:cNvPr id="18" name="文本框 17"/>
          <p:cNvSpPr txBox="1"/>
          <p:nvPr>
            <p:custDataLst>
              <p:tags r:id="rId5"/>
            </p:custDataLst>
          </p:nvPr>
        </p:nvSpPr>
        <p:spPr>
          <a:xfrm>
            <a:off x="660400" y="3125470"/>
            <a:ext cx="2691130" cy="260350"/>
          </a:xfrm>
          <a:prstGeom prst="rect">
            <a:avLst/>
          </a:prstGeom>
          <a:noFill/>
        </p:spPr>
        <p:txBody>
          <a:bodyPr wrap="square" rtlCol="0">
            <a:noAutofit/>
          </a:bodyPr>
          <a:lstStyle/>
          <a:p>
            <a:pPr algn="ctr"/>
            <a:r>
              <a:rPr lang="en-US" sz="1000" b="1" dirty="0">
                <a:solidFill>
                  <a:schemeClr val="tx1"/>
                </a:solidFill>
                <a:ea typeface="+mn-lt"/>
                <a:sym typeface="+mn-ea"/>
              </a:rPr>
              <a:t>Unity</a:t>
            </a:r>
            <a:r>
              <a:rPr lang="zh-CN" altLang="en-US" sz="1000" b="1" dirty="0">
                <a:solidFill>
                  <a:schemeClr val="tx1"/>
                </a:solidFill>
                <a:ea typeface="+mn-lt"/>
                <a:sym typeface="+mn-ea"/>
              </a:rPr>
              <a:t>及数字孪生程序</a:t>
            </a:r>
            <a:endParaRPr lang="zh-CN" altLang="en-US" sz="1000" b="1" dirty="0">
              <a:solidFill>
                <a:schemeClr val="tx1"/>
              </a:solidFill>
              <a:ea typeface="+mn-lt"/>
              <a:sym typeface="+mn-ea"/>
            </a:endParaRPr>
          </a:p>
        </p:txBody>
      </p:sp>
      <p:grpSp>
        <p:nvGrpSpPr>
          <p:cNvPr id="153" name="组合 152"/>
          <p:cNvGrpSpPr/>
          <p:nvPr>
            <p:custDataLst>
              <p:tags r:id="rId6"/>
            </p:custDataLst>
          </p:nvPr>
        </p:nvGrpSpPr>
        <p:grpSpPr>
          <a:xfrm>
            <a:off x="3546793" y="2630731"/>
            <a:ext cx="1944672" cy="1790700"/>
            <a:chOff x="2071687" y="3219450"/>
            <a:chExt cx="2447925" cy="2254108"/>
          </a:xfrm>
        </p:grpSpPr>
        <p:sp>
          <p:nvSpPr>
            <p:cNvPr id="154" name="矩形 153"/>
            <p:cNvSpPr/>
            <p:nvPr>
              <p:custDataLst>
                <p:tags r:id="rId7"/>
              </p:custDataLst>
            </p:nvPr>
          </p:nvSpPr>
          <p:spPr>
            <a:xfrm>
              <a:off x="2071687" y="3219450"/>
              <a:ext cx="2447925" cy="1524000"/>
            </a:xfrm>
            <a:prstGeom prst="rect">
              <a:avLst/>
            </a:prstGeom>
            <a:ln>
              <a:noFill/>
            </a:ln>
          </p:spPr>
          <p:style>
            <a:lnRef idx="2">
              <a:srgbClr val="F99F7B">
                <a:shade val="50000"/>
              </a:srgbClr>
            </a:lnRef>
            <a:fillRef idx="1">
              <a:srgbClr val="F99F7B"/>
            </a:fillRef>
            <a:effectRef idx="0">
              <a:srgbClr val="F99F7B"/>
            </a:effectRef>
            <a:fontRef idx="minor">
              <a:srgbClr val="FFFFFF"/>
            </a:fontRef>
          </p:style>
          <p:txBody>
            <a:bodyPr rtlCol="0" anchor="ctr">
              <a:normAutofit fontScale="70000"/>
            </a:bodyPr>
            <a:lstStyle/>
            <a:p>
              <a:pPr algn="ctr">
                <a:lnSpc>
                  <a:spcPct val="120000"/>
                </a:lnSpc>
              </a:pPr>
              <a:r>
                <a:rPr lang="en-US" altLang="zh-CN" sz="1400" spc="150">
                  <a:solidFill>
                    <a:srgbClr val="FFFFFF"/>
                  </a:solidFill>
                  <a:latin typeface="微软雅黑" panose="020B0503020204020204" charset="-122"/>
                  <a:ea typeface="微软雅黑" panose="020B0503020204020204" charset="-122"/>
                </a:rPr>
                <a:t> </a:t>
              </a:r>
              <a:r>
                <a:rPr lang="zh-CN" altLang="en-US" sz="1400" spc="150">
                  <a:solidFill>
                    <a:srgbClr val="FFFFFF"/>
                  </a:solidFill>
                  <a:latin typeface="微软雅黑" panose="020B0503020204020204" charset="-122"/>
                  <a:ea typeface="微软雅黑" panose="020B0503020204020204" charset="-122"/>
                </a:rPr>
                <a:t>接收并解析来自通信中继层的数据，驱动数字孪生模型的运动，将姿态数据（如欧拉角）以三维可视化的形式展现出来，便于研究人员直观地进行姿态分析。</a:t>
              </a:r>
              <a:endParaRPr lang="zh-CN" altLang="en-US" sz="1400" spc="150">
                <a:solidFill>
                  <a:srgbClr val="FFFFFF"/>
                </a:solidFill>
                <a:latin typeface="微软雅黑" panose="020B0503020204020204" charset="-122"/>
                <a:ea typeface="微软雅黑" panose="020B0503020204020204" charset="-122"/>
              </a:endParaRPr>
            </a:p>
          </p:txBody>
        </p:sp>
        <p:sp>
          <p:nvSpPr>
            <p:cNvPr id="155" name="任意多边形 154"/>
            <p:cNvSpPr/>
            <p:nvPr>
              <p:custDataLst>
                <p:tags r:id="rId8"/>
              </p:custDataLst>
            </p:nvPr>
          </p:nvSpPr>
          <p:spPr>
            <a:xfrm>
              <a:off x="3052762" y="4743450"/>
              <a:ext cx="485775" cy="285879"/>
            </a:xfrm>
            <a:custGeom>
              <a:avLst/>
              <a:gdLst>
                <a:gd name="connsiteX0" fmla="*/ 412331 w 485775"/>
                <a:gd name="connsiteY0" fmla="*/ 0 h 285879"/>
                <a:gd name="connsiteX1" fmla="*/ 485775 w 485775"/>
                <a:gd name="connsiteY1" fmla="*/ 0 h 285879"/>
                <a:gd name="connsiteX2" fmla="*/ 342836 w 485775"/>
                <a:gd name="connsiteY2" fmla="*/ 285879 h 285879"/>
                <a:gd name="connsiteX3" fmla="*/ 334071 w 485775"/>
                <a:gd name="connsiteY3" fmla="*/ 279969 h 285879"/>
                <a:gd name="connsiteX4" fmla="*/ 278006 w 485775"/>
                <a:gd name="connsiteY4" fmla="*/ 268650 h 285879"/>
                <a:gd name="connsiteX5" fmla="*/ 0 w 485775"/>
                <a:gd name="connsiteY5" fmla="*/ 0 h 285879"/>
                <a:gd name="connsiteX6" fmla="*/ 73444 w 485775"/>
                <a:gd name="connsiteY6" fmla="*/ 0 h 285879"/>
                <a:gd name="connsiteX7" fmla="*/ 207769 w 485775"/>
                <a:gd name="connsiteY7" fmla="*/ 268650 h 285879"/>
                <a:gd name="connsiteX8" fmla="*/ 151703 w 485775"/>
                <a:gd name="connsiteY8" fmla="*/ 279969 h 285879"/>
                <a:gd name="connsiteX9" fmla="*/ 142939 w 485775"/>
                <a:gd name="connsiteY9" fmla="*/ 285878 h 28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5775" h="285879">
                  <a:moveTo>
                    <a:pt x="412331" y="0"/>
                  </a:moveTo>
                  <a:lnTo>
                    <a:pt x="485775" y="0"/>
                  </a:lnTo>
                  <a:lnTo>
                    <a:pt x="342836" y="285879"/>
                  </a:lnTo>
                  <a:lnTo>
                    <a:pt x="334071" y="279969"/>
                  </a:lnTo>
                  <a:lnTo>
                    <a:pt x="278006" y="268650"/>
                  </a:lnTo>
                  <a:close/>
                  <a:moveTo>
                    <a:pt x="0" y="0"/>
                  </a:moveTo>
                  <a:lnTo>
                    <a:pt x="73444" y="0"/>
                  </a:lnTo>
                  <a:lnTo>
                    <a:pt x="207769" y="268650"/>
                  </a:lnTo>
                  <a:lnTo>
                    <a:pt x="151703" y="279969"/>
                  </a:lnTo>
                  <a:lnTo>
                    <a:pt x="142939" y="285878"/>
                  </a:lnTo>
                  <a:close/>
                </a:path>
              </a:pathLst>
            </a:custGeom>
            <a:ln>
              <a:noFill/>
            </a:ln>
          </p:spPr>
          <p:style>
            <a:lnRef idx="2">
              <a:srgbClr val="F99F7B">
                <a:shade val="50000"/>
              </a:srgbClr>
            </a:lnRef>
            <a:fillRef idx="1">
              <a:srgbClr val="F99F7B"/>
            </a:fillRef>
            <a:effectRef idx="0">
              <a:srgbClr val="F99F7B"/>
            </a:effectRef>
            <a:fontRef idx="minor">
              <a:srgbClr val="FFFFFF"/>
            </a:fontRef>
          </p:style>
          <p:txBody>
            <a:bodyPr rtlCol="0" anchor="ctr">
              <a:normAutofit fontScale="32500" lnSpcReduction="20000"/>
            </a:bodyPr>
            <a:lstStyle/>
            <a:p>
              <a:pPr algn="ctr">
                <a:lnSpc>
                  <a:spcPct val="140000"/>
                </a:lnSpc>
              </a:pPr>
              <a:endParaRPr lang="zh-CN" altLang="en-US">
                <a:solidFill>
                  <a:srgbClr val="FFFFFF"/>
                </a:solidFill>
                <a:latin typeface="微软雅黑" panose="020B0503020204020204" charset="-122"/>
                <a:ea typeface="微软雅黑" panose="020B0503020204020204" charset="-122"/>
              </a:endParaRPr>
            </a:p>
          </p:txBody>
        </p:sp>
        <p:sp>
          <p:nvSpPr>
            <p:cNvPr id="157" name="任意多边形 156"/>
            <p:cNvSpPr/>
            <p:nvPr>
              <p:custDataLst>
                <p:tags r:id="rId9"/>
              </p:custDataLst>
            </p:nvPr>
          </p:nvSpPr>
          <p:spPr>
            <a:xfrm>
              <a:off x="2071687" y="5005151"/>
              <a:ext cx="2447545" cy="468407"/>
            </a:xfrm>
            <a:custGeom>
              <a:avLst/>
              <a:gdLst>
                <a:gd name="connsiteX0" fmla="*/ 234259 w 468518"/>
                <a:gd name="connsiteY0" fmla="*/ 35545 h 468518"/>
                <a:gd name="connsiteX1" fmla="*/ 432973 w 468518"/>
                <a:gd name="connsiteY1" fmla="*/ 234259 h 468518"/>
                <a:gd name="connsiteX2" fmla="*/ 234259 w 468518"/>
                <a:gd name="connsiteY2" fmla="*/ 432973 h 468518"/>
                <a:gd name="connsiteX3" fmla="*/ 35545 w 468518"/>
                <a:gd name="connsiteY3" fmla="*/ 234259 h 468518"/>
                <a:gd name="connsiteX4" fmla="*/ 234259 w 468518"/>
                <a:gd name="connsiteY4" fmla="*/ 35545 h 468518"/>
                <a:gd name="connsiteX5" fmla="*/ 234259 w 468518"/>
                <a:gd name="connsiteY5" fmla="*/ 17341 h 468518"/>
                <a:gd name="connsiteX6" fmla="*/ 17341 w 468518"/>
                <a:gd name="connsiteY6" fmla="*/ 234259 h 468518"/>
                <a:gd name="connsiteX7" fmla="*/ 234259 w 468518"/>
                <a:gd name="connsiteY7" fmla="*/ 451177 h 468518"/>
                <a:gd name="connsiteX8" fmla="*/ 451177 w 468518"/>
                <a:gd name="connsiteY8" fmla="*/ 234259 h 468518"/>
                <a:gd name="connsiteX9" fmla="*/ 234259 w 468518"/>
                <a:gd name="connsiteY9" fmla="*/ 17341 h 468518"/>
                <a:gd name="connsiteX10" fmla="*/ 234259 w 468518"/>
                <a:gd name="connsiteY10" fmla="*/ 0 h 468518"/>
                <a:gd name="connsiteX11" fmla="*/ 468518 w 468518"/>
                <a:gd name="connsiteY11" fmla="*/ 234259 h 468518"/>
                <a:gd name="connsiteX12" fmla="*/ 234259 w 468518"/>
                <a:gd name="connsiteY12" fmla="*/ 468518 h 468518"/>
                <a:gd name="connsiteX13" fmla="*/ 0 w 468518"/>
                <a:gd name="connsiteY13" fmla="*/ 234259 h 468518"/>
                <a:gd name="connsiteX14" fmla="*/ 234259 w 468518"/>
                <a:gd name="connsiteY14" fmla="*/ 0 h 46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8518" h="468518">
                  <a:moveTo>
                    <a:pt x="234259" y="35545"/>
                  </a:moveTo>
                  <a:cubicBezTo>
                    <a:pt x="344006" y="35545"/>
                    <a:pt x="432973" y="124512"/>
                    <a:pt x="432973" y="234259"/>
                  </a:cubicBezTo>
                  <a:cubicBezTo>
                    <a:pt x="432973" y="344006"/>
                    <a:pt x="344006" y="432973"/>
                    <a:pt x="234259" y="432973"/>
                  </a:cubicBezTo>
                  <a:cubicBezTo>
                    <a:pt x="124512" y="432973"/>
                    <a:pt x="35545" y="344006"/>
                    <a:pt x="35545" y="234259"/>
                  </a:cubicBezTo>
                  <a:cubicBezTo>
                    <a:pt x="35545" y="124512"/>
                    <a:pt x="124512" y="35545"/>
                    <a:pt x="234259" y="35545"/>
                  </a:cubicBezTo>
                  <a:close/>
                  <a:moveTo>
                    <a:pt x="234259" y="17341"/>
                  </a:moveTo>
                  <a:cubicBezTo>
                    <a:pt x="114458" y="17341"/>
                    <a:pt x="17341" y="114458"/>
                    <a:pt x="17341" y="234259"/>
                  </a:cubicBezTo>
                  <a:cubicBezTo>
                    <a:pt x="17341" y="354060"/>
                    <a:pt x="114458" y="451177"/>
                    <a:pt x="234259" y="451177"/>
                  </a:cubicBezTo>
                  <a:cubicBezTo>
                    <a:pt x="354060" y="451177"/>
                    <a:pt x="451177" y="354060"/>
                    <a:pt x="451177" y="234259"/>
                  </a:cubicBezTo>
                  <a:cubicBezTo>
                    <a:pt x="451177" y="114458"/>
                    <a:pt x="354060" y="17341"/>
                    <a:pt x="234259" y="17341"/>
                  </a:cubicBezTo>
                  <a:close/>
                  <a:moveTo>
                    <a:pt x="234259" y="0"/>
                  </a:moveTo>
                  <a:cubicBezTo>
                    <a:pt x="363637" y="0"/>
                    <a:pt x="468518" y="104881"/>
                    <a:pt x="468518" y="234259"/>
                  </a:cubicBezTo>
                  <a:cubicBezTo>
                    <a:pt x="468518" y="363637"/>
                    <a:pt x="363637" y="468518"/>
                    <a:pt x="234259" y="468518"/>
                  </a:cubicBezTo>
                  <a:cubicBezTo>
                    <a:pt x="104881" y="468518"/>
                    <a:pt x="0" y="363637"/>
                    <a:pt x="0" y="234259"/>
                  </a:cubicBezTo>
                  <a:cubicBezTo>
                    <a:pt x="0" y="104881"/>
                    <a:pt x="104881" y="0"/>
                    <a:pt x="234259" y="0"/>
                  </a:cubicBezTo>
                  <a:close/>
                </a:path>
              </a:pathLst>
            </a:custGeom>
            <a:solidFill>
              <a:srgbClr val="F5CA73"/>
            </a:solidFill>
            <a:ln>
              <a:noFill/>
            </a:ln>
            <a:effectLst/>
          </p:spPr>
          <p:style>
            <a:lnRef idx="2">
              <a:srgbClr val="F99F7B">
                <a:shade val="50000"/>
              </a:srgbClr>
            </a:lnRef>
            <a:fillRef idx="1">
              <a:srgbClr val="F99F7B"/>
            </a:fillRef>
            <a:effectRef idx="0">
              <a:srgbClr val="F99F7B"/>
            </a:effectRef>
            <a:fontRef idx="minor">
              <a:srgbClr val="FFFFFF"/>
            </a:fontRef>
          </p:style>
          <p:txBody>
            <a:bodyPr rtlCol="0" anchor="ctr">
              <a:normAutofit fontScale="85000"/>
            </a:bodyPr>
            <a:lstStyle/>
            <a:p>
              <a:pPr algn="ctr">
                <a:lnSpc>
                  <a:spcPct val="120000"/>
                </a:lnSpc>
              </a:pPr>
              <a:r>
                <a:rPr lang="zh-CN" altLang="en-US" spc="150">
                  <a:latin typeface="微软雅黑" panose="020B0503020204020204" charset="-122"/>
                  <a:ea typeface="微软雅黑" panose="020B0503020204020204" charset="-122"/>
                  <a:sym typeface="+mn-ea"/>
                </a:rPr>
                <a:t>状态实时可视化</a:t>
              </a:r>
              <a:endParaRPr lang="zh-CN" altLang="en-US" dirty="0">
                <a:solidFill>
                  <a:srgbClr val="FFFFFF"/>
                </a:solidFill>
                <a:latin typeface="微软雅黑" panose="020B0503020204020204" charset="-122"/>
                <a:ea typeface="微软雅黑" panose="020B0503020204020204" charset="-122"/>
              </a:endParaRPr>
            </a:p>
          </p:txBody>
        </p:sp>
      </p:grpSp>
      <p:grpSp>
        <p:nvGrpSpPr>
          <p:cNvPr id="158" name="组合 157"/>
          <p:cNvGrpSpPr/>
          <p:nvPr>
            <p:custDataLst>
              <p:tags r:id="rId10"/>
            </p:custDataLst>
          </p:nvPr>
        </p:nvGrpSpPr>
        <p:grpSpPr>
          <a:xfrm>
            <a:off x="6323180" y="2630731"/>
            <a:ext cx="1945640" cy="1790700"/>
            <a:chOff x="2070888" y="3219450"/>
            <a:chExt cx="2449144" cy="2254108"/>
          </a:xfrm>
        </p:grpSpPr>
        <p:sp>
          <p:nvSpPr>
            <p:cNvPr id="163" name="矩形 162"/>
            <p:cNvSpPr/>
            <p:nvPr>
              <p:custDataLst>
                <p:tags r:id="rId11"/>
              </p:custDataLst>
            </p:nvPr>
          </p:nvSpPr>
          <p:spPr>
            <a:xfrm>
              <a:off x="2071687" y="3219450"/>
              <a:ext cx="2447925" cy="1524000"/>
            </a:xfrm>
            <a:prstGeom prst="rect">
              <a:avLst/>
            </a:prstGeom>
            <a:ln>
              <a:noFill/>
            </a:ln>
          </p:spPr>
          <p:style>
            <a:lnRef idx="2">
              <a:srgbClr val="F99F7B">
                <a:shade val="50000"/>
              </a:srgbClr>
            </a:lnRef>
            <a:fillRef idx="1">
              <a:srgbClr val="F99F7B"/>
            </a:fillRef>
            <a:effectRef idx="0">
              <a:srgbClr val="F99F7B"/>
            </a:effectRef>
            <a:fontRef idx="minor">
              <a:srgbClr val="FFFFFF"/>
            </a:fontRef>
          </p:style>
          <p:txBody>
            <a:bodyPr rtlCol="0" anchor="ctr">
              <a:normAutofit fontScale="70000"/>
            </a:bodyPr>
            <a:lstStyle/>
            <a:p>
              <a:pPr algn="ctr">
                <a:lnSpc>
                  <a:spcPct val="120000"/>
                </a:lnSpc>
              </a:pPr>
              <a:r>
                <a:rPr lang="en-US" altLang="zh-CN" sz="1400" spc="150">
                  <a:solidFill>
                    <a:srgbClr val="FFFFFF"/>
                  </a:solidFill>
                  <a:latin typeface="微软雅黑" panose="020B0503020204020204" charset="-122"/>
                  <a:ea typeface="微软雅黑" panose="020B0503020204020204" charset="-122"/>
                </a:rPr>
                <a:t> </a:t>
              </a:r>
              <a:r>
                <a:rPr lang="zh-CN" altLang="en-US" sz="1400" spc="150">
                  <a:solidFill>
                    <a:srgbClr val="FFFFFF"/>
                  </a:solidFill>
                  <a:latin typeface="微软雅黑" panose="020B0503020204020204" charset="-122"/>
                  <a:ea typeface="微软雅黑" panose="020B0503020204020204" charset="-122"/>
                </a:rPr>
                <a:t>在该层可以运行数据记录、分析和绘图算法，将机器人的关键稳定性指标（如重心高度变化、机身晃动幅度）进行量化和可视化呈现。</a:t>
              </a:r>
              <a:endParaRPr lang="zh-CN" altLang="en-US" sz="1400" spc="150">
                <a:solidFill>
                  <a:srgbClr val="FFFFFF"/>
                </a:solidFill>
                <a:latin typeface="微软雅黑" panose="020B0503020204020204" charset="-122"/>
                <a:ea typeface="微软雅黑" panose="020B0503020204020204" charset="-122"/>
              </a:endParaRPr>
            </a:p>
          </p:txBody>
        </p:sp>
        <p:sp>
          <p:nvSpPr>
            <p:cNvPr id="165" name="任意多边形 164"/>
            <p:cNvSpPr/>
            <p:nvPr>
              <p:custDataLst>
                <p:tags r:id="rId12"/>
              </p:custDataLst>
            </p:nvPr>
          </p:nvSpPr>
          <p:spPr>
            <a:xfrm>
              <a:off x="3052762" y="4743450"/>
              <a:ext cx="485775" cy="285879"/>
            </a:xfrm>
            <a:custGeom>
              <a:avLst/>
              <a:gdLst>
                <a:gd name="connsiteX0" fmla="*/ 412331 w 485775"/>
                <a:gd name="connsiteY0" fmla="*/ 0 h 285879"/>
                <a:gd name="connsiteX1" fmla="*/ 485775 w 485775"/>
                <a:gd name="connsiteY1" fmla="*/ 0 h 285879"/>
                <a:gd name="connsiteX2" fmla="*/ 342836 w 485775"/>
                <a:gd name="connsiteY2" fmla="*/ 285879 h 285879"/>
                <a:gd name="connsiteX3" fmla="*/ 334071 w 485775"/>
                <a:gd name="connsiteY3" fmla="*/ 279969 h 285879"/>
                <a:gd name="connsiteX4" fmla="*/ 278006 w 485775"/>
                <a:gd name="connsiteY4" fmla="*/ 268650 h 285879"/>
                <a:gd name="connsiteX5" fmla="*/ 0 w 485775"/>
                <a:gd name="connsiteY5" fmla="*/ 0 h 285879"/>
                <a:gd name="connsiteX6" fmla="*/ 73444 w 485775"/>
                <a:gd name="connsiteY6" fmla="*/ 0 h 285879"/>
                <a:gd name="connsiteX7" fmla="*/ 207769 w 485775"/>
                <a:gd name="connsiteY7" fmla="*/ 268650 h 285879"/>
                <a:gd name="connsiteX8" fmla="*/ 151703 w 485775"/>
                <a:gd name="connsiteY8" fmla="*/ 279969 h 285879"/>
                <a:gd name="connsiteX9" fmla="*/ 142939 w 485775"/>
                <a:gd name="connsiteY9" fmla="*/ 285878 h 28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5775" h="285879">
                  <a:moveTo>
                    <a:pt x="412331" y="0"/>
                  </a:moveTo>
                  <a:lnTo>
                    <a:pt x="485775" y="0"/>
                  </a:lnTo>
                  <a:lnTo>
                    <a:pt x="342836" y="285879"/>
                  </a:lnTo>
                  <a:lnTo>
                    <a:pt x="334071" y="279969"/>
                  </a:lnTo>
                  <a:lnTo>
                    <a:pt x="278006" y="268650"/>
                  </a:lnTo>
                  <a:close/>
                  <a:moveTo>
                    <a:pt x="0" y="0"/>
                  </a:moveTo>
                  <a:lnTo>
                    <a:pt x="73444" y="0"/>
                  </a:lnTo>
                  <a:lnTo>
                    <a:pt x="207769" y="268650"/>
                  </a:lnTo>
                  <a:lnTo>
                    <a:pt x="151703" y="279969"/>
                  </a:lnTo>
                  <a:lnTo>
                    <a:pt x="142939" y="285878"/>
                  </a:lnTo>
                  <a:close/>
                </a:path>
              </a:pathLst>
            </a:custGeom>
            <a:ln>
              <a:noFill/>
            </a:ln>
          </p:spPr>
          <p:style>
            <a:lnRef idx="2">
              <a:srgbClr val="F99F7B">
                <a:shade val="50000"/>
              </a:srgbClr>
            </a:lnRef>
            <a:fillRef idx="1">
              <a:srgbClr val="F99F7B"/>
            </a:fillRef>
            <a:effectRef idx="0">
              <a:srgbClr val="F99F7B"/>
            </a:effectRef>
            <a:fontRef idx="minor">
              <a:srgbClr val="FFFFFF"/>
            </a:fontRef>
          </p:style>
          <p:txBody>
            <a:bodyPr rtlCol="0" anchor="ctr">
              <a:normAutofit fontScale="32500" lnSpcReduction="20000"/>
            </a:bodyPr>
            <a:lstStyle/>
            <a:p>
              <a:pPr algn="ctr">
                <a:lnSpc>
                  <a:spcPct val="140000"/>
                </a:lnSpc>
              </a:pPr>
              <a:endParaRPr lang="zh-CN" altLang="en-US">
                <a:solidFill>
                  <a:srgbClr val="FFFFFF"/>
                </a:solidFill>
                <a:latin typeface="微软雅黑" panose="020B0503020204020204" charset="-122"/>
                <a:ea typeface="微软雅黑" panose="020B0503020204020204" charset="-122"/>
              </a:endParaRPr>
            </a:p>
          </p:txBody>
        </p:sp>
        <p:sp>
          <p:nvSpPr>
            <p:cNvPr id="166" name="任意多边形 165"/>
            <p:cNvSpPr/>
            <p:nvPr>
              <p:custDataLst>
                <p:tags r:id="rId13"/>
              </p:custDataLst>
            </p:nvPr>
          </p:nvSpPr>
          <p:spPr>
            <a:xfrm>
              <a:off x="2070888" y="5005151"/>
              <a:ext cx="2449144" cy="468407"/>
            </a:xfrm>
            <a:custGeom>
              <a:avLst/>
              <a:gdLst>
                <a:gd name="connsiteX0" fmla="*/ 234259 w 468518"/>
                <a:gd name="connsiteY0" fmla="*/ 35545 h 468518"/>
                <a:gd name="connsiteX1" fmla="*/ 432973 w 468518"/>
                <a:gd name="connsiteY1" fmla="*/ 234259 h 468518"/>
                <a:gd name="connsiteX2" fmla="*/ 234259 w 468518"/>
                <a:gd name="connsiteY2" fmla="*/ 432973 h 468518"/>
                <a:gd name="connsiteX3" fmla="*/ 35545 w 468518"/>
                <a:gd name="connsiteY3" fmla="*/ 234259 h 468518"/>
                <a:gd name="connsiteX4" fmla="*/ 234259 w 468518"/>
                <a:gd name="connsiteY4" fmla="*/ 35545 h 468518"/>
                <a:gd name="connsiteX5" fmla="*/ 234259 w 468518"/>
                <a:gd name="connsiteY5" fmla="*/ 17341 h 468518"/>
                <a:gd name="connsiteX6" fmla="*/ 17341 w 468518"/>
                <a:gd name="connsiteY6" fmla="*/ 234259 h 468518"/>
                <a:gd name="connsiteX7" fmla="*/ 234259 w 468518"/>
                <a:gd name="connsiteY7" fmla="*/ 451177 h 468518"/>
                <a:gd name="connsiteX8" fmla="*/ 451177 w 468518"/>
                <a:gd name="connsiteY8" fmla="*/ 234259 h 468518"/>
                <a:gd name="connsiteX9" fmla="*/ 234259 w 468518"/>
                <a:gd name="connsiteY9" fmla="*/ 17341 h 468518"/>
                <a:gd name="connsiteX10" fmla="*/ 234259 w 468518"/>
                <a:gd name="connsiteY10" fmla="*/ 0 h 468518"/>
                <a:gd name="connsiteX11" fmla="*/ 468518 w 468518"/>
                <a:gd name="connsiteY11" fmla="*/ 234259 h 468518"/>
                <a:gd name="connsiteX12" fmla="*/ 234259 w 468518"/>
                <a:gd name="connsiteY12" fmla="*/ 468518 h 468518"/>
                <a:gd name="connsiteX13" fmla="*/ 0 w 468518"/>
                <a:gd name="connsiteY13" fmla="*/ 234259 h 468518"/>
                <a:gd name="connsiteX14" fmla="*/ 234259 w 468518"/>
                <a:gd name="connsiteY14" fmla="*/ 0 h 46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8518" h="468518">
                  <a:moveTo>
                    <a:pt x="234259" y="35545"/>
                  </a:moveTo>
                  <a:cubicBezTo>
                    <a:pt x="344006" y="35545"/>
                    <a:pt x="432973" y="124512"/>
                    <a:pt x="432973" y="234259"/>
                  </a:cubicBezTo>
                  <a:cubicBezTo>
                    <a:pt x="432973" y="344006"/>
                    <a:pt x="344006" y="432973"/>
                    <a:pt x="234259" y="432973"/>
                  </a:cubicBezTo>
                  <a:cubicBezTo>
                    <a:pt x="124512" y="432973"/>
                    <a:pt x="35545" y="344006"/>
                    <a:pt x="35545" y="234259"/>
                  </a:cubicBezTo>
                  <a:cubicBezTo>
                    <a:pt x="35545" y="124512"/>
                    <a:pt x="124512" y="35545"/>
                    <a:pt x="234259" y="35545"/>
                  </a:cubicBezTo>
                  <a:close/>
                  <a:moveTo>
                    <a:pt x="234259" y="17341"/>
                  </a:moveTo>
                  <a:cubicBezTo>
                    <a:pt x="114458" y="17341"/>
                    <a:pt x="17341" y="114458"/>
                    <a:pt x="17341" y="234259"/>
                  </a:cubicBezTo>
                  <a:cubicBezTo>
                    <a:pt x="17341" y="354060"/>
                    <a:pt x="114458" y="451177"/>
                    <a:pt x="234259" y="451177"/>
                  </a:cubicBezTo>
                  <a:cubicBezTo>
                    <a:pt x="354060" y="451177"/>
                    <a:pt x="451177" y="354060"/>
                    <a:pt x="451177" y="234259"/>
                  </a:cubicBezTo>
                  <a:cubicBezTo>
                    <a:pt x="451177" y="114458"/>
                    <a:pt x="354060" y="17341"/>
                    <a:pt x="234259" y="17341"/>
                  </a:cubicBezTo>
                  <a:close/>
                  <a:moveTo>
                    <a:pt x="234259" y="0"/>
                  </a:moveTo>
                  <a:cubicBezTo>
                    <a:pt x="363637" y="0"/>
                    <a:pt x="468518" y="104881"/>
                    <a:pt x="468518" y="234259"/>
                  </a:cubicBezTo>
                  <a:cubicBezTo>
                    <a:pt x="468518" y="363637"/>
                    <a:pt x="363637" y="468518"/>
                    <a:pt x="234259" y="468518"/>
                  </a:cubicBezTo>
                  <a:cubicBezTo>
                    <a:pt x="104881" y="468518"/>
                    <a:pt x="0" y="363637"/>
                    <a:pt x="0" y="234259"/>
                  </a:cubicBezTo>
                  <a:cubicBezTo>
                    <a:pt x="0" y="104881"/>
                    <a:pt x="104881" y="0"/>
                    <a:pt x="234259" y="0"/>
                  </a:cubicBezTo>
                  <a:close/>
                </a:path>
              </a:pathLst>
            </a:custGeom>
            <a:solidFill>
              <a:srgbClr val="F5CA73"/>
            </a:solidFill>
            <a:ln>
              <a:noFill/>
            </a:ln>
            <a:effectLst/>
          </p:spPr>
          <p:style>
            <a:lnRef idx="2">
              <a:srgbClr val="F99F7B">
                <a:shade val="50000"/>
              </a:srgbClr>
            </a:lnRef>
            <a:fillRef idx="1">
              <a:srgbClr val="F99F7B"/>
            </a:fillRef>
            <a:effectRef idx="0">
              <a:srgbClr val="F99F7B"/>
            </a:effectRef>
            <a:fontRef idx="minor">
              <a:srgbClr val="FFFFFF"/>
            </a:fontRef>
          </p:style>
          <p:txBody>
            <a:bodyPr rtlCol="0" anchor="ctr">
              <a:normAutofit fontScale="90000" lnSpcReduction="10000"/>
            </a:bodyPr>
            <a:lstStyle/>
            <a:p>
              <a:pPr algn="ctr">
                <a:lnSpc>
                  <a:spcPct val="120000"/>
                </a:lnSpc>
              </a:pPr>
              <a:r>
                <a:rPr lang="zh-CN" altLang="en-US" spc="150">
                  <a:latin typeface="微软雅黑" panose="020B0503020204020204" charset="-122"/>
                  <a:ea typeface="微软雅黑" panose="020B0503020204020204" charset="-122"/>
                  <a:sym typeface="+mn-ea"/>
                </a:rPr>
                <a:t>稳定性分析</a:t>
              </a:r>
              <a:endParaRPr lang="zh-CN" altLang="en-US" dirty="0">
                <a:solidFill>
                  <a:srgbClr val="FFFFFF"/>
                </a:solidFill>
                <a:latin typeface="微软雅黑" panose="020B0503020204020204" charset="-122"/>
                <a:ea typeface="微软雅黑" panose="020B0503020204020204" charset="-122"/>
              </a:endParaRPr>
            </a:p>
          </p:txBody>
        </p:sp>
      </p:grpSp>
      <p:grpSp>
        <p:nvGrpSpPr>
          <p:cNvPr id="167" name="组合 166"/>
          <p:cNvGrpSpPr/>
          <p:nvPr>
            <p:custDataLst>
              <p:tags r:id="rId14"/>
            </p:custDataLst>
          </p:nvPr>
        </p:nvGrpSpPr>
        <p:grpSpPr>
          <a:xfrm>
            <a:off x="9096391" y="2630731"/>
            <a:ext cx="1953260" cy="1790700"/>
            <a:chOff x="2066092" y="3219450"/>
            <a:chExt cx="2458736" cy="2254108"/>
          </a:xfrm>
        </p:grpSpPr>
        <p:sp>
          <p:nvSpPr>
            <p:cNvPr id="169" name="矩形 168"/>
            <p:cNvSpPr/>
            <p:nvPr>
              <p:custDataLst>
                <p:tags r:id="rId15"/>
              </p:custDataLst>
            </p:nvPr>
          </p:nvSpPr>
          <p:spPr>
            <a:xfrm>
              <a:off x="2071687" y="3219450"/>
              <a:ext cx="2447925" cy="1524000"/>
            </a:xfrm>
            <a:prstGeom prst="rect">
              <a:avLst/>
            </a:prstGeom>
            <a:ln>
              <a:noFill/>
            </a:ln>
          </p:spPr>
          <p:style>
            <a:lnRef idx="2">
              <a:srgbClr val="F99F7B">
                <a:shade val="50000"/>
              </a:srgbClr>
            </a:lnRef>
            <a:fillRef idx="1">
              <a:srgbClr val="F99F7B"/>
            </a:fillRef>
            <a:effectRef idx="0">
              <a:srgbClr val="F99F7B"/>
            </a:effectRef>
            <a:fontRef idx="minor">
              <a:srgbClr val="FFFFFF"/>
            </a:fontRef>
          </p:style>
          <p:txBody>
            <a:bodyPr rtlCol="0" anchor="ctr">
              <a:normAutofit fontScale="60000"/>
            </a:bodyPr>
            <a:lstStyle/>
            <a:p>
              <a:pPr algn="ctr">
                <a:lnSpc>
                  <a:spcPct val="120000"/>
                </a:lnSpc>
              </a:pPr>
              <a:r>
                <a:rPr lang="en-US" altLang="zh-CN" sz="1400" spc="150">
                  <a:solidFill>
                    <a:srgbClr val="FFFFFF"/>
                  </a:solidFill>
                  <a:latin typeface="微软雅黑" panose="020B0503020204020204" charset="-122"/>
                  <a:ea typeface="微软雅黑" panose="020B0503020204020204" charset="-122"/>
                </a:rPr>
                <a:t> </a:t>
              </a:r>
              <a:r>
                <a:rPr lang="zh-CN" altLang="en-US" sz="1400" spc="150">
                  <a:solidFill>
                    <a:srgbClr val="FFFFFF"/>
                  </a:solidFill>
                  <a:latin typeface="微软雅黑" panose="020B0503020204020204" charset="-122"/>
                  <a:ea typeface="微软雅黑" panose="020B0503020204020204" charset="-122"/>
                </a:rPr>
                <a:t>提供图形化用户界面（</a:t>
              </a:r>
              <a:r>
                <a:rPr lang="en-US" altLang="zh-CN" sz="1400" spc="150">
                  <a:solidFill>
                    <a:srgbClr val="FFFFFF"/>
                  </a:solidFill>
                  <a:latin typeface="微软雅黑" panose="020B0503020204020204" charset="-122"/>
                  <a:ea typeface="微软雅黑" panose="020B0503020204020204" charset="-122"/>
                </a:rPr>
                <a:t>UI</a:t>
              </a:r>
              <a:r>
                <a:rPr lang="zh-CN" altLang="en-US" sz="1400" spc="150">
                  <a:solidFill>
                    <a:srgbClr val="FFFFFF"/>
                  </a:solidFill>
                  <a:latin typeface="微软雅黑" panose="020B0503020204020204" charset="-122"/>
                  <a:ea typeface="微软雅黑" panose="020B0503020204020204" charset="-122"/>
                </a:rPr>
                <a:t>），允许研究人员手动控制机器人行走、调整步态参数或下达高级指令。这些指令被转换为特定的数据帧，通过通信链路下发，形成研究与控制的闭环。</a:t>
              </a:r>
              <a:endParaRPr lang="zh-CN" altLang="en-US" sz="1400" spc="150">
                <a:solidFill>
                  <a:srgbClr val="FFFFFF"/>
                </a:solidFill>
                <a:latin typeface="微软雅黑" panose="020B0503020204020204" charset="-122"/>
                <a:ea typeface="微软雅黑" panose="020B0503020204020204" charset="-122"/>
              </a:endParaRPr>
            </a:p>
          </p:txBody>
        </p:sp>
        <p:sp>
          <p:nvSpPr>
            <p:cNvPr id="170" name="任意多边形 169"/>
            <p:cNvSpPr/>
            <p:nvPr>
              <p:custDataLst>
                <p:tags r:id="rId16"/>
              </p:custDataLst>
            </p:nvPr>
          </p:nvSpPr>
          <p:spPr>
            <a:xfrm>
              <a:off x="3052762" y="4743450"/>
              <a:ext cx="485775" cy="285879"/>
            </a:xfrm>
            <a:custGeom>
              <a:avLst/>
              <a:gdLst>
                <a:gd name="connsiteX0" fmla="*/ 412331 w 485775"/>
                <a:gd name="connsiteY0" fmla="*/ 0 h 285879"/>
                <a:gd name="connsiteX1" fmla="*/ 485775 w 485775"/>
                <a:gd name="connsiteY1" fmla="*/ 0 h 285879"/>
                <a:gd name="connsiteX2" fmla="*/ 342836 w 485775"/>
                <a:gd name="connsiteY2" fmla="*/ 285879 h 285879"/>
                <a:gd name="connsiteX3" fmla="*/ 334071 w 485775"/>
                <a:gd name="connsiteY3" fmla="*/ 279969 h 285879"/>
                <a:gd name="connsiteX4" fmla="*/ 278006 w 485775"/>
                <a:gd name="connsiteY4" fmla="*/ 268650 h 285879"/>
                <a:gd name="connsiteX5" fmla="*/ 0 w 485775"/>
                <a:gd name="connsiteY5" fmla="*/ 0 h 285879"/>
                <a:gd name="connsiteX6" fmla="*/ 73444 w 485775"/>
                <a:gd name="connsiteY6" fmla="*/ 0 h 285879"/>
                <a:gd name="connsiteX7" fmla="*/ 207769 w 485775"/>
                <a:gd name="connsiteY7" fmla="*/ 268650 h 285879"/>
                <a:gd name="connsiteX8" fmla="*/ 151703 w 485775"/>
                <a:gd name="connsiteY8" fmla="*/ 279969 h 285879"/>
                <a:gd name="connsiteX9" fmla="*/ 142939 w 485775"/>
                <a:gd name="connsiteY9" fmla="*/ 285878 h 28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5775" h="285879">
                  <a:moveTo>
                    <a:pt x="412331" y="0"/>
                  </a:moveTo>
                  <a:lnTo>
                    <a:pt x="485775" y="0"/>
                  </a:lnTo>
                  <a:lnTo>
                    <a:pt x="342836" y="285879"/>
                  </a:lnTo>
                  <a:lnTo>
                    <a:pt x="334071" y="279969"/>
                  </a:lnTo>
                  <a:lnTo>
                    <a:pt x="278006" y="268650"/>
                  </a:lnTo>
                  <a:close/>
                  <a:moveTo>
                    <a:pt x="0" y="0"/>
                  </a:moveTo>
                  <a:lnTo>
                    <a:pt x="73444" y="0"/>
                  </a:lnTo>
                  <a:lnTo>
                    <a:pt x="207769" y="268650"/>
                  </a:lnTo>
                  <a:lnTo>
                    <a:pt x="151703" y="279969"/>
                  </a:lnTo>
                  <a:lnTo>
                    <a:pt x="142939" y="285878"/>
                  </a:lnTo>
                  <a:close/>
                </a:path>
              </a:pathLst>
            </a:custGeom>
            <a:ln>
              <a:noFill/>
            </a:ln>
          </p:spPr>
          <p:style>
            <a:lnRef idx="2">
              <a:srgbClr val="F99F7B">
                <a:shade val="50000"/>
              </a:srgbClr>
            </a:lnRef>
            <a:fillRef idx="1">
              <a:srgbClr val="F99F7B"/>
            </a:fillRef>
            <a:effectRef idx="0">
              <a:srgbClr val="F99F7B"/>
            </a:effectRef>
            <a:fontRef idx="minor">
              <a:srgbClr val="FFFFFF"/>
            </a:fontRef>
          </p:style>
          <p:txBody>
            <a:bodyPr rtlCol="0" anchor="ctr">
              <a:normAutofit fontScale="32500" lnSpcReduction="20000"/>
            </a:bodyPr>
            <a:lstStyle/>
            <a:p>
              <a:pPr algn="ctr">
                <a:lnSpc>
                  <a:spcPct val="140000"/>
                </a:lnSpc>
              </a:pPr>
              <a:endParaRPr lang="zh-CN" altLang="en-US">
                <a:solidFill>
                  <a:srgbClr val="FFFFFF"/>
                </a:solidFill>
                <a:latin typeface="微软雅黑" panose="020B0503020204020204" charset="-122"/>
                <a:ea typeface="微软雅黑" panose="020B0503020204020204" charset="-122"/>
              </a:endParaRPr>
            </a:p>
          </p:txBody>
        </p:sp>
        <p:sp>
          <p:nvSpPr>
            <p:cNvPr id="171" name="任意多边形 170"/>
            <p:cNvSpPr/>
            <p:nvPr>
              <p:custDataLst>
                <p:tags r:id="rId17"/>
              </p:custDataLst>
            </p:nvPr>
          </p:nvSpPr>
          <p:spPr>
            <a:xfrm>
              <a:off x="2066092" y="5005151"/>
              <a:ext cx="2458736" cy="468407"/>
            </a:xfrm>
            <a:custGeom>
              <a:avLst/>
              <a:gdLst>
                <a:gd name="connsiteX0" fmla="*/ 234259 w 468518"/>
                <a:gd name="connsiteY0" fmla="*/ 35545 h 468518"/>
                <a:gd name="connsiteX1" fmla="*/ 432973 w 468518"/>
                <a:gd name="connsiteY1" fmla="*/ 234259 h 468518"/>
                <a:gd name="connsiteX2" fmla="*/ 234259 w 468518"/>
                <a:gd name="connsiteY2" fmla="*/ 432973 h 468518"/>
                <a:gd name="connsiteX3" fmla="*/ 35545 w 468518"/>
                <a:gd name="connsiteY3" fmla="*/ 234259 h 468518"/>
                <a:gd name="connsiteX4" fmla="*/ 234259 w 468518"/>
                <a:gd name="connsiteY4" fmla="*/ 35545 h 468518"/>
                <a:gd name="connsiteX5" fmla="*/ 234259 w 468518"/>
                <a:gd name="connsiteY5" fmla="*/ 17341 h 468518"/>
                <a:gd name="connsiteX6" fmla="*/ 17341 w 468518"/>
                <a:gd name="connsiteY6" fmla="*/ 234259 h 468518"/>
                <a:gd name="connsiteX7" fmla="*/ 234259 w 468518"/>
                <a:gd name="connsiteY7" fmla="*/ 451177 h 468518"/>
                <a:gd name="connsiteX8" fmla="*/ 451177 w 468518"/>
                <a:gd name="connsiteY8" fmla="*/ 234259 h 468518"/>
                <a:gd name="connsiteX9" fmla="*/ 234259 w 468518"/>
                <a:gd name="connsiteY9" fmla="*/ 17341 h 468518"/>
                <a:gd name="connsiteX10" fmla="*/ 234259 w 468518"/>
                <a:gd name="connsiteY10" fmla="*/ 0 h 468518"/>
                <a:gd name="connsiteX11" fmla="*/ 468518 w 468518"/>
                <a:gd name="connsiteY11" fmla="*/ 234259 h 468518"/>
                <a:gd name="connsiteX12" fmla="*/ 234259 w 468518"/>
                <a:gd name="connsiteY12" fmla="*/ 468518 h 468518"/>
                <a:gd name="connsiteX13" fmla="*/ 0 w 468518"/>
                <a:gd name="connsiteY13" fmla="*/ 234259 h 468518"/>
                <a:gd name="connsiteX14" fmla="*/ 234259 w 468518"/>
                <a:gd name="connsiteY14" fmla="*/ 0 h 46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8518" h="468518">
                  <a:moveTo>
                    <a:pt x="234259" y="35545"/>
                  </a:moveTo>
                  <a:cubicBezTo>
                    <a:pt x="344006" y="35545"/>
                    <a:pt x="432973" y="124512"/>
                    <a:pt x="432973" y="234259"/>
                  </a:cubicBezTo>
                  <a:cubicBezTo>
                    <a:pt x="432973" y="344006"/>
                    <a:pt x="344006" y="432973"/>
                    <a:pt x="234259" y="432973"/>
                  </a:cubicBezTo>
                  <a:cubicBezTo>
                    <a:pt x="124512" y="432973"/>
                    <a:pt x="35545" y="344006"/>
                    <a:pt x="35545" y="234259"/>
                  </a:cubicBezTo>
                  <a:cubicBezTo>
                    <a:pt x="35545" y="124512"/>
                    <a:pt x="124512" y="35545"/>
                    <a:pt x="234259" y="35545"/>
                  </a:cubicBezTo>
                  <a:close/>
                  <a:moveTo>
                    <a:pt x="234259" y="17341"/>
                  </a:moveTo>
                  <a:cubicBezTo>
                    <a:pt x="114458" y="17341"/>
                    <a:pt x="17341" y="114458"/>
                    <a:pt x="17341" y="234259"/>
                  </a:cubicBezTo>
                  <a:cubicBezTo>
                    <a:pt x="17341" y="354060"/>
                    <a:pt x="114458" y="451177"/>
                    <a:pt x="234259" y="451177"/>
                  </a:cubicBezTo>
                  <a:cubicBezTo>
                    <a:pt x="354060" y="451177"/>
                    <a:pt x="451177" y="354060"/>
                    <a:pt x="451177" y="234259"/>
                  </a:cubicBezTo>
                  <a:cubicBezTo>
                    <a:pt x="451177" y="114458"/>
                    <a:pt x="354060" y="17341"/>
                    <a:pt x="234259" y="17341"/>
                  </a:cubicBezTo>
                  <a:close/>
                  <a:moveTo>
                    <a:pt x="234259" y="0"/>
                  </a:moveTo>
                  <a:cubicBezTo>
                    <a:pt x="363637" y="0"/>
                    <a:pt x="468518" y="104881"/>
                    <a:pt x="468518" y="234259"/>
                  </a:cubicBezTo>
                  <a:cubicBezTo>
                    <a:pt x="468518" y="363637"/>
                    <a:pt x="363637" y="468518"/>
                    <a:pt x="234259" y="468518"/>
                  </a:cubicBezTo>
                  <a:cubicBezTo>
                    <a:pt x="104881" y="468518"/>
                    <a:pt x="0" y="363637"/>
                    <a:pt x="0" y="234259"/>
                  </a:cubicBezTo>
                  <a:cubicBezTo>
                    <a:pt x="0" y="104881"/>
                    <a:pt x="104881" y="0"/>
                    <a:pt x="234259" y="0"/>
                  </a:cubicBezTo>
                  <a:close/>
                </a:path>
              </a:pathLst>
            </a:custGeom>
            <a:solidFill>
              <a:srgbClr val="F5CA73"/>
            </a:solidFill>
            <a:ln>
              <a:noFill/>
            </a:ln>
            <a:effectLst/>
          </p:spPr>
          <p:style>
            <a:lnRef idx="2">
              <a:srgbClr val="F99F7B">
                <a:shade val="50000"/>
              </a:srgbClr>
            </a:lnRef>
            <a:fillRef idx="1">
              <a:srgbClr val="F99F7B"/>
            </a:fillRef>
            <a:effectRef idx="0">
              <a:srgbClr val="F99F7B"/>
            </a:effectRef>
            <a:fontRef idx="minor">
              <a:srgbClr val="FFFFFF"/>
            </a:fontRef>
          </p:style>
          <p:txBody>
            <a:bodyPr rtlCol="0" anchor="ctr">
              <a:normAutofit fontScale="90000" lnSpcReduction="10000"/>
            </a:bodyPr>
            <a:lstStyle/>
            <a:p>
              <a:pPr algn="ctr">
                <a:lnSpc>
                  <a:spcPct val="120000"/>
                </a:lnSpc>
              </a:pPr>
              <a:r>
                <a:rPr lang="zh-CN" altLang="en-US" spc="150">
                  <a:latin typeface="微软雅黑" panose="020B0503020204020204" charset="-122"/>
                  <a:ea typeface="微软雅黑" panose="020B0503020204020204" charset="-122"/>
                  <a:sym typeface="+mn-ea"/>
                </a:rPr>
                <a:t>控制指令下发</a:t>
              </a:r>
              <a:endParaRPr lang="zh-CN" altLang="en-US" dirty="0">
                <a:solidFill>
                  <a:srgbClr val="FFFFFF"/>
                </a:solidFill>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ISLIDE.VECTOR" val="ab742894-b611-4118-8065-b69e992411d4"/>
</p:tagLst>
</file>

<file path=ppt/tags/tag2.xml><?xml version="1.0" encoding="utf-8"?>
<p:tagLst xmlns:p="http://schemas.openxmlformats.org/presentationml/2006/main">
  <p:tag name="ISLIDE.VECTOR" val="327a1eb5-e715-4fe4-ac4b-30338b59c7cf"/>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ISLIDE.VECTOR" val="ab742894-b611-4118-8065-b69e992411d4"/>
</p:tagLst>
</file>

<file path=ppt/tags/tag5.xml><?xml version="1.0" encoding="utf-8"?>
<p:tagLst xmlns:p="http://schemas.openxmlformats.org/presentationml/2006/main">
  <p:tag name="ISLIDE.VECTOR" val="327a1eb5-e715-4fe4-ac4b-30338b59c7cf"/>
</p:tagLst>
</file>

<file path=ppt/tags/tag6.xml><?xml version="1.0" encoding="utf-8"?>
<p:tagLst xmlns:p="http://schemas.openxmlformats.org/presentationml/2006/main">
  <p:tag name="ISLIDE.VECTOR" val="327a1eb5-e715-4fe4-ac4b-30338b59c7cf"/>
</p:tagLst>
</file>

<file path=ppt/tags/tag7.xml><?xml version="1.0" encoding="utf-8"?>
<p:tagLst xmlns:p="http://schemas.openxmlformats.org/presentationml/2006/main">
  <p:tag name="PA" val="v3.0.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ISLIDE.VECTOR" val="ab742894-b611-4118-8065-b69e992411d4"/>
</p:tagLst>
</file>

<file path=ppt/tags/tag14.xml><?xml version="1.0" encoding="utf-8"?>
<p:tagLst xmlns:p="http://schemas.openxmlformats.org/presentationml/2006/main">
  <p:tag name="KSO_WM_UNIT_ISCONTENTSTITLE" val="0"/>
  <p:tag name="KSO_WM_UNIT_ISNUMDGMTITLE" val="0"/>
  <p:tag name="KSO_WM_UNIT_PRESET_TEXT" val="单击此处添加大标题"/>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27957_3*a*1"/>
  <p:tag name="KSO_WM_TEMPLATE_CATEGORY" val="diagram"/>
  <p:tag name="KSO_WM_TEMPLATE_INDEX" val="20227957"/>
  <p:tag name="KSO_WM_UNIT_LAYERLEVEL" val="1"/>
  <p:tag name="KSO_WM_TAG_VERSION" val="1.0"/>
  <p:tag name="KSO_WM_BEAUTIFY_FLAG" val="#wm#"/>
  <p:tag name="KSO_WM_UNIT_TEXT_FILL_FORE_SCHEMECOLOR_INDEX" val="13"/>
  <p:tag name="KSO_WM_UNIT_TEXT_FILL_TYP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7957_3*l_h_i*1_1_3"/>
  <p:tag name="KSO_WM_TEMPLATE_CATEGORY" val="diagram"/>
  <p:tag name="KSO_WM_TEMPLATE_INDEX" val="2022795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DIAGRAM_VIRTUALLY_FRAME" val="{&quot;height&quot;:422.1000000000001,&quot;left&quot;:54.909742967681176,&quot;top&quot;:83.05,&quot;width&quot;:462.18051406463775}"/>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27957_3*l_h_i*1_2_3"/>
  <p:tag name="KSO_WM_TEMPLATE_CATEGORY" val="diagram"/>
  <p:tag name="KSO_WM_TEMPLATE_INDEX" val="20227957"/>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DIAGRAM_VIRTUALLY_FRAME" val="{&quot;height&quot;:422.1000000000001,&quot;left&quot;:54.909742967681176,&quot;top&quot;:83.05,&quot;width&quot;:462.18051406463775}"/>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7957_3*l_h_i*1_1_1"/>
  <p:tag name="KSO_WM_TEMPLATE_CATEGORY" val="diagram"/>
  <p:tag name="KSO_WM_TEMPLATE_INDEX" val="20227957"/>
  <p:tag name="KSO_WM_UNIT_LAYERLEVEL" val="1_1_1"/>
  <p:tag name="KSO_WM_TAG_VERSION" val="1.0"/>
  <p:tag name="KSO_WM_BEAUTIFY_FLAG" val="#wm#"/>
  <p:tag name="KSO_WM_UNIT_LINE_FORE_SCHEMECOLOR_INDEX" val="5"/>
  <p:tag name="KSO_WM_UNIT_LINE_FILL_TYPE" val="2"/>
  <p:tag name="KSO_WM_UNIT_TEXT_FILL_FORE_SCHEMECOLOR_INDEX" val="13"/>
  <p:tag name="KSO_WM_UNIT_TEXT_FILL_TYPE" val="1"/>
  <p:tag name="KSO_WM_DIAGRAM_VIRTUALLY_FRAME" val="{&quot;height&quot;:422.1000000000001,&quot;left&quot;:54.909742967681176,&quot;top&quot;:83.05,&quot;width&quot;:462.18051406463775}"/>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27957_3*l_h_i*1_2_1"/>
  <p:tag name="KSO_WM_TEMPLATE_CATEGORY" val="diagram"/>
  <p:tag name="KSO_WM_TEMPLATE_INDEX" val="20227957"/>
  <p:tag name="KSO_WM_UNIT_LAYERLEVEL" val="1_1_1"/>
  <p:tag name="KSO_WM_TAG_VERSION" val="1.0"/>
  <p:tag name="KSO_WM_BEAUTIFY_FLAG" val="#wm#"/>
  <p:tag name="KSO_WM_UNIT_LINE_FORE_SCHEMECOLOR_INDEX" val="6"/>
  <p:tag name="KSO_WM_UNIT_LINE_FILL_TYPE" val="2"/>
  <p:tag name="KSO_WM_UNIT_TEXT_FILL_FORE_SCHEMECOLOR_INDEX" val="13"/>
  <p:tag name="KSO_WM_UNIT_TEXT_FILL_TYPE" val="1"/>
  <p:tag name="KSO_WM_DIAGRAM_VIRTUALLY_FRAME" val="{&quot;height&quot;:422.1000000000001,&quot;left&quot;:54.909742967681176,&quot;top&quot;:83.05,&quot;width&quot;:462.18051406463775}"/>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27957_3*l_h_i*1_3_3"/>
  <p:tag name="KSO_WM_TEMPLATE_CATEGORY" val="diagram"/>
  <p:tag name="KSO_WM_TEMPLATE_INDEX" val="20227957"/>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DIAGRAM_VIRTUALLY_FRAME" val="{&quot;height&quot;:422.1000000000001,&quot;left&quot;:54.909742967681176,&quot;top&quot;:83.05,&quot;width&quot;:462.18051406463775}"/>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27957_3*l_h_i*1_3_1"/>
  <p:tag name="KSO_WM_TEMPLATE_CATEGORY" val="diagram"/>
  <p:tag name="KSO_WM_TEMPLATE_INDEX" val="20227957"/>
  <p:tag name="KSO_WM_UNIT_LAYERLEVEL" val="1_1_1"/>
  <p:tag name="KSO_WM_TAG_VERSION" val="1.0"/>
  <p:tag name="KSO_WM_BEAUTIFY_FLAG" val="#wm#"/>
  <p:tag name="KSO_WM_UNIT_LINE_FORE_SCHEMECOLOR_INDEX" val="7"/>
  <p:tag name="KSO_WM_UNIT_LINE_FILL_TYPE" val="2"/>
  <p:tag name="KSO_WM_UNIT_TEXT_FILL_FORE_SCHEMECOLOR_INDEX" val="13"/>
  <p:tag name="KSO_WM_UNIT_TEXT_FILL_TYPE" val="1"/>
  <p:tag name="KSO_WM_DIAGRAM_VIRTUALLY_FRAME" val="{&quot;height&quot;:422.1000000000001,&quot;left&quot;:54.909742967681176,&quot;top&quot;:83.05,&quot;width&quot;:462.18051406463775}"/>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27957_3*l_h_i*1_1_2"/>
  <p:tag name="KSO_WM_TEMPLATE_CATEGORY" val="diagram"/>
  <p:tag name="KSO_WM_TEMPLATE_INDEX" val="20227957"/>
  <p:tag name="KSO_WM_UNIT_LAYERLEVEL" val="1_1_1"/>
  <p:tag name="KSO_WM_TAG_VERSION" val="1.0"/>
  <p:tag name="KSO_WM_BEAUTIFY_FLAG" val="#wm#"/>
  <p:tag name="KSO_WM_UNIT_LINE_FORE_SCHEMECOLOR_INDEX" val="5"/>
  <p:tag name="KSO_WM_UNIT_LINE_FILL_TYPE" val="2"/>
  <p:tag name="KSO_WM_DIAGRAM_VIRTUALLY_FRAME" val="{&quot;height&quot;:422.1000000000001,&quot;left&quot;:54.909742967681176,&quot;top&quot;:83.05,&quot;width&quot;:462.18051406463775}"/>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27957_3*l_h_i*1_2_2"/>
  <p:tag name="KSO_WM_TEMPLATE_CATEGORY" val="diagram"/>
  <p:tag name="KSO_WM_TEMPLATE_INDEX" val="20227957"/>
  <p:tag name="KSO_WM_UNIT_LAYERLEVEL" val="1_1_1"/>
  <p:tag name="KSO_WM_TAG_VERSION" val="1.0"/>
  <p:tag name="KSO_WM_BEAUTIFY_FLAG" val="#wm#"/>
  <p:tag name="KSO_WM_UNIT_LINE_FORE_SCHEMECOLOR_INDEX" val="10"/>
  <p:tag name="KSO_WM_UNIT_LINE_FILL_TYPE" val="2"/>
  <p:tag name="KSO_WM_DIAGRAM_VIRTUALLY_FRAME" val="{&quot;height&quot;:422.1000000000001,&quot;left&quot;:54.909742967681176,&quot;top&quot;:83.05,&quot;width&quot;:462.18051406463775}"/>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27957_3*l_h_i*1_3_2"/>
  <p:tag name="KSO_WM_TEMPLATE_CATEGORY" val="diagram"/>
  <p:tag name="KSO_WM_TEMPLATE_INDEX" val="20227957"/>
  <p:tag name="KSO_WM_UNIT_LAYERLEVEL" val="1_1_1"/>
  <p:tag name="KSO_WM_TAG_VERSION" val="1.0"/>
  <p:tag name="KSO_WM_BEAUTIFY_FLAG" val="#wm#"/>
  <p:tag name="KSO_WM_UNIT_LINE_FORE_SCHEMECOLOR_INDEX" val="7"/>
  <p:tag name="KSO_WM_UNIT_LINE_FILL_TYPE" val="2"/>
  <p:tag name="KSO_WM_DIAGRAM_VIRTUALLY_FRAME" val="{&quot;height&quot;:422.1000000000001,&quot;left&quot;:54.909742967681176,&quot;top&quot;:83.05,&quot;width&quot;:462.18051406463775}"/>
</p:tagLst>
</file>

<file path=ppt/tags/tag24.xml><?xml version="1.0" encoding="utf-8"?>
<p:tagLst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27957_3*l_h_a*1_1_1"/>
  <p:tag name="KSO_WM_TEMPLATE_CATEGORY" val="diagram"/>
  <p:tag name="KSO_WM_TEMPLATE_INDEX" val="20227957"/>
  <p:tag name="KSO_WM_UNIT_LAYERLEVEL" val="1_1_1"/>
  <p:tag name="KSO_WM_TAG_VERSION" val="1.0"/>
  <p:tag name="KSO_WM_BEAUTIFY_FLAG" val="#wm#"/>
  <p:tag name="KSO_WM_UNIT_TEXT_FILL_FORE_SCHEMECOLOR_INDEX" val="13"/>
  <p:tag name="KSO_WM_UNIT_TEXT_FILL_TYPE" val="1"/>
  <p:tag name="KSO_WM_DIAGRAM_VIRTUALLY_FRAME" val="{&quot;height&quot;:422.1000000000001,&quot;left&quot;:54.909742967681176,&quot;top&quot;:83.05,&quot;width&quot;:462.18051406463775}"/>
</p:tagLst>
</file>

<file path=ppt/tags/tag25.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27957_3*l_h_f*1_1_1"/>
  <p:tag name="KSO_WM_TEMPLATE_CATEGORY" val="diagram"/>
  <p:tag name="KSO_WM_TEMPLATE_INDEX" val="20227957"/>
  <p:tag name="KSO_WM_UNIT_LAYERLEVEL" val="1_1_1"/>
  <p:tag name="KSO_WM_TAG_VERSION" val="1.0"/>
  <p:tag name="KSO_WM_BEAUTIFY_FLAG" val="#wm#"/>
  <p:tag name="KSO_WM_UNIT_TEXT_FILL_FORE_SCHEMECOLOR_INDEX" val="14"/>
  <p:tag name="KSO_WM_UNIT_TEXT_FILL_TYPE" val="1"/>
  <p:tag name="KSO_WM_DIAGRAM_VIRTUALLY_FRAME" val="{&quot;height&quot;:422.1000000000001,&quot;left&quot;:54.909742967681176,&quot;top&quot;:83.05,&quot;width&quot;:462.18051406463775}"/>
</p:tagLst>
</file>

<file path=ppt/tags/tag26.xml><?xml version="1.0" encoding="utf-8"?>
<p:tagLst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27957_3*l_h_a*1_2_1"/>
  <p:tag name="KSO_WM_TEMPLATE_CATEGORY" val="diagram"/>
  <p:tag name="KSO_WM_TEMPLATE_INDEX" val="20227957"/>
  <p:tag name="KSO_WM_UNIT_LAYERLEVEL" val="1_1_1"/>
  <p:tag name="KSO_WM_TAG_VERSION" val="1.0"/>
  <p:tag name="KSO_WM_BEAUTIFY_FLAG" val="#wm#"/>
  <p:tag name="KSO_WM_UNIT_TEXT_FILL_FORE_SCHEMECOLOR_INDEX" val="13"/>
  <p:tag name="KSO_WM_UNIT_TEXT_FILL_TYPE" val="1"/>
  <p:tag name="KSO_WM_DIAGRAM_VIRTUALLY_FRAME" val="{&quot;height&quot;:422.1000000000001,&quot;left&quot;:54.909742967681176,&quot;top&quot;:83.05,&quot;width&quot;:462.18051406463775}"/>
</p:tagLst>
</file>

<file path=ppt/tags/tag27.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27957_3*l_h_f*1_2_1"/>
  <p:tag name="KSO_WM_TEMPLATE_CATEGORY" val="diagram"/>
  <p:tag name="KSO_WM_TEMPLATE_INDEX" val="20227957"/>
  <p:tag name="KSO_WM_UNIT_LAYERLEVEL" val="1_1_1"/>
  <p:tag name="KSO_WM_TAG_VERSION" val="1.0"/>
  <p:tag name="KSO_WM_BEAUTIFY_FLAG" val="#wm#"/>
  <p:tag name="KSO_WM_UNIT_TEXT_FILL_FORE_SCHEMECOLOR_INDEX" val="14"/>
  <p:tag name="KSO_WM_UNIT_TEXT_FILL_TYPE" val="1"/>
  <p:tag name="KSO_WM_DIAGRAM_VIRTUALLY_FRAME" val="{&quot;height&quot;:422.1000000000001,&quot;left&quot;:54.909742967681176,&quot;top&quot;:83.05,&quot;width&quot;:462.18051406463775}"/>
</p:tagLst>
</file>

<file path=ppt/tags/tag28.xml><?xml version="1.0" encoding="utf-8"?>
<p:tagLst xmlns:p="http://schemas.openxmlformats.org/presentationml/2006/main">
  <p:tag name="KSO_WM_UNIT_ISCONTENTSTITLE" val="0"/>
  <p:tag name="KSO_WM_UNIT_ISNUMDGMTITLE" val="0"/>
  <p:tag name="KSO_WM_UNIT_PRESET_TEXT" val="请添加小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27957_3*l_h_a*1_3_1"/>
  <p:tag name="KSO_WM_TEMPLATE_CATEGORY" val="diagram"/>
  <p:tag name="KSO_WM_TEMPLATE_INDEX" val="20227957"/>
  <p:tag name="KSO_WM_UNIT_LAYERLEVEL" val="1_1_1"/>
  <p:tag name="KSO_WM_TAG_VERSION" val="1.0"/>
  <p:tag name="KSO_WM_BEAUTIFY_FLAG" val="#wm#"/>
  <p:tag name="KSO_WM_UNIT_TEXT_FILL_FORE_SCHEMECOLOR_INDEX" val="13"/>
  <p:tag name="KSO_WM_UNIT_TEXT_FILL_TYPE" val="1"/>
  <p:tag name="KSO_WM_DIAGRAM_VIRTUALLY_FRAME" val="{&quot;height&quot;:422.1000000000001,&quot;left&quot;:54.909742967681176,&quot;top&quot;:83.05,&quot;width&quot;:462.18051406463775}"/>
</p:tagLst>
</file>

<file path=ppt/tags/tag29.xml><?xml version="1.0" encoding="utf-8"?>
<p:tagLst xmlns:p="http://schemas.openxmlformats.org/presentationml/2006/main">
  <p:tag name="KSO_WM_UNIT_SUBTYPE" val="a"/>
  <p:tag name="KSO_WM_UNIT_PRESET_TEXT" val="单击此处输入你的正文，文字是您思想的提炼，为了最终演示发布的良好效果，请尽量言简意赅的阐述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27957_3*l_h_f*1_3_1"/>
  <p:tag name="KSO_WM_TEMPLATE_CATEGORY" val="diagram"/>
  <p:tag name="KSO_WM_TEMPLATE_INDEX" val="20227957"/>
  <p:tag name="KSO_WM_UNIT_LAYERLEVEL" val="1_1_1"/>
  <p:tag name="KSO_WM_TAG_VERSION" val="1.0"/>
  <p:tag name="KSO_WM_BEAUTIFY_FLAG" val="#wm#"/>
  <p:tag name="KSO_WM_UNIT_TEXT_FILL_FORE_SCHEMECOLOR_INDEX" val="14"/>
  <p:tag name="KSO_WM_UNIT_TEXT_FILL_TYPE" val="1"/>
  <p:tag name="KSO_WM_DIAGRAM_VIRTUALLY_FRAME" val="{&quot;height&quot;:422.1000000000001,&quot;left&quot;:54.909742967681176,&quot;top&quot;:83.05,&quot;width&quot;:462.18051406463775}"/>
</p:tagLst>
</file>

<file path=ppt/tags/tag30.xml><?xml version="1.0" encoding="utf-8"?>
<p:tagLst xmlns:p="http://schemas.openxmlformats.org/presentationml/2006/main">
  <p:tag name="KSO_WM_UNIT_VALUE" val="136*136"/>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27957_3*l_h_x*1_1_1"/>
  <p:tag name="KSO_WM_TEMPLATE_CATEGORY" val="diagram"/>
  <p:tag name="KSO_WM_TEMPLATE_INDEX" val="20227957"/>
  <p:tag name="KSO_WM_UNIT_LAYERLEVEL" val="1_1_1"/>
  <p:tag name="KSO_WM_TAG_VERSION" val="1.0"/>
  <p:tag name="KSO_WM_BEAUTIFY_FLAG" val="#wm#"/>
  <p:tag name="KSO_WM_DIAGRAM_VIRTUALLY_FRAME" val="{&quot;height&quot;:422.1000000000001,&quot;left&quot;:54.909742967681176,&quot;top&quot;:83.05,&quot;width&quot;:462.18051406463775}"/>
</p:tagLst>
</file>

<file path=ppt/tags/tag31.xml><?xml version="1.0" encoding="utf-8"?>
<p:tagLst xmlns:p="http://schemas.openxmlformats.org/presentationml/2006/main">
  <p:tag name="KSO_WM_UNIT_VALUE" val="136*136"/>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27957_3*l_h_x*1_2_1"/>
  <p:tag name="KSO_WM_TEMPLATE_CATEGORY" val="diagram"/>
  <p:tag name="KSO_WM_TEMPLATE_INDEX" val="20227957"/>
  <p:tag name="KSO_WM_UNIT_LAYERLEVEL" val="1_1_1"/>
  <p:tag name="KSO_WM_TAG_VERSION" val="1.0"/>
  <p:tag name="KSO_WM_BEAUTIFY_FLAG" val="#wm#"/>
  <p:tag name="KSO_WM_DIAGRAM_VIRTUALLY_FRAME" val="{&quot;height&quot;:422.1000000000001,&quot;left&quot;:54.909742967681176,&quot;top&quot;:83.05,&quot;width&quot;:462.18051406463775}"/>
</p:tagLst>
</file>

<file path=ppt/tags/tag32.xml><?xml version="1.0" encoding="utf-8"?>
<p:tagLst xmlns:p="http://schemas.openxmlformats.org/presentationml/2006/main">
  <p:tag name="KSO_WM_UNIT_VALUE" val="136*136"/>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27957_3*l_h_x*1_3_1"/>
  <p:tag name="KSO_WM_TEMPLATE_CATEGORY" val="diagram"/>
  <p:tag name="KSO_WM_TEMPLATE_INDEX" val="20227957"/>
  <p:tag name="KSO_WM_UNIT_LAYERLEVEL" val="1_1_1"/>
  <p:tag name="KSO_WM_TAG_VERSION" val="1.0"/>
  <p:tag name="KSO_WM_BEAUTIFY_FLAG" val="#wm#"/>
  <p:tag name="KSO_WM_DIAGRAM_VIRTUALLY_FRAME" val="{&quot;height&quot;:422.1000000000001,&quot;left&quot;:54.909742967681176,&quot;top&quot;:83.05,&quot;width&quot;:462.18051406463775}"/>
</p:tagLst>
</file>

<file path=ppt/tags/tag33.xml><?xml version="1.0" encoding="utf-8"?>
<p:tagLst xmlns:p="http://schemas.openxmlformats.org/presentationml/2006/main">
  <p:tag name="ISLIDE.VECTOR" val="ab742894-b611-4118-8065-b69e992411d4"/>
</p:tagLst>
</file>

<file path=ppt/tags/tag34.xml><?xml version="1.0" encoding="utf-8"?>
<p:tagLst xmlns:p="http://schemas.openxmlformats.org/presentationml/2006/main">
  <p:tag name="KSO_WM_DIAGRAM_VIRTUALLY_FRAME" val="{&quot;height&quot;:355.95,&quot;left&quot;:-6.705669291338586,&quot;top&quot;:81,&quot;width&quot;:913.7163779527558}"/>
</p:tagLst>
</file>

<file path=ppt/tags/tag35.xml><?xml version="1.0" encoding="utf-8"?>
<p:tagLst xmlns:p="http://schemas.openxmlformats.org/presentationml/2006/main">
  <p:tag name="KSO_WM_DIAGRAM_VIRTUALLY_FRAME" val="{&quot;height&quot;:355.95,&quot;left&quot;:-6.705669291338586,&quot;top&quot;:81,&quot;width&quot;:913.7163779527558}"/>
</p:tagLst>
</file>

<file path=ppt/tags/tag36.xml><?xml version="1.0" encoding="utf-8"?>
<p:tagLst xmlns:p="http://schemas.openxmlformats.org/presentationml/2006/main">
  <p:tag name="KSO_WM_DIAGRAM_VIRTUALLY_FRAME" val="{&quot;height&quot;:352.1746456692914,&quot;left&quot;:-6.705669291338586,&quot;top&quot;:81,&quot;width&quot;:913.7163779527558}"/>
</p:tagLst>
</file>

<file path=ppt/tags/tag37.xml><?xml version="1.0" encoding="utf-8"?>
<p:tagLst xmlns:p="http://schemas.openxmlformats.org/presentationml/2006/main">
  <p:tag name="KSO_WM_DIAGRAM_VIRTUALLY_FRAME" val="{&quot;height&quot;:355.95,&quot;left&quot;:-6.705669291338586,&quot;top&quot;:81,&quot;width&quot;:913.7163779527558}"/>
</p:tagLst>
</file>

<file path=ppt/tags/tag38.xml><?xml version="1.0" encoding="utf-8"?>
<p:tagLst xmlns:p="http://schemas.openxmlformats.org/presentationml/2006/main">
  <p:tag name="KSO_WM_DIAGRAM_VIRTUALLY_FRAME" val="{&quot;height&quot;:355.95,&quot;left&quot;:-6.705669291338586,&quot;top&quot;:81,&quot;width&quot;:913.7163779527558}"/>
</p:tagLst>
</file>

<file path=ppt/tags/tag39.xml><?xml version="1.0" encoding="utf-8"?>
<p:tagLst xmlns:p="http://schemas.openxmlformats.org/presentationml/2006/main">
  <p:tag name="KSO_WM_DIAGRAM_VIRTUALLY_FRAME" val="{&quot;height&quot;:355.95,&quot;left&quot;:-6.705669291338586,&quot;top&quot;:81,&quot;width&quot;:913.7163779527558}"/>
</p:tagLst>
</file>

<file path=ppt/tags/tag40.xml><?xml version="1.0" encoding="utf-8"?>
<p:tagLst xmlns:p="http://schemas.openxmlformats.org/presentationml/2006/main">
  <p:tag name="KSO_WM_DIAGRAM_VIRTUALLY_FRAME" val="{&quot;height&quot;:355.95,&quot;left&quot;:-6.705669291338586,&quot;top&quot;:81,&quot;width&quot;:913.7163779527558}"/>
</p:tagLst>
</file>

<file path=ppt/tags/tag41.xml><?xml version="1.0" encoding="utf-8"?>
<p:tagLst xmlns:p="http://schemas.openxmlformats.org/presentationml/2006/main">
  <p:tag name="KSO_WM_DIAGRAM_VIRTUALLY_FRAME" val="{&quot;height&quot;:355.95,&quot;left&quot;:-6.705669291338586,&quot;top&quot;:81,&quot;width&quot;:913.7163779527558}"/>
</p:tagLst>
</file>

<file path=ppt/tags/tag42.xml><?xml version="1.0" encoding="utf-8"?>
<p:tagLst xmlns:p="http://schemas.openxmlformats.org/presentationml/2006/main">
  <p:tag name="KSO_WM_DIAGRAM_VIRTUALLY_FRAME" val="{&quot;height&quot;:352.1746456692914,&quot;left&quot;:-6.705669291338586,&quot;top&quot;:81,&quot;width&quot;:913.7163779527558}"/>
</p:tagLst>
</file>

<file path=ppt/tags/tag43.xml><?xml version="1.0" encoding="utf-8"?>
<p:tagLst xmlns:p="http://schemas.openxmlformats.org/presentationml/2006/main">
  <p:tag name="KSO_WM_DIAGRAM_VIRTUALLY_FRAME" val="{&quot;height&quot;:355.95,&quot;left&quot;:-6.705669291338586,&quot;top&quot;:81,&quot;width&quot;:913.7163779527558}"/>
</p:tagLst>
</file>

<file path=ppt/tags/tag44.xml><?xml version="1.0" encoding="utf-8"?>
<p:tagLst xmlns:p="http://schemas.openxmlformats.org/presentationml/2006/main">
  <p:tag name="KSO_WM_DIAGRAM_VIRTUALLY_FRAME" val="{&quot;height&quot;:355.95,&quot;left&quot;:-6.705669291338586,&quot;top&quot;:81,&quot;width&quot;:913.7163779527558}"/>
</p:tagLst>
</file>

<file path=ppt/tags/tag45.xml><?xml version="1.0" encoding="utf-8"?>
<p:tagLst xmlns:p="http://schemas.openxmlformats.org/presentationml/2006/main">
  <p:tag name="KSO_WM_DIAGRAM_VIRTUALLY_FRAME" val="{&quot;height&quot;:355.95,&quot;left&quot;:-6.705669291338586,&quot;top&quot;:81,&quot;width&quot;:913.7163779527558}"/>
</p:tagLst>
</file>

<file path=ppt/tags/tag46.xml><?xml version="1.0" encoding="utf-8"?>
<p:tagLst xmlns:p="http://schemas.openxmlformats.org/presentationml/2006/main">
  <p:tag name="TABLE_ENDDRAG_ORIGIN_RECT" val="159*128"/>
  <p:tag name="TABLE_ENDDRAG_RECT" val="678*244*159*128"/>
</p:tagLst>
</file>

<file path=ppt/tags/tag47.xml><?xml version="1.0" encoding="utf-8"?>
<p:tagLst xmlns:p="http://schemas.openxmlformats.org/presentationml/2006/main">
  <p:tag name="KSO_WM_DIAGRAM_VIRTUALLY_FRAME" val="{&quot;height&quot;:355.95,&quot;left&quot;:-6.705669291338586,&quot;top&quot;:81,&quot;width&quot;:913.7163779527558}"/>
</p:tagLst>
</file>

<file path=ppt/tags/tag48.xml><?xml version="1.0" encoding="utf-8"?>
<p:tagLst xmlns:p="http://schemas.openxmlformats.org/presentationml/2006/main">
  <p:tag name="ISLIDE.VECTOR" val="ab742894-b611-4118-8065-b69e992411d4"/>
</p:tagLst>
</file>

<file path=ppt/tags/tag49.xml><?xml version="1.0" encoding="utf-8"?>
<p:tagLst xmlns:p="http://schemas.openxmlformats.org/presentationml/2006/main">
  <p:tag name="KSO_WM_DIAGRAM_VIRTUALLY_FRAME" val="{&quot;height&quot;:355.95,&quot;left&quot;:-6.705669291338586,&quot;top&quot;:81,&quot;width&quot;:913.7163779527558}"/>
</p:tagLst>
</file>

<file path=ppt/tags/tag50.xml><?xml version="1.0" encoding="utf-8"?>
<p:tagLst xmlns:p="http://schemas.openxmlformats.org/presentationml/2006/main">
  <p:tag name="KSO_WM_DIAGRAM_VIRTUALLY_FRAME" val="{&quot;height&quot;:355.95,&quot;left&quot;:-6.705669291338586,&quot;top&quot;:81,&quot;width&quot;:913.7163779527558}"/>
</p:tagLst>
</file>

<file path=ppt/tags/tag51.xml><?xml version="1.0" encoding="utf-8"?>
<p:tagLst xmlns:p="http://schemas.openxmlformats.org/presentationml/2006/main">
  <p:tag name="KSO_WM_DIAGRAM_VIRTUALLY_FRAME" val="{&quot;height&quot;:355.95,&quot;left&quot;:-6.705669291338586,&quot;top&quot;:81,&quot;width&quot;:913.7163779527558}"/>
</p:tagLst>
</file>

<file path=ppt/tags/tag52.xml><?xml version="1.0" encoding="utf-8"?>
<p:tagLst xmlns:p="http://schemas.openxmlformats.org/presentationml/2006/main">
  <p:tag name="KSO_WM_TAG_VERSION" val="1.0"/>
  <p:tag name="KSO_WM_BEAUTIFY_FLAG" val="#wm#"/>
  <p:tag name="KSO_WM_UNIT_TYPE" val="i"/>
  <p:tag name="KSO_WM_UNIT_ID" val="diagram722_3*i*0"/>
  <p:tag name="KSO_WM_TEMPLATE_CATEGORY" val="diagram"/>
  <p:tag name="KSO_WM_TEMPLATE_INDEX" val="722"/>
  <p:tag name="KSO_WM_UNIT_INDEX" val="0"/>
  <p:tag name="KSO_WM_DIAGRAM_VIRTUALLY_FRAME" val="{&quot;height&quot;:177.48645669291335,&quot;left&quot;:279.27503937007873,&quot;top&quot;:188.9,&quot;width&quot;:590.7762737021649}"/>
</p:tagLst>
</file>

<file path=ppt/tags/tag53.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f"/>
  <p:tag name="KSO_WM_UNIT_INDEX" val="1_1_1"/>
  <p:tag name="KSO_WM_UNIT_ID" val="diagram722_3*l_h_f*1_1_1"/>
  <p:tag name="KSO_WM_UNIT_LAYERLEVEL" val="1_1_1"/>
  <p:tag name="KSO_WM_UNIT_VALUE" val="27"/>
  <p:tag name="KSO_WM_UNIT_HIGHLIGHT" val="0"/>
  <p:tag name="KSO_WM_UNIT_COMPATIBLE" val="0"/>
  <p:tag name="KSO_WM_DIAGRAM_GROUP_CODE" val="l1-1"/>
  <p:tag name="KSO_WM_UNIT_NOCLEAR" val="0"/>
  <p:tag name="KSO_WM_UNIT_DIAGRAM_ISNUMVISUAL" val="0"/>
  <p:tag name="KSO_WM_UNIT_DIAGRAM_ISREFERUNIT" val="0"/>
  <p:tag name="KSO_WM_UNIT_PRESET_TEXT" val="单击此处添加&#13;文本具体内容"/>
  <p:tag name="KSO_WM_UNIT_FILL_FORE_SCHEMECOLOR_INDEX" val="5"/>
  <p:tag name="KSO_WM_UNIT_FILL_TYPE" val="1"/>
  <p:tag name="KSO_WM_UNIT_TEXT_FILL_FORE_SCHEMECOLOR_INDEX" val="2"/>
  <p:tag name="KSO_WM_UNIT_TEXT_FILL_TYPE" val="1"/>
  <p:tag name="KSO_WM_DIAGRAM_VIRTUALLY_FRAME" val="{&quot;height&quot;:177.48645669291335,&quot;left&quot;:279.27503937007873,&quot;top&quot;:188.9,&quot;width&quot;:590.7762737021649}"/>
</p:tagLst>
</file>

<file path=ppt/tags/tag54.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i"/>
  <p:tag name="KSO_WM_UNIT_INDEX" val="1_1_1"/>
  <p:tag name="KSO_WM_UNIT_ID" val="diagram722_3*l_h_i*1_1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DIAGRAM_VIRTUALLY_FRAME" val="{&quot;height&quot;:177.48645669291335,&quot;left&quot;:279.27503937007873,&quot;top&quot;:188.9,&quot;width&quot;:590.7762737021649}"/>
</p:tagLst>
</file>

<file path=ppt/tags/tag55.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i"/>
  <p:tag name="KSO_WM_UNIT_INDEX" val="1_1_2"/>
  <p:tag name="KSO_WM_UNIT_ID" val="diagram722_3*l_h_i*1_1_2"/>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DIAGRAM_VIRTUALLY_FRAME" val="{&quot;height&quot;:177.48645669291335,&quot;left&quot;:279.27503937007873,&quot;top&quot;:188.9,&quot;width&quot;:590.7762737021649}"/>
</p:tagLst>
</file>

<file path=ppt/tags/tag56.xml><?xml version="1.0" encoding="utf-8"?>
<p:tagLst xmlns:p="http://schemas.openxmlformats.org/presentationml/2006/main">
  <p:tag name="KSO_WM_TAG_VERSION" val="1.0"/>
  <p:tag name="KSO_WM_BEAUTIFY_FLAG" val="#wm#"/>
  <p:tag name="KSO_WM_UNIT_TYPE" val="i"/>
  <p:tag name="KSO_WM_UNIT_ID" val="diagram722_3*i*7"/>
  <p:tag name="KSO_WM_TEMPLATE_CATEGORY" val="diagram"/>
  <p:tag name="KSO_WM_TEMPLATE_INDEX" val="722"/>
  <p:tag name="KSO_WM_UNIT_INDEX" val="7"/>
  <p:tag name="KSO_WM_DIAGRAM_VIRTUALLY_FRAME" val="{&quot;height&quot;:177.48645669291335,&quot;left&quot;:279.27503937007873,&quot;top&quot;:188.9,&quot;width&quot;:590.7762737021649}"/>
</p:tagLst>
</file>

<file path=ppt/tags/tag57.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f"/>
  <p:tag name="KSO_WM_UNIT_INDEX" val="1_2_1"/>
  <p:tag name="KSO_WM_UNIT_ID" val="diagram722_3*l_h_f*1_2_1"/>
  <p:tag name="KSO_WM_UNIT_LAYERLEVEL" val="1_1_1"/>
  <p:tag name="KSO_WM_UNIT_VALUE" val="27"/>
  <p:tag name="KSO_WM_UNIT_HIGHLIGHT" val="0"/>
  <p:tag name="KSO_WM_UNIT_COMPATIBLE" val="0"/>
  <p:tag name="KSO_WM_DIAGRAM_GROUP_CODE" val="l1-1"/>
  <p:tag name="KSO_WM_UNIT_NOCLEAR" val="0"/>
  <p:tag name="KSO_WM_UNIT_DIAGRAM_ISNUMVISUAL" val="0"/>
  <p:tag name="KSO_WM_UNIT_DIAGRAM_ISREFERUNIT" val="0"/>
  <p:tag name="KSO_WM_UNIT_PRESET_TEXT" val="单击此处添加&#13;文本具体内容"/>
  <p:tag name="KSO_WM_UNIT_FILL_FORE_SCHEMECOLOR_INDEX" val="5"/>
  <p:tag name="KSO_WM_UNIT_FILL_TYPE" val="1"/>
  <p:tag name="KSO_WM_UNIT_TEXT_FILL_FORE_SCHEMECOLOR_INDEX" val="2"/>
  <p:tag name="KSO_WM_UNIT_TEXT_FILL_TYPE" val="1"/>
  <p:tag name="KSO_WM_DIAGRAM_VIRTUALLY_FRAME" val="{&quot;height&quot;:177.48645669291335,&quot;left&quot;:279.27503937007873,&quot;top&quot;:188.9,&quot;width&quot;:590.7762737021649}"/>
</p:tagLst>
</file>

<file path=ppt/tags/tag58.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i"/>
  <p:tag name="KSO_WM_UNIT_INDEX" val="1_2_1"/>
  <p:tag name="KSO_WM_UNIT_ID" val="diagram722_3*l_h_i*1_2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DIAGRAM_VIRTUALLY_FRAME" val="{&quot;height&quot;:177.48645669291335,&quot;left&quot;:279.27503937007873,&quot;top&quot;:188.9,&quot;width&quot;:590.7762737021649}"/>
</p:tagLst>
</file>

<file path=ppt/tags/tag59.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i"/>
  <p:tag name="KSO_WM_UNIT_INDEX" val="1_2_2"/>
  <p:tag name="KSO_WM_UNIT_ID" val="diagram722_3*l_h_i*1_2_2"/>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DIAGRAM_VIRTUALLY_FRAME" val="{&quot;height&quot;:177.48645669291335,&quot;left&quot;:279.27503937007873,&quot;top&quot;:188.9,&quot;width&quot;:590.7762737021649}"/>
</p:tagLst>
</file>

<file path=ppt/tags/tag60.xml><?xml version="1.0" encoding="utf-8"?>
<p:tagLst xmlns:p="http://schemas.openxmlformats.org/presentationml/2006/main">
  <p:tag name="KSO_WM_TAG_VERSION" val="1.0"/>
  <p:tag name="KSO_WM_BEAUTIFY_FLAG" val="#wm#"/>
  <p:tag name="KSO_WM_UNIT_TYPE" val="i"/>
  <p:tag name="KSO_WM_UNIT_ID" val="diagram722_3*i*14"/>
  <p:tag name="KSO_WM_TEMPLATE_CATEGORY" val="diagram"/>
  <p:tag name="KSO_WM_TEMPLATE_INDEX" val="722"/>
  <p:tag name="KSO_WM_UNIT_INDEX" val="14"/>
  <p:tag name="KSO_WM_DIAGRAM_VIRTUALLY_FRAME" val="{&quot;height&quot;:177.48645669291335,&quot;left&quot;:279.27503937007873,&quot;top&quot;:188.9,&quot;width&quot;:590.7762737021649}"/>
</p:tagLst>
</file>

<file path=ppt/tags/tag61.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f"/>
  <p:tag name="KSO_WM_UNIT_INDEX" val="1_3_1"/>
  <p:tag name="KSO_WM_UNIT_ID" val="diagram722_3*l_h_f*1_3_1"/>
  <p:tag name="KSO_WM_UNIT_LAYERLEVEL" val="1_1_1"/>
  <p:tag name="KSO_WM_UNIT_VALUE" val="27"/>
  <p:tag name="KSO_WM_UNIT_HIGHLIGHT" val="0"/>
  <p:tag name="KSO_WM_UNIT_COMPATIBLE" val="0"/>
  <p:tag name="KSO_WM_DIAGRAM_GROUP_CODE" val="l1-1"/>
  <p:tag name="KSO_WM_UNIT_NOCLEAR" val="0"/>
  <p:tag name="KSO_WM_UNIT_DIAGRAM_ISNUMVISUAL" val="0"/>
  <p:tag name="KSO_WM_UNIT_DIAGRAM_ISREFERUNIT" val="0"/>
  <p:tag name="KSO_WM_UNIT_PRESET_TEXT" val="单击此处添加&#13;文本具体内容"/>
  <p:tag name="KSO_WM_UNIT_FILL_FORE_SCHEMECOLOR_INDEX" val="5"/>
  <p:tag name="KSO_WM_UNIT_FILL_TYPE" val="1"/>
  <p:tag name="KSO_WM_UNIT_TEXT_FILL_FORE_SCHEMECOLOR_INDEX" val="2"/>
  <p:tag name="KSO_WM_UNIT_TEXT_FILL_TYPE" val="1"/>
  <p:tag name="KSO_WM_DIAGRAM_VIRTUALLY_FRAME" val="{&quot;height&quot;:177.48645669291335,&quot;left&quot;:279.27503937007873,&quot;top&quot;:188.9,&quot;width&quot;:590.7762737021649}"/>
</p:tagLst>
</file>

<file path=ppt/tags/tag62.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i"/>
  <p:tag name="KSO_WM_UNIT_INDEX" val="1_3_1"/>
  <p:tag name="KSO_WM_UNIT_ID" val="diagram722_3*l_h_i*1_3_1"/>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DIAGRAM_VIRTUALLY_FRAME" val="{&quot;height&quot;:177.48645669291335,&quot;left&quot;:279.27503937007873,&quot;top&quot;:188.9,&quot;width&quot;:590.7762737021649}"/>
</p:tagLst>
</file>

<file path=ppt/tags/tag63.xml><?xml version="1.0" encoding="utf-8"?>
<p:tagLst xmlns:p="http://schemas.openxmlformats.org/presentationml/2006/main">
  <p:tag name="KSO_WM_TAG_VERSION" val="1.0"/>
  <p:tag name="KSO_WM_BEAUTIFY_FLAG" val="#wm#"/>
  <p:tag name="KSO_WM_TEMPLATE_CATEGORY" val="diagram"/>
  <p:tag name="KSO_WM_TEMPLATE_INDEX" val="722"/>
  <p:tag name="KSO_WM_UNIT_TYPE" val="l_h_i"/>
  <p:tag name="KSO_WM_UNIT_INDEX" val="1_3_2"/>
  <p:tag name="KSO_WM_UNIT_ID" val="diagram722_3*l_h_i*1_3_2"/>
  <p:tag name="KSO_WM_UNIT_LAYERLEVEL" val="1_1_1"/>
  <p:tag name="KSO_WM_DIAGRAM_GROUP_CODE" val="l1-1"/>
  <p:tag name="KSO_WM_UNIT_HIGHLIGHT" val="0"/>
  <p:tag name="KSO_WM_UNIT_COMPATIBLE"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DIAGRAM_VIRTUALLY_FRAME" val="{&quot;height&quot;:177.48645669291335,&quot;left&quot;:279.27503937007873,&quot;top&quot;:188.9,&quot;width&quot;:590.7762737021649}"/>
</p:tagLst>
</file>

<file path=ppt/tags/tag65.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 name="KSO_WPP_MARK_KEY" val="fe8b73dd-7e00-4c5a-9429-aa5ba5e28b7c"/>
  <p:tag name="COMMONDATA" val="eyJoZGlkIjoiZmI0MDg4ZWIxNWVmYTg0YTFjYzRlMWQ0YzRhZTk4NDcifQ=="/>
</p:tagLst>
</file>

<file path=ppt/theme/theme1.xml><?xml version="1.0" encoding="utf-8"?>
<a:theme xmlns:a="http://schemas.openxmlformats.org/drawingml/2006/main" name="Office 主题​​">
  <a:themeElements>
    <a:clrScheme name="紫罗兰色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jp4mo4yf">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120000"/>
          </a:lnSpc>
          <a:defRPr>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rgbClr val="000000"/>
      </a:dk1>
      <a:lt1>
        <a:srgbClr val="FFFFFF"/>
      </a:lt1>
      <a:dk2>
        <a:srgbClr val="768395"/>
      </a:dk2>
      <a:lt2>
        <a:srgbClr val="F0F0F0"/>
      </a:lt2>
      <a:accent1>
        <a:srgbClr val="00488A"/>
      </a:accent1>
      <a:accent2>
        <a:srgbClr val="3C79C1"/>
      </a:accent2>
      <a:accent3>
        <a:srgbClr val="762D1F"/>
      </a:accent3>
      <a:accent4>
        <a:srgbClr val="D48A3B"/>
      </a:accent4>
      <a:accent5>
        <a:srgbClr val="64666C"/>
      </a:accent5>
      <a:accent6>
        <a:srgbClr val="A9AAA1"/>
      </a:accent6>
      <a:hlink>
        <a:srgbClr val="4472C4"/>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主题​​">
  <a:themeElements>
    <a:clrScheme name="紫罗兰色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jp4mo4yf">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120000"/>
          </a:lnSpc>
          <a:defRPr>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NDYwNjg2MjMzMzg0IiwKCSJHcm91cElkIiA6ICI4OTY2MTU4MjIiLAoJIkltYWdlIiA6ICJpVkJPUncwS0dnb0FBQUFOU1VoRVVnQUFBVnNBQUFMeENBWUFBQUR5b0FYNEFBQUFBWE5TUjBJQXJzNGM2UUFBSUFCSlJFRlVlSnpzM1hsY3pkbi9CL0RYdWQzMlZJcEVhU0ZabThRd0JtRXlpRXlXak8ySE1ZYkJtTEVNaGhsTW1CbkxrT3hMR0dNZE1aSmxFQkVUR1dNc0xiVFlTdEcrTC9kVzk5N3orOE85bjIrM2UyL2RrdTZOODN3OFBCN3VaMzNmYnIzditad1ZZQmlHWVJpR1lSaUdZUmlHWVJpR1lSaUdZUmlHWVJpR1lSaUdZUmlHWVJpR1lSaUdZUmlHWVJpR1lSaUdZUmlHWVJpR1lSaUdZUmlHWVJpR1lSaUdZUmlHWVJpR1lSaUdZUmlHWVJpR1lSaUdZUmlHWVJpR1lSaUdZUmlHWVJpR1lSaUdZUmlHWVJpR1lSaUdZUmlHWVJpR1lSaUdZUmlHWVJpR1lSaUdZUmlHWVJpR1lSaUdZUmlHWVJpR1lSaUdZZDQyUk5NQjFKZG1yZCt6MHVYQmtjZERTeDRobGlBd29oSmlSQWo0bW82TllkNFZsRkl4NGFFWUZDVVNTck41RWlRVGtTVHgyYk9ZZEUzSDlxYTk5Y20yWmJ0T0EzV0l6aGNBY1NHVU5xSUV4Z0RSSjZCOFNzRW5oUEEwSFNQRHZDc29wUkpDaUloU2lFRm9LU2lLQVJRUzRJRkVJdG1ibEJCOVh0TXh2aWx2WTdJbExaeWRMWFZnOERHZlI1YUFrRTZhRG9oaEdQVlFTdU1sRkQrWGlZdEQwaDQvemdKQU5SMVRYWG1ya20zTHRtMWI4SWpCV0VJd2hvQzRBZENWMjI5ckEwZDdPelN6c29LUnNSR01qWXlncTh0cUVSaW12cFNMUkNncExrRkppUURwR1JsNGx2UWN6NU5URkE2VFVFU0NTbzZWaXlSSFh6NkpTZFpNdEhYcnJVbTI5dmJ2T1JKRHNnTkFYMEtJZ1d5N29hRWhCZy82R0NPOWg4S21SWE9ZbUJqRDBNQVFmTDRPK0h3K2VEeFdpOEF3OVVVaWtVQWtFa0VrRWtNb0ZLS3dxQWlwYWVrSVB2TVh6b1ZjUWxGUjhmOE9wclJNUXVqZlpTTEo3TlJITWJHYWpMc3V2QTNKbG0vZjlyMCtoSkFqaEpCbUFLQ2pvNE1tbGhid0hqb1kwNy80SEJhTnpUVWRJOE13MWNqSnpjT2VmZnNSZk9ZY3NyS3pJUktKZ1ZkVkN4a1NzZVQvbmorS3ZnYWdYTk54MWxiRFRyWWRPdWpaVS80a0FyS1dnRmdBZ0pscEkzdys2Zi9nN1RVWWRpMXRXY21WWVJvUUNhVklTWG1CMDJmUFkrLytROGd2S0pEdW9VVlVRcjlEYWNHK3hNUkVvWWJEckJVZFRRZndPdXdhdHhqUEk3ejFBQ3dJSWFTVm93UFcvcndjSTd5OVlHbGhBVUlhOW5jSnc3eHJDQ0V3TXpORjU4N3ZvYXZiZTRoKzhCRFpPYm1nRkxyZ2taNVVSejg5UHp2OW5xYmpySTJHbW15SmZkdjNQSGc4M2dsQ1lFd0lJVzJkbmVDLzloZTgzOVVOT2pvTjlXMHhEQU5wVmFDdGpRMjZkZTJDcU9nSHlNak1JZ1RFa0JBeXhOVENLaUkvT3oxUjB6SFdWSVBNU25adE8vYmlFWjE5aEJCTEFPajVRWGVzVzdVQ2JaM2JhRG8waG1IcVVCTkxDM1RyMmdWUG5qMURjc29MQU9EeENEek1MSnZkejg5T2Y2YnArR3Fpd1NYYlpxM2ZzOUxUMGZFSDBKVVFRdHhjWGZETDhxVndhdDFLMDZFeERQTUdXRmcwUmxlM3puandNQTR2VTlOQUFSTkNpSjJSV2RPd3d0eU1BalV1b1JVYVhPdVJQaC9qQUF3aWhQQ2FXRnJncXkrL1lJbVdZZDV5OW5ZdDhjM01hV2htMVJUU1VaOGY4Zm44Y1pxT3F5WWFWTW5XenRtMXR3NlA3Q1dFNkJOQ3NHaitYSHd5eEpQMU9HQ1lkNEN0VFFzWUd4dmp5clZ3a0ZjWjk0TkdqWnRHRk9Sa0pHazZOblUwbUdScmE5dlJncSt2c3hlRU9BSEFvQUg5c1dET0xPanE2bFovTXNNd0RSNlB4NE96c3hPZVBVdkNveWRQQVFKOVFuaGRqQ3hNL3l6TXppN1JkSHpWYVRCRlFsMGp2aGNBRndCbzFzd0s4MmQvQlQwOVBVMkh4VEJNUGRMWDA4UDNDK2ZCcHJuMXF3MEViZlI0aGo2YWprc2REU0xaTm1uYnRoRjRHQU1DVXo2ZmowOUhESU5keTVhYURvdGhHQTFvWnRVVS96ZHVOUFQwZEVFQUkwTHdxVTI3ZHBhYWpxczZEU0xaR2xDZDloVEVBd0NzbWphQjU4RCswTk5qMVFjTTh5N2k4L25vMzY4UGJHMXNBQUNVa3A0NllsMDNUY2RWbllhUWJIWDRQTjJmQ0lFaEFMajMvQkFkMnJYVmRFd013MmhRRzZmVzZPZmVDd0JBQ0F5SmpzNGliVytEMHZwazI3S3R5MUFBQXdDZ3Nia1p2cDQ1VGRNaE1ReWpCYVo4TmdIbVpxWUFBQUxxWWUvY3lWdlRNVlZGMjVNdFg0ZVFlVVE2eWNINE1aL0Nwa1Z6VGNmVUlHM2Z2aDJlbnA0UUNtcytoMGQyZHJiS2ZjWEZ4UkFJQks4WlhkMTYvUGh4amM4SkRnNUdURXhNbmNhaDdPZVNscFlHc1ZoY3AvZUppWW5CdzRjUEFRQWxKU1ZWZmw0QWtKR1JnVzNidGlFNk9scnBma29wOXU3ZGkzUG56cjEyYk9YbDVZaU9qa1pPVHM1clg2dXlGczJ0TVhuaWVPRFZuQW84SG8vM2d6YVhiclU2MmRvN3ZmY2VJYVFWcEQwUVJuaDdhVG9rdGQyNGNRTjkrdlJCUUVDQXBrTUJBQlFXRmlJek14TVNpYVJHNStYbDVXSHc0TUg0OWRkZmxlNC9ldlFvK3ZYcnAxYUN5OHZMcS9VL2RiOGtqaHc1Z2pGanh1REtsU3MxZXArYk4yL0dqUnMzNUxZbEppWWlQajYreW45NWVYa3FyL25OTjk5Zzh1VEozR3VoVUFnZkh4K3NXTEdpUnJGVjU5ZGZmK1UrbjRDQUFQajQrT0RVcVZNcWoxKy9majJDZ29MZzRPQ2dkUCtGQ3hld2ZmdDJtSm1acWJ4R1FrSUN4bzRkaS9qNCtDcGp5OG5Kd2VUSmsydjhlYWhyektnUmFDSHJtUUNlZzYyemE5YzNjcU02b04zTEZPalNEeW5sTlNFRTZOV2pPNXBaTlgydHk1V1dscUpuejU2d3RyYkdYMy85cGZLNHNXUEg0dEdqUjdoOCtUTE16V3MzRjI1OGZEeUtpNHNSRlJXbE5BNGRuVmVUbDJ1N2l4Y3ZRaXdXdzhQRFErbitzTEF3V0Z0Ync4bkpxZHByZVhwNm9yeThkdE9SVHBnd0FmUG16YXYydUU4KytRU0hEeC9HOHVYTDBhWk5HN1I4alY0cml4Y3Z4ck5uejFSK1RrS2hFTjk5OXgzR2pCbWpzQzhuSndmMzc5L0hpQkVqdUczWHIxK0hVQ2pFZ0FFRGFoMlRNZ1lHQmx3cGVzYU1HUkFLaFZpNWNpVXVYcnlJelpzM3kwM01GQkVSZ2N1WEw2TlJvMGFZTmsyeFNtN0RoZzNZdVhNbkFHRExsaTNZc21XTDNINDlQVDBjT0hBQSt2cjZFQWdFbURKbENueDlmVEZ3NE1BNmZVL3FNak0xUlYvM1h2amoyQW1BVUZNZFF2c0MrRmNqd1ZSRGEvL2FIUndjREVCMXVnSFVnTS9YaFV2SERqQXlNdEowV0dxYk1HRUNIQndjMExselo3bnRXN2R1eGRHalIzSGl4QWswYTlaTVkvRlZSeUFRZ0ZLSzRPQmdPRGc0b0VPSERpZ3BlZFZ2WEU5UEQzdytIMCtmUGtWc2JDekdqQm1EOUhURnhWRk5URXhnYkd3c3Q2MW56NTRZT25TbzNMYWlvaUtzV3JVS1hsNWU2TldybDhKMWZ2enhSNFZ0VDU4K3hlM2J0NVhHM3FWTEYxeS9maDJYTGwxU3VEOEF0R3JWQ3QyNmRWUGpwd0I4K3VtbldMQmdnZEo5eW1LVnVYTGxDaWlsR0R4NE1MY3RPRGdZeHNiR2NIWjJSbFpXVnBYM05UYzNWL3ZMV0Y5Zkg4WEZyMVk0TURBd3dPTEZpOUdyVnk5a1pHVElKZHFVbEJTc1dMRUNBd2NPUk8vZXZlSG41NGV2di80YVRadityeEFURUJDQXRMUTByRnExQ3FtcHFUaDA2QkFXTFZvRUE0TlhpNS9JUm12YTI5dGovLzc5bURObkRyNy8vbnVJeFdLNTkxcGY5UFgxNGRxcEkwNmNQSTNTc2pKZHdpUGRtamJ0WUpLWitiQ28zb09waHRZbVc0R09xYWtoUVhjQ1FveU5qT0RTcVVPRG1wOVdUMDlQYVdrd01qTHlqZFZ4Wm1Sa2dGTGw2K1BKN3BtWm1jbjk0VlJtYW1vS1EwTkRBSUNYbHhmeTgvTzVmZTd1N3R6LzU4eVpnMG1USnVIa3laTUFnTURBUUFRR0JpcGNUM1pjUmZiMjloZzBhSkRjdHF5c0xLeGF0UXJ0MnJWVDJBY0F2cjYrQ3RzaUl5UHg2NisvcW53dkFMQjM3MTZGYlVLaEVNT0dEVU8zYnQwZ0ZBcHg3ZG8xUUZxMytQanhZNFNFaE1ET3pnN3QyN2NIcEhYU0wxKytWSGtQVllLRGcyRm5aNGN1WGJvQUFKS1NrbkR6NWswQXdKQWhRNm85UHpBd0VBc1hMa1JHUmthMXg1YVZsWUZTcWpUNWI5aXdBZVBIajRlUGp3OW16SmdCTXpNeitQcjZnaENDMzMvL0hXZlBua1ZBUUFENGZENysrKzgvbkRsekJsT21UTUdnUVlPUW5wNk93NGNQNC96NTgxaTNicDNDMUtYbTV1Yll1WE1uOXU3ZGk0OCsrZ2hKU1VrWVAzNjgwaGpYcjE4UGYzOS91VzE5K3ZUQjZ0V3JxMzEvVlNHRW9GMWJaNWlibXlFak00dFFTbDJOalNWTk1qUEJrcTI2K0h6U2tRQnRJTzFiMjg3WldkTWhhVDB2TDY5cTYyUkhqaHlwY2wvbFIySTNOemQ0ZS8rdmdWY2dFSEIxZzRXRmhUaDE2aFI2OXV5cGNNM1UxRlQ0K2ZuVnkxRHE0OGVQbzBXTEZtb2ZYL0VMc0xDd0VDdFhyZ1NrU2ZqdnYvOUdSRVFFZkh4OHVHUjcrdlJwbkQ1OXVrWXh4Y2JHSWpZMlZ1NHhmZmZ1M2REVjFjV0dEUnZ3NHNVTHJGbXpCZ3NYTGtUYnRzcTdNZHJhMm1MY3VIRmNpYlVxVjY1Y3dZc1hMekJ4NGtTbCt6dDE2b1R6NTg5RExCWmo0OGFOeU16TUJBQjg5ZFZYT0hqd0lKNC9mdzVkWFYwMGJkb1UzdDdlOFBUMFJITHlxelVXNTh5Wmd5dFhyaUEzTnhkTm1qVGhybGxhV2dwOWZYMFlHaHJpNjYrL0JnQllXRmhnOXV6WmN2Y3VMQ3pFamgwNzhORkhIeWs4NWRsSSs4bStMcWZXcldEZHJCa3lNck5BQ0drbDBUWG9DRURyNXJ2VjNtUkw2RGlBOEFIZ283N3VNREl5MUdnOGE5ZXV4YkZqeDdCbHl4Ym82T2hnNTg2ZFNFaElnSUdCQVFZTUdJQjU4K1pCWDErZk96NGtKQVEvL1BBRHBreVpnbG16Wm1IOSt2WDQ0NDgvdVAyeTBzMkhIMzZJbmoxN3dzL1BEeU5Hak1EU3BVc1Y3djNMTDc4Z0tDZ0ltelp0UXUvZXZhdU1zMWV2WG5MMWhESW5UNTdFalJzM3NHclZLb1ZoenRuWjJVcExHSFoyZG5MSk5pOHZqMHUyUjQ0Y1FYRnhNV2JQbm8wMmJlVG5FWTZMaXdNQXBjbFdXVWt4TnpjWEFKQ2ZuNiswRkttcXRQNjZtalp0eWpXS2VYaDRZTXlZTVpnK2ZUcTNmOHlZTWJDMnRsWlo1WEQ0OEdHNHVMZ29iRDk0OENBQWNOVmU4Zkh4T0gvK1BNYU9IWXVlUFh2aTNyMVhDdzA0T1RuQnpVMTFYL3pSbzBlcjlUNnlzN09SbVptSnp6Ly9YT1V4NzcvL1BvWU1HWUpHalJyQjNkMGR4c2JHWERYRjFLbFQ1WTZWbGZabGlvdUxzV3JWS216WXNBR1EvaDVNbmp3WkgzLzhNV2JPbk1tVmVCczFhcVJRZjUyZW5vNGRPM2FnYTlldUdEVnFsRnJ2cDZhTWpBemgzck1Ib21JZUFBQ2Y2RkFmQUtvYlpUUkVhNU10QWVHZXRieTlQRFViVEFVUkVSRTRlZklrM24vL2ZiaTd1eU1pSWdMSGp4OUhhV21wMHNkZEdUYzNONGpGWWx5NWNnVlpXVm40NUpOUFlHaG9DRWRIUnd3Y09CQ2JObTNDbFN0WHNIanhZcm02T3BGSWhORFFVRFJwMGdRZmZ2aGh0ZkhaMk5qZ280OCtVdGorNzcrdjJnemMzZDBWNnI1bHBSaDE1ZVhsSVRBd0VKNmVuZ3FKRnRJVlZDR3RTcW1zcXBMaW5qMTdzR2ZQbmhyRjhpWWtKaVppeXBRcGN0dGNYRnl3YWRNbWJOcTBDY2VPSGVPMkJ3UUVvRk9uVHRpMWF4Y2dyUzY0ZVBFaXQxOHNGdVBubjMrR29hRmhsY2xRbGRqWVdEeDY5RWpwdnU3ZHU4UGEyaHFOR2pYaTZ0Tmxpb3FLd09menVXb1dRZ2lhTld2R0hiZHExU3IwNk5GRHJSaVdMbDJLc3JJeTdyV0ppUW5jM055d2I5OCt4TVRFNE5kZmY0V3BxV21OMzF0ZDhoejRNYllGU0t1TktEN1dhREFxYUdXeXRYTHMxSXdRWWdNQVptYW1hSzlGSThaT25qeUozYnQzbzBPSERnQ0FKMCtlWU55NGNmanJyNzh3ZCs1Y2xkMWwrdmZ2ai83OSsrUHg0OGZJeXNyQ3pKa3o1UnJJM04zZEVSWVdodHUzYjhzbDFZaUlDQlFVRkdEeTVNbGFzOXlQdWJrNXRtL2ZEaU1qSSt6WnN3ZWZmLzY1WEd5eWZxVEtHbmdHREJpZ1VNSXBLQ2pBd29VTE1YcjBhUFR2MzEvaG5GbXpacjJSOTZHTVJDSkJZV0VoOHZQemNlalFJZkI0UEZ5OGVKRXJqWmFYbCtQRER6L0VuRGx6QUFDWExsMlNLd251MkxFRGZENmY2M1Z4OCtaTlBIejRFQXNXTEpCN0RJZjBzMVZXa24vdnZmZTRibG1YTGwzaVd2OHJFZ3FGV0w5K1BheXRyV0Z1Ym83aTRtTHUwUjRBRGh3NGdNREFRQnc5ZWhUTm15djJUWjgvZjc3YWJTQWlrUWg5K3ZUaFh2UDVmUGo2K3NMYTJob0JBUUZZdUhBaDkyV2pLZTNhdG9HcGFTTVVGQlFDQkxaV2pwMmFaVHlMVVd5MTFTQ3RUTFo2dXFTTDdQL3RuSjIxcW1GczFLaFJYS0lGZ05hdFcrUEREei9FOWV2WDhlVEpFNjVCcEthR0RSdUdzTEF3WEx4NFVTN1puajkvSGdEa0h1ZTFnYXVySzhMQ3dyQmp4dzdrNStkai92ejUzRDVab3FsY3NoV0x4YkN4c2NINzc3OHZ0MTNXTXQreVpVdUZmWkNXeWlxVFZTMkVob2JXcUh0ZXhSSmFaZUhoNFRoOStqU0dEUnNHQUdqVHBnMzRmRDd1Mzc4dmQ1eXhzVEhYcGF4eDQ4YmM5dHUzYitQU3BVdVlOR2tTRGh3NEFBRG8zYnMzZnZycEozaDZLajZkL2ZISEgwcm5ZcDQvZjc1Y0gxaEhSMGNjUDM2Y2UxMVNVaUxYWUdsdC9hcWZhV1ptSm14dGJWRmVYbzZnb0NDMGJ0MWFhYUlGQUg5L2YvVHMyVlBsejZLaTc3Ly9IcVdscFFyYnAwK2ZEa3RMUzdpNnVxS3NyQXgvLy8yM3dqRUYwdFZ4NCtQakVSb2FxckMvWmN1V0t1dXRhMEpIUndjZDJyWEZQLy8rQjBJSU1kUWxYUUc4L3FpTU9xU1Z5WmJQSTF4TnVyYk5nOUN4WTBlRmJiS0svc0xDd2xwZnQyZlBuckMwdE1UVnExZXhaTWtTOFBsOENBUUMvUDMzMytqY3VUUHM3ZTFmSys3YU9IWHFWSldkNHovNjZDT01IajBhUjQ0Y2diT3pNejc1NUJOQVdoSkNwV1Fya1VnZ2tVanFiRnBNV2UrS3l2MUFxMU94QVRFM054ZkhqaDNEOWV2WGtaK2ZqOUxTVW5oNGVLQmR1M2FBOUdrRTBpOFAyVFpJdndCbGlVTXNGblBKNHZqeDQ3Q3lzc0pubjMzR0pWdFUwZnRneTVZdFNyOWNha3JXUUppY25BeGJXMXVFaElRZ056Y1h5NWN2VjNuT3dvVUwxZTVhSmhRS1ZYWnprejJsWkdWbFlkR2lSU3F2RVJRVWhLQ2dJSVh0bzBlUHJ2SzhtdWpVb1FQKytmYy9BQURoOGQ1bnlWWU5GT1I5V1ZtbVk0ZDIxUnl0UGxtRFRWV2xtNHI3WmQyZ0tqSXhNVkhZSnFzWHErbm9ySXAwZEhUZzVlV0ZBd2NPNE5hdFcralZxeGZDd3NJZ0ZBcHJWS29OQ2dwU1dpY3FTNEExNlZCZlZXOEVtVysvL1JiMzd0M0RtalZyMExGalI3UnExVXBweVZaV1Y1aVhsNmN3NmtqV3hTd2pJMFBwaUNSbERXU3lWdnFyVjY4cTdVdXJ5b0FCQTdncWo5emNYQnc1Y2dTZE8zZUducDRlSmsyYWhPblRweU0xTlpXcktpQ0U0TUdEQjRpTGk4TXZ2L3dDQ3dzTHpKZ3hnK3ZWRUJVVnhkV3Blbmw1Y1hYeGRVa3NGc3YxeTYwOG1zN2UzaDQ2T2pwNC9QZ3hYRjFkc1czYk5qZzdPMWZabVByenp6L2pndzgrVU92K3ZyNitLb2NZMzd4NUU4MmJONGU5dlQzQ3c4UGw5cDA5ZXhacjE2N0Y1TW1UOGNVWFh5Zzl2eTU3ckxpKzk3K0NFQVc2MTltRjY0aldKVnRiVzF0REF0SWEwZ1RVcGc3WEYrUHhlR2pjdURGeWNuSlFWRlNrTkhHS3hXS2twNmZEek14TW9aN3NUZlAyOXNhQkF3ZHc2ZElsOU9yVkN4Y3VYSUNob1dHTkVtVEhqaDNScjE4L2hlMVhyMTVGWkdRa3Z2amlDNFVTVFg1K1BuNy8vWGVGYzZycWpTQ2pxNnVMRlN0V1lPTEVpZGkxYXhmV3JsM0xmVmxWL1BuSmhyVWVPM1pNcm9HcG9vTUhEM0l0K2RYSnpjMkZrWkZSalJJdHBIV2dNbzZPanJoNjlTb0lJWEpkd3BvM2I0NnRXN2R5cjUyY25OQ2pSdzhNR1RJRXYvLyt1MXdQaElxUCszMzc5Z1drM2FMcVVsSlNrdEwreHpKNmVucHdkSFJFWkdRa01qSXlrSkdSZ1o5KytxbktheVltSnFvOVNDZy9QMS9wM3dxay9XZkx5OHR4K3ZScHVldmw1K2RqMTY1ZHNMT3p3NWRmZmxrdmYwdnRuTnVBeHlPUVNDZ0lJZTBBSjMzZ2NkMStHSzlCNjVJdDlNMXNRR0FDQUZaV1RkR29rZklQdWJZNmRlcUU4UEJ3WExod1FXbFhsQnMzYmtBb0ZLcjlyVjlUc3ZwSFphVmdSMGRIZE9yVUNXRmhZWmcxYXhadTNicUZJVU9HcVAxSE1YcjBhSFR1M0ZscGNrNU5UVVZrWkNUR2poMnJjTDI4dkR5VWxKUW83Vm1nanJadDIyTHo1czFjZmJYc0ViOWl5VFkxTlJVQXNHREJBb1Y2N2Z6OGZNeWNPUk1USjA1VU9ncXA4c0FJQUhqMDZCRlhWMWxicXRvQ3ZMeThWTTU1TUgzNmRLWG5EUm8wU09sSXQ2cGN1M1lOaVltSzNVRmJ0bXdwOS92WG9rVUxyajh3cE1tOGNxTmhseTVkY1ByMGFaU1ZsY0hIeDBkbDlRU1B4ME9uVHAxdzVjb1Y3Tnk1RXlLUkNQYjI5a3AveDJKall3SHBGN2l5NnJQRXhFUWtKaVlxL1h3MmJ0eUl2THc4ckZ1M2prdTBPM2Z1eExObno3QjI3ZHBxZmpLMTA4akVCTmJObXVGbGFob0FhbXpUenRqK1JSd1Mzc2pOYWtIcmtpMWZsMmNEVUdPQXdOcktxc29SUXJVeGZQaHdoSWVIWS9QbXpiQ3hzWkZyaklxTmplWDZtMzc2NmFkMWVsOFpXWU5LVWxLUzBzWUxiMjl2cmsralNDU3FVUlhDd29VTGF4V1R1Ym41YTllYlZleEdKSHZNcmZqWnlmNXd1M2Z2anRhdFc4dWRLM3RFdHJLeVV0cFlVam01U1NRU0pDUWs0T09QMzB3UG56VnIxbkRWTHBBMmZNa21GQ29ySzhQTW1UTVZ2akFzTEN4cWZKOVRwMDRwclRmMThQRGdrcTJ0clMyNmR1MHExeDlYTEJaank1WXRjdlhJUFh2MnhMRmp4OUNzV1RPdXB3UUE3TisvSDVhV2x0d1FhUU1EQSt6ZnZ4K1ExajB2WGJvVUJ3OGVWUHFFTUdQR0RCZ1pHWEg5YXl1N2ZQa3lVS0Z1VytiZXZYczRmZm8weG93WkkvZHpNalkyUm1ob0tJS0NncW9jWEZOYmVucDZhTkc4dVRUWlFsOUhMTEVEV0xKVmlZcDFUSGc2NElNQXhzWkcwSzNqeVZyNjlldUg0Y09ISXpnNEdGOS8vVFZhdEdnQmEydHI1T1RrY0tXTVNaTW1xZFdudFRhNmRldUcwTkJRK1ByNnd0M2RIYWFtcG5LamJnWU5HZ1EvUHo5Y3ZIZ1JMVnUyckxMVHU3WXFLbm8xVXJKaWFlbnExYXN3TVRHcGs0YSsyN2R2bzdpNHVOWTlQNm9qcXlZUUNBUUlDQWpBc1dQSE1HZk9IR3pjdUJIVHBrM0RnUU1ISUJRSzhjVVhYN3hXWVdERGhnM1ZOcENOSERsU0xqRmxaMmNqT1RrWldWbFpPSFRvRUR3OFBHQnZiODlWQTluWjJja2x6ckN3TUJnYUdpSXBLUWxIamh5UnU3YXNIbGJWSkRLeTZxREtqV043OSs1RnUzYnRjUG55WlZoYlc2TlRwMDdjdnJ5OFBQejQ0NDl3ZG5iRzNMbHo1Yzc3di8vN1AxeStmQmwrZm43bzJyVnJuVGY2OG5SNDNKTXdvVVNINlBBMDIvbTNFcTFMdHRDUkdGQkNkQWdJRFBUMXdkT3ArMWtnbHkxYmhxNWR1eUk0T0JnSkNRbElUMCtIcWFrcGV2ZnVqVkdqUnNsMXE2bHJ3NGNQUjJKaUlrSkNRbkR1M0RtRmIzZ1RFeFAwNjljUElTRWhHdS91ZGZic1dZU0VoTlQ0dk1qSVNQQjRQSzYwbDVTVWhLaW9LQXdZTUtER001M0plakZVTE4yZU9YTUcrdnI2Y24wLzYxSnhjVEdDZzROeDRNQUJtSmlZWU0rZVBiQ3dzTURHalJ2UnMyZFBlSGg0WU9uU3BUaDE2aFErL2ZSVERCOCtYRzR5bDdvZ0VBaHc4dVJKcEthbTR1WExsM2p4NGdWU1VsSWdFQWk0QVFvdFc3YUVrNU1UVnE1Y2lmVDBkSHorK2VmWXQyOGZRa0pDdURyZXBLUWtqQm8xQ2lOR2pKRHI2bFZTVW9LbFM1ZWlXN2R1Q2dNNFpQejgvR0JnWUtCUVpXRm5aOGROUHpsdTNEaHVlMHBLQ2hZdVhJamMzRnhzM2JvVklwRUlPVGs1S0Nnb1FINStQZ29MQzlHNWMyZEVSMGRqK2ZMbDJMdDNyOUt1YjdYRjQvRmdZQ0N0R3lhVUJ3blI3TERUU3JRdTJWSktESGtnT2lDdkhubjRiNmdqLzVBaFE5U2FFRVJtMGFKRktoKzFaOCtlclRBbWZOQ2dRVW9iTmZoOFBoWXNXS0J5SmlsSSswdnllRHl1SzVXbU9Eczd5elcyQ1lWQzdOdTNUKzZZRFJzMm9MUzBGSTBiTjRhK3ZqNFNFaEp3OWVwVmRPM2FsYXVyOC9mM0I2VlU3ZUduaHc0ZFFsNWVIdlQwOVBEbzBTT0l4V0pZV1ZrQjB1cUlrSkFRREIwNjlMVkhMVDE5K2hRM2I5NkVRQ0RnR29GT25EakJQVFpQbmp3Wmt5Wk5ncjYrdnR5c1ptM2F0TUdoUTRmdzU1OS9ZdS9ldmRpNWN5Y0dEUnFFVmF0V3ZWWThGZW5yNnlNd01CRG01dVp3ZEhTRXA2Y25IQjBkWVc5dkR4c2JHK2pxNnVMMDZkTllzMllOakkyTnNXZlBIclJwMHdaaXNSakxseTlIZVhrNTdPM3RVVkJRZ0o0OWU2SkZpeFpvM3J3NVhyeDRnZkR3Y0J3NmRBZ21KaVpZdkhpeHlqa0tURXhNWUdSa3BQVHBTamF4ZU1YUmlrZU9IRUZDUWdMNGZENUdqeDR0VnhValkyaG9DRXRMUzBSRlJlSFFvVU5LNjN0cmk4Zmp3VWphRTRTQzhDZ1JhOVUwZ1ZxWGJBbWxCcFJIZElqMEY0Nm5KYU9tNmt0aVlpTHUzcjBMZDNmM09pOHQxWlN6czdQY3VQbTh2RHlGWkZ0UVVJQXpaODV3cndraGNIVjE1UnFMS0tVUUNvVndkM2RYV1NYQzQvRmdZbUxDZFFONi9QZ3hkMDNaOVdSMWprZU9ISUdlbnA3U3VWaHJTaUFRY0lsVk51TVlJUVRaMmRrWVBYcDBsWU1sZEhWMU1XN2NPUGo0K09EU3BVc0s5ZEN2aThmalZkbkhPU3NyQ3dFQkFlamV2VHVXTGwzS3hUcG56aHc0T0RoZzM3NTlTRWxKd2VEQmc3bWZlMXhjSENaUG5nd3JLeXQ0ZTN0ajNMaHh0ZjdDdW5idEdzek56ZVVtbHhrelpndzNZWTJGaFFVc0xTMWhhV21KeG8wYnc4TENndnRDTGlzcncralJvN0Zueng2TUdERUNqUm8xcWxVTWxmRUlENGF5YWgxS2VhRGFWYkxWbnFGWlV2YnRYTDhtd0RwQ2lNSC9qZjBVU3hiTmgwRTlkOEhTRkVvcEZpNWNpTEN3TVB6MjIyOXdkWFhWV0N4cGFXa3dNREJRYTNTV1JDSkJhV2twU2t0TFlXUmtwREJ3b2JDd0VLV2xwUXJEVmF1N3BsZ3NCaUZFcnVvaE56Y1gvLzc3YjVWZG9XcENkbys2Zkp5dEw4WEZ4VFh1K2xaUVVGQW44eGdJQkFJOGZmcFVhUzhGZGNURXhNREV4RVRsYWhHMVVWWldqdldidG1MUHZnTUFhQm1WNE1mRStNZzMwL1doRnJTdVpNdWoxQkE4SGg4QURBME10R1krZ0RjcE5qWVdlL2Z1UlZwYUdtSmpZekZ5NUVpTkpscFVHQUtxRGg2UEIwTkRRNVdkK1JzMWFsVGowZ3VQeDFPYUFCczNibHhuaVJiU3Z0d05WVTBUTGFSekZ0Y0ZRMFBEV2lkYVNMdGcxalVlajhEUVVOWmdTWGdnbEZValZFVUNZa0FvMVNHRXZORTZXMjBpRW9udzc3Ly93dERRRUZPbVRKR2I1bzloR1BYd2VQK3JScUNVOGlpbFdsV05vSFhKdGlJdG1uL21qWEp4Y1ZFNmlRZkRNT3FyVkIxRVFMU3JtbFQ3S3FvSWlna2hJZ0FvRVFnaEV0WHRzczhNdzd5ZEpCSUpOM3FSRUNJbVFQWExYTlFqclV1MmhGSUJwUkJCT2l4UkxHSEp0aTQ5ZWZJRUVSRVJkYnI2UVg1K1BxS2pvN25CRExLVkYxVFpzMmNQTnorc01vbUppUXJMaXF2ajVNbVQyTFJwazFySDd0cTFTK2thWmNuSnlYSnp6SXBFSXR5N2Q2L2E5OFJvM3F0a0s1dWtoMG9vNWJGa1d6VXFKSVNLSWUzWHFXcTJJYVo2YVdscDNIcFRNb2NQSDhZMzMzeFRwei9YeU1oSVRKNDhHYkd4c2NqTnpjV3dZY1BnNitzcnQyQmtSVHQyN01DZE8zZFVYbS9ObWpYNC92dnY4ZUxGaTJydmZlVElFVzdrMy8zNzkzSGx5aFcxWW82SWlNQS8vL3lqc0gzbHlwVnlDeE1XRlJWaDZ0U3AzR0tOeW9qRllrUkdSaXBkdGw2WlpjdVd3Y1BEQXlkT25GRHJlRVk5RW9rRUF1bFFjVW9oQVE4bDFaNVVqN1F2MmZLSWdGSWlUYmFsa0loclAyM2h1MjdkdW5Ydzl2WityWGwyMVNFYnZFQXBSZVBHamZITEw3L2crdlhyOFBIeDRlWkVxSW1GQ3hlaXRMUVVLMWV1ckxJRW5wMmR6UTF0cm81SUpGSllPdVoxSkNjbkl5Z29DQXNYTG9TSGh3ZW1USm1DalJzM1ZudmV2bjM3Y083Y09VZ2tFZ1FFQkNoOEdUSzFWN0VhQVlTSWlZUnFWYkxWdmdZeUNSV0E5Nm9hUVZoYXlrcTJ0WlNSa1lIdzhIQU1HalJDSlVyUUFBQWdBRWxFUVZTb3pqcU5xeUtiSDBBMllzamQzUjJCZ1lFNGVQQWduSnljcWowL1BEeGNJUkc2dXJwQ1YxZFhJWkcyYU5HQ203dEFWdFhRdFd2WGF1OXg3Tmd4K1BuNUlTSWlvbGJUL2NYRnhlSGx5NWVJam81R1RFd01OeXVZbzZNakJnOGVqQjQ5ZXFCNzk2cW5VRDE5K2pTMmJkdUdvVU9IWXZyMDZaZzRjU0lXTEZpQWJkdTJxWnpDa0ZGZnhXb0VRcWxFckdWMXRscVhiTVZpS3VBVEtnWWhyTTcyTmV6YnR3OWlzUmp0MjdlWHF4L055Y2tCS3N4Zm9FenIxcTNsK21PT0hUdTJ5a1VoWmFYUCtmUG5LMXp6enovL1JNdVdMVEYvL253OGZmcVUyeDRURTRQQXdFQzR1YmxoL2ZyMVNFbEpVWHJ0eW8vdlE0Y081Wkx0MmJObkFRRHo1czBESVlTcmRwTE5Ld3RwUDlycXFoWXlNaklRRmhiRy9iK29xQWlCZ1lGQWhkbk1EaDgrREFzTEM3UnQyeFkrUGo1d2NYR0JpNHNMTitpanFLZ0k0OGVQNStiZHFPeklrU1B3OC9ORGp4NDlzR3paTXZENWZLeGZ2eDZ6WnMzQzFLbFRzV1hMRm8yUEdHem9LaVpiQ2lJQllTWGJLdkg0cEpBQzVVUTZRa1pVcmppK21xbGFhbW9xdHdTSm41K2YwbU8rL1BKTGxlZHYzTGhSYmpJZWdVQUFXMXRiZUhsNUtUMitzTEFRdi8zMkcvcjE2NGYyN2RzcjdEYzFOY1dWSzFma1ZwQzRlZk1tYnQrK3pVMEg2T0hoZ1huejVsWDV2aXBPbUhMdjNqM2N1WE1IWGw1ZTNIRFUwNmRQNC9uejUvajY2Nis1NDlRWkdmYml4UXRzM3J3WmtEYktFa0s0MTg3T3pnQ0FIMzc0QVQ0K1BpcXY4ZVRKRXlRbkp5dk1CeUFVQ3VIbjU0ZWdvQ0I4L1BISCtQbm5uN2tSY1c1dWJ0aTJiUnZtenAyTFNaTW1ZY1dLRmRXV2poblZ4R0lKQ3FXTnRDQVFVVEZWM21pZ0lWcVhiQW5LVXdreEVBQkFla1ltVitITnFHLzE2dFdRU0NSWXZYcTFRbWxwLy83OUNBOFBSMEJBUUpVbDI4cnM3T3hVVGhxU2s1T0QzMzc3RFYyNmRLbHlIbURaUkQ1ZHUzYkZ0R25UdUhrWERoOCtEQ01qSTdSbzBRTGg0ZUd3dDdlSG5aMGRBT0R2di85R216WnQwTHg1YzduUlhzZVBIMGZqeG8yeGVQRmliaXJIKy9mdkl5Y25CeU5HakZEanAvUS9ibTV1WEpYRXRHblRZRzV1am5YcjFnSFMwcEt1cmk2aW82TXhiTmd3cGJPV0NZVkMvUEhISDlEWDE1ZGJ4U0UyTmhaTGx5NUZZbUlpeG84Zmozbno1aUUwTkJTblRwM0N1blhydUVsZWR1L2VqVysvL1JZelo4N0U4T0hETVh2MmJKV3JORE9xbFpXWEl6VXRqWHZKSTFEK3VLUWhXcGRzRStQaVVoemF1UllTUXBDV25zR3ROY1dvNTh5Wk03aHg0d2JHalJ1bmRKNVMyUVF2cnE2dU5aN3VVQlZac3F2OFdkMjdkdzh1TGk3VjNtZnYzcjNRMDlQRDRjT0g0ZS92andFREJtRDE2dFVvS1NuQmhnMGJrSnViaXlWTGxtRC8vdjNRMDlNRHBSVHo1czNEa3lkUElCYUx1UWJBOHZKeWJpbnlpbDVuM2dNZWo0ZXhZOGZpNE1HRE9IZnVuTkkxczBwTFMwRXB4YXhaczJCa1pJVE16RXhzMzc0ZFo4NmNnWW1KQ2Z6OC9MalowL1QxOVhIcjFpM01tVE1IVzdkdWhiNitQcHlkblhIMDZGSDg5Tk5QQ0E0T3hzV0xGekZxMUNoTW5EaXhWcE9TdjZzRUFnRmV2SHkxSWdnQmloUGpvNUkwSFZORldwZHNBWWdBR2dzUU43RllqSVRIVDlHeGcrS2pLYU1vTGk0T3ExZXZocTJ0TGI3NjZxczZ2ZmJ6NTgvbFZveVZrYzNhcEt1cks3ZVVUSHA2T3FaUG53NVBUMCs1SlYyVU1UUTB4T3JWcTNIKy9IbjQrUGpndSsrK0E2UkovTkNoUS9qeHh4L3gvZmZmdzhmSEJ3c1hMa1IyZHJiU3BjRmxLcS9CMXFwVnF4cVhkaXVhTzNjdUJnMGFoSlNVRktYTEdlbnA2Y0hKeVFrdFc3WkVjWEV4eG93WmcvejhmUFRyMXcvZmZmY2RtalZyeGgzYnQyOWZ6SjA3Ri83Ky9saXlaQW5XcjE4UFNLY3pYTHQyTFVKQ1FyQng0MFljT0hBQWxGS0ZDYmdaMVI3RXhuSHRCeEpLb3dGb1ZWY21iVXkyQUNWUklCZ1BBTEZ4OFJqaHJieXVrSkVuRUFpZ3E2dUxEUnMycUwxdW1UcEVJaEdlUFh1R1hidDJjZHZFWWpIS3k4c3hjT0JBTkdyVUNFMmJOa1YyZGphMy8ralJveENMeFNxVFhGSlNFZ0lDQXRDaVJRdnMzcjBiYVdscFN1dEZUVXhNc0dIREJ1emF0UXNCQVFGNC92dzV0bXpab25RSjg0TUhEK0xwMDZmdzlmV1YyMjVrWklTSER4K3EvWDZGUWlIQ3dzSlFXbG9LVDA5UEZCVVZ3ZGJXRnJhMnRsV2VKNUZJWUd4c2pQbno1OFBNekV6bDZyWVRKa3hBZW5xNjBwVW1CZzBhaEw1OSsrTFlzV01ZTTJhTTJqRXpRSFJNaGMrWTRxNG1ZMUZHTzVNdGFLUnM5c2VIY1lwTFd6UEt1Ym01NGNTSkV4QUtoVXFYTTRlMGhBb0FmLzMxbDlLRkN5MHRMUldXUVNrdUxvYVhsNWRjRWp0MjdCaldybDNMZGZ0cTFxd1p0NmhqUVVFQmdvS0M4UDc3NzNPTlY3R3hzUWdQRDhmZHU2LytCczZkT3djVEV4TXNXTEFBbjM3NktkemMzS3FjUldyNjlPbXd0YldGaFlVRmRIVjE1Vllka0FrSkNjSExseStWN3FzcTJZcEVJa1JIUitQMjdkdDQ5dXdaY25OekVSRVJBUThQRDNoNmVtTFVxRkZxOVljTkRBeUVrNU1Udkx5OFFDbFZtUHUzSWdzTEN5UW1KaW9jWTJabWhwRWpSOWJwcE5ydmlwaUhGZnAwVThLU3JUcEt5aVQzakExZTFiUEpIZzFVcllUS3lHdlNwQW5PblR1SEZTdFdWSG1jcWtkN1YxZFhoV1FyRUFnVTVyV1ZMZW9vbTFiUjN0NGUxNjVkQXdCczNyd1pSVVZGY2dzUEJnWUc0c3laTTl5Q2ptUEhqc1c4ZWZQQTUvT3hZY09HS250SFZMUmp4dzd1LzBGQlFYS0RKcUtpb3BDYm00dGZmdmxGN3B6cUZyTThmLzQ4bGk5ZkRrZ25NM0YyZHNiaXhZdmxHcnNHRGh5b2NxV0ptSmdZaFFFTkVva0VlL2JzVWVzOXlZNHZLeXVEZzRQREcxa004VzBuRm9zUi9lRFY3d0tsbEFyRjlEOU54MVNaVmliYmpHY3g2UTd0T3FjU2d1YjUrUVZJZVBRWWJaMXJ0OHoydTZoLy8vNHF1eEQ1Ky92andvVUxPSC8rdk5LR284b05RRmxaV1JDSlJOeXF3RElsSlNYZzgvbmNBQUZuWjJjRUJ3ZmozTGx6T0hueUpFYU9ISWtPSFRwd3gwK1lNQUZmZi8wMW1qUnBncTVkdTZKeDQ4WmN3OW1BQVFNVUJqK3NXYk1HWGJwMFVXamtxL2dvZi9QbVRmejMzMzk0NzczM2dBckR1ek15TWdCcHZmR2pSNCtxWElKSUZ2dk1tVFBoNGVHQjFhdFh3OXpjWEdFK1lTc3JLNVVyVFhDamxpclEwZEZSZTM0SGdVQ0FXYk5tSVRvNkdqTm56bFRySEViZW84ZFBVRkJRQUFDZ3dNdjBKMUVabW82cE1xMU10cTlJTGdHOFNRQVFmUFljRm4wN3AvcFRHRURhNHExcWxKUnN1NFdGaFZxOUVXUURFU3JQcUM5YnMwdEdWdis0WXNVS1dGdGJ5NVZxQVZRNWtrdzJRS0FpUHo4L3RHN2R1dHBGTDUyY25MakpaM3g5ZlhILy9uM3U5ZW5UcDZzdDRRTkEyN1p0bFM2aFhsRmFXaHB1M2JxbGRGOThmTlZWWFFLQkFNbkp5VnlmM1lxRVFpSG16cDJMcUtnby9QVFRUMjlzZWZhMzNmbUxvZjk3UVJHbXlWaFUwZHBrSzVIZ0FJK0gveU1FT3BkQ3IyTFc5S2t3cWNYTTlNenJrZFYxVml5bFFqclNxbUxWZ29PREEweE1URkJTVW9MVnExZHppZmpXclZzNGZQZ3dsaTFicHRFUlVyYTJ0dWpidDIrdFYyYTRldlVxcmwrL3JuU2ZzaDRLRmExZnZ4NW56cHpCNU1tVE1XM2FOTzdwUVNnVVl2NzgrYmh6NXc1Ky9QRkhEQjQ4dUZheHZldUtpNHR4OWU5WFR4R1VRa3dsQ05SMFRNcG9iYklWbGt0aWpBMTR6d0E0WmVWa0l5NytFZDd2MGxtTk01bTZGQm9hQ2x0Ylc1aWJteU1vS0FnV0ZoYkl5OHREUkVRRUJnd1lBRWgvMlJjc1dNQk5zU2g3bkFPQWhJUUUzTGh4UTJuLzFEZE5sZ1FKSWVqVHA4OXJMWDB1cTJOV0ppSWlBdDk4ODQzS2M3Lzk5bHRBMnAvNDZ0V3JXTDU4T1J3ZEhURjM3bHpjdVhNSHk1Y3Y1eGEwWkdydTBaTm5TRXVYMVJyUUpNS2pEelFja2xKYW0yejF5dk1LcUg2VDJ3QnRYVnhjUXFLaVk5RFZ6WlUxbEZXaHJLd01wYVdsVlI1VFhsNE9TTWZ5VjFYS016UTB4Tk9uVHhFYkc0c1pNMmFBeitkajE2NWR5TXJLQWdBMGI5NGMwNlpOUTJKaUloWXZYb3duVDU1Zzl1elpDQW9LZ3ErdkwzYnQyZ1VuSnlmRXhzYkMydHFhS3dVclc5NjZydjM3Nzc5SVQwL0hxVk9uWUdKaW9yQUFKYVJEakpzM2I2Nnd2YXlzck01L3g0eU5qYmxwRlZldVhJblBQdnNNdHJhMlNFbEp3VTgvL2NSS3RLK0JVb3FIc1hISXpjc0ZwWlNDSUtxWWxtWnBPaTVsdERiWnBxU2tDQnphV3R3Q0lTUEVZckhCL2Fob0ZCWVZ3ZlFOejJEVmtCMDllbFR0eWJQNzkrOWY1ZjYxYTljaU1EQVFlbnA2WEwzcG9VT0hVRkJRQUQ2ZkR4c2JHMXk4ZUJFLy8vd3pEQTBOc1duVEp2VHMyUk1mZnZnaHZ2cnFLMHljT0JHZE8zZm01aSs0Zi84Kzd0Mjd4OVVCeXlhNkNRNE9Wam94ZDFsWkdSNDhlS0MwKzlUSWtTT3JITTU2Ly81OTdOKy9IeVltSmx6ZGNWeGNIRTZmUGcxRFEwT2twcVlpS1NtSjZ5S1drcEtDdlh2M1FpZ1U0dUhEaDF5RFcwVkhqaHpoSnFlcFROMkoySHYxNm9Wang0N0IxOWNYNGVIaGFOYXNXWjB2Z2Y2dUVRaUV1SHMvQ2lLUkdJU2duRkw2YjFaOC9KdWRVN1NXdERiWkFnQWxrdHNFL0d3QU5yZit1NHZNekN5V2JLdmc3dTVlbytYQ3E5S3BVeWZjdlhzWHZYdjM1a1pBTlczYVZLN2V0WFBuenZEeThzTE1tVE81WWFYT3pzNDRlUEFndG03ZGlsdTNic0hCd1FHZmYvNDVZbUppc0hYclZnQkFtelp0dUdSLzRzUUp1ZG5BWkhnOEhtSmpZNVhPaCt2aDRRRXpNek44OTkxM1NxZmcvUExMTHhXNmt1bnE2bkxKa3NmandjWEZoZXZMYW1KaWdrZVBIa0VzRnNQRHcwTnBIOWRldlhxcGZOU1BqNC9IYjcvOVZ1WFBVOGJNekF6Ky92NDRkT2dRdG03ZGlva1RKMkxYcmwzbzNKbFZrZFZHWG40K2J0eDgxWEJKZ1NLeG1OWjhpWTk2b3QzUDVFNU8rZzU4NDJ1RWtBOEFZTWJVejdGdzNqZXNLcUdlbEplWGc4ZmoxZWx5M3hLSjVMWG1LbmdkbEZKSUpKTEtDd05xVEhSME5FSkRRekYzN2x6Mk8xMExsRkpzM0xvRFczYnNCbDROMFgyUUZCZnBCcUJjMDdFcG8vV2ZzRjFiMTlFOGdxT0VFTkxJeEFSblR2d0J1NVpWRDV0a0dPYnQ5enc1QmQ2anhxR2dzQWlVVWlxV1lGeHlRcVJXOWtTQVZpNkxVOG56K1BKZ1FuRURBQXFMaXJCcnorK2FEb2xoR0EyamxPTEE0YU1vS0N5U3ZrWkVja0pra0tianFvcldKMXZnWVpsSUlsbENLUzBEZ0w5dlJDQSs0WkdtZzJJWVJvT2VQSDJHYStHeXZyVzBUQ0lXcjlUVzZnT1pCcEJzQVFHdjdCNEl1UXpwaE9MblFrSlJWcWJWUDFlR1lkNFFrVWlFUzFldTRua0t0L3J5ZFFsZnBIcTVaaTNSSUpKdFZueDhFWlhRUHdGYUtCS0pjUEwwV1NTcldMT0tZWmkzVzBabUZnTC9QSW55OG5KUUNnRWxrcUFYY1hFNW1vNnJPZzBpMlFLZzVWUndHcFRFQTBES2k1ZnczN3FENjZEUE1NeTdRU1FTNGRjTm0vQThXVmJZb2tubCthV0JyM3ArYWJlNjY5UHpoaFZtWjVjMHNyQ0s0eEdNQWlINmp4NC9oYm01R1Z3NmR0Q0tiandNdzd4WllyRVl4MDRFWThkdTZVQVhpZ0pBUENINVdhejZNOE5yVUlOSnRnQlFrSjJlYk43RW1oSkNQZ2FBaDdIeGFPVm9qMWFPRHF5ZklzTzh4U2lsdUhIekZsYXY4MGRSVVRFb3BWUWl3ZXFrK0dqRnRacTBWRU1yRWxJSXkzK25sSVpSU2lWWjJkbllzbU0zbmp4TDFIUmNETU84UVNrdlhtTERsdTFJVFVzSHBaUlNnaHZsT21YN0cwTDFnVXlES3RrQ1FGNWVacEdwWmZQSGhKQStoTUF5SXpNTER4N0dvV1A3ZHJCcVdqZERWUm1HMFI0Smp4NWo4WThyY2U5K2xHelRjekVrczEvR1BZalViR1ExMCtDU0xRRGtaNmU5TUxPMGlnRXdqaENpazVxV2pxam9CM0IxNmNRU0xzTzhSUjQvZVlvbHkzL0dmM2Z2QTlJK3RaU0tSaWZIeC96ZGtFcTFhS2pKRmdETnowNS9abXBwblVBSStvUENJRE1ybS94MzV4N2F0M1dHbFZWVDFtakdNQTJZU0NSQ2RNeER6UDkrR2FKakhzcW1UOHlUU09pczV3a3h3UTB0MGFJQkoxc0FRSDUyZW9KNTAyYlBDRWdQRUdLYWs1dUxDNkdYSVJTV29rVnphNWlabWJLR000WnBRQ2lsU0hueEVnY09IOFdQUDYzR3k5UTA2UjZTUmFsa3puTysrQmd5TXhXbmVtc0Ezb1pNeExkdjE2azdBZjh3SVhBQUFENmZqOWFPRHBqNitTVDREUDlFMC9FeERLT21VMmZQWTlmZTMvSGs2VE91SHowRlRSYUxKQk9TSDBWSEFIanpzOCsvSVc5RHNnVUEyTnE2MnZDTmFRRGhrWThCd2szTjM4clJIa01IRDhMQS9oNW8yclFKREF6MG9hZXJCeDBkSG5nOEhxdHVZSmg2SktFVUVyRVlZckVFWmVWbEtCV1dJaXNuQjVjdWgrSHN1UkE4ZWlJM3QzRTVwZlJxaVVnOE0rTnh6QlBOUlYwMzNwcGtDd0F0bkoyYjZCR0RDWVRnLzBCNG5TdFBqdDdTMWdZTzluYXd0cktDa2JFUmpJMk1vS3VyMWZPbk04eGJwVndrUWtseENVcEtCRWpMeUVEUzgrZEllcTR3OUY1RUtZMm1sUDVSS2k3NVBlM3g0MHpOUkZ1MzNxcGtLOFZyMGFxRHJTNmZQNURvOEw0bFFIdE5COFF3ak5vZVV3bjFFNUxTQzJseGNjOEJWTDEwY1FQeU5pWmJPZlp0T25rUlBtOFdvY1NGRWhnQjBDY1VmQkNpUXluVklhd0ZqV0hxRGFXVUVrTEVvRlJDQ2NvQmxJSkNBT0NCbUVxMko4ZEhuOUowakcvS081Tm9tclYrejhxUUIwY0pqOXJ4Q004Q0JFWlVRb3dJMGU1MTJCaDUrbnpZNityd0hBQ2dYQ3hKTEJVaFNkTXhNZXFqbElvSkQ4V2dLSkZRU1E2UFI1SWhFQ1VtSmo1TVUrUDBCdTJkU2JiTTI2RkxseTYrQUpaTFh5Ni9lL2Z1Q28wR3hEQnFZazN4RE1NdzlZQWxXNFpobUhyQWtpM0RNRXc5WU1tV1lSaW1IckJreXpBTVV3OVlzbVVZaHFrSExOa3lETVBVQTVac0dZWmg2Z0ZMdGd6RE1QV0FKVnVHWVpoNndKSXR3ekJNUFdESmxtRVlwaDZ3Wk1zd0RGTVBXTEpsR0lhcEJ5elpNZ3pEMUFPV2JCbUdZZW9CUzdZTXd6RDFnQ1ZiaG1HWWVzQ1NMY013VEQxZ3laWmhHS1llc0dUTE1BeFREMWl5WlJpR3FRY3MyVElNdzlRRGxtd1pobUhxQVV1MkRNTXc5WUFsVzRaaG1IckFraTNETUV3OVlNbVdZUmltSHJCa3l6QU1VdzlZc21VWWhxa0hMTmt5RE1QVUE1WnNHWVpoNmdGTHRnekRNUFdBSlZ1R1laaDZ3Skl0d3pCTVBXREpsbUVZcGg2d1pNc3dERk1QV0xKbEdJYXBCeXpaTWd6RDFBT1diQm1HWWVvQlM3WU13ekQxZ0NWYmhtR1llc0NTTGNNd1REMWd5WlpoR0tZZXNHVExNQXhURDFpeVpSaUdxUWQ4VFFmQU1Dcm91THE2V2hOQ2RDdHVsRWdrNW9RUUFBQ2wxTHh6NTg0T2xmYUxvcUtpVWdHSTZ6bGVocWtTUzdhTXRpS0VrSzJFa0U2VnRsdFVPR0FTZ0tFVmQrcm82Q1FCOEt5M0tCbEdUU3paTXRwS3hPUHhIZ0lZWHNVeEZoV1RMMTZWYk04QUVMMzU4QmltWmxpZExhTzF4R0x4RVVxcFJQYWFVcXIwbi93cDRuMGFDWlpocXNHU0xhTzFJaU1qSHdLNHErN3hsTkxJNk9qb21EY2JGY1BVRGt1MmpEYWpsTkpEdEZMeGxSQUNXU05aeFFNQkhBTkFLMStFWWJRQlM3YU1WaE9KUkdjQjVLdHhhQzZsTktRZVFtS1lXbUhKbHRGcSt2cjZXWVFRZGFvUzdrb2trcGYxRUJMRDFBcEx0b3hXdTNQblRpR2w5SmF5aHJJS3J5VUEvb21LaXNyU1ZKd01VeDJXYkJsdEo2R1UzZ0tRVjdtZUZ2K3J2eTJXU0NTM0FFaVVYb0ZodEFCTHRveldFNGxFL3hCQ01sWHRwNVFXQ0FTQ2YrbzNLb2FwR1pac0dhMFhFeE9UTHBGSWJrSmFrcFdwOFArL0V4SVNXQlVDbzlWWXNtVWFCRUxJSVZYN3hHTHhudnFOaG1GcWppVmJwa0VvTFMwTnA1U215RjVYbUl3bU1Tb3FLbHlUc1RHTU9saXlaUnFFaHc4ZmxnRUlSS1dxQkFBbkFKUnJMRENHVVJOTHRreERjaFNBc01MckVyRllmRXFEOFRDTTJsaXlaUm9NZ1VEd0RFQ3M3RFdsTklZUThsU3pVVEdNZWxpeVpSb01IbzhuRytCQXBYTWgzQ291TG1hOUVKZ0dnU1ZicHNHUTF0dmVKSVFVRVVJRWxOSi9IajkrWEtycHVCaEdIU3paTWcyS1JDTDVCMEFtZ0FLUlNIUkwwL0V3akxwWXNtVWFsTWpJeUFSS2FRS2xORDRtSnVhSnB1TmhHSFVwRGpaL1J6UnUxY3Fza1o3cGFCNW9jMERKb0h0R2F4bnFvaU9WVUo1UVRLSTFIUXVqblNpbHlZSXk4VjhaejJMU05SMkx6RHU3QnBtWm5zbHdFR3dFaFNFaDcrNlhUa01rS0g4MTN3d2h4RWZUc1RCYWlwQThJejJlUG9BZG1nNUY1cDFOdGdENWpBQkdyRkRiOEJEQ2FyK1lxaEhBaEJKWWFUcU9pdDdKWkd2YnFuMGJRb2c3QVBENWZNeVkramwwZE5nZk1NTTBaSGw1K1Rod0pQRFZmTWVnaFJJeHZhSHBtQ3A2SjVPdGpxN2VKTmw3NzliRkRmTyttYW13cGhYRE1BM0xxYlBuc2YvdzBWY3ZLREpFeGRrUm1vNnBvbmV4T0tkSENFYkxYb3dhNGMwU0xjTTBjSlJTL0hteTRzaHRHdlR5NWNzU0RZYWs0SjFMdGkyZDMvc0FCRTBCd0twcEUvVDRvSnVtUTJJWTVqVTlUMDdCUC8vKzkrb0ZwV1dpY3ZGdm1vNnBzbmN1MmZJSWVvQVNVd0J3ZGVrRTAwYU5OQjNTVytIbzBhTllzV0tGMG4yK3ZyN1l2MysvMnRkS1RrN0d5NWYvVzd0UkpCTGgzcjE3eU0zTnJaTllYNWRRS0VSaVlpS0VRbUdkSFZ0VVZJUzh2RHlsKzhyTHk5VzZWM1VlUFhxRXAwOWZUU1ZSVmxhR29xS2kxNzZtdGpoN1BnUmlzUmdBUUVGdnBqeDU4RmpUTVZYMlRpVmJPenVYeG9TUUhvUkFSMGRIQjI2dTc4SEl5RkRUWWRXWkd6ZHVvRStmUGdnSUNLajNleWNrSk9EZmYvOVYySDc0OEdHY1BYc1c2ZW5xZDNkY3VYSWwvUDM5dWRkRlJVV1lPblVxYnQ2OHFmSWNzVmlNeU1oSVJFVkZxWFdQWmN1V3djUERBeWRPbkZBN0xwbVltQmo0K1BnZ0ppYW0ybU5qWTJQaDQrT0R5TWhJdWUyVmsrZW1UWnN3WThZTXBkY0lDQWpBSjU5OFV1TTRLMXUrZkRsV3JWb0ZBTmk1Y3ljKy9mUlRYTHQyN2JXdnEybGxaV1VJdVhRRmVGV2RRRUhKVVUzSHBNdzdsV3hGQm1nR2tBOEJ3S0p4WTNSeGM2MlgrdHJQUHZzTVhidDJsU3V0VmJaKy9YcDA3ZG9Wb2FHaHRiNVBmSHc4aW91TGxTWWNTaWtFQWtHdHIxMGJGeTllaEwrL1AyeHRiVEY3OXV3NnYzNXljaktDZ29Ld2NPRkNlSGg0WU1xVUtkaTRjV08xNSszYnR3L256cDJEUkNKQlFFQUFNak5WTG0vMlJwU1ZsV0hxMUtsWXZudzV5c3ZyYnlwZWZYMTlibFhpS1ZPbXdNM05EZDkrK3kxV3JseFpiekc4Q1EvakVwQ2VJZjBNQ1RMS1FNTTBIWk15NzFSdkJENFA3Z0MxQmdpc20xbkJwV043VFlkVXB5Wk1tQUFIQndkMDd0eFpibnRvYUNqV3JWdUhPWFBtWU1pUUlYVjJQNGxFZ3BLU0VwaVltQ2pzTzMvK1BIeDlmVUVwUlZwYUd2cjM3Ni95T3FHaG9UQTByUDRKSXk0dURpOWZ2a1IwZERSaVltSzR4MjVIUjBjTUhqd1lQWHIwUVBmdTNhdTh4dW5UcDdGdDJ6WU1IVG9VMDZkUHg4U0pFN0Znd1FKczI3Wk42ZnVRaVkyTjVhb3hIajE2QkFCNDhPQUJ5c3JLQUFDTkd6ZEcrL2JxL1Q3cDZlbkIyOXNiYTlldVJWcGFHdno4L0xoOWlZbUpDbCs0OSsvZmgwQWd3SjQ5OHF2L05HM2FGTU9HRFZQcm5nQmdZR0NBNHVKaUFJQ0ppUWxXclZxRm5qMTd3c3pNVE8xcmFCdEtLUjQ4akVXT3JJcUo0ajVmUURNMEhaY3k3MVN5NVlFM2praUxzdjAvNnF2V0gzaERvcWVuQnc4UEQ0WHRUNTQ4UVZaVzNjOUUrTlZYWDhIYzNCeHIxcXpodGxGSzhkdHZ2Mkg3OXUyd3RiWEZsMTkrQ1Q1ZjhkZnMrZlBuMkxObkQ2eXRyYUdycTR1TWpBeUVoYjBxa0dSa1pLQ29xQWlCZ1lFQWdCNDllZ0RTS2drTEN3dTBiZHNXUGo0K2NIRnhnWXVMQzh6TnpRRnBkY1A0OGVPeGJOa3lkTzNhVmVHZVI0NGNnWitmSDNyMDZJRmx5NWFCeitkai9mcjFtRFZyRnFaT25Zb3RXN2FnYWRPbVN0L3J6cDA3Y2YzNmRibHRtemR2NXY3ZnUzZHZiTnEwU2UyZjNlalJvOEhuODdGMzcxNjV1dWkwdERTRWhJVElIWnVUay9QcVViblNkaWNuSnk3WlhyeDRVV1dkdVV4WldSa29wZWpWcTVmUy9iNit2aGc0Y0tEYTcwRWJDQVFDM0xsM0gyS3hHSlJDVENuOTcvbnphTzJvM0sva25VbTJkbTFjV2xVY3lEQnM2R0JOaDlUZzllL2ZIMnZXck1HWU1XTzRiYUdob2RpK2ZUdmMzZDJ4ZlBseW5EMTdGcDZlbm1qU3BBbDN6S1ZMbDNEdzRFRTBidHdZbXpadEFwL1B4NHNYTDdqa1ZWcGFDa0lJOTlyWjJSa0E4TU1QUDhESFIvVUkzU2RQbmlBNU9Sa2lrVWh1dTFBb2hKK2ZINEtDZ3ZEeHh4L2o1NTkvNXI0QTNOemNzRzNiTnN5ZE94ZVRKazNDaWhVcmxKYU8xNnhadzEzMy92MzdtRHQzTGpadTNNZzlSZkQ1Zkd6WnNnV0hEeCtXTzAvMjJENTc5bXdRUWpCMTZsUk1uVG9WQURCeTVFaDRlbnJpOHVYTHVIYnRHaXdzTE5DalJ3OGNQMzVjN2hyYnRtMURjSEN3d3ZhS1JDSVJoRUloSmt5WUFFdExTNlhIWEx4NEVTa3BLWmd5WllyUy9XM2F0RkY1ZlcyVlgxQ0FtN2VrdlJBSUxhQmllbFhUTWFueXppUmJuZzRaVTNFZ2cxMUxXMDJIVkszUTBGQXNXclFJbjMzMkdVYU9ISW1OR3pmaTl1M2JFSWxFNk5hdEc3Nzc3anUwYU5HQ096NGtKQVEvL1BBRHBreVpnbG16WmlFc0xBd0xGaXpnOWk5YnRnekxsaTJEcnE0dTl1L2ZqL0hqeDZObHk1WUlEZzVXdVBlRkN4ZXdaTWtTVEpvMENYUG16RkVhMy9EaHc3RnYzejc0Ky91amRldldBSUFCQXdaQVgxOGZmZnIwUVU1T0RrSkRRN0YvLzM2c1hic1d1cnE2MkxKbEMrN2N1UU0zTnpmODhzc3ZhTmFzR1NCTmVqZHV2QnJ3TTIzYU5KaWJtMlBkdW5XQXRMcENWMWNYMGRIUkdEWnNtTktTc2xBb3hCOS8vQUY5ZlgyNHVMaHcyMk5qWTdGMDZWSWtKaVppL1BqeG1EZHZIa0pEUTNIcTFDbXNXN2NPUmtaR2NITnp3KzdkdS9IdHQ5OWk1c3laR0Q1OE9HYlBuaTMzZUYzeEtVajJmME5EUXpTcTBKdWxkKy9lQ29udXhZc1hPSHIwS0lZUEh3NTdlM3U1MkNJaUlyQjU4Mlk4ZXZRSWhvYUdzTEN3VVBHYm9MNVBQdmtFVGs1T1N2ZTllUEVDYVdscG1EUnAwbXZmUjF2OCs5ODlwR2RJYXcyMGNDQkRSZTlLc3RXandFaFpVMWhERzhpUW1abUp6ejc3RFBiMjl1alRwdy91M3IyTDhQQndQSC8rSElHQmdkRFYxVlY2bnEydExVYVBIbzJZbUJnOGZQZ1FIM3p3QWV6dDdjSG44OUcyYlZ1MGJkc1c4Zkh4aUl1TFE3dDI3ZVRPdlhEaEFnREEyOXRiWlZ5NnVycVlPM2N1K0h5KzNDTjJuejU5QUFBV0ZoYll2SGt6dnZ6eVMweWZQaDBTaVFRV0ZoWllzbVFKaGc4ZkRoNVB2ZlpaSG8rSHNXUEg0dURCZ3poMzdwelM5MXRhV2dwS0tXYk5tZ1VqSXlOa1ptWmkrL2J0T0hQbURFeE1UT0RuNTRkKy9mb0Iwb2FpVzdkdVljNmNPZGk2ZFN2MDlmWGg3T3lNbzBlUDRxZWZma0p3Y0RBdVhyeUlVYU5HWWVMRWlUQXlNa0phV2hwM0w5bi8wOUxTa0ppWXlHM3YxS2tUM056YzVPSzZkKzhlamg0OUNnOFBEM3p3d1FjQWdPam9hR3pjdUJIMzc5K0h2YjA5Tm0zYWhHdlhyaUU2K3RVa1pzZU9IWk5yNUV4SVNFQlJVUkdXTGwwcWQrMTU4K2FwTE1VcVkyUmt4TlhaeXFTbnA2TzB0QlIyZG5acVgwZGJOSVNCREJXOUU4bTJwZk43SHhEd2JOQkFCektjTzNjT2l4WXR3dWpScndhK0ZSVVZZZEtrU1VoS1NzTE5temU1NUZaWm16WnRzR2pSSXV6YXRRc1BIejdFMEtGRDVSckl2TDI5c1c3ZE9seTZkRWt1MmVibjUrUG16WnR3Y1hHQm82TmpsYkhKNnZncUp0dW5UNS9pdi8vK3c2MWJ0eEFSRVlHeXNqSTRPanBpOU9qUkdEWnNHRkpUVTdGanh6ZmVhZmNBQUNBQVNVUkJWQTZNR2pXS0s5bFdaKzdjdVJnMGFCQlNVbElna1VnVTl1dnA2Y0hKeVFrdFc3WkVjWEV4eG93WmcvejhmUFRyMXcvZmZmZWQzSDM2OXUyTHVYUG53dC9mSDB1V0xNSDY5ZXNCYWFQUjJyVnJFUklTZ28wYk4rTEFnUU9nbEtKMzc5NllQbjI2d2oxOWZYM2xYdS9ac3dkLy92a25SbzBhcFpCMEswcE5UY1hqeDQ4eGI5NDhqQjA3Rm53K1g2NExsa2drUWxaV0ZsZHF0cmUzaDcyOVBVcEw1UmVsa0ZWUlZIVG16Qm1GQk55cVZTdjA3dDBicHFhbUtDc3JnMEFnNEVybmUvYnN3Y21USnhFY0hBeGJXKzEvMnFzbzVjVkxyUi9JVU5FN2tXeDVCRDBJUVJNMDBJRU03ZHUzNXhJdHBFbGgrUERoMkxScEUrTGk0bFFtMitwNGVuckMzOThmb2FHaCtPYWJiN2p0b2FHaEVJbEVWWlpxVlNrcks4UDA2ZE9SazVPRDVzMmJZOVNvVVJnNGNLRGM0M055Y2pKKysrMDM5T25UUjJXeUZRcUZDQXNMUTJscEtUdzlQVkZVVkFSYlc5dHFFNEpFSW9HeHNUSG16NThQTXpNejlPN2RXK2x4RXlaTVFIcDZPcnAwNmFLd2I5Q2dRZWpidHkrT0hUdUdNV1BHUUNRUzRlREJnOVcrZDN0N2U5eTlleGNGQlFYWXNtV0x5dU1HREJpQTd0MjdjdzE3QU5DMmJWc1lHQmh3NytIeDQ4ZjQ0NDgvVkRiWVZTYXJULzd6enovbHRndUZRbmg3ZTZOMzc5N2N0Ykt6czJGcmE0dTh2RHo4OWRkZmVQLzk5eHRjb2dXQWk1ZkR0SDRnUTBWdmZiS1ZEV1FBb05zUUJqSW9xOTdvMkxHandqYlpIMGRoWVdHdDcyVnVibzYrZmZ2aTh1WExpSTJONWJvdW5UOS9IZ1lHQm1xM1REOS8vaHpYcmwyRGdZRUI5UFQwc0c3ZE9waWJtOFBCd1VIdFdFUWlFYUtqbzNINzltMDhlL1lNdWJtNWlJaUlnSWVIQnp3OVBURnExQ2kxK3NNR0JnYkN5Y2tKWGw1ZW9KUmkzNzU5S28rMXNMQkFZbUtpd2pGbVptWVlPWElrVjdlcHI2K1BEaDA2Y1B2djNyMkxyNzc2Q3R1M2IxZEkxajQrUHRpeFl3Y1NFaEs0aHIzS1pBbTVJa3RMUzFoYVdpSXNMQXlHaG9iSXo4L0g1czJibGZZdWtURXhNVUczYnErZTBtVFZBeWRPbklDMXRUVjNUUC8rL2Jra0x2dGlTMDFOaGEydExZNGVQWXJTMGxKOCtlV1hLdStocmNyS3luQTU3RzlBeXdjeVZQVFdKMXVSQVpycGFXQWdRMFY2ZW5xQTlCZEVGZGtqb3JMdWFNYkd4Z3JiWkg5QXloNGxhOExiMnh1WEwxL0d4WXNYMGI1OWU2U25wK1BldlhzWU1tUklsZjFPWmJLeXN2RFZWMThoTHk4UDF0YldpSXFLd3F4WnM2bzhSMVlOTUgzNmRPNnpXTHg0TVpZdlh3NUl2M0NjbloyeGVQRml1Ukx4d0lFRDVVcjRGY1hFeENnTWFKQklKQXA5VTZ1THE2eXNEQTRPRGhnNWNtU1Z4NVdYbHl1dHpoZzVjaVIyNzk2TmZmdjJZZlhxMVVyUDkvZjNSMnhzck5KOUZaMDdkdzduenAxVHViOVZxMVpjRHdYWmdKV0twV1ZJUzdheTN5bDdlM3RBMnBlM2VmUG1PSERnQU56ZDNaV1c3clhkdzdnRXBMeDQ4ZW9GUVVZWjFjNkJEQlc5OWNsV0d3WXl5T3JRbmo5L3JySzBsNXFhQ2dDd3NxcmYrWTQvL1BCRE5HblNCS0dob1pnelp3N1hsMU9kenZJNU9UbVlNV01HOHZQejRlTGlnc3pNVE5qWTJIQTlJRXBLU3FDcnE2dlFvUFhvMFNNRUJnWmkvUGp4c0xHeEFhVGR1MmJPbkFrUER3K3NYcjBhNXVibWNIVjFsVHZQeXNwS1pWMm9zdEZ4T2pvNlhBK0g2Z2dFQXN5YU5RdlIwZEdZT1hPbXd2N0xseS9qaGZTUE95VWxCWkIycFhyNDhDRWdUWExlM3Q2d3NMREFnQUVERUJJU2dxKy8vbHJwdmZidjM2LzBTMUlzRm1QanhvMDRmdnc0K0h3K0prK2V6SFVUa3lrdUxzYXpaOC9RcVZNbnVVSkRhbW9xREF3TXVDOWhTTDhVaEVJaDk2VnBaV1VGYzNOelBIandnT3ZUWExHM1NrTWhHOGlRbnM3MVF0RGFnUXdWdmZYSlZoc0dNblRzMkJHWExsM0MrZlBubGRhdjV1VGs0TTZkT3pBMU5hMjJRYW8yWkgrVXN2cXRpblIwZE9EbDVZWDkrL2NqSmlZRzU4K2ZoNDJOamRKQkFSWEpIaitUazVPeFpjc1dYTGh3QVptWm1iQzB0TVNJRVNNZ2tVZ3dhZElrV0Z0Ylk4MmFOWExkdGNMRHd4RVlHSWkrLzgvZWVZYzFkYjU5L0hzeWtDMFZCR1JZeFZXc0tPNkJGc0ZWUjkzZ0hzV2ZtNktpUlFzcUxsU2NSY1V0T0JBcmJsQlV0RzVCUUJRQlJRU0JBbFZCUUpRVlFwTHovbEZ5M29RRURLQkE4UGxjRjlkRnpuanlKRG41NWo3M2N3OXJheW5MdFYyN2RwVSs1N3QzN3hBZUxyK2hia0pDUXFYbkZoY1hJejA5WGU2dFBZL0h3K0xGaXhFVEU0UDE2OWRqNE1DQk1zZmN1WE1Ia1pHUlFGbGhHSlFKc1BpSHhOVFVsUEZ4ejVneEF3TUhEa1N6WnMyUWxTV3JBV3cyVzJaYldsb2ExcTFiaDdpNE9HemN1QkY1ZVhuWXNXTUhySzJ0WVc1dURoNlBoNENBQUJ3OWVoUW95NFNUdlBOSVRrNlcrU0VYdXlva2ordmN1VE91WHIwS2dVQ0FwVXVYS3FXdlZweklVQ29RMVB0RUJra2F0TmpXbDBTR29VT0hZdCsrZmN5dCtwUXBVNWd2WEU1T0RseGRYY0huOHpGMTZsUzVYOFNhSXI2MVRFdExrN3QvNU1pUk9IYnNHRTZlUElsWHIxNWgvdnpQRjFNWHg3UE9talVMUFhyMFlFTEZ4TEJZTE15ZE94Zk96czVZczJZTjFxMWJwM0NvVjBYY3VYTkhKb3RMakx4YmVrbTJiZHVHb0tBZ3pKdzVFN05uejJaRWtzZmpZZW5TcFlpS2lzTHExYXN4ZEtqOGEyVDkrdlhNLzQ4ZlA4YmN1WFBoNmVtSmJ0MjZ5UnpicGswYmhSTUVQbjc4Q0Q4L1A1dzRjUUs2dXJvNGV2UW9FeG55NE1FRE9EbzZZc3FVS1RoOStqVHk4dkpnYTJ1TENSTW1TQW1vUUNCQVltSWloZ3daSWpXMldPZ2xYUXNXRmhhNGZmczJyS3lzTUduU0pHYTdpNHNMdW5mdkRqczdPNFhtWFpjb1V5S0RKQTFhYkNVVEdUcDNzcWl6UkFZOVBUMjR1cnBpelpvMThQTHl3ckZqeDlDeVpVdndlRHdrSmlaQ0lCQ2djK2ZPTXJlTVg0cHUzYnFCb2lpY09IRUM3OTY5UTNGeE1SUHVCQUF0V3JTQWhZVUZRa0pDUUZFVVJvd1lvZEM0cTFldnJsU1UrL1hyQnhjWEYyemV2Qm5EaHc5SDc5NjlhL1E2Sms2Y2lDVkxsc2pkRnhvYUtoVlJVUjVuWjJjQXdKRWpSM0Ruemgyc1diTUdMVnUyeE9MRml4RVZGWVUxYTlZby9McS9CQ2twS2JoNDhTTE9uVHNIb1ZBSUxwZUxidDI2U1lYZ2JkeTRrYW5iWUdabWh1UEhqOHVOM2dnTEMwTmhZU0U2ZCs2TTZPaG9aR1ptUWsxTmphbG9KbDdjdTMzN052YnYzdytVV2IwMFRUT2ZYMWhZV0pWaWR1c1NaVXBra0tRaGk2MVVJc1BJWVVQck5KRmh4SWdSYU42OE9VNmNPTUdVQWxSVFUwUDc5dTB4Wk1nUWpCczNyc0xraEpwaVptYUdWYXRXNGNpUkk3aHg0NGJjREtPUkkwY2lOallXUFh2MmxGck5yZ3hGM2s4N096dDA2OVpOeWowaTlxOVdkRDZmei8vaW41V0doZ1pUVm5IZHVuV1lNV01HVEV4TWtKR1JnZlhyMTFkbzBZb1IxNXZOemMxbEVnNnVYYnVHdTNmdklqczdHems1T2VqYXRhdE1QSzQ0QVVKZFhaM1p0bWpSSWp4NDhBQmNMaGUvL1BJTC92ZS8vOEhGeFlYWlgxcGFpcWlvS055N2R3ODdkKzdFMXExYmNlblNKY3laTXdkMmRuWVlPSENnMUdkMDhlSkZxS3VydzhiR0JsZXZYb1dIaHdleno4SEJBVVpHUnZEMTlZVzN0emZhdG0yTG4zNzZDWWNPSGNLV0xWdmc0dUtDOVBSMEZCVVZLVnhJcHk1UnRrUUdTUnFzMkpaUFpPalpvM0lmWkczUXNXTkhKZ1ZWRVFZT0hJaW9xQ2k1Ky9yMDZTT3piOGlRSVRLM2ttSkdqUnBWNmFLWE9LeXFLbFdrRktWRml4Yll2bjA3TkRVMXdXS3hjUFhxVlFDUUVveU1qQXdjT1hJRVBCNFBMMTY4UU1lT0hXWEc4ZmYzWjRyVGxFZlJxQXdyS3lzRUJBVEEzZDBkOSsvZmg0R0JBWk5xWEJFUEhqeVFTVmxXVlZWRlZGUVVEQXdNWUdCZ0FFdExTM1RyMWcySmlZbnc4ZkdCbHBZV2FKckdyVnUzb0thbUp2VmpNM3IwYUZoYVdtTE1tREhNTFg1UlVSRmV2MzRORnhjWGhJV0ZvYWlvQ0RvNk9saXlaQWxXcjE2Tk1XUEdZUGZ1M2RpNWN5ZDI3dHlKNXMyYlk5aXdZZWpjdVRQdTNMa0RlM3Q3cUttcFlmanc0ZWphdFN2NGZENmFObTBLRG9lRE9YUG00T25UcHhnOGVEQldyMTROTlRVMTVPVGs0TXlaTTR3ZkdnQVRSbGFmS1pmSVVGcmZFeGtrYWJCaVd6NlJRVTlKYnBIcUFxRlFpSXNYTDBKSFI0ZEphZjJTVUJTRmh3OGY0cDkvL2dFQWFHbHA0YmZmZnBNcVRxT3BxWW5FeEVRSWhVTFkydHJLemQrM3NyS3E4RlkvSVNFQlBqNktmZThhTjI2TW5UdDN3cy9QRDN2MjdNRzBhZE53NE1BQm1kS1VZanAyN0FoWFYxZm82K3ZEME5BUSt2cjZGWllsek03T1JraElDUE82alkyTnNYTGxTaWtmcTQyTmpkUTVlWGw1K09lZmZ5QVVDbEZZV0FoN2UzdjA3OThmUC83NEkrUG50ckN3d01HREI1R2NuSXdIRHg0Z05EUVVOalkyVUZOVFE0c1dMYkJnd1FLZ3pKY3VEdkVTMDdkdlg5aloyVW45RUx1NXVhRkRodzQ0ZWZJazNyOS9Ed2NIQnpScjFreWg5Njh1a1U1a1FHUjlUMlJvOERSdmJ2RmRpeDg2bld0cGJrbTM3dENWM25mUWh4YUpSRFJCUHY3Ky9uU1hMbDNvSTBlT2ZOWG5FUXFGdEVBZytLclBVVlZpWW1Mb0hUdDJmUEhyUXlnVTBrS2hVT0hqTDE2OFNFZEZSVlhydVlxTGk2dDFuckpSVWxKQ1Q1b3htMjVwYmttMytLR1Q2UHNmT2kydGE2MnBDZzNTc2kyZnlOQzFEaElabElHRkN4ZUN3K0hnNGNPSGFOdTJMU1pQbnZ4Vm42K20wUWhmQTNGTjNDOU5WVjlyVGR3M2tyRzFEWm55aVF3aWtWQ3Bldm8wU0xFdG44alFvWUYxWlBoU0pDUWtvTFMwRklNR0RjS3laY3UrbVM4dFFmbVFtOGpBUjNwZHo2c3FORWl4WllFMVdaeklNTkMyNFhWaytGTFVwTjhaZ1ZDYkZCVVg0M0c1UkliVWxEakZ1NGpXQStyZmZWME5LVXRrNkl1eVJJYVJ3MGxIQmdKQjJmbjA2Uk1lU1NZeWlKUWprVUdTQmllMkZKdWFXQjhTR2VvVFlXRmhsUWI4bzZ4VnplY0t5TlJueXJjRy94eVptWm00ZWZNbUNnb0t2dHFjNmlNNU9UbDQrZktsVEczYytrN0U0eWRLbWNnZ1NVTVRXeFVBWThRUDZqcVJvYjd3L3YxN3FYaEtlYng5K3hZUkVSRzFOcWUwdERTNHU3dExpV1JxYWlxU2twSVUrc3ZOelpXYSs2aFJvNWlRSzBXSWpvN0c4dVhMbWVJeVg1UDkrL2ZEMnRvYVlXRmh0VHArWkdRa0xsNjhLUFVlWDc5K0hWT21URUZ5Y2pLejdkcTFhNWd6Wnc3ZXZIbnpWZVpYVS81TFpBaVUzS0kwaVF5U05DaWZyV2tiaTE1MW1jZ3dkdXhZSnBhME1pWk5taVJWYlluSDQrSENoUXU0ZS9jdWtwS1NrSitmRDAxTlRSZ1lHS0JYcjE1d2NuSUN5bUk0eXljdGNMbGNHQm9hb20vZnZwZzVjNlpVN0dwMUVMY0hsMFJiVy91TFJ4TGs1T1F3TFc3RTdWNGNIQnp3OGVOSGhjNFg5MWxEV1hKRXk1WXRzWGJ0V3JSdDI3WktkWFRMczI3ZE9seTZkQW56NXMzRDdObXpaZllMQkFMWTJOaWdxS2dJZi8zMWw5d2FDSnMzYjhhWk0yZXdhTkVpVEo4K0hiR3hzU2dvS0VCQ1FrS1ZVcFk5UER4dy92ejVDdmVMazFvcUduL2Z2bjNJeU1pUWlrMU9UVTBGaDhPUnlpSnMxcXdaL3ZubkgweVlNQUhPenM0WU0yWU02aFBLbk1nZ1NZTVNXeGFMNmxtWGlReWRPbldTS3BHWWtwS0M3T3hzdEduVFJxb1lpR1RRZVhSME5GYXNXTUZrY0RWdjNod21KaWJJeWNuQjY5ZXZrWkNRd0lpdEdBME5EWFR1M0JrMFRTTW5Kd2NwS1NrNGRlb1VRa0pDNE9QalUrMUtUaUtSQ0FNR0RKRFpmdkhpUlppYW1sWnJ6SXJvM0xrelpzeVlBVjlmWDFoWldjSEd4Z1pYcmx3QlRkTjQ5dXdadUZ5dVZNSHUxNjlmdzl2Ykc0OGZQOGJRb1VPbEJJR2lLS3hkdXhaMmRuWll1WElsamg0OUtyY3BwQ0wwN2RzWGx5NWRRbmg0dUZ5eGZmcjBLWXFLL2pPcXdzUEQ1WXF0K0M1Q0xIeHIxNjVGYkd4c2hWMGpQa2Y1NjZjODhzWlBUVTNGczJmUE1HdldMS24zNHRXclZ6QXpNNU5LRGUvVXFSTk9uVHFGUC83NEF4czJiSUJJSktxMGkzRnQwMUFTR1JxTTJNcnJ5TkM0c1hhdHpxRjhUeXF4bFRSMzdseVpyQ0dVZlhIbnpac0hnVUFBZTN0N09EZzRTTFZCeWMvUFoxSmJKVEV5TW9LWGx4ZnpPQ2NuQjI1dWJvaU1qTVNPSFR1d1k4Y09vS3h1S28vSFEwSkNBb1JDSVE0Y09BQ1VOV1NVbHdkUFVSUlRxRVFTUlZ1elZKVzVjK2ZpN3QyNzhQRHdRTy9ldlptb2tZaUlDUGo3KzZOSGp4NndzN1BEalJzM2NPM2FOYVpWalptWm1jeFlCZ1lHK08yMzM3QjU4MmFFaFlXaGNlUEdpSXVMcS9DNVg3NThDWlIxcFJCYmlKYVdsdWpSb3djNEhBNWlZMk9sZW5XSkNRME5CVVZSWUxQWkNBOFB4OVNwVTZYMjUrVGtJRFUxRlhwNmVvd1E2K25weWYzOHEvSStWWGErdlBIUG56OFBGb3NsVlFSZElCRGcxYXRYY2xPNm16UnBncjE3OStMaXhZdGZKV1c3dXBUdnlFQURGWnY2OVp3R0k3Yktsc2hRWEZ5TUZTdFdRQ0FRd05YVlZhNGxvYVdsVldGbkFrbDBkWFd4WnMwYURCOCtIS0dob1NndExXWGFsWXY5ZFNLUkNQNysvaWdvS0lDK3ZuNkZZaXV2Wk9EWGdzdmxZdTNhdGNqUHo0ZXFxaXF5c3JMdzZkTW5EQjgrSEYyNmRJR3ZyeTlUNVd2SmtpWG8xYXNYMDU5TFMwdExwZ0xXK1BIallXNXVqZzRkT3VEUW9VTk03VmQ1aUMybGdJQUE1anFaUDM4KzJyZHZqNDRkTytMSmt5ZUlpb3FTc1ViRHdzSmdhbW9LTnB1TkowK2VNTysxbU1lUC83dmRGWGZTclN0ZXZud3AxMEl0S1NsQmNIQndwZjV0OFk4MXlzSUQ2ekowVXRrVEdTUnBNR0tyYklrTTU4K2ZSM1oyTnF5dHJiL0lMWnVob1NHMHRiWHg2ZE1uNU9YbE1kYm9paFVyZ0xKeWZYZnYzc1dnUVlPQXNrV0hpeGN2TXVjL2YvNGNORTNqd29VTHpEWTJtMTJ0cG85VlFkSlY0TzN0amN1WEw4czlidWZPblZLUEJ3OGVMTk4yaHFJb2RPalFBUUF3ZS9ac3VXNEFNZGV2WDRlcnF5dDhmWDFsaXBaYldWbmh5Wk1uQ0E4UGx4TGI3T3hzSkNZbVl1alFvV0N4V0VoSlNVRk1USXhVb1hXeDJFcjZUc1crMTcxNzkzNFZFWlkzL3ZqeDQyVitLTzdkdTRlblQ1OWkxcXhaQ2lld2ZLMUtkSXJRRUJJWkpHa3dZcXRzaVF6aXRpU0tXSzZLSUJBSUdGK2lJcjNEaEVJaE5tellBQzB0TGVhTHA2ZW54N2dhaW91TFVWSlM4bFhFTmp3OFhLcXp3dGl4WTVrNWQrM2FWYXFYbUt1cksyTUJpNUVzUnlnVUNxVTZ5alp2M3B3UnVrK2ZQaUV5TWxLdUg3b3lyS3lzc0h2M2Jwbm9qTkRRLzZLTmV2ZnVEWXFpY09YS0ZZU0hoMHVKcmRoZjI2dFhyeW85NTVkR1hyUE9vS0FndEdqUlFta2FQRGFFUkFaSkdvVFlLbU1pZzFoczVKVVNyQTdpOXVQdDI3ZXYwZytOczdNelJvNGNDVDZmait6c2JPanI2NFBENGVEMDZkTXkxdVNYNHY3OSs3aHc0UUxUWUhIZ3dJRUsvVURJUXlnVVl0ZXVYVURaTGZLZ1FZTVlzVDExNmhRT0hqeUluVHQzVnFuZGU1czJiZEMwYVZNa0pTVWhKeWVIS2FvdEZsdEpJUTBQRDJjcWJtVmxaU0U5UFIzdDJyWERkOTk5VjYzWDg3VjQvZm8xa3BPVFlXOXZMemZpUkJJV2l3VnQ3ZHBkNzVDSFRDS0RrblJrcUlnR0liYktsc2dndGtJNUhJNVVVZW1xSWhRS2tabVppVHQzN2pBTFcrSXZmbFY1L3Z3NS92ZS8vK0g4K2ZNeUpmcStOTXVXTGNPeVpjdHc4K1pOTEYrK1hHcGZWRlFVK3ZYckozUE9yVnUzcEI2TExUY1ZGUldtcWVQRWlST2xqcGsxYXhiQ3dzS3djdVZLSEQ5K3ZFb2hZWDM2OUdHaUVvWU5Hd2FSU0lUdzhIQzBiZHVXRWQ4MmJkcmd4WXNYeU0vUGg1YVdsa3dVUW1WOC9QaFJwcDA1eWhZL3k3ZEdrdGVVMGQ3ZVh1YTlxd3h4MjZLQWdBQUVCQVJVZXF5SmlRa3VYYnBVNlRHMVFVTklaSkNrSVlpdDBpVXlzTmxzc0Znc0NBUUNDQVNDS29jcEpTWW15alJrVkZGUmdidTdlNDFiejlUMWUyZGhZY0hFM2FLc2R4aUh3OEhpeFl1WmJaczNiMVpvTEE2SGc4MmJOMlBpeElsWXRtd1pUcHc0b2JEVmIyVmxoVXVYTGlFaUlnTERoZzFEWEZ3Y1BuMzZKQlZ5MXJ0M2J5UW1KdUx4NDhld3NiRmgvTFdLdUJEOC9QemsxdCs5ZnYyNlRLeTB1Ym01VE11YXp4VThsMFFjeC8zRER6OGdQVDBkdzRZTmt4dVJVRkpTQW1kbjV5OGU1bGNkR2tvaWd5UktMN1oxbmNoUUhTaUtncjYrUHQ2OWU0ZkV4TVFxdHlOUlZWVkYrL2J0UVZFVU5EVTEwYjU5ZTR3Y09iSkdiZEQ1ZkQ1UUp0cDFpYXFxcWxUQXZicTZPaG8xYWlTMVRVTkRRK0h4REEwTjRlYm1CbGRYVjRTSGh5dGNITDFuejU1Z3M5bU0zMWJTWHl1bWQrL2VPSDc4T01MRHcyRmpZNFBJeUVpb3FxcFdXSVJja3A5Ly9sbHVOMkY1dCsrelpzMnFVZWpZK2ZQbjhlSERCL3p4eHgrSWpJekU0OGVQOGZ2dnY4dFkwTWVPSFVOSlNRa2NIQnlxL1Z4ZmlvYVN5Q0NKMG90dFhTY3lWSmNlUFhvZ01EQVF3Y0hCVlJaYlUxTlRIRHAwNkl2T1Ixd2pvTHErMHk5RlZGUVVyS3lzbU1maWZtVGx0OGxyTjE0Umd3WU5ncm01ZVpXU1BUUTFOZEd4WTBjOGZmb1VxYW1wQ0EwTmxSRlNTMHRMcUtxcUlqdzhIRy9ldk1IYnQyL1J0MjlmaFZid1c3VnFWU1hydExydytYd2NQMzRjSmlZbXNMR3hnWVdGQllLQ2duRGl4QW5NbkRtVE9TNDVPUmtIRGh6QWtDRkQwS1ZMbDY4K3I4L1JVQklaSkZGcXNhMFBpUXpWeGQ3ZUhvR0JnUWdJQ01DQUFRTVVzb1pxU2xwYUduZzhudHpVMjR5TURLaXFxaW9rdGlVbEpTZ3VMb2E2dXZvWHQ0VGJ0R2tqMWU5ci8vNzk0SEs1bURWckZyTnQ3OTY5VlI2M3ZOQVdGaFlDbnlueWJXVmxoYWRQbitMZXZYdDQ4ZUtGakpDcXFLaWdTNWN1Q0EwTlpYeWlkUjJGVUo1OSsvYmgvZnYzMkxadEcxZ3NGdlQxOWVIbzZJZ2RPM2FnWmN1V3NMYTJ4dnYzNytIazVBUTlQVDJwU0krNm9pRWxNa2lpMUlWb0JLb3dnQklsTWtoaWJtNk95Wk1uUXlBUVlPSENoUWdJQ0dCdTVjVzhmLzhlQnc4ZS9HTFA2ZUxpQXFGUXlNU2lTaElTRWlKM3V6d09IVHFFQVFNR0lDbnB5eHNiMnRyYTZObXpKL1AzM1hmZlFWZFhGNWFXbHVqWnN5ZTZkT21Da3BJU05HclVxRXJqSmlRa3dOM2RIWjZlbnRpK2ZUc09IRGdBRm90VmFTZGhzVFY5K2ZKbDBEUXQxeDh1M2laZVVLcXB6L3hMRWhzYkN6OC9QL1RvMFVQS0RURnAwaVQ4L1BQUCtQMzMzK0hqNDROZmYvMFZ4Y1hGK1BQUFB5dE5DNjR0WkJJWmFPVk5aSkJFcVMxYlpVdGtLTS9peFlzaEZBcHgrdlJwZUhwNndzdkxDMlptWm1DejJjak16TVQ3OSs5QjAzUzE0eUs5dmIxaGFHaUkrL2Z2QXdEKy9QTlBhR3BxUWxOVEUwS2hFSjA2ZFlLdXJpNU9uRGlCbHk5ZmdzUGh3TXZMQzdObXpVTFRwazBydExham82TmhZR0FnbFpCUVZXaWFadWFWbjUvLzJlUGQzTnlZNHdVQ0FhWk5teWExLytYTGwvajMzMytocGFVbDkveEdqUnBKSlV5b3FxcGkwYUpGRlI0UEFHM2J0b1dlbmg1ZXYzNE5WQ0NrWWtzMkl5TURob2FHTlNxQzh5WEp5OHZENnRXcm9hNnVqbFdyVnNuc1g3MTZOUklTRXVEdDdRMlVYUnZ5MHFCcm00YVd5Q0NKVW91dHNpVXlsSWZOWnNQRnhRVkRodzdGMmJObkVSVVZoYVNrSkhDNVhPanE2bUxRb0VINCtlZWZxejErZVYrd3BCWEhack94Yjk4K0hEaHdBTWVPSFVQWHJsMWhiVzBOSHg4ZkJBWUdZc0dDQmN3WFVSS0JRSUFYTDE1ZzlPalIxWjRYQUd6YXRBbVhMMStHaVlrSjFxNWRpei8vL0JPalI0K1dxVXM3Zi81OFVCUUZQcCtQWHIxNlFTZ1V3c3pNVEtydGRtSmlJdWJQbnc4ZEhSM0V4TVRBMDlNVGl4Y3ZsckorVzdSb2dRY1BIakIrUUEwTkRZWHVndnIwNllQQXdFQTBhOVlNelpzM2w5bHZabVlHQXdNRFpHWm0xaHNYUWxGUkVaeWNuSkNXbG9adDI3YkJ5TWlJMlZkUVVJQXJWNjdnMUtsVFNFOVBSOSsrZmZIOCtYTTRPenRqeUpBaCtQWFhYMnZGbDF6aDNCdFlJb01reW5IUExZZm1iU3pNMkJ4MnduOFJQaHpjdUh3ZTN6ZXYrNUNWK2toZ1lDQTJidHlJUjQ4ZUFXVVZvVzdldklrelo4NGdOemNYa3laTndzS0ZDOUdvVVNNVUZSWGg1TW1UT0hyMEtJeU5qZUhzN0N3bElyR3hzWmc1Y3liMjc5OHZKWGhWWWYvKy9UaDA2QkIrKyswM0RCczJEQTRPRHZqMDZSTnNiVzNSdW5WcmFHbHBnY1BoZ00xbWc4MW1nOFBoUUNnVVFpQVFvTFMwRktXbHBSQUlCQUNBa1NOSDRwZGZmZ0dMeGNMeDQ4Zng1TWtUckYyN0ZvMGJONGFOalExTVRVMmhycTdPak1maGNNRGxjaUVVQ3NIbjg4SGo4Y0RuODhIbjgvSDk5OS9EMnRyNkM3M3JkY2YyN2R2aDcrK1AzMzc3RFRObnprUnViaTdDd3NMdzk5OS9NN1V6dW5mdmpybHo1Nkp6NTg0b0xDeUVyNjh2L1AzOVVWSlNnbGF0V3FGbno1N28xYXNYZXZic1dlMEthdFhoN2J0M0dEdHhCakt6c2tDRC9pQVNpT3pURW1NYlJQOG1wYlZzbFMyUm9iNlFsNWVIeFlzWG83aTRHSU1IRDhiRWlSTmhiR3pNN0ZkWFY4ZnMyYlB4eXkrL1lOdTJiYmg5KzdhVTJENTc5Z3lOR3pldTBZcTFrWkVSaGc0ZHlxeUduenAxQ241K2ZyaDc5eTV1Mzc2TndzSkMwRFQ5MlhGc2JHeGdiMitQVHAwNlljYU1HVEF3TU1EUW9VTmhibTZPMDZkUEl6SXlFdGV1WFVOeGNURWp6cFd4WmN1V2FyK20rc1NNR1RPZ3I2K1BhZE9tNGNXTEY1Z3hZd1pFSWhIVTFkVXhZc1FJakJzM1R1cXVSME5EQTQ2T2pyQ3pzOFBwMDZjUkdCZ0lmMzkvNU9YbFNVV0IxQVlOTFpGQkVtVzFiRlcrLzZIalF4YkY2Z1lBNjFlNVlzb2t1N3FlazlKUVdGZ0lkWFgxT2x0TUZDZHpWRllNUlp6S1cxcGF5dHo2czFnc1VCVEYvS21vcUlETDVTcVVHRUxUdEpSVkxDNlRLUDVqc1ZneWNhY05oY3VYTDBOVlZSVjkrL1pWcUFCTmFXa3A3dCsvRHlzcnF5b3ZSTllFbXFZeC9YL3o4VEFzdk95eGFGUHF5eGpYV3B2QVYwWXB4ZGEwamNWUGJEYjdMNHBDTS8ybWV2RHpPWURXcmVyZXVVOGdFS3BQZXNhL3NCMDY2cjhmVjVvdUZRaUU1dWxKY2EvcmVsNWZDcVVNL1ZMV1JBWUNnVkF4NVJNWkdwTFFRaG5GVnBrVEdRZ0VnbnprSkRLY3ErczVmV21VVG15Vk9aR0JRQ0RJUjA0aXc3MjZudE9YUnVuRWxzUENULzhsTWtBcEV4a0lCSUkwRFRtUlFSS2xFMXNXV0pPVU9aR0JVRE5LU2tvcTNDZXVkMEJRTHVRbE1xUTBrRVFHU1pSS2JKV3hJd09oYXBTVWxEQmRpY3Z6NE1FRGpCZ3hBb21KaVRMN0VoTVRNV3pZTUZ5NWNxV1daa3I0VXNoMFpCQXBkMGVHaWxBcXNTV0pEQTBmTHBlTDlQUjBiTnk0RWRIUjBWTDdPblRvQURVMU5UZzVPU0U3TzV2WkxoQUlzSDc5ZW9oRUlyazFZZ24xbTRhY3lDQ0pNb210MG5Wa0lGUWRGb3VGRFJzMlFGMWRIY3VYTDBkT1RnNnpUMGRIQjU2ZW5zak56VVZ3Y0RDei9jQ0JBNGlQajhmbXpadWxpb3dUNmo4TnNTTkRSU2hOeW94cEd3c3JGb3Z0UUZIUTBtK3FCNmNGYzlDa1NmMXFxa2Y0TW1ocWFxSkZpeGE0ZVBFaTB0UFRNV1RJRU55OWV4Y3BLU2tvS0NoQSsvYnRZV0ppZ3RUVVZJU0ZoV0h2M3Iyd3RyWkdxMWF0a0pxYWl0VFVWT2pxNnRacTloT2hlbVQ4K3dZZVczYjhsNTVOMDZWQ2dXaldwOXlzRDNVOXI2K0IwdFJHSUlrTTN4YjkrL2ZIeXBVcm1lYVB5NVl0ZzBna3F2RDRPM2Z1NE02ZC8zZjFIVDE2RkJZV0ZyVXlWMEwxYWVpSkRKSW9oZGdhR0hUVUlJa00zeDZTelJVZlBYb2tVNXpHMnRvYTl2YjJXTGh3b2N5NXRWbXBpbEE5dm9WRUJrbVU0b3JrTnVicEFPb2trZUViNE5xMWE4ak56UVhLM0FralI0NEV5dXJ2eWtOY05wR2dmTWdrTW9nYVhpS0RKRXB4Z2doQ05RQUFJQUJKUkVGVWxiSlpqYXlWdVNNRFFYR0NnNFB4NnRVcjVPZm5RMDlQanhGYmVRaUZRdktqcTZSOEs0a01raWlGMkZKZ3pTU0pETjhHdTNidEFnQzR1N3N6b1Y5Ly9QRUg3dDJUTlhwS1MwdHgvUGh4K1B2N3kreXp0YlhGK3ZYcmEySEdoT3BRS2hBMDJJNE1GVkh2eGJZc2tjRUdKSkhobTJYczJMRXkvYi9ldlh1SEF3Y09ZUFRvMGZqeHh4OWx6cEZzQlVPb2YvQ0tlZEtKRE1LR21jZ2dTYjBYVzVMSVFKRFhmdWZjdWYvV1VobzFhb1RodzRjMzJNTGZEWlh3eDQrL2lVUUdTZXA3VWdOSlpDREl3T1B4Y096WU1lam82TURmM3grelpzMUNSa1pHWFUrTG9DQTBUY1AvdEdUZ1FjTk5aSkNrWG91dGFSdUxYaFJZeGdDZzMxUVBQWHQwcmVzcEVlcVlrcElTTEYrK0hQLysreSsyYk5tQ2ZmdjI0ZTNidDVnd1lRTE9uejlmMTlNaktFREd2Mi93SVBTLzVxTmxpUXhINm5wT3RVRzlGbHVTeUVDUTVPWExsNWc1Y3lZZVBIaUEzMy8vSFYyN2RrWDM3dDF4K3ZScGRPdldEUjRlSGxpOGVMRlVpaStoL3ZFdEpUSklVbS9GVmpLUmdjVmlrVVNHYndpUlNJVE16RXptQzVtVmxZVVZLMVpnNnRTcHlNek14Sll0V3pCeDRrVG1lQjBkSGZ6NTU1OVl1SEFoSGo1OGlJVUxGeXJVblpkUSszeHJpUXlTMU5zRk1zbEVCazBORFpMSThJM0E0L0hnNXVhR3FLZ29jRGdjZUhwNnd0SFJFVFJOWStiTW1aZzZkU3AwZEhSa3pxTW9DZzRPRHJDd3NBQ1h5eVhYU2ozbFcwdGtrS1RlaXExa0lvTnVrKzlJSXNNM3d1TEZpeEVaR1FrUER3ODBhdFFJcnE2dXVIbnpKdnIzNzQ4bVRacmd3WU1IWUxQWmpKalNOQTJhcGlFVUNrSFROTk1tL2RXclY3QzN0Ni9ybDBPUTRGdE1aSkNrM29xdFpDTER6NE1Ia0VTR2I0UWZmdmdCVmxaVytQbm5ud0VBQVFFQjhQZjNSMFJFQklLRGc4SGo4UlFhWjlpd1lVUnM2eG1sQWdFZVB4RW5NdENpYnlHUlFaSjZlYS9WdkkyRkdadkRUdmd2ajRHRGtNQ3phTkhpKzdxZUZxRVc0UEY0VUZWVnJYQy9VQ2lFU0NUNi93VVdDZDhzUlZHZ0tBb3NGZ3NjRG9lNEV1b1puejdsWThqSWNjak1lZythUnJGSUpQb2w3VlhNMzNVOXI5cWlYbHEyNVJNWnZ2KytlVjFQaVZCTFZDYTBLQ3M4dzJhendlVnlhMjFPaEMvRGY0a003OHNlMFhtQ2d1eXdPcDVTclZJZm94R2tFeG1HazBRR0FrSFpvV2thL245SkJSNzg5UzBrTWtoUzd5eGJ5VVFHRm91RkYvRUo4UExlWDlmVEloQUlOVUFrRXVGQjJQOG5NcFR5Uzc2NUwzVzlFMXMyeGVwS1ViUXVRRUVrRXVIVW1XOG1ESTlBK0NZUTBRai9OL25scTdxZVIyMVQ3OXdJTklXUE5QQk4zVjRRQ044QzlIOXhlbnlhUWtCZHo2VXVxSGVXYlltd01FaUZVaGV5UUxXbzY3a1E2aDlzMExwcWpkZ2RBRUFvRW1VWGwrSjVYYytKb0NnMGFGRHZoQ2c1VzljenFRdkl5aE5CcWVqU3Bjc3ZBQzZVZFlhKytPVEprekVLbkVZZzFEbjF6bzFBSUZTR1NDUVMwVFF0eEgrM3Bld3kwU1VRNmoxRWJBbEtDMFZSclBidDJ4T3hKU2dGOWM1blN5QlVCb3ZGRWdJUVc3YXNvcUlpWWpBUWxBSnlvUktVQ3FGUXlMZ1JLSXBpcTZ1ckU0T0JvQlFRc1NVb0ZTd1dTMFJSbEtpdTUwRWdWQlVpdGdTbFFpUVNDV21hRnFETWpjRG44OGsxVEZBS3lJVktVRm9vaW1JM2F0U0l1QkVJU2dFUlc0SlNJZWxHb0dtYUVncUZKRmFjb0JRUXNTVW9GU0tSU0FoQWdETExsc1BoRU11V29CUVFzU1VvTTVSSUpDS1dMVUVwSUdKTFVDb29paExSTk0yNEVXaWFKbUpMVUFxSTJCS1VDcEZJSktRb2luRWpzTmxzNGtZZ0tBVkViQWxLQlVWUnRFVGZNZUpHSUNnTnhDb2dLQlZzTmxzSW9CVC91UkU0eExJbEtBdkVzaVVvRlFLQmdCYWJ0aFJGVVNLUmlGekRCS1dBWEtnRXBZS2lLRnFCd3dpRWVnY1JXNEpTSVJRS3Bkd0lMQmFMdUJFSVNnRVJXNEpTVVdiWk1tNEVEb2REcm1HQ1VrQXVWSUpTd2VGd21IcTJCSUl5UWNTV29GUUlCQUtSUlBGd0RrVlJ4STFBVUFxSTJCS1VGaEtOUUZBbXlJVktVQ3JLNG15WmhvOUNvWkQwSUNNb0JVUnNDVXFGcEJ1Qm9pZ1dpOFVpWWt0UUNvallFZ2dFUWkxQXhKYWdWRWhHSTlBMHpSYUpSTVN5SlNnRlJHd0pTZ1dmenhkUkZFWGNDQVNsZzRndFFhbmdjcmxDY1N0em1xWlpMQmFMWE1NRXBZQmNxQVNsZ3MvblN5NlFzWVZDSVltekpTZ0ZSR3dKQkFLaEZpQmlTMUFxdUZ5dTVBSVppODFtazJ1WW9CU1FDNVdnVlBCNFBKRkViUVRpUmlBb0RVUnNDVW9GbDhzVkFSRFY5VHdJaEtwQ3hKYWdWQlFYRndzQkNNb2VrbWdFZ3RKQUxsU0NNc01tVmI4SXlnSVJXNEpTd2VWeVJSUkZpVkJXOVl1bWFkSmRsNkFVRUxFbEtCWDUrZmxDbXFZRktFdlhKWll0UVZrZ1lrdFFLbGdzbG1URFI2cnNqMENvOXhDeEpTZ1YydHJhVE1OSDRrWWdLQk5FYkFsS3hZc1hMNWlHajhTTlFGQW1pTmdTbEEzR2pVQXNXNEl5UWNTV29Hd3diZ1JpMlJLVUNTSzJCR1dEcGlpS1JsazlXMkxaRXBRRklyWUVaYVI4UkFLQlVPOGhZa3RRT21pYTVvdi9aN0ZZamVwMk5nU0NZaEN4SlNnalRDRWFtcVpaeExvbEtBTkViQWxLaDZSbFM5TzBTdDNPaGtCUURMS1NTNmpYZE9qUXdZREQ0YWlWMjZ4TzA0emJWcjlqeDQ0dEpEUExCQUtCTUM4dkx6c2pJNk80VmlkTElGUUN1ZjBpMUdzc0xTMy9vQ2pLb2R4bVhRRGZsZjJmRFNDdjNQNS9SU0xSa21mUG5qMnRwV2tTQ0orRldMYUVlZzFOMDMreldLejFBQ3BxV2E1WDlpZDV6bnVSU0pSYU96TWtFQlNEK0d3SjlScWFwcC9UTkIwbjhWanVYN2x6N3NUR3huNm9pL2tTQ0JWQnhKWlFyNG1KaVNrQmNQTnp4MGtLcmxBb1BQZTE1MFVnVkJVaXRvVDZqb0NpcUZDYXBnc2xOMUlVeGZ5SkgrTS8wZjBuTmpZMnFtNm1TaUJVREJGYlFyMUhJQkE4QjVBa2IxOTVGd0tBL2JVeUtRS2hpaEN4SmRSN1ltSmlYdE0wbmZDNTQyaWFMaFFLaFJkcVoxWUVRdFVnWWt0UUJnUVVSWVZBMmwwZ1k5VlNGQlZPMDNSVzNVeVJRS2djSXJZRXBZREg0d1hUTkYxU3lTRkNrVWgwTHpZMk5yOFdwMFVnS0F3Ulc0SlNFQjhmL3hiQWRVaFl0MklvaWdKTjA3a0FIZ01RMU5VY0NZVEtJR0pMVUJwb210NUR5MWtSdzMrQ20wN1RkSFR0ejRwQVVBd2l0Z1NsSVRvNitoYUFWTWdKL2FKcE92TFpzMmR2Nm5xT0JFSkZFTEVsS0JOQ0FOZms3UkNKUkJmS0ZSVW5FT29WUkd3SlNnVk4weUdTSlJiTHR1VStlL2JzczFsbUJFSmRRc1NXb0ZSUUZQV0tvcWp5TWJlSHlxeGVBcUhlUXNTV29GUjgrUEFoV1NRU3hZc2ZpMFFpRVkvSE8xSzNzeUlRUGc4Ulc0SlNrWnFheXFNbzZvSDRNVVZSNGVycTZ2L1c3YXdJaE05RDZ0a1NsQTZhcHErSkY4Tm9tZzZKaW9xcUxObUJRS2dYRU11V29IUkVSMGUvQnZDWW9xaGNBSkhFWDB0UUJvallFcFFSRVUzVDNqUk5wNGhFb2hkMVBSa0NRUkcrcVI1a2hxMWJOMVhocUE5amdkV2lydWRDcUJrVVJDcHFYS3BmUVFsOVM3TFpJMEc1b0dsUlJqRmZkRGtySlM2enJ1Znl0Zm1tZkxhTjJCcS9VS0IyVUJRYTEvVmNDRFdGaGVKU0dtdzJxMTlkejRSUWZTaUtLbEJWWVdrQTJGWFhjL25hZkZOaVMxR1VLUkhhQmdUMVRkMllOVkFvVFJhTGFsblhzNmdOdmlteGxhUm45NjdvMWFOYlhVK0RRUGdtZWZvc0Z2Y2VoTmIxTkdxVmIxWnNlL1hvaGtVTDU5WDFOQWlFYnhLZjR5ZS9PYkVsMFFnRUFvRlFDeEN4SlJBSWhGcUFpQzJCUUNEVUFrUnNDUVFDb1JZZ1lrc2dFQWkxQUJGYkFvRkFxQVdJMkJJSUJFSXRRTVNXUUNBUWFnRWl0Z1FDZ1ZBTEVMRWxFQWlFV29DSUxZRkFJTlFDUkd3SkJBS2hGaUJpU3lBUUNMVUFFVnNDZ1VDb0JZallFcXBGUVVFQmJ0NjhpY0xDd2dxUHljN094clZyMTZvMGJrcEtDdGF0VzRmMzc5OHoyOTYrZlF0UFQwOWtaR1RVYU03MW1jTENRdkQ1L004ZTUrL3ZqNmRQbjliS25BaGZGaUsyaEdyeDc3Ly9Zdm55NVZLaVdKNmdvQ0NzV3JVSy8venpqOExqWm1WbDRkS2xTL2o0OFNPejdjNmRPd2dJQ0VCUlVWR041MTJiRkJZV1N2MUE5T3JWQ3dFQkFRQ0EwdEpTaElXRk1mdDhmSHhnYTJzTGdVQlE2WmdIRGh4QWFPai8xNEhOeTh0VCtPOXpZeE8rTHQ5czhmQ2FrcDJkalNGRGhsUzRmODZjT1pnN2R5N3pPRDgvSDZkT25jTHQyN2VSbHBZR1BwOFBUVTFObUptWllmSGl4YkN3c0tod1hDNlhDME5EUS9UdDJ4Y3paODZFbnA0ZXMwOGtFdUhLbFNzSUNncENhbW9xQ2dvSzBLeFpNOWpZMkdENjlPblExdGFXR291bWFRUUZCZUg4K2ZOSVNrcUNVQ2lFbVprWnhvd1pnM0hqeG9HcVpxc1pvVkNJRHg4K1NHMGJPSEFnZkh4ODRPL3ZqOW16WjB2dFUxVlZoYWFtcGtKajM3NTlHOGJHeG1qYnRtMmx4NDBkTzFZaFlaODBhUktXTFZ2R1BPYnhlTGh3NFFMdTNyMkxwS1FrNU9mblExTlRFd1lHQnVqVnF4ZWNuSnlBYW53MkhoNGVlUDc4T2Z6OC9LQ2xwUVdoVUFpYS9xODM1WTRkTzNEaHdnV2NPM2NPeHNiR2lJK1BSOGVPSGNIaFZPMHJPV0RBQUlXUFBYejRNRHAzN2x5bDhRbGZEaUsyTlVSTlRRMGRPblNRMlc1c2JNejhuNUdSZ1RsejVpQXpNeFBxNnVwbzNibzFLSXJDMjdkdkVSMGRqWVNFQkVac3hXaG9hS0J6NTg2Z2FSbzVPVGxJU1VuQnFWT25FQklTQWg4Zkg1aVltQUJsMXRPYU5XdlFybDA3OU96WkV3S0JBRStlUElHdnJ5OXUzNzROUHo4L3FLbXBNZU51MmJJRkFRRUJNREV4Z1kyTkRRb0tDaEFSRVlGTm16YmgrZlBuY0hkM3I5Yjc4T2JORzR3ZVBWcnV2ck5ueitMczJiTlMyMGFOR29YVnExY2pPVGtacDA2ZHdwdzVjOUMwYVZPNTQwWkZSV0hxMUttZm5VT25UcDJncjYvUFBFNUpTVUYyZGpiYXRHa0RIUjBkWnZ2MzMzL1AvQjhkSFkwVksxWXdGbnJ6NXMxaFltS0NuSndjdkg3OUdna0pDWXpZaWxIMHMzRnljc0tFQ1JQZzd1Nk9IVHQyTU9lSGhJUWdJQ0FBYTlldWhiR3hNZmg4UG1KaVlqQm56cHpQdmtaNXpKMDdGOWJXMWhYdXo4ek14SklsUzZvMU51SExRY1MyaHBpWW1HRC8vdjJWSHVQcDZZbk16RXo4OHNzdmNIRnhnYnE2T3JNdk5qWlc3amxHUmtidzh2SmlIdWZrNU1ETnpRMlJrWkhZc1dNSDgrVnQxS2dSZkgxOTBiRmpSK2JZa3BJUy9QcnJyMGhJU01DdFc3Y3dmUGh3Wmw5NmVqcldyMStQWWNPR01kdmV2WHVIR1RObUlEQXdFUGIyOWpBM042L3d0Y1RGeGVINTgrZkl5c29DQUFRSEIwTlhWeGRtWm1iWXRtMGJjNHk4SDZDWEwxL0N5TWdJMnRyYU1ESXlZcDc3L1Buem1EQmhnbHl4dlhUcEVnRGd3NGNQOFBYMXJYQmVIVHQybFBtaFdMZHVIUzVkdW9TNWMrZkN4c1pHNXB5blQ1OWkzcng1RUFnRXNMZTNoNE9EZzlRYzh2UHpjZlhxVlpuekZQMXNEQTBOc1hIalJqUnAwa1RxZkZOVFV6ZzZPbUxFaUJFQWdJaUlDQlFYRnlNbEpRV0hEeCtXT2xaRFF3UGR1blhEczJmUGdETDN3OHVYTDNIMjdGbm1NemMwTkVTN2R1MHFmRzhrcnpkQzNVSEV0aGFJakl3RUFEZzdPOHRjK09VdDJvclExZFhGbWpWck1IejRjSVNHaHFLMHRCUmNMaGNxS2lwU1Fvc3lBZTdmdno4U0VoS2tmSjhBc0g3OWVuejMzWGRTMnd3TkRURisvSGpzMzc4Zno1NDlxMVJzSXlJaWNPVElFZVoyK09USmt3Q0FXYk5td2NIQkFmSHg4VmkyYkJuKytPTVBqQjgvbmprdlB6OGZtemR2aHE2dUx2ejgvTUJpZlg2NWdNZmo0ZXpaczJDeFdQajc3NytsOWdtRlFwU1dsa0pWVlJVQU1HM2FOSFR0MnZXelk0b3BMaTdHaWhVcklCQUk0T3JxaW5Ianhza2NvNldsQlh0Nys4K09KZSt6aVlxS2dwK2ZuOVJ4SXBFSUFRRUJ1SC8vUGdBZ0tpb0tXN2R1eFpVclY2Q2hvWUg0K0hqRXg4Y0RaVCtLYkRZYkZoWVdvR2thMjdkdlo4WUpEUTFGYUdnb0ZpMWFCQUJJVEV4a3hwUkhaWDUxUXUxQnhMWVdVRmRYeDhlUEg1R1hseWZqUTYwS2hvYUcwTmJXeHFkUG41Q1hseWZYRWhTVGxwWUdBR2pmdnIzVTl2SkNLMGJzUDFWUlVhbDBEZzRPRG5Cd2NFQkNRZ0ltVDU2TWt5ZFBva1dMRnN4K2MzTnpqQjgvSGx1M2JrVzNidDJZZlo2ZW51RHhlTml3WVlOQ1Fnc0FnWUdCeU12TGc3bTV1WXh3SFQxNkZMdDM3OGF0VzdmUXFGRWpoY2FUNVB6NTg4ak96b2ExdGJWY29hMHE1VCtieG8wYlMvbVliOXk0QVFBd01EQ1EycDZkblkyLy8vNGI0OGFOdy9MbHk1bnRZOGVPeFk4Ly9vajE2OWNEQUNaUG5nd0FzTGEyaHIyOVBSWXVYQWdBOFBMeXdwa3paM0QrL1BrYXZ3YkMxNFdJYlMwd1lNQUFuRDkvSHE2dXJ0aThlVFBqMDZzcUFvR0FXWkdYdDdqRTQvSHc5dTFiQkFZRzR1clZxeGc3ZGl3c0xTMFZHbHNjVG1SbVpsYmxlZkg1Zk55N2Q0OTUzTEZqUjN6OCtCRkpTVWxJU2tyQ1AvLzhnNnRYcjhMT3pnN0p5Y2xJVGs0R0FQVHYzNy9TTWNWdWc3ZHYzOHJzejg3T2hvNk9UcldFRm1XTGJnQVVzbHdWb2Z4bjA3UnBVNWlibTBNZ0VHRExsaTNJeThzRHlrTG1pb3VMNGV6c0RDNlhpelZyMWtBb0ZESnVHVEZaV1ZrWU9IQ2dRcy90NnVxS2tTTkhNby9UMHRLd2F0VXFlSGg0d01URUJQbjUrYmh3NFlMVU9nS2g5aUZpVzBQKy9mZGZPRG82eW16ZnZIa3pJNGkvL2ZZYkVoTVRFUnNiaS9Iang4UE96ZzR6WnN5UVdybFdoSnMzYjBJZ0VLQjkrL1pTaTE2cHFhbFMxbG1USmsyd2FkTW1EQjQ4V0tGeEl5TWpjZXZXTFppWm1Ta3N6cElVRkJUSVhWaVR2TFZWVlZWRlVGQVFnb0tDbUczWHIxK3ZjTXhyMTY0aEt5c0xRNGNPeGRXclY1R2RuUzMxZnFXbHBURiszK3FRa0pBQWxQMHdmQW5rZlRiaW1PR01qQXdjT25RSTA2Wk5nN0d4TWE1ZnY0NjR1RGk0dUxnZ0tDZ0llbnA2U0UxTlpjYkt6czVHY1hGeHRYK1VpNHVMRVJjWEJ4NlBCNVM1UTZaUG4vNUZYaWVoK2hDeHJTRkZSVVZTOFpKaUpHTWF0YlcxY2Zqd1lmajcrek9oVU9mT25jT1VLVk13ZS9ic1NtL2RoVUloTWpNemNlZk9IV1loYnNHQ0JWTEhpSDJMeGNYRmVQZnVIYUtqbzdGcTFTb2tKeWRqenB3NWxkNjIzNzU5R3l0WHJvU2FtaHJXclZ0WDVkZC85KzVkWkdWbDRlSERoMUxiMzcxN0IyOXZiemc0T0tCbHk1WlZIbmZRb0VFUUNBU1lNV01Hcmw2OWlzaklTQXdkT2hRb0MxK0xpWW1SV3ZpckNtSXJsTVBoMUdqeHFMTFA1dVRKazlpMWF4ZmF0R2tEWDE5ZlJqZ3RMUzNoNk9nSUp5Y24rUGo0WU9uU3BXamN1REZXcjE2TmdvSUNhR3BxTW43Ymluem5MMTY4d1BMbHk1bXdyNDBiTjhMVDA1UFpML2FuVDU4K1hTYVU3L2ZmZjY4d2FvVHdkU0ZpVzBQYXRHbUR2Lzc2NjdQSGNUZ2NUSjgrSFdQSGpzV3BVNmZnNStjSEh4OGZQSHIwQ1B2MjdaTnhDeVFtSnNvcytLaW9xTURkM1IyOWUvZVcycTZycXl2bDc4dkp5Y0h5NWN0eDZOQWg2T2pvWU9MRWlUTHpFUWdFOFBMeWdyKy9QL1QxOWJGang0NUtGOGJFdkg3OUduZnYzbVhjQm52MzdrWDM3dDFCMDdUVUYzdnIxcTJJaVluQjBxVkxQenVtUE5UVTFPRGk0Z0lBYU4yNk5XN2V2TW1JYld4c0xQTHo4OUd0VzdkcWpjMW1zOEZpc1NBUUNDQVFDS29jMjZySVo5T2lSUXRtMGJDMHRCVGUzdDZZUDM4K2V2ZnVEV05qWXh3NWNnUWlrUWhObWpSaEVoOGlJaUpnYTJ1THlNaElxS21wTVM2ZGpJd00zTGx6Qnc4ZVBFQkJRUUVlUFhvRVEwTkQvUHp6endBQU96czdxZWlQdDIvZll2ZnUzWmczYng0TURBeWs1dm5qano5VzZ6MGoxQndpdHJXTXBxWW1acytlalhIanh1SDMzMzlIZEhRMGR1L2VqVC8rK0VQcU9GVlZWYlJ2M3g0VVJVRlRVeFB0MjdmSHlKRWpwZUpJSzBKWFZ4ZnU3dTRZUFhvMHpwNDlLeU8yT1RrNWNIWjJSbHhjSEd4dGJiRnk1VW8wYnR4WW9mbjcrdnJpeG8wYlRLaVJuNThmVkZSVTBMZHZYNm5qZUR3ZTJHeDJoZGFubHBhVzNGVGVrcElTbVczRGhnM0RuajE3OFBidFd6UnIxZ3dYTDE2RXRyWTIrdlRwbzlDY3kwTlJGUFQxOWZIdTNUc2tKaVlxOUNNamlTS2ZUYnQyN1dCZ1lJRFUxRlFFQlFYQno4OFBPM2Z1QkovUFIxSlNFZ0F3c2I4bUppWXdNVEhCalJzM1lHdHJpN3QzNzZKUG56NWdzOWtBZ09QSGorUGN1WFBRMGRFQm04M0dtREZqc0dMRkNzYlArOU5QUDZGNzkrN01jeWNrSkdEMzd0M28wNmNQV3JkdVhhMzNpUERsSVdKYlJ6UnAwZ1FlSGg0WVBudzRRa0pDWk1UVzFOUVVodzRkcXZiNHBxYW1VRkZSa1ZsYyt2RGhBeHdjSEpDWm1RazNOemVNSFR1MlN1Tk9uejRkeTVZdFEyWm1KaVpQbmd3dWw0dW1UWnRpdzRZTlFGbUlsNGVIQi9yMTY0ZFJvMFl4NThYSHgrUElrU09ZUDM4K1dyVnF4VmlUNGx2ZWpJd01uRDU5V3NxbksyYmN1SEh3OWZXRmw1Y1hGaTVjaU9EZ1lFeWNPTEhhaTJNQTBLTkhEd1FHQmlJNE9MaktZcXZJWjNQa3lCRW1OVmRNK2NRQ3lVeTJ3WU1INC9qeDQ3aDA2Ukl5TWpLWWFBTUFzTEd4Z2JXMU5YcjI3SWtCQXdaQVcxc2JGRVVoTnpjWEtJc3d5Yy9QWjQ0WEw5UVZGUlZKYmRmUTBGQTRFb1R3NVNGaVc0ZG9hV2tCWlYrSzhyZmhOZVh0MjdmZzgvbFNZVmtvaTdQOTk5OS9zWHYzYmhsM2hDS0l3NVl5TXpPWmJlcnE2a3pTd0xKbHk2Q3RyWTAxYTlaSVpXMmRPblVLWm1abW1EVnJsdFRyVEVsSkFRQXNYYm9VR2hvYXNMYTJ4czJiTjZXZVUxTlRFL1BtemNQV3JWdVJrSkFBZFhWMXpKdzVzOHB6bDhUZTNoNkJnWUVJQ0FqQWdBRURxclV3V0JtT2pvNllOV3NXVnExYWhUZHYzdURnd1lPTXBacWNuSXdGQ3haSUxjNk5IVHNXeDQ4Zmg0ZUhCL1QxOWFXU01DcjZuRjYvZmcwMm13MDJteTAzc3VQWFgzK1ZlaHdVRkNTenFDZ1VDcEdmbnc4VkZSV1MvUENWSVQ5elh4aytuNC9seTVjak1URlJhcnRBSUdDc280NGRPMVpiYUFNREEyV3MxNEtDQW5oNGVBQ0ExRzM4dTNmdmNQZnVYWFR0MnJWYVF2czVzck96OGZIalIzejY5QWtiTm14QWFHZ29SQ0lSdkx5ODhQVHBVN2k0dU1pOFRuRlVnRmo4S3JLMEoweVlBRk5UVTZTbHBXSDA2TkZTUWw0ZHpNM05NWG55WkFnRUFpeGN1QkFCQVFFeVZiZmV2MytQZ3djUFZtdDhEUTBOeE1URUlDSWlBbDI2ZElHV2xoYjA5UFNncmEyTnZYdjNvblhyMWhnMGFCQnpmTE5temRDblR4OEloVUtNSFRzV1hDNzNzOCtSbUpnSU16TXp4c0ozZDNlSHY3Ky96Ti9LbFNzckhDTWlJZ0lEQmd5UVNhY21mSG1JWlZ0REtncjlhdGFzR2R6YzNFRFRORzdldkltYk4yL0N3TUFBelpzM2gwQWdRRXBLQ3BQazhQdnZ2MWY3K1NNaUlyQmh3d1pZV2xxaWVmUG15TXZMdzlPblQ1R1hsNGZldlh0ajJyUnB6TEd2WHIwQ3ltN1puWjJkNVk0bnRrcXJnNTZlSGc0ZE9vVEV4RVQ0Ky90ajZkS2xVRmRYUjE1ZUh2NzN2LzlKK1JYRnVMbTVZZGl3WVpXS2YxRlJFVHc4UEpDZW5nNWRYVjBjUDM0Y0FvRUFjK2JNVWJpWWpUd1dMMTRNb1ZDSTA2ZFB3OVBURTE1ZVhqQXpNd09ielVabVppYmV2MzhQbXFhclhiT2dUNTgrY0haMnhyRmp4M0RyMWkzWTJka2hLU2tKS1NrcE9IYnNtTlFQejkyN2QvSGd3UU1BUUVCQUFJWU9IZnJaMEs4N2QrNUkrYTFOVFUzbHB1MUt1aExLSTA0RHRyVzFyZFpySkNnT0Vkc2FVbEhvbDNnbFdVVkZCYXRYcjhidDI3Zng4dVZMUEhueUJGd3VGOGJHeGhneFlnU21UcDFhYVNiWTU1ZzRjU0lFQWdIaTR1SVFFeE1ETHBlTFZxMWFZY0dDQlJnelpveVVqNjZnb0FBb3MzRGZ2WHNuZDd6eWVmd1ZVVm50VlRVMU5SZ1lHRUJOVFExOFBoODZPam80ZXZRbzB0TFNZRzl2TDFWNVNsVlZ0VktoRFFzTHcrYk5tL0htelJzc1dyUUk5dmIyMkxScEUwNmVQSWtyVjY1ZzBxUkpHRDkrZkxVc1hUYWJEUmNYRnd3ZE9oUm56NTVGVkZRVWtwS1N3T1Z5b2F1cmkwR0RCakVyL3RWQlZWVVZVNlpNd2JoeDQ3QnUzVG9tU2FOYnQyNk1Td0ZsZ3VmcTZncDlmWDBzWExnUWE5ZXV4Y0tGQzdGLy8zNDBhOWFNT1U2Y29reFJGT0xpNHBDUmtTRlY0Nkk2UkVkSG8zWHIxdFdPNlNVb3pwZHpFaW9CTFg2d2RLY29yQUdBUlF2bll0SENlWFU5SmFYai92MzdpSXVMdzVNblQvRGt5UlA4L2ZmZnlNbkpRV3hzTEY2K2ZJbW9xQ2drSnlkRFRVME52L3p5Qy83M3YvOUJRME1ERnk5ZXhJa1RKL0R1M1R1MGFkTUcwNlpOa3h1cEVCNGVqZ1VMRnNEVDB4T1hMMS9HL2Z2M1lXcHFDbmQzZHltUmZ2andJWGJzMklIVTFGUndPQnhNbURDaFFtdTlydUR6K1lpSWlNREpreWNSRVJFQlMwdEw5T3paRXlkUG5rUmhZU0gyNzkrUE4yL2VZTk9tVGREUTBJQ1BqdythTjIrT2E5ZXV3YzNORFpxYW1uQnpjNE9XbGhidTNidUh0Mi9mNHY3OSszQjFkVVZJU0FnK2Z2eUl2Lzc2QzIvZXZNRXZ2L3hTNGVJWFRkTk1hVTFKbjYxUUtJUzF0VFdtVHAyS2VmTnE5N3ZnYy93a05teityM0FSRGZ5WkdoL2Q0TXVTRWN1V1VDWGV2MytQdzRjUGc4dmxZc0tFQ2REUjBjRzllL2V3ZnYxNmFHbHBvVnUzYnBnK2ZUcHNiVzJob2FIQm5EZHg0a1NNSHo4ZVFVRkJPSHo0TU42OGVmUFo1NHFQajhmY3VYTXhZOFlNbWNnREt5c3I5T3JWQ3lFaElUaHo1a3kxRXh5K0ZudjI3TUdwVTZmQTQvSFFybDA3Yk5xMENZTUdEUUpGVVpnd1lRS0NnNFB4L1BsejdOcTFDeTFidHNUMjdkdlJ2SGx6QU1EUFAvL014TzE2ZVhsaHlaSWxDQWtKQVp2TmhxMnRMZnIxNndkL2YzK1pDSmFsUzVmS0RmVjY5ZXFWVkNFYnllM0Z4Y1Z5SzZJUnZqekVzaVhVR0lGQWdJeU1ESHovL2ZjS0xmU0pzK3MrbDB3Z0ZBcWxicmVWaWZ2Mzd5TTZPaG9EQnc2c01MUXNLeXNMUGo0K2NISnlraHNKSVBicnl5djRYVkpTVXFQUXQ3cUdXTFlFUWpYZ2NEZ3lJV2FmTzE0UmxGVm9BYUJmdjM3bzE2OWZwY2ZvNit0anhZb1ZGZTZ2TE0xWm1ZWDJXNFdFZmhFSUJFSXRRTVNXUUNBUWFnRWl0Z1FDZ1ZBTEVMR3RJVFJOZjdFVzBibTV1ZkQyOXBaS2hhMVBPRG82NHNLRkN4WHV6OGpJd09MRmk1bEMyZFZCbk85ZkZZcUtpcENRa0NCVnhDWWpJNE1wVmRqUUVkZXQvVm9VRmhaV0dsZE5VQXdpdGpYazJyVnJzTFcxbFJGSW1xYVJtWmxaNlY5aFlhSFVPYm01dWZEeDhaR3AyaTlKU1VrSnNyT3o4ZlRwVTF5NmRBbTdkKy9Hc21YTG1MWXJpakI3OW15cFZGRkZlZkhpUmFWemUvLytQZTdmdjQ4dFc3WlVlV3dBMkxsekp5Wk9uTWdrWDFSbFhwTW5UMFo2ZWpxejdlVEprNVV1UHFFc3ZUZzRPQmhDb2ZDenp4RWZINC9CZ3dkanpKZ3gxZnB4NWZQNWVQNzhPYzZlUFl2MTY5ZFgrVFZXeEpVclZ6Qm8wS0FxcDlzV0ZoWXlwUjBCb0ZldlhremhuTkxTVXFsRUhSOGZIOWphMm40eG8rSmJoVVFqMUlEUzBsTHMzYnNYTFZxMFFFNU9Ebkp5Y29DeStxc2xKU1dmemU1WnZIaXhWRHF0UERJeU11RG82SWlDZ2dJVUZCU2d0TFJVYWo5RlVkRFQwNE9wcWFtVWdBcUZRaVk4U05GVi9lcWNJMG5uenAweGZQaHdCQWNIWSs3Y3VWSXR3eFZod0lBQjhQUHp3K0hEaDdGNDhlSXFQLy9uS0NvcVFseGNITUxDd3ZEbzBTTW1mVmxYVnhjOWUvYXM4THdQSHo1ZzZkS2xLQ2twUVU1T0RnNGZQdnpaSklENzkrOGpMQ3dNNmVucFNFOVB4NXMzYnlBVUNxR2lvb0pXclZvaExTMU5wajljVlRsMzdodzJiZHFFcmwyN1NyWFEyYmx6SnpwMzdseHAyeUVQRHc4OGYvNGNmbjUrME5MU2dsQW9aQ3F3N2RpeEF4Y3VYTUM1YytkZ2JHeTNIOWp4QUFBZ0FFbEVRVlNNK1BoNGRPellzY3AxZnduU2tIZXZCcHc2ZFFwdjNyeEJibTR1WnMrZXpSU2p2blRwRW95TWpIRDY5R253K1h4TW16WU5UazVPc0xLeUFzcXMzb2tUSnlxVTE4L2o4WkNlbm82aFE0ZWlmZnYyME5MU2dyYTJOclMxdGFHdnJ3OERBd081WDRKNzkrNWgyYkpsK1BQUFB6OGJnaVFtUER3Y3YvMzJHenc5UFJYcWYrWHA2U2xUZi9iVHAwLzQvdnZ2Y2V6WU1abmo1OCtmWDJscWNzZU9IVEZnd0FDY09uVUtZOGFNcWJKWWw2ZWtwQVJCUVVHSWlZbEJiR3dzWHI5K0RaRklCQTBORFZoYVdtTFlzR0d3c3JLcXRPL2F4NDhmNGVUa2hQejhmQnc1Y2dUQndjRTRkT2dRV3Jac2lTRkRobFI0M29jUEh4QVRFd01URXhPWW01c2pQVDBkTzNmdVJKOCtmWmpQS3pRMDlMTjFNWTRjT1lJZmZ2aEJhcHRJSk1LdVhidHc0c1FKVEp3NEVVdVdMR0hHTENrcHdidDM3N0IwNlZMWTJkbkIyZGxaYmljUUp5Y25USmd3QWU3dTdrenJkUUFJQ1FsQlFFQUExcTVkQzJOalkvRDVmTVRFeEZTN1BnVGgveUZpVzAzaTR1TGc3ZTBOUjBkSC9QcnJyK0R6K1pnNWN5YWFOR2tDSXlNanNGZ3N0RzdkbXZFYmR1blNoY251RWQ5Q2lqT3NZbU5qSVJBSW1LeXF4TVJFQ0FRQ3FLcXFNdFdmaGd3Wm9yQm9ma2xpWW1LWXFtS2xwYVZJU2tyQzlldlhZV0JnZ051M2I2TzR1QmdvUzFUZzhYaG8xS2dSdUZ5dVRPdHhsTFViTHkrMjkrL2Z4L3YzNzVscVh3c1dMTUN0Vzdld2UvZHViTnUycmRLNTNiNTlHMWxaV1V3bjRldlhyeU1xS2dxbXBxWkFtVnRqdzRZTmFObXlKZFAxMThMQ0FxMWJ0MllzOXoxNzlpQXJLMHR1UzZEMzc5OWp3WUlGakZDMmJkc1dyVnUzUmxwYUd0emMzSkNibTR0Smt5YkpuZHZJa1NPWkpvemg0ZUVJQ1FtQmtaR1IxQStqVUNnRWo4ZUR2YjI5VkEwRUFFaEtTc0tWSzFjZ0VvbWt0c2ZIeCtQUFAvOUVURXdNbGk5ZkRpc3JLNlNucDZPa3BBUjhQaDhsSlNVWU1XSUVjbk56Y2ViTUdjVEV4R0RyMXEweXpSNE5EUTJ4Y2VOR21Wb1lwcWFtY0hSMHhJZ1JJNEN5UWtmRnhjVklTVW5CNGNPSHBZN1YwTkNvOFBVVFpDRmlXdzArZlBnQUZ4Y1htSmlZb0VlUEhuang0Z1hPbmoyTHRMUTAvUGJiYjNqNThpVmF0V3FGUm8wYTRmang0ekF5TWtLYk5tMVFXbG9LTHBmTHRKUVJDNC9ZVFNCR1hCN3grKysvcjdiLzgwdHgrdlJwaElTRUFHVVcxYTFidDNEbnpoME1HREJBcXRPQ282TWo0dVBqOGRkZmZ6R3ZxNmlvNkxNMVVnTURBeEVkSGMySWJZc1dMVEJ3NEVEY3VIRURNVEV4bFRaa1BIZnVISjQrZmNvSTBzbVRKMEZSRkd4dGJhR3BxUWxEUTBOY3ZIaXgwbktGTDE2OGtMdkE5UGp4WTZ4YXRRcUZoWVhZczJjUDA0S0h4V0poeTVZdFdMVnFGYlp0MjRiazVHUXNYcnhZS2pXNXFnd2VQRmdtUyt6bXpadTRjdVdLMURhaFVBaEhSMGRtQVZLeTc1Z1ljVjgxZFhWMXRHelpFaGtaR1pnNmRTb09IanlJTm0zYUFBQWVQWG9rMHhwZUpCSWhJQ0NBYWRJWkZSV0ZyVnUzNHNxVks5RFEwRUI4ZkR4ak9LU25wNFBOWnNQQ3dvS0liUlVnWWxzTlNrcEtZR2hvaUxpNE9EZzVPWUhENFNBN094dmZmZmNkMXF4WmcrenNiQnc3ZGd4QlFVR01sUllWRlFVbkp5ZHd1VnlVbHBiQzFOU1U4ZGtGQmdhQ3BtbUVoSVRBMDlNVGUvYnNnYm01T1ZQcXJ5N3g4UENBaDRjSGNuSnlNSGp3WU15Wk13ZHo1ODZWT3ViOCtmTUlDd3ZEbmoxN3BDeFhaMmRuMERTTmZmdjJTUlZKU1V4TWhKcWFXb1dWcG1iTm1vVzh2RHhHcU4rK2ZZdDE2OVpod29RSlVuN0lQWHYyQUdYQ09IZnVYQncvZnB5NWV6aHk1QWl5czdPUm5wNWVvWnZnMmJObmlJcUtraXBFWGxwYWlnTUhEdURvMGFNd05EVEVvVU9IMEt4Wk16ZzZPbUwwNk5FWU9IQWdPQndPUER3OG9LZW5CMzkvZjRTR2h1S1BQLzZRYWcxMDU4NGR4c1VpYm9NVEdocUsxNjlmQTJWKzRxckNack94ZXZWcUZCVVZvWEhqeHREUTBFQnBhU2xXckZnQkJ3Y0gyTnZieTdpVS92bm5IL2o1K1VsbG96VnUzSmdwQWcrQVdWdzFNRENRMnA2ZG5ZMi8vLzRiNDhhTmsrcHhOM2JzV1B6NDQ0OVl2MzU5bFYvRHR3d1IyMnBnYUdnSUh4OGY5T3JWQ3hzM2JvU0ZoUVg2OWVzSGIyOXZHQmtab1gvLy92ajc3NzhSRmhhRzNidDNvMGVQSHNqUHowZjM3dDNScUZFakRCZ3dBTGEydGt6S3Biai9sOWppRlFnRTBOVFVCSWZEWWNSV0lCREk3YzhsQ1p2Ti9tcUxHT1c3NTRwNStmSWx0bTNiQmdjSEI2bFNpUUVCQVlpTWpJU2JtNXRNTmFyOSsvZmo2ZE9uY2wwTktHdWlLZTVXaTdLMkw2OWV2Y0wrL2Z0aGJXMnRVUDJGWWNPRzRlVEprN0N6czRPcXFxck1mcEZJQkQ2ZkR5TWpJOWpaMlFGbC9zcmR1M2ZqelpzM3NMR3hnYnU3TzdTMHRNRG44MUZVVkFSWFYxZW9xS2pncDU5K0FvdkZ3dEtsUzlHOWUzZXNXYk1HaXhZdGdvV0ZCV2JObW9WKy9mcGh4NDRkeklLcGVGRnovLzc5ek55N2QrOHUxWDcrYzRTRWhPRFRwMC9NWTNFa1MwaElDRDU4K0lDOHZEeGN2SGhSN3JudDJyVmo5ZzBmUGh6bTV1WXdOemVIUUNEQWxpMWJHRXU1b0tBQXhjWEZjSFoyQnBmTHhabzFheUFVQ21VaVVMS3lzaFR5NlJPa0lXTDdsUmcrZkRnY0hSMnhZc1VLQkFVRllmMzY5U2d1TG9hQmdRSGp5NU1rSnljSDRlSGhBSUFWSzFaZzlPalJVb3NuNGw1VmxURjI3Rmk0dWJsSmJmUDE5VVZnWUtEVXR1VGtaQlFXRnNvc3psUVc0eG9jSEF4SWhBeVptSmdnSlNVRnpzN08rTzY3NzJCcGFZbWJOMitpb0tBQXVibTVPSGp3SUg3NjZTZTVuUmVpbzZOaGFXbXBjSGNLY1YxWWIyOXYzTHAxaTJuaFhSbk5talhEaFFzWEVCc2JLeE5paDdJb0RoMGRIVmhhV2tKRlJRVStQajd3OXZhR2pvNE8zTjNkcFQ0akZSVVY3Tml4QTlPblQ4ZUtGU3R3NE1BQldGaFlBR1hORmdNQ0F1RGw1WVhnNEdDc1hMa1NaODZja1hyUEoweVlnS1NrSkNuTEcyWCtha1c1ZE9rU1VsTlRtY2ZpMEVJT2h3TkRRME1wbDBOV1ZoWTRISTdjMnNUOSsvZUhtcG9hVWxKU3NHN2RPbVJrWk9EUW9VT1lObTBhakkyTmNmMzZkY1RGeGNIRnhRVkJRVUhRMDlPVGV0N3M3R3dVRnhlVCtyZlZnSWh0RFZtK2ZEbGpUYzZmUDEvS2lxTnBHbzhlUGNLVUtWTStPODZWSzFmQVlyRWdFb2t3YXRRby9QWFhYekEzTjJkV29xZE9uU3BWaFQ4aElRRitmbjV3ZEhSazJsV0xTL1NoekZydTBLR0RYTXVFeitlRHBtbVo3UlhGZnFhbnB5TW1KZ2FxcXFvSUNncENVRkFRdG0vZkRuOS9mOGJ5ZG5KeWdwcWFHdGhzTmdvS0N0QzZkV3VtNDRPUGp3K0dEeC9PZEp1dHFKSlZaZGpiMitQWXNXTTRkT2hRaFdLYmtwS0NodzhmWXRTb1VVeHp3MDZkT2xVNnJ0amZhMjl2ajRLQ0FzeWNPUlBhMnRveXgrbm82R0RYcmwwNGNPQ0FUSUVZUFQwOXJGKy9IbloyZHNqTnpaWHFzaHNXRnNhNEVUNSsvRmp0U21iZTN0N00vd1VGQlhCemM4T0hEeCt3YytkTzlPclZDeWp6NlJZVUZPRFdyVnZZdkhrekZpeFlJTGYwNU1tVEo3RnIxeTYwYWRNR3ZyNitqSEJhV2xyQzBkRVJUazVPOFBIeHdkS2xTOUc0Y1dPc1hyMGFCUVVGME5UVVpQeTJWVzJTU1NCaVcyUEdqQmtERXhNVGJOeTRFUk1uVG9TT2pnNnpjQkVSRVlHaW9pSWNQWG9VSjA2Y1FFbEpDZUxqNDZVYUdsNjVjZ1VVUmNIWDF4Y0RCZ3pBOWV2WE1YVG9VQlFVRkdEejVzMVl2WG8xVUZhL3RVZVBIc3g1V2xwYThQUHpRNzkrL2VUV01PM1NwWXZjOEN1VUpUV2twcWJLN00vSXlNQzFhOWRreHZQeDhZR1ZsUldpb3FKZ1oyZUhyS3dzTEZ5NEVGNWVYaGcrZkRqTXpNeWdwNmVINU9Sa0xGcTBDTTJiTjhmZXZYdlJ1SEZqK1ByNnd0dmJHM3crSC9QbXpjT1RKMCtZK1ZVRlRVMU5qQjgvSGtlUEhrVm9hQ2o2OU9tRHJLd3NSRVpHTXUrbk9JbWhUNTgrdUgzN050UHh0ekpzYlcyeGRldFdhR3Bxd3NuSkNVK2ZQa1YwZEhTRng3ZHQyeFpuenB5UjJkNi9mMys1aTNsK2ZuNVFWVlVGajhlRGk0c0xPblhxaEUyYk5sVzdhbGRhV2hxV0xGbUM3T3hzZUhsNU1kZkV2WHYzNE9YbEJTNlhDejgvUHhRVkZjSGQzUjNQbmozRGtpVkxvS2FteG96Um9rVUx6Sm8xQ3c0T0RpZ3RMWVczdHpmbXo1K1AzcjE3dzlqWUdFZU9ISUZJSkVLVEprMll4SWVJaUFqWTJ0b2lNaklTYW1wcWxZYkxFZVJEeExhRzlPclZDeFlXRnRpNGNTT3NyYTFoWkdURWlHMWdZQ0JNVEV5d1lNRUNBTURldlh2UnRHbFR4a2VJc3ZDWjdkdTNnOGZqWWV6WXNiaCsvVHBRSmh5dFdyVml2aVRpVHJ5S2N2VG9VYWlvcUdEeTVNa0tuMk5pWW9MdnZ2c09JU0VoVEZ4bFltSWlMbCsrakQxNzlpQXFLZ29zRmd1clY2L0dtREZqcE1UbDh1WEwyTFJwRTR5TWpMQm56eDdvNnVyaTRjT0g4UGIyUnE5ZXZaang3dCsvRHkwdExabllVVVd3czdQRDhlUEhjZlRvVWZUcDB3Y09EZzU0Ky9ZdDQ0NVl0R2dSUm93WWdTWk5taUF1TGc0b3N3Z3JFalp4MUlja2p4OC94dEdqUnhXZVUwbEpDV2lhaHJHeHNZekZHeE1Udzl6Wm5EeDVFdlBtellPWGx4Y2NIUjJ4YytmT0tyMTJIby9IdkhaOWZYMzQrdnJDMk5nWXdjSEJPSDc4T0JJVEUvSFRUei9CMmRrWkhBNEhVNlpNUWJObXplRHU3bzY3ZCs5aTVzeVpHRFZxRk5UVjFkR3VYVHZtTGlNb0tBaCtmbjdZdVhNbitIdytZNFdMMnd5Wm1KakF4TVFFTjI3Y2dLMnRMZTdldllzK2Zmb29kZm5MdW9LSWJRMTUvZm8xazNtVGtKREFMSXFVbEpUZy92MzdjSFIwWklMZi9mMzlZV3hzTEJVTS8rSERCNXc3ZHc2VEowK1c2cU9scnE2T0dUTm00TktsUzRERUlwcWlYTGx5QmVycTZsVVNXNVRGcnFha3BERGllUGp3WWJScjEwNHF3NHFpS0VabzgvTHlzSDM3ZGdRSEIyUFFvRUZ3ZDNlSG1wb2FJaU1qc1dMRkNyUnUzUnFiTm0wQ2k4VUNqOGREZUhqNC83RjM1M0UxNWY4ZndGL250a2V5SnFiSUVnb3B5cjVNeHBaOWo3RkxNa0x6TlROa1NmWmR0a2dUWlc5cXJDR3laV0pRb1UyRXFLWkZrZEhlcmJ1YzN4KzY1OWQxYjNXejNHcThuNCtIeDhNOTIvMmNXNzN1NTN6TzUzdys2TmV2M3lmOXNlcnI2Nk5mdjM0SURnN0c0OGVQTVc3Y09EUnIxZ3dhR2hwd2NuSkN6NTQ5WmRvcHpjek15dXgrSnErN2xyMjlQZXp0N1JVcXo0MGJOK0RzN0F3ek16T1pQdEFDZ1FCcjE2NkZpWWtKZXZYcWhSTW5Uc0RDd29JTFd5OHZMNjQ3V1VVU0VoS3dZTUVDcEtlblkrVElrZWpSb3dkOGZYMXg3ZG8xNU9YbG9XL2Z2bGkxYWhWTVRVM3g3dDA3Yk4rK0hkbloyVmk3ZGkxTVRVMnhmdjE2Yk4rK0hlN3U3bkIxZFVWRVJBVDNhSzdFLy80blBYYjM1TW1UdWZzRWd3WU53dEdqUjNIKy9IbWtwS1RBMGRGUm9YSVRhUlMybjBnc0ZrTWdFT0R3NGNOY1A4NTkrL1p4SWFLaG9ZRS8vL3l6d3BDc1Y2OGVldmZ1alhuejVpRTFOVlZtL2VQSGoxR3JWaTNvNit0L3BUTXBYNmRPblRCcDBpU1o1VUtoRU9mT25ZT0hod2Y0ZkQ1KytlVVhMdGh2M2JvRloyZG5HQmdZd01QRGcyc0R2WC8vUG9xS2lxUzZTQ2tpSmlZR2QrL2V4Zmp4NHpGdDJqUjA2dFFKclZ1M1JvY09IWUNTMm1oWkhqNThLUGNKS3BTMGZaWnVYLzFZYkd3czJyWnRXK1lUZXN1WEw0ZUppUW4yN05ramRaa09BRjVlWGtoSVNPQzZwMGwwNmRJRkJ3NGNnSW1KQ1hkRHRDTE5talZEMzc1OU1XVElFSFRxMUFuMjl2Ykl6TXlFcmEwdFJvOGVqU1pObWlBcEtRbmJ0bTNEdVhQbm9LbXBpZG16WjBNa0VrRmZYeC91N3U0SUR3L0gyYk5uMGJkdlgvVHExUXQyZG5ad2NYRkJXbG9hZnYvOWQrNzM5dFdyVjVnL2Y3N1VWY3ZZc1dOeDlPaFJiTml3QVhwNmVqU056aWVpc1AxRWttNDQ3dTd1TURBd1FKOCtmYkJueng2dTYxZEVSQVIyN2RvbHRZKzhOdHRwMDZaaDY5YXRaWGE4ajRpSVFNZU9IY3Vjek85cnM3VzFsVnNMUFhueUpIYnYzZzFyYTJ2OCt1dXYwTmZYQjh1eThQWDF4YzZkT3lFV2k3bkhpeVhxMXEwTEt5c3JxZW0zRmZIeTVVdjgvdnZ2Nk5DaEEzcjE2bFhoVGEvU3lodU1wcWlvcU15Mng1U1VGTmpaMmFGNTgrWll2WHExMUEyaE8zZnVZTW1TSldqZHVqWDI3ZHNuOTdIclM1Y3VZZmp3NGVqUm80ZE1xRmFtL0NqcDBsZTZuK3Zldlh1aHFhbUpyS3dzQkFjSEl5Z29DT0hoNGREVDA0Tzl2VDBtVHB3SWJXMXQvUDMzM3poMTZoU1dMMThPS3lzcnFhbmtRME5ERVJZV2hwRWpSMEpIUndmYTJ0b29MaTdHL3YzNzBicDFhNmx4TnBvMGFZS2VQWHNpSkNRRVk4ZU9MZmNoRVZJMkN0dFBKT21jTHVrSjhERWpJeVB1NXBhRXZEYmJsaTFibHZuTEd4a1ppWVNFQkxuZHA1U2xyTXY5NmRPbnc4cktpZ3VoOVBSMHJGbXpCbUZoWVJneFlnVGF0bTBMTnpjM3BLYW1ZdXZXcldqUW9BSE16YzJsK3M5S1NKcGh5aUs1U1ZQZU5ERmx1WGJ0V3BuTkNETm16Q2h6UHdNREEremV2UnRyMXF6QmpCa3pNR1BHRE15ZE94ZDM3dHlCczdNejJyUnBnLzM3OTVmWmxqNTM3bHlGYTRESnlja3laU3hyUXN5SWlBajgvZmZmZVBUb0VXSmlZc0F3RExwMjdZck5temZEMnRvYXFxcXFpSTJOaFllSEIrN2R1NGZ1M2J0emoxU1gxck5uVHl4ZXZCaEhqaHpCelpzM01XSENCTVRIeHlNaElRRkhqaHlSNnBiMzExOS80YzZkTzBCSi8ya2JHeHZxK3ZVSktHdy8wYjE3OTJCZ1lBQmRYVjBVRkJUSXJLOVhyNTVVVFFKbHRObVc1L0RodzZoVnF4WkdqUnIxeGNyOUpabVltS0N3c0JDblQ1K0dsNWNYQUdEanhvM2MrUmtZR01EWjJSblRwazJEbTV1YjNKdGl0V3ZYUm5aMk5uSnljdVIydVFLQVI0OGVRVmRYVjJvYTd0SWtZNjBxMm05WFVkMjZkWU8vdnorMmJkc0diMjl2WEx0MkRXbHBhVEExTllXN3UzdTVBd2xWNW1lMlpzMGFoYmVOaUloQVFFQUF1blRwZ2hFalJzRGEyaHAxNjlZRm44L0hsU3RYNE8vdmo5allXQmdhR21MNzl1MWxCcjZrNy9LNGNlT3dkdTFhK1BqNEFBQXNMUzJsdm1Dam9xS3dmUGx5Nk9ucHdkSFJFV3ZXcklHam95TU9IRGdnTTU0REtSK0Y3U2ZnOC9tNGVQRWlSb3dZQVpROGoyNXVibzdrNUdUdWtsR1JFYjNLRXhBUWdOdTNiMlBldkhtZi9OeDliR3dzTjlKWWFaSTc2UExXRlJjWGw5dU9LU0VRQ0hEczJER2NPSEVDV1ZsWkdEUm9FQll1WENnVmlIMzY5TUdCQXdld2NPRkMyTm5aNGN5Wk16SlhBcDA2ZFVKQVFBRG16cDJMN3QyN3kvUlRmdkxrQ2FLaW91VGU2RHQyN0JpU2twSVFFUkVCSG8rSGhnMGJ5bXpUdjMvL2NzK2h2UFVvK1RtdVdiTUdmZnIwd2JwMTZ5QVNpV0JtWmliM3FiUlA1ZXJxS3RXSEdpV1grYnQzNzViWmRzYU1HWmc5ZXpaUU1sRE9yVnUzRUJJU2d0RFFVUEQ1ZkZoYVdzTE56UTE5K3ZRcHQrbXB1TGdZWVdGaE9ISGlCTUxDd21CdWJvNXUzYnJoeElrVEdETm1EQTRjT0lDMHREUnMyclFKdFdyVmdvZUhCNW8xYXdZZWo0Y1ZLMVpnMHFSSldMRmlCUVlOR3ZURlBvZi9PZ3JiVDVDWm1ZbkdqUnR6ZzNDb3E2dkQwdElTUzVjdWhacWFHc2FNR2ZQWk43UmF0R2lCSGoxNmNIOVlsVFZod2dTOGYvKyswdnNGQmdZcU5FaTBtcG9hRWhJU1lHWm1odm56NTNPRG5IeXNZOGVPT0hUb0VCNC9maXkzeVdYRWlCRklURXpFOWV2WGNlclVLYWttQllaaG9LdXJDMXRiV3l4Y3VGQm1YNkZRaU5qWVdPam82R0Rac21WeWIwYXVXcldxekJ0a0g5KzhLcytBQVFQUXJsMDdPRHM3NDhTSkUwaEtTcEliaHAvQzBOQlFKbXhMRDRRdWtaK2ZEejgvUHp4NThnUlBuanpoSGlocDM3NDk3T3pzMEw5L2Y0Vm1PWFozZDRldnJ5LzRmRDdhdG0yTFRaczJZZURBZ1dBWUJyYTJ0Z2dNREVSc2JDejI3Tm1ERmkxYVlNZU9IZHdETTBPR0RJRzZ1anBjWFYyeGUvZHU5T3ZYajJiNlZkQ1h2ZTZxNW96YW1ic3lERllEZ0pPakE1d2N5eDhBK2xPd0xQdkZMbWZGWW5HVjNSZ2o4Z2tFQXJpN3UyUElrQ0ZWOGhUVnp6Ly9ERDZmRHhNVEU1aWFtc0xDd2tKdWpiNDh0Mi9mUm1Sa0pBWU1HRkRtT2J4NTh3YmUzdDVZdEdpUjNEYnZoSVNFVDNvU1VNTDc2QW1zMy94aENFMFcySlg0TlBKL0ZlNVV3MUhOOWd2N2t1MkdGTFRWajVxYW1reWZWR1g2dUlmTHAralRwMCtGWXlQcjZlbVYyNVBqVTI1V2Z1dm9yNWtRUXBTQXdwWVFRcFNBd3BZUVFwU0F3cFlRUXBTQXdwWVFRcFNBd3BZUVFwU0F3cFlRUXBTQXdwWVFRcFNBd3BZUVFwU0F3cFlRUXBTQXdwWVFRcFNBd3BZUVFwU0F3cFlRUXBTQXdwWVFRcFRnbXgxaThkVFpBTndQSzN0V1ZrTEkxNU9lOGFhcWk2QjAzMWpZc2l6TGdtVVloa2xOZTQzVXROZFZYU0JDdm1rc3k3SU1JSzdxY2lqRE45V01JR0xaU0FCSlZWME84bmtZc05CVVphQ3B5a0JOL3VTL3BJWmdnRlJXeklaWGRUbVU0WnVxMllweU02K3IxTklidzZvd3NwTlZrUnBEU3hXOU5OV1lEUUFnWW5HN1dBaVhxaTRUK1RTc2tNM2g1K0o1VlpkREdiNnBzRTFMU3lzQTBpS3J1aHprODVpWm1kVUJlQ0lBS2lvTTh5NHg3dEZmVlYwbVFpcnlUVFVqa1A4R0hvOG5abGxXVlBKUzlWdXJOSkNhaWNLVzFIU01xYWtwL1I2VGFvOStTUWtoUkFrb2JFbU53ekNNbUdFWU1UNTBIV0tLaTR1LzNQenhoSHdsRkxha3hoR0x4U0tXWllYNEVMd3EydHJhMUdaTHFqMEtXMUxUTVVLaGtHcTJwTnFqc0NXRUVDV2dzQ1UxRG8vSEV6RU1JOEtITmx0ZWNYRXgvUjZUYW85K1NVbU5JeGFMdVg2MkRNT29hR2hvVUpzdHFmWW9iQWtoUkFrb2JBa2hSQWtvYkVtTncrUHhSQUJFQ214S1NMVkJZVXRxSExGWUxDNTFnMHhWUlVXRjJteEp0VWRoUzJvMGhtRVlvVkJJdjhlazJxTmZVa0lJVVFJS1cxTGpNQXdqWmxtV0d4dmh3OHdxaEZSdkZMYWt4aEdMeFNLR1liaXhFYWpObHRRRUZMYWtwbVBFWWpIVmJFbTFSMkZMQ0NGS1FHRkxhaHdWRlJXUjVIRmRsbVY1NnVycTlIdE1xajM2SlNVMWprZ2tFa3NlYW1BWVJrVWdFRkNiTGFuMktHd0pJVVFKS0d3SklVUUpLR3hKamFPaW9zS05aMHRJVFVGaFMyb2NvVkFvTG5XRFRKWEg0MUdiTGFuMktHeEpqY1l3REtPcXFrcS94NlRhbzE5U1FnaFJBZ3BiVXVQd2VEd3h3ekRpa3BmMEJCbXBFU2hzU1kwakZvdEZMTXNLUzE2cVVKc3RxUWtvYkVsTlI2TitrUnFCd3BZUVFwU0F3cGJVT05UUGx0UkVGTGFreHZtb242MktTQ1JTcWVveUVWSVJDbHRTb3pFTXcrUHhlQlMycE5xanNDV0VFQ1dnc0NVMURzTXdiRldYZ1pES29yQWxOWTVRS0JRQkVLQmtiQVNHWWFpZkxhbjJLR3hKamNNd0RDdXAzVElNdzdBc1M3L0hwTnFqWDFKQ0NGRUNDbHRTNDZpcXFvcFpsdVhHUmxCUlVhRW55RWkxUjJGTGFoeUJRQ0JpR0VhSS8rOW5TMjIycE5xanNDVTFFc3QrNkpCUTBtWkxOVnRTN1ZIWUVrS0lFbERZa2hwSFRVMU5KSm5LbkpDYWdzS1cxRGg4UGw4c0NWdVdaVlhvY1YxU0U5Q05CVkxkcVpxYm14dVVYc0N5YkQwQVdpekxnbVZaVlFCTnpjM05qVXB2VTFSVVZQVDA2ZE1NQUdLWkl4SlNCU2hzU1hYSFl4Z21FSUNhWkFIRE1Db0E5UEJoaWh4ZGxtVTNBaWdvdlpPR2hzWjlBTE1vYkVsMVFXRkxxcnRpaG1FZUE1aFF4bm9WaG1HYWZyeVFaVmtmQUVMNXV4Q2lmTlJtUzZvOWtVamtVZW9oQnBRMEg4ajhLNzBMeTdLbnFxU3doSlNCd3BaVWUvbjUrUThCdkZSMGU1WmxIMFpGUmIzNHVxVWlwSElvYkVtMXA2dXJXd2pnSnZ0UjlaVmhHRENNOVBNTUxNdXlETU1jQTBERE1KSnFoY0tXVkhzUEh6NFVBUGdMUUtFQ203OHJMaTYrcklSaUVWSXBGTGFrUm1BWUpoWkFrZ0tiM3VQeitXK1ZVQ1JDS29YQ2x0UUlPVGs1endESXRNUEt1VEVXRWg4Zm42dlV3aEdpQUFwYlVpUEV4OGNYQWJpT2tyYmFqekVNQTVabE04Umk4U05xcnlYVkVZVXRxVEZZbHIzdzBldVBOMGxoV1RaQ3FZVWlSRUVVdHFUR2lJeU1UR1JaOW05OFZMdVYvSjlsMmI5alltTGVWMTBKQ1NrYmhTMnBhWGFXdFVJc0Z2c3J0eWlFS0k3Q2x0UW91Ym01RjFtV2ZTTjVYYXBXR3g4ZEhmMmdLc3RHU0hrb2JFbU5FaDhmWDhRd3pEVjgxSlRBc3V4aEdndUJWR2NVdHFUR0VZbEVWMWlXTFphOFpsazJUeVFTK1ZadHFRZ3BINFV0cVlrK2ZzRGgvdnYzNzE5WFlYa0lxUkNGTGFseFZGVlZYd0Y0Z2crMVdqR0E2eWtwS1VWVlhTNUN5a05oUzJxY2h3OGZack1zZXhjZjJtM2ZBSGhBZzRTVDZvN0NsdFJVVi9HaFp2dXFvS0RnYVZVWGhwQ0tVTmlTR2lreU1qS1NaZGxrQU5IUG5qMUxxK3J5RUZJUm1oYUgxRmdNdzJ3VmlVUTBTRGlwRVdSSDlQaVAwMi9kdXBHNnF2WlFIbmhHQ214T3FqT3hXSU5sR0JIRE1OUy90b1pqV1hGS2thZ2dJRDArL2o4N1BPWTNWN05WVjlPMjRiRzhIUXlEQmxWZEZ2S1pWSGpmWG0zaFA0dVhyYTZtTFFCd3RLcEw4clY4YzIyMlBKYlhnb0tXa09xRllhRExZM2t0cXJvY1g5TTNWN010clp0VkYzVHZhbG5WeFNEa20zVS83QUZDd3g5V2RUR1U0cHNPMis1ZExlSGtPSytxaTBISU4rekFOeE8yMzF3ekFpR0VWQVVLVzBJSVVRSUtXMElJVVFJS1cwSUlVUUlLVzBJSVVRSUtXMElJVVFJS1cwSUlVUUlLVzBJSVVRSUtXMElJVVFJS1cwSUlVUUlLVzBJSVVRSUtXMElJVVFJS1cwSUlVUUlLVzBJSVVRSUtXMUx0OFBuOFNtMS83OTQ5UkVkSGY3WHlmSzcwOVBReTErWG01aUl2TDYvQ1kyUmxaU0U0T0JoQ29ld01RTEd4c1FnSUNGRG8vU1RXcjErUGt5ZFB5aXpQeTh1RGc0TUQ3dHk1VStFeFNPVlEySkxQd3JJc2poNDlpaXRYcm5ETHNyT3pFUjhmci9DLzB2YnQyd2M3T3pzVUZSVXBYSVp0MjdiaDhPSERYL1M4dnBUSGp4OWo1TWlSQ0F3TWxMdCs4K2JOR0RWcUZESXpNOHM5anArZkgzNzk5VmNrSkNUSXJMdHg0d2JXckZrRG9WQ0l4TVJFakJvMUNwczJiU3IzU3lzOFBCelBuajJUV2lZV2krSHE2b29IRHg2Z3VMaFk0WE1raXZtbUJ3Ly9rakl6TXpGNDhPQXkxOCtkT3hjT0RnN2M2OXpjWFBqNitpSTRPQmovL1BNUGlvdUxVYnQyYmJSczJSSS8vL3d6T25ic1dPWngxZFRVb0srdmo5NjllMlBtekpsbzJMQWh0MDRzRnVQU3BVdTRjT0VDRWhNVGtaZVhoeVpObXNEYTJoclRwMDlIblRwMXBJNVZXRmlJbzBlUElpZ29DR2xwYWREUTBJQ3BxU2xtelpxRnJsMjdLblR1WVdGaGlJeU1oSW1KQ1pvM2I0NHJWNjVnNjlhdENuOTJvYUdoVUZYOThLdll2WHQzK1BqNFlNdVdMVmkxYXBYQ3h5aFBVbElTamg4L2pyQ3dNSzdXVjdkdVhiUnYzeDZyVnExQzNicDFBUUJCUVVGWXZueTUxTDZhbXBvd01qTEM0TUdETVhueVpLaXBxWEhySk50UG5qd1p2Lzc2cTl6Mzd0Q2hBMzc0NFFlc1c3Y096Wm8xUTRjT0hiaDFkKy9leFpVclZ6QnQyalNwbitISCtIdysvUDM5TVdqUUlCZ2JHOHVzMTlUVUJBQUlCQUlZR1JseG45MmpSNC9nNmVtSit2WHJLL1E1YmR1MkRiZHUzY0xnd1lQUnYzOS9oZlloaXFPdy9jSzB0TFNrL3FBa3Z2dnVPKzcvS1NrcG1EdDNMakl5TXFDdHJZM1dyVnVEWVJpOGZ2MGFrWkdSZVBic0dSZTJFclZxMVlLRmhRVllsc1c3ZCsrUWtKQUFYMTlmWEwxNkZkN2UzakF3TUFBQTVPZm5ZL1hxMVdqYnRpMjZkZXNHb1ZDSVI0OGV3Y2ZIQjhIQndUaCsvRGkwdExTQWtscnByRm16OE9MRkMzVG8wQUdEQmcxQ2VubzZ3c0xDRUJZV2hqVnIxbUQ0OERORTVTOEFBQ0FBU1VSQlZPSGxuaS9ETUZpOWVqVW1USmlBRlN0VzRQRGh3eGczYmh4R2pCZ0JrVWlFeTVjdlk4Q0FBVktCY1ByMGFSdzVjZ1E2T2pxWU8zY3VGN1FBMEtWTEYweWVQQmtuVDU1RW56NTlZRzF0L1ZrL2o1Q1FFQ3hac2dRQ2dRQU5HalJBeDQ0ZFVWQlFnTlRVVlB6MTExL0l5c3Jpd2xhaWFkT21hTm15SlVRaUVkTFQweEVYRjRlNHVEaUVoSVJnLy83OVVGZFhyMVFaVnE1Y2lUZHYzaUE3TzV0YlZsaFlpSTBiTjZKang0NVlzR0JCdWZ2Nysvc2pMeThQOCtmUGw3dGU4dGtXRnhkRFMwc0wzMy8vUFE0ZlBveXpaOCtpWHIxNjNIYjUrZm5RMU5TRWlvcUsxUDRzeTJMcjFxM3c5L2NIQUFRSEI2TlhyMTV5Mzh2RXhBUUhEeDZzeE5rVENRcmJMOHpBd0FBSERod29kNXN0VzdZZ0l5TURJMGFNd0pJbFM2Q3RyYzJ0aTRtSmtidFAwNlpOc1h2M2J1NzF1M2Z2c0dMRkNvU0hoOFBOelExdWJtNEFBQTBORGZqNCtNRE16SXpidHFpb0NMTm16Y0t6Wjg5dzgrWk5EQnMyREFBZ0VvbFFWRlNFSTBlT1NIMUIzTHQzRDRzV0xjS09IVHN3Wk1nUXFUQ1VwMkhEaGxpeVpBbFdybHlKUC83NEExT25Ub1dxcWlwZXZIZ0JQejgvZUhwNll0cTBhYWhmdno0OFBUMGhGQXJoNk9pSXNXUEh5ajIybzZNamJ0MjZCUjhmSC9UcjF3OS8vUEZIdWUrZms1T0RsSlFVcmcxU1JVVUZ0cmEyS0NvcWdxdXJLd1FDQVpZdVhZcng0OGVEeCtOeDV4NGNIQXdkSFIyWjQvWHIxMCtxcHZyOCtYTTRPVGtoSWlJQ3AwNmR3bzgvL2xodWVRREF6YzBOcDArZmxscTJaTWtTN3Y5aXNSakZ4Y1hJek14RXYzNzl1T1ZPVGs2WU9IRWk5em92THc5SGpoekIyTEZqWVdob2lLZFBuNkpldlhyUTE5Zm50cEY4ZVdabFplSDkrL2ZJeU1oQVJrWUdkSFIwc0g3OWVuVHUzQm05ZS9mR3VISGo0T0RnZ0FrVEpuRDc1dWZudzlYVkZjSEJ3ZWpaczJlWlg2NTM3dHhCWUdDZ1ZLV0JWQTZGYlJVSUR3OEhBQ3hldkZncWFBSEkxR2pMMHFCQkE2eGV2UnJEaGczRDNidDNJUkFJb0thbUJuVjFkYW1nUlVrQWYvLzk5M2oyN0psVTdVcEZSUVUrUGo0eU5ic2VQWHFnUzVjdUNBOFBSMEpDZ3R4TDE0L1oyTmdnT3pzYm8wYU40dG9PR1liQjVzMmJjZlhxVlJ3NmRBZ0ZCUVV3TmphR2k0c0xORFEwa0ppWUNBQm8zcnk1MU9XNXBxWW1kdTNhaFNaTm1vQmxXZXpidDYvYzkrYnorY2pPenVhMjA5RFFnSzJ0TFo0L2Y0NmNuQndZR3h0TEJaamszQWNNR0ZEaGVRRkFtelp0NE9qb0NGZFhWOXk2ZFV1aHNCVUlCR0JaRm9zWEwxYm9QZkx6ODdGbnp4NlpHMkFIRHg2RVVDaUVnNE1EUkNJUlhGeGNVRnhjalBIanh5TTFOUlVaR1JsNCtmSWxBR0RzMkxIY2ZxcXFxbWpZc0NIMDlmWFJybDA3Nk9ycXd0TFNFaDRlSGhneVpBaTMzZDY5ZTNIcjFpM01uajBiVTZaTVFVQkFnRlJ6aVZBb2hLZW5Kd0lEQTlHNWMyYzRPenNyZEQ1RUZvVnRGZERXMWtaMmRqYXlzckprMmxBclExOWZIM1hxMUVGT1RnNnlzckxRcUZHak1yZjk1NTkvQUFDbXBxYmNNb1poWklKV29uYnQyZ0JRcVV2bVNaTW1BUURTMHRKZ2Eyc3JkNXNYTDE1Zyt2VHBVc3RPbno0Tkl5TWpxV1d0V3JYaS92LzMzMytYKzc1ang0NkZrWkVSVjd1WGtGeGU1K2JtUWlRU3lWdytWMGJidG0wQkFHL2V2RkY0SHpVMU5Zd2ZQMTZoYlRNek03Rm56eDZwWlhGeGNUaDU4aVIrL2ZWWDFLMWJGd0VCQVVoSVNNQ21UWnR3K3ZScDVPZm5vM0hqeG1qVnFoWFMwdExnNU9RRWMzTno2T3ZybzJIRGhsd3RYbUx1M0xtNGR1MGF2TDI5dVdYejU4L0g0TUdEWVdGaGdaaVlHSnc0Y1FMWHJsM0QxcTFiRVJVVkJROFBENlNrcEdEY3VISDQ1WmRmb0tHaG9mRDVFMmtVdGxYZ2h4OSt3Smt6WjdCOCtYSnMzcnlaYTIrdExLRlFpSUtDQXFCVU9KYkc1L1B4K3ZWckJBUUU0UExseXhnN2Rpek16YzByUEs1QUlFQk1UQXcwTlRYUnBFbVRNcmVUM0xpUmFOMjZOWHIyN01tOTNyZHZIMWZMam8rUHg2eFpzM0Q4K0hFMGI5NGNBUERzMlRQTW1UT0gyejQ2T2hwUG56N2xYZzhkT3BTN3pMOTkrelpNVFUzUm9FR0RDc3N2MGJKbFN4Z1pHU0V4TVJGcjE2N0ZraVZMVUt0V0xZWDNMMDF5UlNDdjJlRnJDUWdJZ0Vna2dvK1BEenc5UFpHYm00dXVYYnRpMEtCQkdEUm9FTGRkVEV3TWJ0KytEUk1URTVtcm10SmF0bXlKQlFzV29FZVBIcmg1OHlZQW9FNmRPckN3c0FCS3JxcDI3ZG9GQndjSGpCdzVFbUt4R0czYXRJR25weWNzTFMyVmNNYi9iUlMyWDFocWFxcmNHeDZiTjIvbUFuSGh3b1Y0OGVJRlltSmlNSDc4ZUV5WU1BRXpac3dvOTQ2MFBOZXZYNGRRS0lTcHFTblhiZ2NBaVltSkdEZHVIUGU2ZnYzNjJMUnBrOVFmYUhsOGZIeVFtWm1KaVJNbmxsdXpMU2dvZ0tlbkoxRFNManhzMkRDcHNLMnN1M2Z2NHRpeFkxeDdacmR1M2FDam80UHM3R3k0dUxpZ1JZc1crUDMzMzZXYUhNcWpvcUtDRFJzMndNbkpDUmN2WHNUZmYvK04yYk5uWTl5NGNaV3VvUVVGQlFHQVVrTm4yTEJocUYrL1BuUjFkUkVVRklUWTJGaVozaElBdUp0Zzc5Ky9COHV5eU16TVJFcEtDcEtUazVHU2tvS1VsQlNzVzdjT0tpb3FtRFZybHRTK1FxRVFzYkd4ZVBqd0llN2N1WU9vcUNnQWdKV1ZGWDc4OFVmMDZkTUg5KzdkdysrLy80NjVjK2NxNmN6L215aHN2N0NDZ2dMY3UzZFBabm5wdHJnNmRlcmc0TUdET0hueUpMeTl2WEh5NUVtY1BuMGFVNlpNZ2IyOWZia0JKeEtKa0pHUmdWdTNibkUzNGo2K1M2MmpvNE9KRXllaXNMQVE2ZW5waUl5TWhJdUxDMTY5ZW9XNWMrZktYRjVLaU1WaUhEaHdBSWNPSFVLTEZpM0t2UHN0VWI5K2ZlNFN2L1JORndsSFIwZVpaVk9uVGkzemVQUG16Y084ZWZNUUhCd3NkWU5LVjFjWGE5ZXV4Zi8rOXo5czNib1ZLMWFzS0xkY3BiVnIxdzUrZm43WXQyOGZ6cDgvangwN2R1RElrU053Y25MQzBLRkR5OTIzcUtnSXFhbXArUFBQUDNIbXpCbm82dXBpeXBRcENyKzNRQ0RBMmJObkZkbzJQejlmWmxuNzl1M1J2bjE3dkhqeEF0dTNiOGU4ZWZOZ2FHZ0lzVmlNdExRMExsQmZ2WG9GbEhUZFdyTm1EZGUvVmsxTkRkOTk5eDBNREF4UVdGZ285K3JuMWF0WG1EMTdObERTMDhEUjBSR0RCZzJTdXRvS0RRMkZuNThmaGUxbm9yRDl3b3lOalN1OGU0NlNHeGpUcDAvSDJMRmo0ZXZyaStQSGo4UGIyeHYzNzkrSGg0ZUh6Qi9HaXhjdjBLVkxGNmxsNnVycWNIVjFSWThlUGFTV04yalFBRXVYTHVWZXYzdjNEa3VYTG9XWGx4ZnExcTNMdGEyV1ZycDNnNFdGQmJadDIvYlpsOHhyMTY3bDJqcVRrcEt3Wk1rUzdOeTVFMDJiTmdWSy90Q1hMVnVtMExINjl1MkxxVk9uNHZqeDQrallzU05Hamh5cGNEbnExcTJMRlN0V1lNYU1HVGgwNkJBdVhyd0lGeGNYUkVSRXlBMXVYMTlmK1ByNlNpM1QwOVBEamgwN0tuWDFVVlJVaEMxYnRpaTh2VHpGeGNWd2NYR0JzYkV4cGsyYkJwVDBVQmcxYWhSUTBpNXRZR0FBVFUxTk5HalFnQXRrUTBORHNDeUwrdlhyYzIzWEVqZHUzRUJxYWlyTXpjM1JwazBiN05xMXE5Sk5OS1R5S0d5cldPM2F0V0Z2YjQ5eDQ4Ymh0OTkrUTJSa0pQYnUzU3NUUXBxYW1qQTFOUVhETUtoZHV6Wk1UVTB4Y3VSSTZPbnBWZmdlRFJvMGdLdXJLMGFQSG8xVHAwN0poRzFNVEF4KytlVVhaR1Zsd2NIQkFYWjJkcDkxTTBtaWFkT21hTjI2TlZCU0l3ZUFaczJhY1RmREt2dVUwb0lGQ3hBZUhvNVRwMDVoK1BEaFpkYlF5MkpnWUFCWFYxZE1uRGdSVGs1T09IUG1ES3lzckdTYVZ4bzFhZ1JEUTBPb3FLaWdYcjE2c0xTMHhMQmh3MlJDcXp4NmVub3dOemZIb1VPSHBKWUhCd2ZEeE1SRXF1c1dTcnB0elpzM1QrYUc1ZWJObTVHVWxBUVBEdy9FeHNiaTVjdVhVRlZWaFkrUEQ1bzJiY3FGLzhLRkM1R1RrOE0xSDcxNzl3NHpaODVFMDZaTnVhWWVBSGp3NEFGV3JGZ0JsbVVCQUVlT0hNSHZ2LzllN3JrSWhVSUloVUt1NzYyRmhRWGMzZDBWL2l6SUJ4UzIxVVQ5K3ZXeFljTUdEQnMyREZldlhwVUpXME5EUTNoNWVYM3k4UTBORGFHdXJvN1hyMTlMTFkrSWlNQ0NCUXRRcDA0ZGVIbDVvVk9uVHAvOEhoOXpkSFFFd3pCQVNjZDVBRktYNFpKbGlsSlRVOE91WGJ0UXQyN2RTZ2R0YVNZbUpuQnljc0txVmF0dzllcFZtYkFkTUdCQW1VK0VLU0kvUHgralJvM0NyRm16SUJBSWtKcWFDajA5UFlqRlltemV2Qm1OR2pYQ29VT0hwTnFONjlhdGk2VkxsM0kzcTFEeUpYaisvSGtBZ0oyZEhRQ0F4K05oNnRTcE1qWDdqaDA3d3R2Ykc0V0ZoY2pQeitmQ3QvU1RmTkhSMGZqZi8vNkhaczJhY1RmOHVuZnZ6dldJa2ZlQUIwcnVEWVNIaDNPZlNXWHZMWkFQS0d5ckVjbGxlMEZCQVZpVzVZTHFTM2o5K2pXS2k0dWx1bGp4K1h3NE96dWpkdTNhOFBIeGthbHRmYTRGQ3had1hiaFNVbEt3Y2VOR0xGMjZGSTBiTndaS21oWXFlNWt0cnlhZm41OWY2ZkNWQkl3aWc4QlVWa0JBQUhiczJJRno1ODZCeitmRDF0WVcyN2R2aDdXMU5kYXZYNCtmZnZvSjY5ZXZ4N3AxNjdoOW5qNTlpamx6NXVEbm4zL21tZ3VNakl3d2RPaFF0R2pSQWkxYXRFRHo1czFoYUdnbzl3WmhqeDQ5NE9ucGlXUEhqdUhjdVhNb0xDekUzcjE3MGFwVkt3aUZRaVFsSmNIUjBSRTZPanB3ZDNlSHZiMDlVTktsclczYnRraFBUOGZFaVJNeGQrNWNtWGIxeE1SRVBIejRFR1BHalBuaW45VzNoTUpXeVNSdGNIUG16SkY2V0VBb0ZISTFWek16czA4TzJvQ0FBRmhaV1VsMTJjckx5OE9HRFJ1QWtqdmNFamR1M0VCbVppWWNIQnkrZU5DaXBBWXBxYWxKYWt5bXBxWXdNaktDcXFvcVY3dXFiTStBL2Z2MzQ5OS8vNFcydGpiUzB0S1FtWmtwOThtbThQQndoSVdGd2RiV1ZxbzJscE9UZzJQSGpnRWxsOFJmMnFWTGw5Q21UUnNZR0JqSURMUmpaV1dGdVhQbndzZkhCOU9uVDRleHNURXVYcndJUzB0TFRKa3lCYnQzNzRhUmtSSDY5T2tESFIwZHFVQ1d5TXZMZzZhbXB0VFRkeVltSnFoVHB3NDhQVDI1WGhzR0JnWUlDd3ZEOHVYTHNXdlhMclJwMHdZclZxeVErNFdscjYrUDhlUEhZK2ZPbmREUzBwTHF6VUsrREFyYkw2eXNybDlObWpUaDJzcXVYNytPNjlldm8zSGp4bWpXckJtRVFpRVNFaEs0aHh4KysrMjNUMzcvc0xBd3JGKy9IdWJtNW1qV3JCbXlzcklRRVJHQnJLd3M5T2pSZzZzMW9hU2ZLMHJHRDRpTGk1TjdQQXNMQzZsOTVIbisvRG5TMDlOaGFHaFlZZmxldlhvRlcxdGJxS3VybzdpNEdJYUdobHhORnlWTkM1SStvSm1abVRJUE93QkFjbkl5cmw2OXlyMDJNVEdSKzFTWFFDQ0F0N2MzdkwyOTBhSkZDelJ1M0JoNWVYbDQ4ZUlGaW9xSzBLWk5tM0o3UjN5S3VMZzRQSDM2dE54bWlEbHo1c0RHeG9iN3ZIYnUzSW4rL2Z0ajZkS2xYUGN1SHg4ZnJyMDdKU1VGVVZGUmlJcUtRblIwTk9MajQzSDkrblh1Q3l3a0pBUjc5dXhCVGs0T1VOSjhJK2xOa0ppWWlQZnYzME5mWHg4SER4NHM5MHQ4NGNLRmVQMzZOZmJ1M1F0cmEydUZCN0FoaXFHdy9jTEs2dnJWc21WTG9LUUh3YXBWcXhBY0hJeTR1RGc4ZXZTSTY2SXpmUGh3VEowNnRkd253U295YWRJa0NJVkNQSDc4R05IUjBWQlRVME9yVnEwd2YvNThqQmt6UnVweVc5TGQ2T25UcDFJUEU1UldVYTB6UGo0ZTgrYk5RLzM2OVJFU0VnSi9mMzhNSHo0Y3JxNnUzTU1MS0drejNyOS9QOXEzYjQrVksxZENJQkJBUTBNRC9mcjE0OHJFc2l6V3IxK1B3TUJBTkcvZUhDdFdyTUQyN2R0bEhtRmV0MjRkWEZ4Y0lCYUxvYWFtVm1ZWnpjek1NSC8rZk55N2R3K3ZYcjFDVWxJU3RMVzEwYVpOR3d3WU1BRGp4NCt2MUUwdlJSdy9maHphMnRvWU1XSUVVTkxPakpLQlp5UjRQQjRYdEdscGFjakt5b0tabVJsVVZWV3hZY01HVEpvMENUNCtQdWpVcVJPOHZMenc3Ny8vQWlVM0hMdDA2WUlwVTZaQVcxc2JOMjdjd0lrVEp4QVZGUVZqWTJQczJyVUwyN2R2eDVZdFcyQnNiQXdEQXdPOGVQRUNqUnMzVnFpZGxXRVlyRm16Qm0vZXZKRUtXajZmLzFsdDVPU0RMOWNvV0VNWXRUTjNaUmlzQmdBblJ3YzRPYzZyNmlMVldPL2V2WU90clMwME5EUnc5T2hSbkR0M0R2djM3NGVKaVFsNjkrNk5SbzBhUVYxZEhTb3FLbEJWVllXS2lncDRQQjRFQWdHRVFpRUVBZ0gzLzA2ZE91SGh3NGZZdVhNbjdPenNNR1BHREN4Y3VCRFIwZEd3c3JLQ2hZVUY2dGV2RHpVMU5haXFxbkxIVTFGUlFYRnhNWXFLaWxCVVZNVDlmOEtFQ1VwOTJnc2wvWlFYTDE0TVEwTkQvUExMTDBCSjk2OGZmdmdCVFpzMnhjeVpNNlg2VUl0RUlwdzVjd2FQSHovR3hZc1h1WWNUNHVMaTBMcDFhNFNHaHVMNjlldXd0TFJFbHk1ZHVLYWV3NGNQdzlmWEY1bVptV2phdENubXpKbURFU05HZ01majRkbXpaN0MzdDRlYW1ob0dEUnFFZ0lBQURCMDZWS2FMMjZoUm8yQnVibzQxYTliSW5FZHljakpPblRxRldyVnFRU0FRd00vUEQ0MGFOWklaV09kTDJMM3ZBSGJ2KzlCYmdtV3hPakV1VXJaQS94RlVzeVdmckc3ZHVtalFvQUhXclZ1SEJnMGF3TTdPRHUzYnQ0ZS92ejhDQWdMdzc3Ly9RaUFRS0hTc1AvNzRBeFlXRnJDMnRzWlBQLzBFaG1IZzVlV0ZDeGN1SUNnb0NHZlBua1YyZGphS2k0c3I3TVhRcWxVcnJxTytNdkY0UE96YXRVdXFmQm9hR2xpOWVqVjI3OTZOVmF0V1NhMWpHQWFHaG9iWXVIR2oxRkNJN2RxMUF3RDA2dFZMN2xDSHVycTZhTjY4T1p5ZG5hV3VERkJ5dyt2SWtTUFlzV01IenA4L0R5TWpvMG8vaktDbHBZWGp4NDl6ci9YMTlUK3Jkd2I1Z0dxMlZMUDlMSGw1ZVhLZlRDcE5Vb09WaklURk1Bd1lodUZDZ3NmamNhT2ZDWVhDQ29kMEZJbEVFQWdFWFBCS2FyZzhIbytyUlpQUHc3SXM5OFh3TlpzUXFHWkxpSUlxQ2xxVXRGc3FPcDZCSWtFcENkY3YzZDVLL3Ava0M1RjhPZFRxVFFnaFNrQmhTd2doU2tCaFN3Z2hTa0JoV3cxa1ptYktQR2tVRnhlSDVPVGtLaXRUYVNrcEtSVk90ZjMyN1Z1OGZmdTIwc2QrOSs0ZDR1TGlLalYxZVdsaXNiamM5WVdGaGNqS3lxcHdPMEsrTmdyYmF1RDA2ZE15M1hOY1hGemc0K05UN242SmlZbjQ2NisvRkhvUGYzOS85Ty9mSHk0dUxwVXUzK2JObXl0OGltejI3TmtWamg0VkhoN09qUmNnRVJRVWhDbFRwbkJqc2dMQWxTdFhNSGZ1WEtTbHBaVjdQSUZBZ05HalI1ZjV2a1ZGUlpnNGNTSW1UWnBFTjN0SWxhUGVDRFhJdTNmdkVCRVJnZnYzNytQZXZYdElUMCtIdXJvNnJsKy9YdTUwTHhFUkVkaXhZd2UwdExSdzVjb1ZEQjgrSE4yNmRWUG9QUVVDQVNJaUlzb2RQell6TXhOcGFXa1ZqaGdtbWMrcTlBeXVpWW1KVUZWVjVSNU5SY21qelVsSlNiQzF0Y1hpeFl2TEhBQWxLQ2dJcWFtcFpVNEZjK1RJRWFTbnAwTXNGaU1nSUlBYkExWWVrVWlFQ3hjdUlEQXdFTStmUCtlbS9mN3V1Kzh3ZWZKa2pCbzFDa0ZCUVhKblNwRG4xcTFiME5IUndZWU5HM0RtekJrQXdJa1RKN2crdEdYSnljbUJqWTBOK0h3K2JHeHNzSDc5ZW01ZGNuSXlUcDQ4aWREUVVHUmtaRUJiV3h2R3hzYVlPWE1tdW5idEtuT3MxNjlmdzh2TEMzZnYzc1g3OSs5UnAwNGRkT3ZXRFE0T0RnbzlXazIrTEFyYmF1ek5temY0NDQ4L0VCMGRqWmlZR0s2bTE2aFJJM1RwMGdYZHVuVkR6NTQ5eXczYXVMZzQvUHJycnpBeU1zS0JBd2Z3eXkrL3dOblpHWWNPSGVJZUlaYm55Wk1uS0Nnb1FHSmlJdmg4UGhvMWFvUUhEeDV3NjQyTmpaR2NuQXlXWlJFUkVRR1VkTnY2ZUNyMjFxMWJRMHRMQzRtSmlZaUtpb0tkbloxVTk2N256NStqWmN1V1VsM0RPblhxQkY5Zlh5eGJ0Z3pyMTYrSFdDeVdHUmlGWlZrY08zWU1YYnQyUmZmdTNXWEsvL2p4WXh3NmRBZ3paODVFWm1ZbXRtM2JCbE5UVTdrekJSY1hGMlBod29WNDhPQUJlRHdlV3JkdWpWcTFhbkV6MTk2L2Z4K2pSbzFDZ3dZTllHVmx4ZTBuRUFnUUdSa0pMUzB0cWFuZ1VVWVhOajgvUDdpNnVwYjVtUVBBMmJObnBXcitIKzkvK2ZKbGRPellFZWJtNWtoTlRVVm9hQ2hDUTBPeGF0VXFxUytUNU9Sa1RKczJEWVdGaGJDeXNrSzlldlh3L1BselhMNThHU0VoSWZEMjlwYjZnaU5mSDRWdEZmTHo4d05LZ3FHb3FJaDczYmx6WndEQXZYdjNFQlVWaFRadDJxQnYzNzdvMEtFRHpNek1wRWE0bWo5L1B2cjI3U3QzOW9XSWlBZzRPVGxCUjBjSGUvYnNRYjE2OWJCOSszYk1uRGtUczJmUHhzNmRPOHNjOVdydDJyVjQ4ZUlGOS9yajZjVDM3dDJMeFlzWFN6MGhKbS9XZzJQSGpzSFUxQlJuenB3Qmo4ZVRtbTViS0JUaStmUG5HRHg0c014Kzlldlh4Lzc5KzNIdTNEbTVOZExyMTYvajVjdVgzS2hZR1JrWjNJQTIyZG5aY0haMjVwNmVra3hndVdEQkFodytmRmhtRWt0ZlgxODhlUEFBYmR1MmhadWJtOVFJYUs5ZnYrWUc2YkcwdEpTYWd5d2pJd05EaHc2RmdZRUJOMFZSV1pvMGFZSXJWNjdBeWNtcHpCbU5SU0lSL1AzOTBiaHhZMlJrWk1pc0h6cDBLSDc2NlNlcEwxZkoyTWVIRGgyUytwelMwdEpnWm1ZR0Z4Y1hxYkUyUER3OGNQRGdRYmk3dTJQWHJsM2xscGw4V1JTMlZVZ3lkYlZrSkh6SjYxOSsrUVVNdzJEdzRNSFlzR0ZEbWUyTlFxRVFrWkdSYU4rK3ZjdzZmMzkvN055NUU5OTk5eDMyN2R2SEJWSDkrdlZ4Nk5BaE9EbzZZdjc4K1hCeWNvS3RyYTNNZXh3K2ZCaGlzUmkydHJhd3RMVEU0TUdESVJhTHVkbDVOVFEwY1AzNmRiQXNpOW16WjhQSXlBaXJWcTJTS1lma3liQzR1RGk1TmRTaW9pSUVCZ1pLamVMMXNkSlRsRisvZmgwOEhnOTc5KzdGK1BIajBhWk5Hd1FIQjJQSmtpWFlzMmNQek16TXNIRGhRdVRtNXNMRHc0TjdvTUxkM1IwelpzekE3Tm16c1hmdlhxbGFYWGg0T0FEQTN0NWVacWpKSmsyYWxEdkRzS0lzTEN3UUdCaUljK2ZPWWViTW1YSzNDUTRPUm5wNk9teHNiSEQ1OG1XWjlhV25vWmY0NFljZm9LS2l3ZzFYS2RHdVhUdnMzTGxUWnNZTmUzdDdIRGx5aEp2WWtTZ1BoVzBWa2t5VzZPbnBDVDgvUDI1b1FRQzRkdTBhNHVQamtaZVhKM2RBRlpabDRlZm5oNktpSXFuMnVuZnYzbUhkdW5XNGZmczJyS3lzc0dYTEZyeDU4d1pMbHk3RjZ0V3JZV1JraEVhTkd1SGd3WU5Zc21RSnRtM2JobXZYcm1IbHlwVm8wYUlGZHh4TlRVMDhmZm9VYVdscEdEcDBLSHg5ZlZGY1hDdzFlMjd0MnJXUms1T0RoSVNFQ2dkK0dUOStQSHIzN2kyMUxDUWtCQkVSRWJDenMxUDRhVEExTlRWNGVIaUF6K2RqL3Z6NUVBcUZjSGQzaDdHeE1UY0R3NHNYTDdCbnp4NnBka2w5ZlgxNGVucmlwNTkrZ3AyZEhWeGNYREJnd0FEdVhGRXlPKzNYWW1Oamd4czNidURQUC8vRXRHblQ1RTQ3NU92ckMwMU5UUXdjT0ZCdTJNcVRscFlHa1Vnazg0V3JxNnNyZDN0VlZWVm9hbXFXTzZrbytUb29iS3VwaVJNbll1blNwYkMydHBZN2hLQ2tOdHl6WjA5WVdscUN6K2ZqNU1tVDhQSHhBWi9QaDRPREErYk1tUU1lajRlOHZEd2tKeWZEd2NFQmh3NGRnb0dCQWVyVXFZUDkrL2ZEMjlzYm5wNmVtREJoQWdZT0hJalpzMmR6N1pyWHJsMUR3NFlOMGFWTEY1a0pFRy9mdm8yQ2dnTEV4OGVEWlZuazVPUncwMzJYcHFtcGlYNzkrc21kUnYzQ2hRdVZIaWdsTFMwTmh3OGZScXRXcmJCbHl4WmtabVlpS1NrSjY5YXRnNTJkSFZKU1VyQjU4MlpZV0ZoSXpXaU1ram5Jdkx5OHNIanhZaXhkdWhSMmRuYVlQMzgrQmd3WWdPRGdZT3pidHc4R0JnWnlielo5TGgwZEhRd1pNZ1RuejU5SFNFZ0lySzJ0cGRiSHhjVWhNaklTWThhTUtiY05IaVhkM2JLeXNoQWRIUTEzZDNmVXJWc1hQLy84czBMbGVQbnlKWEp6YzJGaVl2Slo1ME1xajhLMm1ySzJ0c2JaczJmeC9QbHp1Uk1qOG5nOE5HblNoTHN4czNqeFlvU0doc0xZMkJqTGx5K1h1a1AvM1hmZndjM05EUTRPRG5CMGRNVFJvMGVocTZzTEhvK0hPWFBtb0dmUG50aTZkU3V1WHIySzFOUlVyZ25oMHFWTEdEeDRzTnlCU1BidDI0Zms1R1FVRnhlRFlaZ3l1Nm5wNmVtaFg3OStNc3Rmdm55SlY2OWVZZUxFaWNqS3lpcjNzK0R4ZU53ME52cjYraGcxYWhTMHRiVWhFb2x3NWNvVmpCOC9IdTNidDRlYW1ocFdybHhaNFFoVkJ3NGN3TTJiTjdrMnpzR0RCeU1pSWdLblRwM0NUei85aEw1OSsyTGV2SG5jek1CZnl1VEprM0grL0huNCtmbkpoSzNreTh6VzFsYW1TYUMwWmN1V1NUVzVEQmt5QlAvNzMvOFVHcTlXS0JSaXg0NGRBRUF6TVZRQkN0dHFnbVZaUEhyMENJOGZQOGIwNmRQQjUvTlJwMDRkcVJzeThnZ0VBcWlwcVdIaHdvWG8yYk1uSmsyYUpQZE9lS2RPbmJCNjlXcThmUG1TQ3k0SlUxTlQrUGo0SURBd0VLYW1wdUR4ZU55VU9VT0dESkg3dnBMcDJrZU5HZ1V6TXpPNTA3ZVU1OHFWSzBCSjI3Sy92Mys1MnhvWUdIQVRIL0o0UEs1dGVNMmFOV2pZc0NFV0xseUkyclZydzlmWEYwVkZSV1hlZ0pKbzE2NmRWSzhDaG1Hd2JOa3k5T3paRTd0MzcwWklTQWhDUWtJd2NPQkEvUHJycjE5c2drTmpZMk4wNmRJRjRlSGhlUFhxRmRjYjVOOS8vMFZRVUJBc0xTMWhiR3dzMWV2all6MTY5RUNkT25Ydzd0MDd2SGp4QWxldVhFRjhmRHcyYnR6SXpmY21UMTVlSHBZdlg0N1EwRkFNR1RLRWEwSWh5a05oVzRYaTQrTVJIaDZPVzdkdUlTY25CL2IyOXREVjFjWDA2ZE94ZnYxNmhkcnRsaXhaQWx0Ylc1aVltTURFeEFTQmdZRnk3MlJMYUd0cjQvRGh3ekxMSjAyYUpEVS9tZVNta1dTS252ZnYzNE5sV1c2YnRXdlhRbDlmSHlrcEtaVWVMNVhQNStQczJiTm8xNjRka3BPVE1YVG9VTGs5RW9xS2lyakJ1RDhXRmhhR2dJQUFiTisrblJ0NWpHRVlhR3Bxb2srZlBwVXFqMFMvZnYzUXUzZHZYTGx5QmIvLy9qdXVYYnVHOFBCd2VIaDRvRTJiTnA5MHpJOU5uandaRHg4K2hKK2ZIemVEOHFsVHB5QVFDT1QyS1BuWXlKRWp1VDdQTE12aXlwVXJjSEZ4d2FKRmkzRHExQ2xvYVduSjdCTWJHd3RuWjJla3BhVmg0c1NKTkRadEZhR3dyU0t2WDcrR3JhMHRVQ29rTm0zYUpOVmUyTHg1OHpLZitCSUtoWmczVDNZczNvc1hMMWJxVHJPa1QrZklrU09sL2xENzlPbURCZzBhY0srRGdvSWdFb2t3ZE9oUW9LUjU0T0hEaHdDQWYvNzVoK3UyVmhyRE1KZzRjYUxNOGpObnp1RDkrL2RZdG13WndzUEQ4ZURCQS96MjIyOHlONDJPSERtQ29xSWltWUhBLy8zM1g2eGF0UXFEQncrV3VSeS9kKzllaFRlNnRMUzBaUGFUVUZGUndiQmh3ekJvMENDNHVibkIzOThmSzFldWhLK3ZyOXliV3BYVnQyOWZOR25TQkpjdVhjTENoUXVocWFtSjA2ZFBRMTlmSDMzNzlxM1VzUmlHZ1kyTkRmNysrMjljdm53WmQrN2N3Y0NCQTZXMk9YUG1ETFpzMllKYXRXcGgyN1p0Nk4rLy8yZWZBL2swRkxaVnBGR2pScGc4ZVRLc3JhMFJGaGFHUC8vOFUrYVBUVnRidTh4K3NHV05KYkIvLzM2Rnk3Qmp4dzZjUEhrU1AvNzRvMVN3b2lSc1M5Y1FuejE3aHVMaVlqZzRPSERMb3FLaW9LK3ZqNHNYTDhvY095TWpBendlVHlac2k0dUxjZlRvVVJnWUdNRGEyaG9kTzNiRWhRc1hjT3pZTWFrdVVhOWV2WUtucHljR0R4N005VHVXV0wxNk5kNitmWXZrNUdSTW1USUZXVmxaS0N3c3hJMGJOK0RsNVlXWW1KZ3k3N1lMaFVJMGJOaXd6TENWVUZOVHc1SWxTM0QzN2wydWZWbmVBeEdWcGFLaWdva1RKMkwzN3QyNGRPa1M2dFdyaDh6TVREZzVPWDF5bUV1YUQxNi9maTIxL01TSkUzQnpjNE9GaFFVMmJkcjBXWFBia2M5SFlWdEZlRHZwcEFBQUlBQkpSRUZVVkZWVnVjdTVzdHJvOHZQekVSb2FLbmZkeDNmYTVZbUtpaXJ6RWRxOWUvZmk1TW1UR0Q5K1BEZGZWa1Vrc3dDbnBhVkJYVjBkdzRjUGwzcjBWc0xIeHdmdTd1NXlMMWM5UER6dzl1MWJiTisrSFR3ZUQzcDZlbGl3WUFIYzNOelFva1VMOU92WEQyL2Z2c1dpUll2UXNHRkRMRm15Uk9ZWW5UdDNScDA2ZGRDb1VTTTBiTmdRRFJvMFFKTW1UYmkrd3Q5Ly96MjJiZHNtOXh5MmJObUNrSkFRaGM2WFlSaXVPMXRlWHA1Qyt5aGk5T2pSOFBUMHhJVUxGMUN2WGoxb2FtcGk5T2pSbjN5OHBLUWtvT1Rtb2NUVHAwK3hjK2RPV0ZsWlllL2V2UW9QM2s2K0hncmJhaXc1T1JtTEZ5LytwSDBEQXdQaDR1SUNhMnRyTEZ1MlRLcm02dUhoZ2NPSEQyUFVxRkZ3ZG5hV3UvL1JvMGZ4K3ZWcnZIbnpCaGtaR1VoSVNBQ2Z6OGY0OGVPaHE2dUxxVk9uZ3NmajRkS2xTNWcvZno1M0UrbkVpUk53ZDNmSEw3LzhJbE9yalltSndmSGp4OUcxYTFlcG11WGt5WlB4NU1rVC9QYmJiNWczYng3T25EbUR3c0pDZUhsNXliM1pWZFpEQVo5cTA2Wk4rUDc3NzlHdFd6ZXBuaGMzYnR6QXMyZlBvS21wK1VWN0p0U3BVd2REaHc3Rm1UTm53REFNUm84ZUxYUFQ4bU52M3J6Qi9mdjNNWHo0Y0treTNyNTlHNEdCZ2FoYnQ2NVVIMmgvZjMrd0xJdTVjK2RTMEZZVEZMYlZXTHQyN2FRbTNpdXRxS2hJNm8vcll6WTJOc2pLeW9LN3V6c21USmlBMzM3N0RUWTJOdGl6WncrT0hEbUNNV1BHWU1XS0ZXVStuUllTRXNJTnhOS3BVeWNFQlFWQlMwc0x1M2Z2NXZxQjNybHpCMkZoWWJoNjlTcG16Wm9GVFUxTnVMbTU0ZWVmZjhhUFAvNG9kYnlzckN5c1dyVUsydHJhY3R1aFY2MWFoV2ZQbm5HUEJlL2F0YXZjc1Jza2NuTnpFUnNiaTVpWUdHNzY4TXFLaTR2RHFWT25VTHQyYmJSdTNScHFhbXBJUzB0RGFtb3FHSWFCczdNejl5VGNseko1OG1TY09YTUdMTXR5YmZmbEtTb3F3cG8xYStEaDRRRUxDd3RvYUdnZ0lTRUJNVEV4ME5EUXdMcDE2NlNtS0hyKy9Ea0F3TnZidTh6Zm9Ra1RKcUJIang1ZjhLeEllU2hzcTRHaW9xSXZQZ1Fnd3pENDhjY2YwYk5uVDdpNnVtTGx5cFU0ZVBBZ0VoTVRNV0hDQkN4ZHVyVGM5eng0OEtEVTY4aklTQlFYRjB0MXVPL2R1emRPbno2Tlk4ZU93ZHZiRzN3K0g5YlcxakxETVJZVUZHRFJva1g0NTU5L3NIMzdkalJ0MnBSYmw1ZVhoMHVYTHNIWDF4Zkp5Y25vM2JzM1ltTmpzWGp4WWd3ZVBCaXpaczJTNnRMRTUvUGg2K3VMWjgrZVNZMzVhMlJrQkJzYm0wLzZyQllzV0lDQWdBREV4TVFnTmpZV0xNdENUMDhQUTRjT3hlVEprK1UrSnZ1NVdyWnNpYTVkdTBJc0ZpdlVGcXlucDRkRml4YmgyclZydUgvL1B2THo4OUd3WVVPTUhEa1NNMmJNZ0pHUmtkVDJrbWFQZS9mdWxYbk04cjZzeVpkSFlWdUYxcTlmRDVGSWhMLysrb3NidTZDMHAwK2Z5aDNScWpLTWpJemc3ZTJOQXdjT3dNZkhCeW9xS3VqY3VmTVhDM2NORFEzTW1UTUh3NGNQeDZaTm14QWNIQXhIUjBjc1hib1V6Wm8xQTBxYUxXSmpZN0Z3NFVKWVcxdmozMy8veGIxNzkzRGp4ZzNjdlhzWEFvRUFWbFpXY0hWMWhZV0ZCZkx6OCtIajQ0T1RKMC9pOHVYTGFOV3FGYnAxNjRidTNidWphOWV1dUhqeElobzJiQWdiR3h1WW1abWhZOGVPVXJXNm16ZHZTdldqTFUwc0ZzdU1mMkJsWlZYbTl1VnAzTGd4MXlPakxDdFdySkE3UUkva2M1SEgwdEpTNXJnYUdocVlNV01HWnN5WW9WRFpKUDJTU2ZWQllWdUZjbkp5a0p5Y2pEWnQyc2p0eHZYZGQ5OWgwYUpGY3ZjVkNvVmwvaEYvVEVWRkJZNk9qdWpTcFF0V3JseUpaY3VXSVQwOUhkT25ULy9zYzVEUTE5Zkg3dDI3RVJRVUJBOFBENm1uM21iTW1BRTlQVDFNbXpZTlQ1NDh3WXdaTXlBV2k2R3RyWTNodzRkajNMaHhVbytQMXFwVkN3c1dMTUNFQ1JQZzUrZUhnSUFBbkR4NUVsbFpXZWpWcXhkT25UcFY3cGRGeDQ0ZE1YWHFWTG5yenAwN2g0U0VoQzkyM29RbzZwc2J2dDZvbmJrcncyQTFBRGc1T3NESlVUYmsvc3N5TXpQaDRlRUJKeWVuQ20vS2ZDcVdaY3NOdzRzWEwwSlRVeE85ZS9kV2FBQWFnVUNBMjdkdm8xZXZYbkxIaWZoNFc0WmhGSm9TblZTOTNmc09ZUGMrVHdBQXkySjFZbHprbXFvdTA5ZEN2NUhmbUlZTkczN1MxRGlWVVZFVGhienVZdVZSVTFOVHVETSszWGtuMVJYTlFVWUlJVXBBWVVzSUlVcEFZVXNJSVVwQVlVc0lJVXBBWVVzSUlVcEFZVXNJSVVwQVlVc0lJVXBBWVVzSUlVcEFZVXNJSVVwQVlVc0lJVXBBWVVzSUlVcEFZVXNJSVVwQVlVc0lJVXBBWVVzSUlVcndUUSt4ZUQvc0FZQURWVjBNUXI1WkgvNEd2dzNmZE5pR2hqOUVhSGo1MDVvUVFzaVg4TTAxSTdBc204eXl5SzdxY2hCQ1NtUHpXSlpOcnVwU2ZFM2ZYTTIyU0pSL1FWTzF0cGhsMGJ5cXkwSStuWVlxbXF1cDhJd0FRQ0FTSnhZSmtWVFZaU0tmam1YWmxDSlJ3WVdxTHNmWDlNM05RVWIrR3pwMzd1d0tmSmhMRHNEcVI0OGUvV2ZucmlML0RkOWNNd0loaEZRRkNsdENDRkVDQ2x0Q0NGRUNDbHRDQ0ZFQ0NsdENDRkVDQ2x0Q0NGRUNDbHRDQ0ZFQ0NsdENDRkVDQ2x0Q0NGRUNDbHRDQ0ZFQ0NsdENDRkVDQ2x0Q0NGRUNDbHRDQ0ZFQ0NsdENDRkVDQ2x0Q0NGRUNDbHRDQ0ZFQ0NsdENDRkVDQ2x0Q0NGRUNDbHRDQ0ZFQ0NsdENDRkVDQ2x0Q0NGRUNDbHRDQ0ZFQ0NsdENDRkVDQ2x0Q0NGRUNDbHRDQ0ZFQ0NsdENDRkVDQ2x0Q0NGRUNDbHRDQ0ZFQ0NsdENDRkVDQ2x0Q0NGRUNDbHRDQ0ZFQ0NsdENDRkVDQ2x0Q0NGRUNDbHRDQ0ZFQ0NsdENDRkVDQ2x0Q0NGRUNDbHRDQ0ZFQ0NsdENDRkVDQ2x0Q0NGRUNDbHRDQ0ZFQ0NsdENDRkVDQ2x0Q0NGRUNDbHRDQ0ZFQ0NsdENDRkVDQ2x0Q0NGRUNDbHRDQ0ZFQzFhb3VBQ0VWVU9uVXFaTSt3ekJxcFJlS3hlSzZETU1BQUZpV3JXdHVibTcwMFhwaGRIVDBhd0FpSlplWEVMa29iRWwxeHpBTTQ4NHdUSWVQbHRjdnRjRjBBTU5McjFSUlVVa0NNRVJwcFNTa0FoUzJwTG9UOG5pOEp3QkdsN05OL2RMaGl3ODEyd3NBaEYrL2VJUW9odHBzU2JVbkVvbE9zaXdybHJ4bVdWYnVQK2xkUkQ1VlVsaEN5a0JoUzZxOXFLaW9Kd0FlS2JvOXk3SlJNVEV4ajc5dXFRaXBIQXBiVWhPd0xNc2VaeitxdmpJTUE4bE5zdEliQXZBSHdINThFRUtxRW9VdHFSR0VRdUZGQU5rS2JQcWVaZGtnSlJTSmtFcWhzQ1UxZ29hR1JpYkRNSW8wSlR3U2k4VnBTaWdTSVpWQ1lVdHFoSWNQSCtheUxCc3E3MFpacWRkaUFQZWpvNk16cTZxY2hKU0Z3cGJVRkdLV1pVTUJaSDNjVG92L2I3L05GNHZGb1FERWNvOUFTQldpc0NVMWhsQW92TTh3ek51eTFyTXNtMU5ZV0hoZnVhVWlSREVVdHFUR2VQejRjWVpZTEw2SGtwcXNSS24vaHp4Ly9weWFFRWkxUkdGTGFoU0dZWTZYdFU0a0VoMVVibWtJVVJ5RkxhbFJpb3FLYnJNc215SjVYV293bXNUbzZPamJWVmsyUXNwRFlVdHFsQ2RQbmhRRDhNTkhUUWtBVGdNUVZGbkJDS2tBaFMycGlmNEF3Qy8xdWtBa0VwMnZ3dklRVWlFS1cxTGpGQllXSmdCNEtubk5zdXhqaG1GZVZXMnBDQ2tmaFMycGNYZzhudVFCQjdaa0xJVFEvUHg4Nm9WQXFqVUtXMUxqbExUYjNtTVlKbzlobUVLV1plL0h4OGNYVlhXNUNDa1BoUzJwa2NSaThYMEFid0hrQ0lYQzBLb3VEeUVWb2JBbE5WSlVWTlJ6bG1XZnN5ejc3UEhqeHkrcnVqeUVWRVQySWZQL09QM1dyUnVwcTJvUDVZRm5wTURtcEJyVFVrTjdWc3p5K0NJbXBxckxRajRQeTRwVGlrUUZBZW54OFdVK2psM1RmWE56a0ttcmFkdndXTjRPaGtHRHFpNEwrVHlGZ2cvanpUQU1NNjZxeTBJK0Z5OWJYVTFiQU9Cb1ZaZmthL25td3BiSDhscFEwUDQzTUF5MWd2MVhNQXgwZVN5dlJWV1g0MnY2NXNLMnRHNVdYZEM5cTJWVkY0T1FiOWI5c0FjSURYOVkxY1ZRaW04NmJMdDN0WVNUNDd5cUxnWWgzN0FEMzB6WTBuVVlJWVFvQVlVdElZUW9BWVV0SWRYTW8wZVA0TzN0WGVaNnNWaU0wNmRQbzdpNHVGTEh6Y3JLZ3F1cks2S2pveXZjOXNXTEYxaTVjaVVTRWhJcTlSNmtiQlMyUk9uT256K1BvQ0RwMmNhTGlvb1UvaWNVQ3FYMnpjdkxRMVpXMWlmOXk4dkxVL0xaVnl3OFBCd2VIaDVscm8rS2lzTEdqUnV4YTlldUNvOFZHeHVMUzVjdVFTZ1VvcUNnQUJjdlhrUktTa3FGKzcxOSt4YVhMMS9HdTNmdktsMStJdDgzZllOTUdjTEN3dUR2NzQrWW1CaThmLzhlS2lvcTBOUFRRKy9ldmZIYmI3OGhNek1UZ3djUFZ1aFkyN2R2aDdXMU5UWnMySUF6Wjg0QUFFNmNPSUYyN2RxVnUxOU9UZzVzYkd6QTUvTmhZMk9EOWV2WGMrdHljM1B4NTU5LzRzYU5HMGhOVFFYTHNqQTBOTVRZc1dNeGF0UW9xS2lvU0Izcjlldlg4UEx5d3QyN2QvSCsvWHZVcVZNSDNicDFnNE9EQXd3TkRSVTZqNUNRRU55K2ZSdTFhdFZDNzk2OWtadWJpKysvLzE2aGZRR2dmLy8rMkxadEcvZmEyZGtaOSs3ZFUzai8wa3hNVEhEOCtQOVAvakIyN0Zna0pTVnhyM2s4SHVyWHI0L09uVHRqK3ZUcE1ERXhrZHBmc3YydFc3ZWdvNk1EQUhKL3B1cnE2cWhYcng3YXQyK1BIMzc0QVFNSERwVDViQlZsWVdHQklVT0d3TS9QRDliVzFyQ3lzaXB6MjRDQUFBUUVCR0Rnd0lFVkhyZXdzQkNxcXFwUVUxUDdwSEtSOGxIWWZrWHU3dTd3OGZFQkFCZ2FHcUo1OCtaNDkrNGQwdExTY1BYcVZmejIyMjlRVjFlWCtXT0pqbzVHVVZFUk9uZnVMUFVIV2I5K2ZabjM4UFB6ZzZ1cmE3bmxPSHYyTFBoOHZ0eDFEeDQ4Z0tlbkp6cDE2Z1JyYTJ0a1oyZmovdjM3MkxCaEF5SWlJckJ1M1RwdTIrVGtaRXliTmcyRmhZV3dzckpDdlhyMThQejVjMXkrZkJraElTSHc5dlpHNjlhdEsveGMxcTlmajFtelpzSFoyUm1IRGgxQzA2Wk5BUUQyOXZhd3NMRGd0aXNvS0lDcXFpclUxZFc1Wlh2MzdwVjdUSDE5ZlN4YXRFaG11WnViR3hvMWFvUnAwNmJKckpQOGJPVHAwYU1IVkZSVWtKT1RnNlNrSkZ5OWVoVTNiOTdFbGkxYkZQNWkwTkxTUW9jT0hRQUF4Y1hGeU1qSXdNMmJOM0h6NWsxNGVYbGg4K2JOTURZMnJ2QTRyMSsvbHJuMDc5aXhJMjdmdm8zbno1L2ozMy8vbFZyWHQyOWZhR2xwQVFEdTNMbURqaDA3U24yR1pSa3laQWpHalJzbjkzTWtuNC9DOWl1SmlZbUJqNDhQZEhSMHNIUG5UcWtReWMvUHg0MGJOd0FBZGVyVXdZRURCNlQySFRWcUZGSlNVdURtNXNiVmx1UnAwcVFKcmx5NUFpY25KOVN0VzFmdU5pS1JDUDcrL21qY3VERXlNakprMXJkcDB3Ym56cDFEa3laTnVHVXBLU21ZTkdrU0FnTUQ0ZWpvQ0gxOWZRQkFXbG9hek16TTRPTGlna2FOR25IYmUzaDQ0T0RCZzNCM2QxZm8wbFpMU3d0YnQyN0YxS2xUY2VyVUtlNlB1M1hyMXVqV3JadlU1ekIwNkZBNE9EaHd5NDRkT3liM21EbzZPbkt2RUR3OVBhR25weWQzM1lVTEY1Q1ZsU1gzZUpzMmJlSSsrK0xpWXV6ZnZ4L0hqaDNEaGcwYjBMTm5UNFhDeThEQVFPWm5tNXljREc5dmJ3UUVCR0RXckZudzh2S0NpWWtKQ2dzTEVSQVFBSHlZMkJJc3k4TFB6dzlxYW1yUTFOU0VpNHVMM1Bkd2MzT1RlMTVhV2xwNCtQQWgwdFBUa1ptWmlYNzkra0VzL3ZERTNZWU5HN0JseXhadWV6czdPMHlmUHIzQzh5R2ZoOEwySzNudzRBRUFZTml3WVZKQkN3QzFhdFhDeUpFalAvczlMQ3dzRUJnWWlIUG56bUhtekpseXR3a09Ea1o2ZWpwc2JHeHcrZkpsbWZYZmZmZWR6RElEQXdPMGI5OGVEeDQ4UUU1T0RoZTI3ZHExdzg2ZE8yVXVmKzN0N1hIa3lCRkVSVVVwWFBabXpacmgwS0ZEYU5XcUZmTHo4N25sS1NrcFNFMU5CUUR3K1h5a3BLUWdOUFREb0Y3bTV1WUtILzlMVWxkWHg2SkZpeEFjSEl5VWxCVEV4TVNnUzVjdW4zUXNRME5EdUxxNm9rT0hEdGk0Y1NPV0xGbUMwNmRQSXk4dkQzdjI3QUUrVE5rT2xtV3haODhlNk9qb2NGOUdCdzhlUk9QR2pjczg5dlhyMTdGNzkyN3V0WmVYRjJyWHJvMmZmLzRaQUpDZG5ZMjllL2RpOE9EQjZOaXhJN2VkcWFucEo1MExxUndLMjY5RWNobFhWczNwUzdDeHNjR05HemZ3NTU5L1l0cTBhWExiQUgxOWZhR3BxWW1CQXdmS0RWdDVoRUloVWxKU1VMdDJiVFJyMW94YnJxdXJLM2Q3VlZWVmFHcHFLbFRiSzAzZUpmVGx5NWR4K1BCaG9DUnNKWmZ2QUhENjlPa3lqeVVRQ0pDV2xpYjNYUGg4dnR4MVpUV3R5TVBqOFdCc2JJeVVsQlM4ZWZORzRmM0tNbTdjT055NmRRdDM3OTdGcFV1WE1HYk1HUHo5OTk5QVNXMzg0TUdEM092QXdFQUFRT1BHamFHcnE0dHIxNjVoOU9qUlFNbk53Yi8rK2d2RGhnMlR1cnBKVEV4RWVIZzRuSnljTUdiTUdLRGt5bVR2M3Iyd3RMVEUwS0ZEUC9zY1NPVlEySDRsL2ZyMXc4NmRPeEVVRklRT0hUckExdFlXUE42WDdmeWhvNk9ESVVPRzRQejU4d2dKQ1lHMXRiWFUrcmk0T0VSR1JtTE1tREdvVmF0V2hjZkx6YzFGUWtJQ3ZMMjk4ZmJ0VzdpNnVrSlRVN1BDL1Y2K2ZJbmMzRnlabTBjZnUzLy9QbGZMQW9DVEowK2laY3VXVXR2WTI5dkQzdDRlS0tNWm9TeUppWWtZTVdLRTNIV3BxYWxscnF1b3pLVmxaMmNESlovN2x6Qml4QWpjdlhzWHQyL2Y1Z0pSbnY3OSs2TkxseTRRQ29Xd3M3TkRVbElTVEV4TTBMWnRXd1FGQldIanhvMjRkdTBhbkoyZEVSZ1lpSVlORzBJZ0VNRGQzUjNHeHNiSXpjMEZTcHF2VVBJbEkxa21JYWtja0srSHd2WXJhZEtrQ1Z4Y1hMQnUzVHBzMzc0ZDU4K2Z4N3g1OHlwMTExMFJreWRQeHZuejU3azcwNlg1K3ZvQ0FHeHRiYm1na09mVXFWUFl0R2tUOTlyRXhBUkhqeDZ0c0pjRFNtcU9PM2I4WDN2M0hoZGoydjhCL0RORlJzb282U1MwU0paU3ppcWtuT0p4M0ZVNXBDVzJaK1VRWVhuS290MjBFWFpicDE4aTBzckdLa1hPbTBNUGxxaHN5Q0VwallUS2xHaW1adWIrL2JGejM2L3U3cG5wWUdLZjNldjllbm05MW4zZmMycjFuZXUrcnUvMS9XNEJGS00xZGJwMjdZckF3RUFJaFVMczNidVhtVU9reVdReVhMMTZsZm03V0N4R1lXRWhjMHpaQWlHdGMrZk9DQW9LNGh4ZnUzWXRURTFONGVmbnh6a1hFUkdCUDd2cTFFOG9GT0x1M2J0bzBhSUYrdlRwMDZESDFJY2UyVDk5K2xUdGRYdytIeGtaR1ZpN2RpMjB0YlVSRlJVRmEydHJRUEV6YjkrK1BkYXRXNGM1YytZZ1BEd2NKaVltQ0FzTFl6Slc2dHF3WVFNMmJOakFPbFo3RHBkb0hpVFlOcU1KRXlhZ1o4K2UyTEpsQzI3Y3VJSGx5NWZqMDA4L3hlclZxNWxWNnZkbFpXV0YvdjM3SXowOUhYbDVlY3hJc2F5c0RHZk9uTUdBQVFOZ1pXWEZ6Q0VyMDYxYk4zaDRlRUFrRXVIWnMyZTRlL2N1Rmk1Y2lLQ2dJTGk2dXFwOFhHVmxKUUlEQTNIOStuVzR1YmxoMUtoUmF0K3JzYkV4SmsyYWhPenNiT3pkdTVkenZxcXFDcUdob2F4amFXbHBTRXRMQXdBTUhUcFU2Zk5LcFZJSUJBSU1HTUF0S3NUbjg5R3VYVHVsNXdRQ1FiM1RQS1dscGJoOSt6WWlJaUlna1VqZzQrT0R0bTNicW4xTVE5R2p5YXFxS3FYblQ1dzRnYnQzNzhMQ3dnSmJ0MjVGbno1OXNHblRKdGJpSkFDTUdERUNzYkd4V0x4NE1lYlBuNDl0MjdaaHhvd1puQy9mMHRKU3JGKy9IdDdlM3B3TUdEcDRFODJIQk50bTFyMTdkK3phdFF1Wm1abll0V3NYYnQyNkJSOGZINnhkdXhZVEprelF5R3ZNbURFRHQyN2RRbng4UFA3em4vOEFpdEZxVFUwTnBrK2ZYdS9qKy9idHkxckVlL2p3SWZ6OC9MQnExU3JFeHNZcUhlSGV2WHNYcTFldlJsRlJFVHc4UExCaXhZcjMvaHo2K3ZxNGRPbVMybXNXTFZyRU9TYVZTaldlRzZyc0RzVGQzUjBMRml6UTJHdlFkeHNDZ1FCVlZWVTRmLzQ4TWpJeWNQWHFWY2psY3F4YnR3NVdWbGFZUFhzMnlzdkw0ZXZyaXhZdGxQL0tkdTdjR1RFeE1ZaUppVUhmdm4zUnNtVkx6aFFOUFc5dFpXVUZSMGRIalgwT29tRklzUDFBK3ZidGk5MjdkK1BFaVJNSURnNUdhR2dvK3ZYcngrU1l2by9odzRmRHpNd01LU2twV0x4NE1maDhQbzRlUFFwVFUxTU1IejY4MGMvWG8wY1BMRnk0RUNFaElUaDI3QmhXcjE3Tk9wK1FrSUNOR3plaVRaczJDQThQVnp2NmJRaUo1TTllalh3K0h3VUZCWmc1Y3libm12SGp4eXVkSm9BaUgxZEhSd2NQSGp6Z25LdXVya1psWmFYU2M3V3pJT3F5czdPRHRyWTIrSHcrUHZua0U0d2JONjVSODdzTmNlZk9IVUF4cWhTSlJGaS9majMwOVBRZ0VBaWdwYVdGVTZkT3djaklDQ0tSQ0FjUEhzVEJnd2ZyZmM2QkF3Y3lYenl2WHIzQzd0MjdtWFB2M3IwREZCc2RNak16bWVPT2pvNmNVVENoZVNUWWZtQVRKa3pBclZ1M2tKeWNqTXVYTHpkbzVGa2ZiVzF0ZUhoNElDSWlBaWtwS1RBd01FQkpTUW44L2YyYnZFdUozcHp3L1BsejF2R0RCdzlpNjlhdDZOdTNMNzcvL252T0xXMWpsWmFXNHNhTkc0QmloRWRSRk1SaU1kYXNXY044RVczYnRrMXRIWURYcjEvajVjdVhTb00wL1JsVW5WTVZRQ01pSWpTMkVLWU1SVkZJVEV3RUZBdGd4c2JHaUlxS1FwOCtmYkIzNzE3czJiTUhSa1pHQUFCZFhWMnNXcldLOWZqZmYvOGRaODZjUVdCZ0lHdFVYL3YvUjNsNU9SSVNFbUJyYXd1QlFNQjhxWldYbDZOVnExYUFZbXV3dnI0K0NiWWZBQW0ySHdFOTU2ZkpmZmxUcGt4QlpHUWtqaDgvRGdNREEvRDVmQ1k5cUNueTgvTUJ4YzRzV2s1T0RuNzQ0UWNNSERnUTI3WnRlKzliOTd5OFBQejAwMC80NUpNL0MvUWJHUmt4NlZpMnRyWk13RmUxa1FHS2xLL1MwbEtNSHo4ZVhsNWVuUFBMbHkrSHViazVsaTlmemprWEZoYUdtcHFhOS9vTVRiVjc5MjdrNU9UQXhzWUd3NFlOQXdEMDY5ZFA2YlU2T2pxY3ZPekt5a3FjT1hNRzQ4YU5nNjZ1cnRyWFdyUm9FUVlNR0lDaW9pSk1uRGdSczJmUFpsSy8vdld2ZjJuc014SHFrV0RiVEE0ZVBBaGRYVjJNR3plT2xUNzE1TWtUSnQ5VmswbjZiZHUyeGZqeDQ1R1FrQUFlajRjcFU2WTBhQ0VuTmpZV24zMzJHU3MxckxDd0VEdDM3Z1FVdCsrMHc0Y1BnNklvK1ByNnZsZWdmZjM2TlFCZ3pabzFzTGEyaHJhMk5qcDA2QUJUVTFNbXlKZVZsVEU3M3RTTmFoOCtmQWlaVEFaYlcxdWxpenc2T2pyUTA5TlRlcTVObXpiTm1nZXRURUZCQVhidjNvM1RwMC9EME5BUVlXRmhIL1QxMVJrNmRDaTZkZXYyc2QvRzN4WUp0czJrdExRVVc3ZHV4Y2FORzlHOWUzY0lCQUtVbHBiaTBhTkhBSUJKa3lZcFhTRi9Iek5tekVCQ1FnSW9pb0tucDJlREhuUHc0RUZFUlVXaGYvLythTisrUFlxTGk1R2VuZzZwVklwLy8vdmZzTE96WTY1OStQQWhBQ0E2T3BwVnZLVTJkM2QzT0RnNHFIMU4rc3RtK3ZUcDhQWDF4ZWVmZjQ1Qmd3YXhycW03RUtWcU1mSGl4WXNBb0xIc0RrMTY5dXdaczZBbkZvdFJYRnpNVE12WTJOZ2dMQ3lNdFUzNlk1REw1ZUR4L215eVhUY2RqTkFzRW15YnlkU3BVMUZkWFkyTWpBems1K2VqdXJvYUFvRUFUazVPbURScFVyMXBVazNSdFd0WERCbzBDSEs1dkVFRlRnQWdJQ0FBQ1FrSnVIZnZIa1FpRWZUMDlPRGc0SURwMDZkanlKQWhyR3ZwYVE5MUZiWWFzc285Wjg0Y3VMcTZZdlRvMFlpTmpVVkpTUW56NWNEbjgyRm5aNGRseTViQjJOaVllUXlkSmlXVlNwbmdJSlZLY2ZyMGFSZ1pHVFZwOGFxNXB4RGV2WHZIL0t4YXRXcUY5dTNidzgzTkRXUEhqc1d3WWNPWXoxRlgzUktTbXZibXpSc2tKU1dodkx3Y0wxKytWSnEvVEc5NmFPeXVRRUkxRW15YlNhZE9uWnFjRHBXVWxLVDJmRkJRa01xVmVWVjFVQWNNR0lCYnQ3aTluc2FNR1lNeFk4Wm81SDAxbExXMU5heXRyWkdabVludDI3ZGoyTEJoek1qVTFOU1VWVGc3TXpNVER4OCtST3ZXclZGWldZbnM3R3htbnZIUW9VTW9LaXJDZ2dVTFZBYXUyaTVkdW9Tc3JDeTBidDBhRlJVVnlNek1aT1pMYWFvMkFxaWk3SG9qSXlPbFArdjZ4TVRFb0xxNkdpZFBubVNtZ1BMejgzSGh3Z1hPdFhRZGlwOS8vcGt6cGRPMWExYzRPenVyZkIwZEhSMXMyYklGRkVXaGYvLyt6TTl6ejU0OXFLeXNCSS9IdzdsejU2Q3RyZDNnc3BsRS9VaXdKVDZha3BJU21KaVlZUDM2OVNxdktTb3FRbmg0T0xQVHk5emNITzd1N29EaTF0elkyRmh0UmtlYk5tMllVWEZGUlFVT0hEakFuRE0zTjRlUGo0OEdQOUg3U1VoSWdGQW9CSi9QWjNhOFBYbnlCSHYyN0ZGNlBaL1BSMHhNRE9mNHFGR2o0T3pzakM1ZHVqQXBnTFcxYXRVS2x5OWY1anp1NGNPSHJHcDBTNWN1aFlHQmdZWStIVkgvY09CdnhyS24vVG9lRCtzQndIL2h2MGwzM1kvc3paczNEVXF4b20rdDZ5YjE1K2ZudzlMU3NzR3ZSMUVVWkRLWjB1ZjZLNURMNVJxdm9kSFkxNWZMNVIvc1p4T3g0LzhRc1NNU0FFQlJXSjkvUHl2NGc3endSL0RYKzlkRy9LTTBOSmRWMVM5L1l3SXRBUEI0dkw5a2tLVjl6RUJMdi83SGZnOS9WK1NuU2hBRThRR1FZRXNRQlBFQmtHQkxFQVR4QVpCZyt6K3F2THljVXcvMjd5Zy9QMTlwNzdTR29DZ0tFb21FV1JCcmpBTUhEaWhOdWRLazU4K2ZzenI1YW9KVUtrVjJkamJ6TXhPSlJHci9uWlNVbENBM041ZDE3UDc5K3lnc0xOVG8reUpJc05XSW5Kd2NaR2RuTitxUHNpMm9RcUdRcWN5VWxaV0ZnUU1INHZIang0QWlCYXIyTDRXL3Z6OFdMMTc4UVQ3Zm8wZVBjTy9lUGM0Zk92Rzl1cm9hNzk2OXEvZFBVNExlL1Buem1kNWNqZlg4K1hNNE9qbzJxRnBXWFNkUG5teFNybXhEdlhuekJ0T21UZE40MFc2SlJJSTVjK1l3Ulc3OC9mM2g0K1BEL0R1cTYralJvL0QxOVdVZCsrYWJiOVIySG9iaVM3QytjcGdFMjE5M1dmWi95SklsU3pqdHBPdHo3Tmd4VnNJNHZUMjJkKy9lMkxScEV5aUtnbHd1QjBWUnFLNnV4dGRmZjQycXFpb2NQbndZVU9SRXpwOC9YK09mUlptbFM1ZWl1TGlZYzN6bnpwMFlQSGd3MXExYmg3Tm56OWI3UE51MmJZT2pveVBTMHRMVUZqUDM5ZlZsYWpWUUZQV1hXUjAvZE9nUXRtL2ZydlRjMUtsVEc3V0pSVjlmSDVNblQwWjhmRHp1M0xtanNlM0dkQjBPZWpRYkhCeU13TUJBekp3NUU0R0JnWmc4ZVhLVG5yZTB0QlNabVpuNC9mZmZjZTNhTlJRWEYwTkhSd2ZuejU5dlVNc2xnZ1JiallpS2lxcDNpK1dkTzNmd3l5Ky80UEhqeDNCemMrTnNrV3pSb2dXKy92cHJCQVFFSUM0dWpyWDlkTXVXTFNnb0tNRCsvZnVocmEyTjI3ZHZReUtSc05wK042Zm82R2pXcVBUbXpac0lEZzVtSmJ4YldGaXcrb3NwUXhjaHo4M05aV29hS0ROMzdselczOVdWaVJTSlJQajExMStWbnFOSDNqZHUzRkJaektaLy8vNmM3c2VxMU5UVVFDd1d3OGZIaHlsUkNBRDc5dTFqeWhmV2xwQ1F3TFFNVW9ZT2lQUG16Vk9ianBhU2txS3lWWDFkMnRyYWFOR2lCZlB2MGRMU0VqRXhNZGk5ZXplbk80TTZMMSsreEMrLy9JSS8vdmdEMmRuWlRPSHhEaDA2b0gvLy9oZzhlREFjSFIxSm9HMEVFbXcxd05MU0VoUkZjYmFNU3FWU25EOS9Ib2NPSGNMOSsvY3hjZUpFYk42OEdSWVdGa3FmeDluWkdVRkJRUmd4WWdSckxxOVBuejV3ZEhSa0tqTFJnZXJLbFN1Y09nWGR1M2ZYZUo4ekV4TVQ3Tml4QXpZMk5uQjJkbWFDWCswdkRIMTlmUXdiTmd3bEpTV3NIVXNsSlNYSXlNaUFzN016RTZEbXpwM0xDYWkxUFhyMGlKa3lxYW1wUVZsWkdXY2tyS2VuaDU0OWUwSWtFbUhYcmwxbzBhS0Z5b0NWbnA3T0twWk5FNHZGV0xCZ0FSTnNyMSsvemxRQmUvUG1EUW9LQ25EbXpCa0FZSDJ4ZVh0N3MvS0Q0K0xpbEw0dUhad1hMbHpZcEoxWVY2NWM0Y3diYjl5WDBMODdBQUFZMmtsRVFWUzRFY25KeVdvZko1VktjZkRnUWNUSHg3T08wKy96MkxGalRNZmlPM2Z1UUNLUk1OZlNaUjZ2WGJ1RzI3ZHZvMGVQSGhnK2ZEaHNiR3pRcDA4ZmRPellrWGsrUHo4L0RCOCtYQ00xbWY4SlNMQjlEOUhSMGJodzRRS2lvcUxnNStjSFIwZEgrUGo0TUxlOWtaR1IyTDkvUHp3OFBCQWVIZzVqWTJORVJrYkMzTndjRkVVaE5qWVcwZEhSME5mWFIyeHNMSzVmdnc0QVNFMU5aVVpsb2FHaFRMM1NhOWV1WWNXS0ZUaHo1Z3lNakl5WVh4Z29BcFNSa1JFbVRacWs4V0FybDh0eDRNQUIrUHY3QTdWS0pOWWRiWVdIaCtQR2pSczRmUGd3czE4L1BqNGVCdzRjUUVwS0NtczBxRTVFUkFUclMrVEtsU3RNVzIrYXZiMDlxNDlaUUVBQXA5SVpYYjkxNGNLRjhQYjJacDByS1NuQjJMRmpXY2VpbzZPWjdnbGlzWmo1b29DYW1oTU5NWHIwNkNiVkdCQ0pSSnhnUzQrZzFYVWNqbzZPaG9XRmhjcWFGMjNhdEdIbXdhVlNLYVJTS2ZQMzVjdVhnOGZqWWV6WXNkaXdZWVBhWWpsWldWbm8zYnQzb3ovWFB4VUp0dS9oMWF0WHlNdkxROHVXTFdGblo0ZGR1M2JoeG8wYkNBa0pnYkd4TVdReUdmVDE5YkZ5NVVwVVYxY2pLQ2dJcDArZnhtZWZmWVpPblRvaEx5K1B1VDAzTlRWRmp4NDlBTVdJaUM1d1ltbHB5UVMxRGgwNklEVTFGUzlldk1ER2pSdVp5bUYwNFBEejgydnluSnc2cGFXbGtFcWx6SWoxOWV2WDBOZlg1NHdrWjgrZWphU2tKQnc0Y0FEejVzMkRSQ0pCUWtJQ1hGMWRtYTRERGJGNjlXcW1aWTJQancrY25aM3h4UmRmTU9lRGc0T2JaUmRZWk9TZjIwWmZ2WG9GTnpjM3VMdTdzK1poczdLeUd2VjgxdGJXOFBMeWFuTEhCeHNiRzNoNWVYSGF5YmRxMVlyejVWRmJVbElTTEN3czFGNURmM2xGUmtZaVBqNmU5Y1Y5N3R3NTVPYm1vckt5VXVsN3B5Z0s4Zkh4a0Vna25OS1loR29rMkdxQXRyWTIvUDM5WVdkbmh6VnIxbUQ2OU9tc3lsVnYzNzdGNHNXTGNmdjJiU3hhdEFoejU4NWxGVVNCWXZRemV2Um9sSmFXWXNXS0ZVd3dLU3dzaEoyZEhTWlBuZ3lwVkFvUER3OUFNYWRHZS9YcUZhQm9uOTRjNk1XeDJzRlcyVzJ4aFlVRnZMeThzSGZ2WG93Yk53N3A2ZWtRaVVTczI4eUtpZ29JaFVLMXI2ZWpvOE1VKzVaS3BlalFvUU9yK0hmTGxpMDV3VlltazNIbVRlbDVXbVhuMUpWWHBMdjV2aTk3ZTN2WTI5dmo3dDI3VGVxSXNILy9maXhidHF6UmoydlRwZzJuQzhpREJ3OWdabWJXb0lMeUhoNGVXTFZxRlZ4Y1hKVGVqZENqWVVkSFI0M1haUDQ3SThGV2cwYU1HSUY5Ky9ZaE1URVJYYnAwWVk3cjZ1cWlXN2R1OFBiMlZudUxuNWFXaHREUVVKaVltT0RiYjc5RlFFQUFMQzB0RVJJU2dzek1UUFR0MnhjRkJRVm8zNzQ5YTA2WC91L2E4Mm1hUkJlOHJoMXNsZFZBaFdJa2V2ejRjV3phdEFrdlhyeUF2YjA5cXdENXRXdlhFQmdZcVBiMUxDd3NrSlNVaE1yS1NraWxVczdJcnJxNm1sTldjTXVXTFNvWG83WnYzNjR5aTBDWmxKUVVRUEVsbVppWWlLbFRwemI0c2NxWW01dHplb2cxUk8xNnZyVkpKQkxPbHpVQU9EZzR3TXJLQ20zYnRtVjFvS0FvQ29HQmdaQklKRWhPVHE0M3U4UEZ4UVdKaVlsNCtQQ2gwb1ZGTFMwdG1KbVovU1VMdHYrVmtXQ3JZVlpXVnZEeThtTG0vcURZZ0RCcTFDaVYyUU55dVJ4QlFVRTRlL1lzMDBVMkp5Y0hBT0RwNlFsWFYxZDgvZlhYNk55NU0xYXVYSW04dkR6Vzg5Ky9meDhDZ2FEWmdtMXhjVEcwdGJWUlhGek1kQnZRMTlmSHZYdjNtS2tQbXE2dUx2ejkvZkhOTjk4QWlrQlhtNE9EQTlOVExEczdHNXMyYmNLeVpjdFkvYmZvZ3RVbEpTV0FZakdzdHBxYUdrNVI2NmxUcDhMSnlZbDE3UFhyMTlpd1lRTW1UcHpJcWUvNjVzMGJCQWR6QzB6bDVlWGg5dTNiTURBd1FIWjJObzRmUDQ1SGp4NWg1Y3FWekRVTnFaMWJtNEdCQWFlSFdGTkpwVktJeFdKbXlvTW1Gb3RoYUdnSUt5c3JkT2pRZ1pWWGUrWEtGZVRuNStPcnI3NVNHbWdwaWtKR1JnYnUzTGtEYjI5dmlNVml0RzNidHQ1UmEwMU5qY1pieVArZGtXQ3JRV0t4R1B2MzcwZE1UQXk2ZE9uQ3RJZUpqSXpFNGNPSDhmbm5uMlBac21WTWZWV2FscFlXckt5c01HclVLSXdjT1JJUEhqekE1Y3VYRVJRVUJGTlRVM1R2M2gwLy8vd3pPblhxQkMwdExTUWxKU0V4TVpHNW5VOVBUMi9XaFlyaTRtTElaRExNbmoyYmRYejI3Tms0Zi80ODUvcXhZOGNpUER3Y05UVTFuRi9ZdG0zYm9sZXZYZ0NBSTBlT3dNREFBSjZlbmtwL2FlbnBrYnIxV0pVRld5c3JLMDZIV0RwZHFXdlhycHh6ZENDdkt5b3FDdjM2OVVORlJRVUdEQmdBTHk4dmZQZmRkN0MydG1hNlJOVFhZTEU1dlh2M0RoMDdkbVJsSk9UbDVjSGQzWjI1QXpBeE1VRkpTUWtUREdOaVl0QzJiVnZXZEU1dWJpN1MwOU54OGVKRlZGUlU0TXN2djRSQUlJQzN0emRDUWtLWTFrWHFmUDMxMXcxdXYwU1FZS3NSVXFrVXljbkppSXFLUW1scEthWk5tNGF2dnZvSysvZnZCeFNiQXFSU0tZNGVQWW9iTjI0Z05EU1U4eHlqUjQrR1JDSkJibTR1d3NQRFVWaFlpSjkrK29tMW1hQ3FxZ3B0MnJUQmtDRkRJSmZMa1pxYUNpY25KOXkvZjc5SnQ2a041ZXZyeStsY2UrTEVDVVJHUm5KdThhRklMYXFvcUFBVUFWVlpHL0dxcWlxY08zY09NMmZPUk11V0xYSGh3Z1ZRRkFWWFYxZm1HbnAwVm50S0JzMDRvc3JKeWNHNWMrY1FHaHJLekxsUG1USUZSa1pHY0hCd1FFUkVCUFQwOUJxOHlXTExsaTA0Y3VUSWU3K3ZUWnMyWWZqdzRZQWkyTmJOQXFtcXFnSVVkeFVBMExselo4amxjZ2lGUXR5L2Z4OFpHUmxZdW5RcHM5ajEvUGx6SmtqeWVEencrWHg4Ly8zM3JNV3VMbDI2TUhjbmRVbWxVbnoxRmFrRDNWZ2syR3JBK3ZYcmNlclVLZlR0MnhmYnRtMWpXbkRUV3JWcWhhQ2dJQXdZTUFBaElTR1lPM2N1NTdZeUlDQUFlWGw1ckdOMWc5VG16WnZoNHVJQ0V4TVQyTm5aSVQ0K0hzK2VQUU9QeDJNRktVMXIxNjRkOHdzdWtVaVFuWjNOL0dMWERiWVZGUlhZdVhNbmhnMGJCb3Fpc0hmdlhreWFOSWt6RlhEOCtISFUxTlF3WFJjU0VoSlFXRmdJRnhjWDVqYjkyclZyNFBQNW5JNnZiOSsrNWJ3dW5hSlZXM2w1T2FCb0lWTTM1NVRPZHFodDQ4YU42TlNwRTF4ZFhWa0xuRU9IRG1XZVR5QVFOT0FuOXFjeFk4Wndlc0hkdVhNSFI0OGV4WUlGQzVnNTJheXNMQ1FsSmNIUHp3OGRPblRnUEUvdHFacmk0bUpPbmphOXhadmVZRUJmZiszYU5VUkhSNk5idDI2WU1XTUdjMzJIRGgwd1k4WU11TGk0NE1hTkd6aHk1QWdUekdtNnVyb3FOM3NvMjhCQjFJOEVXdzJZUDM4K0hCd2NPQ3ZPTlRVMXJOMVBZOGVPeGFlZmZvcTB0RFJPbllDb3FDaThlZk1HUGo0K0dEaHdJQUlDQXBoenljbkppSXlNWk8wcWMzZDN4NW8xYTVDZm40K1JJMGVxVGEwcUx5OEhqOGRyMEVxME1nVUZCYmgrL1RxdVhMbUNtemR2UWk2WFkvNzgrZUR6K1p6NXl4OSsrQUZ2Mzc3RmloVXJVRlZWaFJrelppQW1KZ1lMRnk1a3JwSEw1WWlMaTRPYm14c1RYRHc5UGVIdjc0K3JWNi9DeWNrSk5UVTF1SG56SmdZTkdzVFpRU1lXaXpuQjl2ejU4MHFuTktEWUJLSnV4MXAxZFRWMGRIUWdFQWpnNCtPak1xMHNKeWVIMlFXbnl1M2J0NUdXbGdZZkh4L1kydHJDMXRhV2RaN2UxazJQbUdsSlNVbHdkbmJtZkZIWFZsTlRBNkZReUFSL0duMFhRWTljdTNidGluYnQyaUVpSWdJVVJlSEhIMzlrZmFZV0xWb3dLVzJxdGsyL2ZmdVd5ZnV1cTdrYlV2NWRrV0NyQVphV2xyQzB0RVIxZFRXMmI5L09CTFdVbEJUT0xYRG56cDB4YTlZc3ptcHl1M2J0c0h2M2JwU1ZsYUZmdjM0d05EU0VscFlXaW9xS2NPREFBVXliTm8wMWR6bDY5R2lFaDRlanZMeGM3UTRlc1ZpTTBhTkhNN2ZCalpXVGs4Tk1JWHo2NmFlWU0yY09uSjJkY2Zic1djNW85ZUxGaTBoT1RzYUNCUXVZMFplYm14dmk0dUxnNGVIQkJOYkRodzlES0JUaWh4OStZQjdyNU9RRUN3c0xIRHAwQ0U1T1RqaCsvRGp6M211cnJxNkdWQ3Jsekhzcm16K2tOelg0Ky91cnpUa2RQMzQ4WnMrZWpmLzg1eitjK1dHYVNDVEM0OGVQOGZubm42djllUW1GUXV6YnR3L3U3dTVLNTNiUG56OFBNek96QnVjZGI5KytIYTZ1cnVqVnF4ZnUzNzhQbVV6R21aK25LM3pSZHg5YVdscm8xYXNYcmw2OWlpVkxsakJaQTJLeEdQUG56MGRBUUFCclFWS1p3c0pDMWhjKzhmNUlzTlVnSFIwZEptVUppbFNzK3VvRjFPYmo0d01lajRjdFc3WWdOallXbnA2ZWlJK1BoNFdGQmFmQzEvYnQyNW5iNUIwN2RtREhqaDFLY3lLenM3TWhrOGs0QzBRTjFiTm5Ud1FHQm1MbzBLRXdNVEZoamljbUpuS0NiVXhNREd4dGJWbGJjYi82Nml1Y1AzOGVhV2xwK095eno1Q1ZsWVhObXplamZmdjJpSStQaDBna1FtbHBLVXBLU3ZEaXhRc0loVUk4ZXZRSVVWRlJNRFEwNUFUYnVyZk1Bb0VBWDN6eFJaTmFtVU14Nm4veDRnV0tpNHRWQmxvb3FvRHhlTHg2VzdXWGxaV0J4K09oZmZ2Mm5IT0hEeDlHVGs0T0ZpMWExS0QzSnBmTHNYLy9mdVRuNTJQejVzMU1NMFk3T3p2bXYzazhIdUxqNDJGcWFzcWs0MjNidGcxWHIxNEZGRjhTdENkUG5pQW5KNGZaQWFoT3o1NDk4ZlBQUHlzOUo1RklHdFN5bm1BandWYkRmdnZ0TjJiVnVxSGJVMmxHUmtaWXVYSWx2TDI5c1hqeFlpWnYxTlBURTlYVjFjeXRjMXhjSEdKalkrSG82QWhiVzF0RVJrWmk5ZXJWK1A3Nzd6bTMxN2R2M3dhUHgxUGIybG9kSG8rbmREUW5GQW81bzdOZHUzYWhzcktTZGR0dllXR0JsSlFVSnZqMDdOa1Q3ZHExZzdhMk51N2Z2dzhURXhOWVdWbkJ3Y0VCYmR1MlJVeE1ERUpDUXZEeTVVdXNXcldLc3hCRzV4VFRteW9NREF5d1pNa1NwZStkSHYyS3hXS1ZuNCt1bVVCblNDaERaNW1NR2pWSzZiWmJIby9IekdNV0ZSWEIyTmlZZGRzdWs4bHc0TUFCN05peEE5YlcxcGcxYXhicjhmUzFkVGRhdkh6NUVoUkZ3Y3pNREdLeEdLZFBuOGJBZ1FOaGFtcUtuMzc2aWFuYndPZnpFUklTZ3NyS1NvU0VoT0RjdVhNWVAzNDh4R0l4WW1OajBhTkhENHdiTjQ1Sko2ejl4U1NSU0JxZHlrWTBEUW0yNzBrc0ZuUHlPeHRDMmJ4WGVYazVMbDY4aUppWUdCUVVGR0RTcEVuUTF0YkdrU05IY09yVUtTUWtKQ0FxS2dyeDhmR3dzN05EZUhnNCtIdytTa3BLY1BUb1VjeWFOUXVob2FHczNWWlpXVm13dDdkLzc1YlVGeTVjZ0ZBb2hGd3VSMkZoSWE1ZXZjcHFBLzc2OVdza0pTV3BmUTVyYTJ2WTI5dXJuRnVGNHU0Z09EZ1l2WHYzWm9MOCt2WHIwYnAxYTdSdTNScS8vZllidExTMDBLZFBuM3JmczRHQkFjek16QkFmSDQrcXFpck9GOUc3ZCs5dzh1Uko2T2pvcU15QnBpZ0szMzMzSGQ2OGVZTXZ2L3hTNlRWbVptWklUVTJGVkNyRnBVdVhtTVdta3BJU3BLYW1JajQrSHZuNStiQzF0Y1dQUC83SVNWdWpBM2hFUkFUR2pCa0RIbzhIdVZ6TzFFWG8zYnMzWW1KaThPclZLeWJmZC9YcTFmRDE5WVZNSmtQSGpoM3g5T2xUZUhoNG9MUzBGSXNYTDhhY09YTlFXVm1KRnk5ZVlNMmFOVGg2OUNqeTh2SmdibTRPYzNOemhJU0VRQ2FUNGRLbFM2dzdGbHBPVGc2R0RCbFM3OCtZYURnU2JOK0RzN096eWwwKzljbk16R1QycDh0a01peGV2QmpwNmVtZ0tBcERodzdGZDk5OXg4ek5lWGw1SVNjbkIrdldyY09WSzFmZzR1S0M0T0JnSm5pc1hyMGFBb0VBMGRIUjJMZHZIOExDd2dERmJXaDJkcmJhb2lVTmxaNmV6cXpvOC9sOHVMaTRNUFVLZEhSMElCS0o2aTN5UFhQbVROamIyNnM4TDVmTEVSTVRBNEZBZ05EUVVHYUVuSmVYaDd0Mzd3S0thWU9WSzFlcXJKeFdWMWhZR0xadTNZckV4RVRPeUZGYld4dm01dVpZdTNhdHloS0dPVGs1U0UxTlJYQndNQ2NyZ3JaczJUSkVSRVRnN3QyN3NMT3pZNllKMXF4WmcvVDBkQmdaR1dINTh1WHc5UFJVV2k3UzF0WVczdDdlU0V4TVJIcDZPbk9jeitkanpKZ3hjSFYxeFgvLysxODRPVGxoNU1pUmdDSmZ1ZmFDWjVjdVhlRHM3SXpKa3ljemkzaDZlbnJZdlhzMzl1elpnMU9uVHFGbHk1Yk1QR3hGUlFVS0N3dlJvMGNQcFdsY0hUdDJWSG5ISUpWS0VSUVVwUFFjb2RvLzd2N0JzcWY5T2g0UDZ3SEFmK0cvNGIvd3I1RXZTQytZalJrelJ1WGM0ZlhyMTNIdjNqM01tVE5INmEzZnBVdVhZR05qbzNTK1VGTmtNcG5hK3JMdlN5Z1VRaVFTY2JhQ1VoUUZxVlQ2VVhZc2xaV1ZxZHllckU1eGNURnljM014Wk1nUWpSVE9VWmFGOGI4dVlzZi9JV0xIbjd2aEtBcnI4KzluY2JmMS9VMlFrZTFmaExyVmN0cmd3WVBWRmd4djZyeHNZelJub0lWaWpsZlpxSlhINDMyMHJhRk5DYlJRN0h4VHQraldXSCszUVB0UDg5Zm9OMElRQlBFM1I0SXRRUkRFQjBDQ0xVRVF4QWRBZ2kxQkVNUUhRSUl0OGNHVWxaVXgrL2cxcWFhbUJybTV1UTErYnJGWXpIUzJwWldVbEtqZC9FQVE3NHNFVytLREVBcUZtRHg1TWxhc1dLSHhRaVpDb1JDZW5wNXFOMHZVdG0vZlBvd2VQWnFwS1FCRnJuSjlkUThJNG4yUTFDL2lnN0N3c01DNGNlTnc5T2hSbkRwMUNoTW5UcXozTVhGeGNheUFXSnVob1NHenFZS2lLS0FSYVdtcHFha1FDQVRNenFuUzBsSmtaV1Z4YXZZU2hDYVJZRXRvekI5Ly9JRUZDeGFvUEU4SHhiQ3dNR2FYVzEwelo4NWt5akhldW5VTHVibTVTcSt6c0xEZ0JOdUdGUFhPejg5SFhsNGVhMWRkY25JeUtJckNvRUdEVkhad29PbnA2WkY4VjZKSlNMQWxORVltazBFc0ZtUHExS21ON29jbWs4bXdhOWN1Vm9OQlZRMGNhUmtaR1pETDVVejdtNmRQbjNMcXM1cVptYkhlUzJKaUluZzhIbE84WFNhVDRkZGZmd1VBVG1VMVpVZ3JHS0twU0xBbE5NN056YTNSTGE0bEVnbDI3ZHJWcU1mNCtmbXg2aDFFUjBlek9pd0F3THg1OCtEbjV3Y29GdEpPbkRnQmUzdDdabWRYY25JeWlvdUxFUkFRZ0Y2OWVzSFgxeGNUSmt4UTJhQlJXZFV2Z21nSUVtd0pqVEUwTk1TNGNlT2FWSnRCVzFzYlk4YU1ZVlVzcTA5c2JDemtjam1lUEhtQ29LQWdMRnUyREFNSERnUVVSVzI4dkx4WU5RbU9IejhPa1VqRTFNS2x1OVJhV1ZsaDVzeVpUTDBKVTFOVGxTMWhDS0twU0xBbE5DWXRMUTJXbHBaTVlldkc2dGF0RzRxS2l2RDY5V3RJSkJLbWhZd3FkQWxGT21XclM1Y3VUTENtNjh2U3dWWXFsV0xmdm4yc3grL1lzUU92WHIxQ1VGQVFxZWxLTkRzU2JBbU5PWFRvRUtzelFGMXl1WnpwOTZWdU1Xdmt5SkdJaTR0RFFrS0MydGViUEhreTFxNWR5N3htN1lVcmVucUJMbDZUbUppSW9xSWk1dThpa1FpLy92b3JYRnhjTUd6WU1OYnpQbmp3Z05VcW5HWnVidDdvNlJHQ29KRmdTMmhNU2txSzJ2TnBhV2xZdW5RcHRtelpVbTlibFhuejVtSHExS21Bb3AxTVNrb0tkdTdjeVV3Qm9GYTNCanFEb0hhYkhqcll0bXJWQ2lLUkNEdDI3RURmdm4yWjQrM2F0Y09QUC82SVR6NzVoUFBhVjY1Y1VkcnMwTlhWbFFSYm9zbElzQ1dheGJmZmZnc2pJeU5tY2FxeGFwY256TXpNeFBEaHc1bjUyTHBldlhyRlBJWldlMlI3OXV4WnZIMzdGc3VYTDJlbG5La3FWK25qNDZPUmd1c0VVUnZaUVVZMGkzUG56cUc0dVBpOW55Y2pJNFBaSVNhUlNCQVhGNGZIangrenJzbk56WVcrdmo2cjlRK2RRcWFqbzROUm8wYkJ4OGVueVUwaENVSVR5TWlXMExqbno1L2ozYnQzbkpiYnRDVkxsaWhka0xLMHRNU1JJMGRZeDM3NTVSZDA3ZG9WZ3dZTmdsZ3NSbFJVRkI0L2ZveHZ2dmtHVU9USnBxZW53OWJXbHZVNHVnc3ZuOCtIb2FHaDJzMFdCUEVoa0dCTGFOemx5NWNCQU4yN2QxZDZmdHEwYVVyblN2WDE5VmwvZi83OE9TNWN1TUFFVmo2Zmp5bFRwaUErUGg1TGxpeUJRQ0JBZG5ZMktpc3I0ZURnd0hvc0hXd2IyK0VZQU83ZHU4ZHNkS2lOeitkandvUUpqWDQrZ2dBSnRrUnpPSGZ1SEFEZzJMRmo2TisvUCtmODhPSEQ2MTBnQTRDdFc3ZkMyTmdZNDhlUFo0NjV1N3NqTmpZV2lZbUptRE5uRGc0ZlBnd2VqOGMwUXFSVlZWVUJBSFIxZFJ2OS90UFQwNUdkbmMwNWJtaG9TSUl0MFdRazJCSWFkZlBtVFdSbVpxSjM3OTQ0ZWZJa0hCd2NXTUd5b2FLam81R2FtZ29iR3h1RWhZWGg5ZXZYS0MwdFpUSVBqaHc1Z2lGRGh1RHMyYk1ZTVdJRXA5Y1hQYkp0U3JEOTRvc3Z5QUlab1hFazJCSWFVMU5UZzgyYk4wTWdFR0RuenAzWXVIRWoxcTlmRDZGUXlCU05hYWdCQXdZd2FWdFBuejZGc2JFeDdPenNZR1JraExLeU1seS9maDJyVnEwQ2o4ZFRHaGdMQ2dxQVd1bGhCUEd4a1dCTGFJUmNMc2VhTld2dzZORWpMRisrSEhwNmVsaTNiaDBFQWdFaUl5TVJHeHZMMUJVNGNlSUUvdmpqRDJocGFURUxaVktwRkRVMU5aQktwUmc4ZURDY25KeHc5ZXBWcGE5RlVSUysvZlpiSkNjblk5YXNXYkN5c29KUUtFUmtaQ1FNREF3Z2w4dHg3Tmd4bUp1Yk0yVVVDZUpqSThHVzBJaG56NTdoNHNXTGNIVjF4WXdaTXdERlZ0a1ZLMVpnNHNTSk9IYnNHTzdjdVFNakl5TmN1blFKVXFsVVpSSHhVYU5HcVgydG9xSWluRGx6QmpZMk5reWxMa05EUTV3K2ZacnB3TkNwVXllc1c3ZE80NStUSUpxS0JGdENJenAxNm9UZzRHQ01HREdDazlabGJXMk5WYXRXS1gwY1JWR1F5K1dnS0FvOEhvODEybFdsWThlTzJMcDFLM3IyN01sc3Y5WFYxVVY2ZWpwa01oa29pbUlWb0trdEppWkc3WE9ucDZmWDgwa0pvbWxJc0NVMHhzM05yZEdQNGZGNERlNndVTnVRSVVPVUhtL0tjeEhFaDBCMmtCRUVRWHdBSk5nU0JFRjhBUC9vYVlTRDhiL2k3RzhYUHZiYklJaC9yRmNscFIvN0xYd3cvN2hneStOUk1vb0N4ZVB4ZUNVbHBTajVCLzNQSm9pL0tvcWlLQjRQc28vOVBwclRQMjRhUVM2VFo0REh5L3ZZNzRNZ0NKYW5jcGs4NDJPL2llYjBqeHZaRnNpcmZyT1F0WEpycWEzVHBnR1hFd1R4QVVpbGtuZENyWnFuSC90OUVBUkJFQVJCRUFSQkVBUkJFQVJCRUFSQkVBUkJFQVJCRUFSQkVBUkJFQVJCRUFSQkVBUkJFQVJCRUFSQkVBUkJFQVJCRUFSQkVBUkJFQVJCRUFSQkVBUkJFQVJCRUFSQkVBUkJFQVJCRUFSQkVBUkJFQVJCRUFSQkVBUkJFQVJCRUFSQkVBUkJFQVJCRUFSQkVBUkJFQVJCRUFSQkVBUkJFQVJCRUFSQkVBUkJFQVJCRUFSQkVBVHhvZncvMEZUcjVOaGlrMDRBQUFBQVNVVk9SSzVDWUlJPSIsCgkiVGhlbWUiIDogIiIsCgkiVHlwZSIgOiAiZmxvdyIsCgkiVXNlcklkIiA6ICI4MjY3NjAxNDIiLAoJIlZlcnNpb24iIDogIjE0Igp9Cg=="/>
    </extobj>
    <extobj name="ECB019B1-382A-4266-B25C-5B523AA43C14-2">
      <extobjdata type="ECB019B1-382A-4266-B25C-5B523AA43C14" data="ewoJIkZpbGVJZCIgOiAiNDYwNjg2MjA0NjIzIiwKCSJHcm91cElkIiA6ICI4OTY2MTU4MjIiLAoJIkltYWdlIiA6ICJpVkJPUncwS0dnb0FBQUFOU1VoRVVnQUFBVU1BQUFMNENBWUFBQURoMXBVc0FBQUFBWE5TUjBJQXJzNGM2UUFBSUFCSlJFRlVlSnpzM1hkWVU5Y2JCL0R2dVdGdkJBZExjQ0F1Uk1VRlZscjMzblZyYTdWV3ExWnR0VnB0RmYxWjYxNTExOUZxclNnS3JycHdMOXlLcUlnaXFJamdRR1FUSU1uNS9RRzVKU2FNSUJLVjkvTThlU1IzNVUyRU4rZWVDUkJDQ0NHRUVFSUlJWVFRUWdnaGhCQkNDQ0dFRUVJSUlZUVFRZ2doaEJCQ0NDR0VFRUlJSVlRUVFnZ2hoQkJDQ0NHRUVFSUlJWVFRUWdnaGhCQkNDQ0dFRUVJSUlZUVFRZ2doaEJCQ0NDR0VFRUlJSVlRUVFnZ2hoQkJDQ0NHRUVFSUlJWVFRUWdnaGhCQkNDQ0dFRUVKSTZXRzZEb0JvNE9obzdHSnM2d2FKb2hZWXI4UVZnaWxqekFUZ1JtQ00vczgrSkp4emdFazU1K21NSXcwQ2Y4WmxMUHl4OUZVNFltSXlkQjBlK1EvOVliMUhIS3U3ZnlxUkNNTUZnWG1Cd3dLTW00QkRINHdKbkVNQXVNQW9HWDVRZUU0eVZEQUdCVGhYZ0NFYm5HVnc4QlNBbitPYy9mWDQzczJUdW82VFVETFVzZG9HVmR5RW1weXgzbUNTUVF5b3B1dUlTT25qbkQrQ2d2OEZMdHY3S0FKaFFGaVdybU1xaXlnWjZnWnpydTVSbjBuNEYwd1F1bkRPcStVdDhSa2FHc0xKMFI0dXpwVmhWN0VTVEUxTllHSmlER05qWTdwTC90QndqdlNNREtSblNKR2Vsb2JZdUdkNEhQMEUwVEZQa1ptWm1lY3d6c0ZZRk9mOGtFek9OajZOQ0FrRm9OQnA3R1VNL1dYcFFHVTNqOEVDWS9NQlZHUU1FdVYyYXl0TERCMHlFSjA3dElPRmhUa01EUXloYjZBUGlTQkF5SDFRTXZ5d2NNNmhVQ2pFUjFaV05qS3pNcEdhbW9aOUJ3NWpxOThPeEw5S3lIdThBa0Fjd0g1NUZCN3lsMDZETDJQb0w2djBzTXF1N2xVRWlXUTZZeGlxM0dobVpvcTZ0V3ZoOHg3ZDBLbGpPeGdaR3VvMlNsS3FNak16Y1REb0dQeDM3VUZZZURoU1VsTEZmUW9GLzFzUXNxWS92SHMzR2dEWGFhQmxBQ1hEVXVMZ1dydStnWjcrQ29BMUE2REhHRU9MNWw3NHZHYzNlRGRyQW1zckt5cjFsVkdjYzd4K25ZaUxWNjVoMSs2OU9IWG1YTzUyeUJubndkazhlMUxNL2JETHVvN3pZMGQvZmFXZ2N2WGFkWmlld1drR1hvNHh4aVFTQ1laL09RaWpSMzROQzNOelhZZEgzaU9wYVdsWXRuSU50dnl6QXpLWkRKeHp6b0JYMlZ6ZU91YmU3VkJkeC9jeGt4VGhHRko4ckxKYi9lYUNSTmdwTUdiUEdHTzJOdVV3ZnN3b2pQNW1PSXlOalhVZEgzblBHQmdZd0t0cFkxaGFXaURzN2oxa1pHUXdNR1lpUU9oaFZiN0MrY1Q0NTA5MUhlUEhpcExoTytSUXZaNmpuZ1NiQWRSaWpMRXFMczZZTlgwcVB1L1JEWUlnNkRvODhwNlNTQ1JvNE9HT0dqV3FJK1RtTFNRbEpRUGdabUNzbnBsRnVWUEpyK01UaW5BWm9pVktodStPeEtaQ3hYMEFhOFlZWXhibTVsZzhielphZURlanVrRlNKTTVPanFqaTRveHp3UmVSSVpVeWNOaEpKQkxQeFBqbmYrbzZ0bzhSSmNOM3dON2UwOFRXdnZ3cUpnZzlHV1BNeE5nWU02Wk5SdnUyclNnUmtpSmpqTUhGdVRJcWxMZkZ1ZUNMeUpiSkdCaXJiR2xUd2NIY1dQOVljbkt5VE5jeGZrd29HWlk4Wm0xWG9iOGdDSlBBWUdSa1pJUWZ4by9Cb0g2ZkZ6a1JabWRuUXlJcG5mK2FtSmdZcEtXbHdkemNISThlUFlLSmlVbXB2VFlwR3JjYXJyQzB0RUR3eGN1UXkrVUFZMjdNd1BCQlV2eUwyN3FPN1dOQ3YvVWx6Tkd4VGptSmtmQTdnS3FNTWRhcld4ZU1HZlUxREF3TWluUitWbFlXT25ic0NHTmpZOVNwVTBkbDMvRGh3L0hYWDMraGYvLytKUmJ2bENsVGNQMzZkYlJ1M1JvalI0N0VnUU1INE8zdERUTXpNL0VZcVZTS0Z5OWVJQ1VsUmUwaGtVaWdyNitQcEtRa0pDUWthRHpHMk5pWTZramZBbU1NTmFwWFE4elRXTnk5ZHgvZ1hKOUJzRGNyWjNFNCtkV3JGRjNIOTdHZzM5QVNKcGhKdm1OZ1RSaGp6TjZ1RXI0YzNCK21KaVpGUHYvaXhZdElURXlFazVPVHluYXBWSXJidDIramZ2MzZKUnF2Z1lFQlpESVpCRUhBNnRXcllXaG9pT2pvYUpWakxseTRnSzVkdTJwOEhEdDJEQUN3ZnYzNmZJOTU5T2lSVmpIOStPT1BhTmV1SFpLU2tnQUFjK2JNZ2FlbkowNmVWSjNQb0Zldlh2RDA5RVRyMXEyUmxWWDRjTjdnNEdCNGVuckMwOU1UdTNmdkZyZG5abWJDMDlNVG5UdDNMdkQ4L3YzN3c5UFRFNG1KaVZxOW41SmdaR1NFb1lQN280cHpaVERHR0dQdzBoZU1ScGQ2SUI4eFBWMEg4REZ4cnU3UlFHQ1lwSHcrZHRRSTFLcnBwdFUxamg0OUNqTXpNelJxMUFqQndjR0lqNDhIQU1UR3hrSW1rMEVtazJIZnZuMGF6KzNZc1NQMDlmVUJBT0hoNFJnK2ZIaWhyNmRNSXMyYk54ZTNmZi85OXdBQVgxOWZ0R3ZYVHR4Ky9QaHhsUkp1MjdadFZhN2w3dTZPMWF0WGk4OGZQMzZNd1lNSEYvbTlBOEMvLy82TEV5ZE9ZT25TcGJDMHRDelNPWW1KaVFnS0NrS1hMbDBLUE03UHowK3JXTjQzdFd2VnhPaVJ3L0hqTk4rY0RZeU5jM0tydS92SnZkdFhkUjNieDRDU1lVblN3MnlBbVFGQTEwNGQwTDlQTDYxT1QwcEt3ckZqeDlDcFV5Zm82K3RqMjdadHVISGpCcEJiandnQUowNmN3SWtUSnpTZTM2cFZLekVaS2hRS1NLVlMrUHI2b21MRml2bStwcCtmSDZLaW92RHp6eityN2F0V1RYVVNIV05qWXhnV01GeFFFQVNZNUNrRmE5dVBNak16RTh1V0xZT1hseGQ4Zkh5S2RJNlZsUldrVWltMmI5OWVZREo4L1BneGdvT0RVYkZpUlR4Ly9seXJ1TjRYZ2lDZ2Q0OXVDTDV3R2J2M0h3REF6Q1JNc2hCQVMxM0g5akdnWkZoQ0t0ZW8xMXBnYUFRQVZsYVdHRDVVdXhJUkFPemJ0dzlaV1ZuNDdMUFBBQUFyVjY0VTl3MGJOZ3dKQ1FuWXMyZVBWdGVzVWFOR3ZnMDNKaVltY0hOelEwaElDSm8yYlFvQWVQSGlCYkt5c3VEbzZLaDJmR2hvS1BUMC92dVY0VngxdUd4YVdwcVl2QUhnMmJObldzVjY0TUFCdkg3OVdxdlNaSFoyTnBvMGFZSXpaODdnMXExYmNIZDMxM2pjOXUzYkFRQU5HemJFb1VPSHRJcnJmVE42NUhDY1BITVdpVW5KQUdQMW5kMDhXdEtjaUcrUGttRkpxRjdkVU1LRVhwekRsakdnNWFjdFVOWEZSYXRMWkdabVl1dldyWUNHRWxWR1JnYnUzTG1EN3QyN2F4M2FvMGVQTUh2MmJJMzdQRHc4MEtGREI3R2h3OXpjSE92WHI4Zng0OGR4Nk5BaHRWTGdoQWtUMUdMT0t6SXlFbVBIanRVNlJxWGR1M2ZEd2NFQnpabzFLL0k1Y3JrY3ZYdjN4cGt6WjdCanh3Nk55VEExTlJYNzkrK0h1N3M3WExUOGYza2ZPZGpib2VXbkxiQjczd0dBY3d1Qm9iZTl2ZjJsMk5qWWRGM0g5aUdqWkZnQ0hHQlNuZ3U4UHdPVG1KcWFvRXVIZGpBek05WHFHcnQyN1JMckJ3SGd5cFVyaUl1TEF3QThlZktrMFBwQ0FMQ3dzQkJMbFdscGFVQnVTZWo4K2ZQNW5uUDM3bDBndDlUbjdPeU0vZnYzWThTSUVTcUowTjdlSHQyN2Q4ZTBhZE5VU29aNzl1eEJlbm82Smt5WWdFR0RCcUZSbzBaSVQwK0h2NzgvZnZ6eFJ6ZzRPR0RYcmwyd3NiRXA5UDJucHFiaTd0Mjc2TkdqUjZISDVxVlFLTkM4ZVhNNE9Ubmg2TkdqK1A3Nzc5VmViOCtlUGNqSXlFQy9mdjNVR29jK1JFWkdSdWpVb1IxT25qbUh4TVFrQVp6M01UUzNYUUhFM3ROMWJCOHlTb1lsUUY4UFB6S3djZ0JRczBZTmVEVnRyTlg1aVltSjJMaHhJL1QwOUNDVDVmU2pEUXdNeEprelo0QThqUnhIamh6QmtTTkg4cjFPMWFwVnhXU29iSW0xc0xEQTlPblROZFl6L3ZycnIvRHg4WUdabVJsT25UcUZ5TWhJMk5yYVl0Q2dRZUl4eWNuSmtNdmwrUHp6ejNILy9uMlY4MnZVcUFFL1B6L2N2WHNYcHFhbU1EVTFSWFoyTnN6TXpEQjA2RkFzV0xBQTN0N2VpSXVMZzF3dWg2MnRiYjZ4aDRTRWdIT09oZzBiYXZYWjVjeUp5dEN2WHo4c1dyUUlnWUdCR0RGaWhMaGZvVkRBMzk4ZnRyYTJhTnUyTFRadTNLalY5ZDlYWGswYnc3MU9iWnc5ZndGZ3JJSUMrQTVBOFl2bGhKTGgyM0txWHJjYW1QQTFjdnVEVGY3aE94Z1pHV2wxamNXTEZ5TXBLUW5EaHc4WC8xam56cDBMNVA2eGQrclVDUzR1TGxpelprMlJyeGtlSGc1Ylcxc1lHUmxCS3BXaWNlUEcrUGJiYjhYOVgzenhCZVJ5T1NRU0NYeDhmTEI3OTI0SWdvQU5HemJBeU1nSXk1Y3ZoNCtQRDE2OWVvVXBVNllVK25wRGhneFIyelpwa3Rpd2ptKy8vUlpmZi8xMXZ1Y3JTOEgyOXZaRmZvOTVkZXZXRFd2V3JFRkFRQUMrK3VvcnNRUjc1c3daUEgzNkZDTkhqbFFwMVg3b1RJeU5NWDcwTnpuSkVBQmpHT3BVdmU3U0p3OXVSK282dGcvVngvUGJvU01TQ2Z1Y0FTWUEwUG96SHpUMjFLNWtBd0JSVVZIbzI3Y3ZQRDA5MVVvdTE2NWR3NHNYTHpCeTVFaXRyaGtjSEt4U2YyWnBhUWszdC8rNitlUnRWS2xTcFFvNDUyamR1alhxMWF1SGpJd01iTnUyRFJLSkJLTkdqY0twVTZkVXJzMDV4OFdMRjdGOCtYSVlHUmxoOXV6WkdEOStQQ3BYcm96Smt5ZHJUR2dGdFVJalQwbld5c3BLcS9lcFpHcHFpcTVkdTJMNzl1MDRjZUtFMkNYSXo4OFBlbnA2Nk4yN2Q3R3UrejVyMktBKzJyVnBpYUJqSjhIQVRBVUpHd0RnVjEzSDlhR2laUGdXSEIwZGpUa1R1akVBRW9tQWZwLzNMTloxSmt5WUFBOFBENVdXV0NYbHJlbUNCUXV3Y09IQ2ZLL1JxVk1uc1h2TWxTdFhjTy9lUFpWVzJXUEhqdUhxMWYrNm95bTc2dXphdFF1clY2K0doWVVGVHB3NGdVdVhMaUUrUGg0eW1Rek5temVIbnA0ZTVISTVIajE2aFB2MzcrUFdyVnU0ZlBreVhyOStqUzVkdW1EOCtQR3d0TFRFcGsyYk1HL2VQQXdhTkFnTkdqU0FsNWNYWEZ4Y1lHZG5CeU1qSXhnYUdoWlk2cE5LcFVCdWZWaHg5ZS9mSDl1M2I0ZS92ei9hdFd1SGlJZ0lYTDE2RlowNmRTcXczbExaSGFtd2p0dksvZS9UMUd0REJ2VERzUk9ub1ZBb3dKalFGeTR1aS9Eb2tWVFhjWDJJS0JtK0JZbVJkWDBHT0FPQWkzTmwxSEN0WHF6ck5HNmNmeDFqczJiTjRPdnJtKy8rd01CQTNMcDFDNVVyVndZQXlHUXl6SjQ5RzliVzFtalRwZzBBb0hidDJuQjBkQlJiYWJPeXNtQmdZSUJqeDQ0aE1EQVFBd2NPeE5kZmY0M2h3NGRqOU9qUllJekIwZEVSSGg0ZUdEeDRzTmpJWW1abUJnOFBEd3dkT2hSdDI3WlZxUU4wY25MQ3FsV3JjUGZ1WFFRRkJlSFlzV09JaW9vU2syNzM3dDB4WThhTWZOK0hoWVVGa0Z0Q3JGU3BrcGFmNEg4eE5HL2VIT2ZQbjBkRVJBUjI3dHdKNUNiSmdnaUNBR3RyYXlRa0pDQTFOVlZsS0tLU1hDN0g4K2ZQWVdscFdXZ3B0elM1dVZhSHM1TWpIajZPQnNEc0hmVXRQR0tBUzdxTzYwTkV5ZkF0TUgxSlV3WmVIZ0E4M091aW5IWHhidkVLWW1CZ0FCOGZINDIzajZ0WHI4YXRXN2N3WXNRSXNjNU9UMDhQbnA2ZWFOeTRNZExUMDJGZ1lJQStmZnJnOWV2WGNISnlRa0pDQWdZTUdJQ0pFeWZpbTIrK1FiMTY5ZEMxYTFjQXdPYk5tL0hubjM4aUtpb0szM3p6RFFSQndFOC8vWVFUSjA1Z3g0NGRLRisrUE9MaTRoQVlHSWpBd0VBZ3R5NndWYXRXK1B2dnY5VmF1dTN0N2ZIMDZWTk1tREFCSFRwMEtQQjlLdC9mMnc1MUd6QmdBTTZmUDQvQXdFQUVCUVhCM2QxZGJZeTNKblhyMXNYWnMyZHgrUEJoZlA3NTUycjd6NTgvRDZsVUt2YkhmRitZbVpuQ28xNWRQSHdjRGNaZ3FTY0l6VURKc0Zob2JISXgyZHZibTBEQnZRQm1vS2VuQncvM3VpcWpMMHFLcjY4dnVuYnRpdlhyMXlNakl3UElyYk9iUDM4K05tN2NpSEhqeG1IVXFGRXE1MHlaTWdXV2xwYm8wS0VESWlNanNXL2ZQdlRvMFFNeW1Remx5cFZENjlhdE1XUEdETVRGeGFGcjE2NklqbzVHWkdRa1RFMU5ZVzl2ajI3ZHVxRm16WnBBYnBKbzFLZ1JwRklwQmc4ZWpLKysra3A4eE1iR2luVjk4Zkh4eU1yS1V0bmZzMmRQeUdReU5HellFTmJXMWdXK1QrVm9sM3YzM3E1M1NMTm16ZURpNG9KZHUzWWhKU1VGL2ZyMUs5SjV5aTQ5di8vK095NWN1S0N5Nys3ZHUyS0RWcDgrZmQ0cXZwSm1hR2lJK3ZYY2xjTWs5Y0RRdEZ6MTZoYTZqdXREUk1td21Bd01yQ3lZd0pvQmdKbHB6cmZ6dTVpcmNQbnk1ZWpUcHc4MmJkcUVidDI2d2QvZkg3Nit2dkQzOThma3laUHg1WmRmcXAxalpHUUVQejgvT0RrNXFRMnBBNEFmZnZnQmJtNXU4UGYzQndDY09uVUtmZnYyUlZ4Y0hNTEN3dkR6enorcmRhTUJnSGJ0MnFGVHAwN2k0ODNXV1Nzcks1WDl5bTQrUlZHelprMlltcHFxMUdzV2g3S2JqVUtoRUx2VEZNVm5uMzJHSGoxNklDMHREV1BIamtYWHJsMHhZc1FJOU83ZEc0TUhEOGFMRnkvd3hSZGZ3TXZMUytXOEN4Y3VZUHo0OFVoT1RuNnJ1SXVMTVlaNjduVmdMZDZWOEthbU1DcXZrMkErY0pRTWkwbG1JR2tJb0RJQTJOcmFvRTZ0bXUva2Rjek16REJ1M0RnRUJnYWlVYU5HbUQ5L1BnNGNPSUNlUFh2bVcrcTVmdjA2TGx5NElEYWdLS2ZQa3N2bFFPNnQ5TEpseXpCcjFpd0FRRmhZR0t5dHJXRm5aNGRKa3lhaFVxVksrUEhISDVHYW1xcngrdStDUkNKQjgrYk5jZTNhTmFTa3ZOMnNWRjI3ZG9XWm1SbDY5KzZ0VlhlYTZkT25ZL2JzMmZEMDlFUktTZ3B1M3J5SnBLUWtmUExKSjFpMmJCbkdqeCt2ZGs1YVdob3VYYnFFb1VPSElpWW01cTNpTHE2NnRXdWhVb1djL01jWXF5cm9TVHgwRXNnSGp1b01pMG1QTWJISTBiRmRtM2MrSWFxZG5SM216cDJMSGoxNjRMZmZmc1B1M2J1UmxKU0VpUk1ucWpVNC9QNzc3NmhTcFlvNGNZR0Rnd01BWU5HaVJXalVxSkY0SE9jY0R4OCt4TW1USjlHdFd6Y2d0MVE1YytaTWpCdzVFamR1M0VDTEZpM0U0OThzWlNsYmdKWHUzTG1qTXZ1TnRnWU5Hb1Nnb0NBRUJBUmc2RkJ4YVduOC9QUFBHaWVTVU5aYnZzblkyQmluVDUvV3VHL2t5SkVGZGxOU2xtcUxxazJiTmloWHJoeSsvLzU3REIwNkZLdFdyVkxwd2xRYTlQVDAwS3JscDdoNTY0NXlVMHNBbWo4Y2tpOUtoc1hFR0JPYmdKczAxcjV2WVhFMWJkb1UvdjcrMkxCaEEvejkvWkdZbUtpV0RPZlBuNCtFaEFReFFUZHYzaHc5ZS9aRVVGQ1FXZ0l4TVRHQmo0OFB2dnZ1TzNHYnU3czc5dS9mcjlZZFpmSGl4U290cVJNbVRCQkxuWUlnb0ZxMWF2anBwNS9FL1M5ZnZzVFVxVk9ML043cTFxMkxaczJhd2MvUEQzMzY5SUdwcVhaREduV2xZY09HV0xseUpjYU1HWU05ZS9ZVXFaTjZTZk9zcjFJWWJGRHFBWHdFYUVHTzRtRlZhdFhQQktEUEdNT2RhOEZ2MVQrdXVOTFQwOTlKbzQwdVBYLytIUDM2OVVPclZxMEs3SXJ6UG5yMDZCRXFWNjZzazFtOVUxSlNVYjlaQzNBT2NNNHpIb1hmTkFYQWkzQXF5VVYxaHNYZ1dOTzlMZ0I5QUtqczVLaVRSSWpjVXQzSHBtTEZpbGk0Y0NFcVZhcjAxbldIcGMzRnhVVm55eHVZbTV2QktYZmFOY2FZc1ZPMWVvWDNKeUlxNkRhNUdQUTRHaW5MMU81MWF1czZuSTlPNDhhTkMreUlUalNyWDg4ZDBVOXlHbkVFQ1pvQm9BV2p0RUFsdzJMZ1RCRHJaR3JYS3QzS2NrTHk0MTczdnk5bUpqRDZOdEVTSlVQdE1RWW0xbGJYcVYxTHQ5RVFrc3ZEdlc3ZXA0Mm9UVUE3bEF5MVZLRkszUW9BcndBQWxoWVdxRlNod2p0L1RabE1WcVRWMzk0VUVSR0JSWXNXcVhXQkthNmlYRWZibGZBK2RyR3hzYVgyV3ZaMmxXRCszN2pxaXZZMWFoUStxeTRSVVRMVWtxR1JVQjVneGdCZ1oxY1JKaWJ2ZmdhVDJiTm5vMlZMN2RmOGlZbUpnWitmbnpoWnd0dWFNV01HQmcwYUpIYmVmbE5BUUFCNjkrNHRUdXhRSEZLcEZPbnA2ZmsrM2t6SUNvVUNzYkd4R2gvS2NjNVNxVFRmWTVRemdyOExxMWF0UXE5ZXZmRDA2ZE4zOWhwNUdSb2F3czR1Wi9FdkJxYXZwekI5OTkvVUh4RnFRTkVTbDhHVVNiZ0VZTEF3dHhDbmYvcVF0RzNiRnVucG1wZkwyTDkvUDhxVks2ZTJQUzR1RGlkUG5zVEFnUU1oa1VnUUh4K1B5RWpWZVVUTGxTc0hBd01EYk5pd0FYMzc5bFhaNStibUJpc3JLNXcvZjE2Y3lQVk5EUm8wd0k4Ly9vakhqeC9uRzd1WGw1ZktRbGxwYVduaVJCTnY2dEtsQzJiTm1vVUxGeTZvVERTYjErVEprOUd2WHora3BxYWliOSsrcUZxMXFzcjEzMGJuenAyeFpjc1dyRm16QnIvKyt1Nm5HZFNUU0dCaG5qTXNtUU1TTHNuKytMb2J2RU9VRExXa0p4R01PZU42RElDUmtTRWtrcElwWEo4OGVWSXR1U2hGUkVSQUpwTmh3NFlOR3ZjTGdvQmh3NFlWK2JYUzA5UGg2dXFLVHo3NVJOeDIrL1p0bkQxN0ZncUZRdU01MjdadGc0R0JnVGdXT2pnNEdMTm16VkxyVmlRSUFpNWV2SWlMRnkrSzI2UlNLWll0VzRZV0xWckEzOThmNTg2ZDAvZ2FreWRQeGs4Ly9aUnZhVzNldkhrb1gxN3pzTnRGaXhhcHpDZ3plZkprdFdOT256NnQwdlZGT2VvR3VjTWVaOHlZZ1RGanhzRGYzMTh0bVd1eWRPbFNjUkd2Z2h3NmRLakFGZmxjWFYzRjFmdmVoaUFJTURMSzdSVFB1QUE1bzJTb0JVcUdXdUlLdVlrZ1NQVEFsTW13WkliaEJRVUZJU2dvU0dPZnhlenNiTWpsY3Z6NTU1OGE5M0hPeFdRWUh4K1BhOWV1QWJsampwRzcxcktSa1JGc2JHekU0WGgxNjlaVm1ZWi94NDRkT0h2MnJNYllsRXVVOXUzYlY2WFVhR2xwbWU4YXpubmw3U2F6ZlBseUlIY0JxRmF0V3VHSEgzNVFtMi93MDA4L1JkKytmVEZtekJpVjdUTm56c3czR1JvYUdxcjB1OVQwLzJKa1pLUXlWdm5OaVRXYU5XdUdsaTFiWXRXcVZlamN1WE9oSTJBNmRlcUUyclZWdTFaRlJVV2hhdFdxK1o0VEh4K3Z0aGFNY2k3SHR5VUlERWE1STRRWVp4S0pRTWxRRzVRTXRjUVpNK0dNU3hnWURBMUxMaG1pZ09UaTYrdUxZOGVPYVZ6bGJzNmNPU3ByS1VkR1J1Si8vL3Nma052d2d0eFpzcEdibFBLT1RTNnExYXRYUTE5Zkg4T0dEY1BGaXhleGMrZk9mTmNuTHFyZzRHREk1WEtWc2MvS21GTlRVOVdHQWtxbFVxU21wcUpDUGcxV2taR1JLak5RSnljbnE4MEJlZlBtVFpXU29mTHp5V3Z3NE1FNGVmSWtkdS9lWGVqNnpXNXViaXJqa0UrZlBvME5HemJndDk5K1EvdjI3ZFdPajQ2T1JyOSsvZkRkZDk5aDRNQ0JCVjY3T0FSQitHKzRKT01DcDVLaFZpZ1phb3ZEaEhIa2xBd05EU0VSM3UwRURkcHEyclNwbURUbnpKbUR3TUJBSEQ1OEdPYm01c1c2WGtSRUJQYnUzWXNmZi93UjV1Ym1XTHQyTGFSU0tYeDhmSkNVbEZTa2lSazAzWG9mT1hJRU5XclVFQ2VSVUVwSVNBQnk2eC96ZXZueUpRRGttd3hYcjE2dGt1aXlzckxFMmIrVnhvMGJwL0pjVSt0NC9mcjFVYTFhdFNJbHd6ZDVlWG1oYXRXcW1ETm5Eanc4UERST29DR1h5MUd2WGoydHJsdFVlVytUT1djU0xuQktobHFnWktnbGdURVREcFpUWjJob1ZHSjFoa3B2THN5T1BNbWtvSDF2NHB6bmU5dXJqVk9uVGtHaFVHRHYzcjBJREF4RVJFUUUxcTFiaDlqWVdKaWFtaGE0TG92UzBxVkxWVzQ1NCtQamNmYnNXWTJOR3NwaytHYkpVSmtNMzd4TjF0ZlhSL2Z1M1RGbzBDQ1Z1UnZQbnorUHRMUTBqQjQ5R24zNjlNSFVxVlBoNmVtSlNaTW1ZY1NJRWVqUW9RTzJiZHVtc1lUYnBFa1QrUG41YWJ5bExZaUJnUUZtenB5Skw3LzhFanQyN0ZDWjh1djgrZk00ZWZJa3hvd1pnN3AxNnhaNG5lSVNCQUZHaGpuVkxBeGNrREQyL2l6VzhnR2daS2d0RG1NbTVMUW1HeG9hbE9odGNsSlNFcnk5dmZQZG45OCtUZU5ocjF5NUlpYVFreWRQb21IRGhuRE1IYnVxalM1ZHVzREJ3UUhtNXVidzlmVkYyN1p0MGFoUkkremJ0dy82K3ZwRm1nYi96Y2FCTFZ1MlFDNlg0OTY5ZTFpNmRDa0F3Tm5aR2IxNjljTHIxNitCSWlaRG1VeUdxS2dvZlA3NTU4ak16QlRyU0FIQTJ0b2FqeDgveHFWTGx6Qmd3QURVcmwwYkdSa1phTjY4T1g3NTVSZEVSMGVMRFVpUEh6K0dzN096ZUs2bnB5ZjgvUHh3NDhhTklrME8rKysvLzZwOEtiVnYzeDR1TGk0cXl5Q3NYNzhlbHBhV3NMR3hVVnNlb1VtVEpzVmU5eVV2eGdRWUdob29uMGk0UWtFbFF5MVFNdFFTWnpBRmh6NWpPUlh5SlprTVRVeE14UHErdkxadjM0N1EwRkQ4OXR0dmF2c0NBZ0p3NlpMNmtoY0JBUUd3c2JIQnExZXY4TTgvLzJEVnFsVll1WElsWEYxZEFRMk5CL214czdPRG5aMGQvUHo4a0ptWmlRa1RKZ0M1aWNqUTBCQTdkdXpBNnRXckM3MU90MjdkTUhIaVJMeDgrUks3ZHUwQ2N1dlFrSnVNcWxhdGlsNjllb2tsd3hNblRxaVVKcTlmdnc0QU9IcjBLQ1FTQ2ZyMjdZdlUxRlNONnpXL1NSbHpYdXZXcmNPNmRldUEzTHJVdFd2WHFyeG5BSGoyN0ZtaDF3YUFXYk5tUVJBRWxjYVpONWRYVlZMVzMrWTFiOTY4RWttR2dzREVCampPdVFBR1NvWmFvR1NvUFRHTGxQUXMvL3I2K2hvN1Y1ODZkUXEzYjkvV3VDODRPRmh0MjhPSEQzSDgrSEVNR0RBQTI3WnR3NUlsU3pCeDRrUk1uRGdSZ1lHQmtNbGtHbGVBeTgrTEZ5K3daczBhakJ3NVV2eWp6Y3pNaEttcEtUSXpNMkZpWW9McDA2Y2pORFFVZS9mdXhmVHAwekZyMWl6MDdOa1Q5ZXJWd3g5Ly9DSFd6ODJmUDErODNWKy9majBBNEgvLys1ODRVaU0xTlJWR1JrWnE2MGNqdHpWNDJiSmxZakswdExUVW1IUWlJeU94Y3VWS2hJZUhZOFdLRlZpMWFoWGk0dUl3ZWZKa05HeW9QdmVrcHVVTG9PWGlWSDM2OU1tM0wyTnBZWXpsL1pKam5OT2dDbTFRTXRRV1F4cGpUQVpBUHoxRENwbE1EbjM5OSt0alhMRmlCVnhjWE5Dd1lVTnMyN1lORmhZV1dMVnFGWjQ5ZTRiTXpFeklaTElpZCtlUXlXU1lQbjA2akkyTlVhTkdEUVFGQlVFcWxTSWhJVUVzdVJrYkc4UGIyeHVabVpuaXowWkdSbkJ6YzRPM3Q3ZFlFbFRXRlhwNWVha3R1cVRVcjErL0FoZHhXckprQ2Y3OTkxOGc5NDlmVDA4UGp4OC9SbVJrSk83Y3VZTXJWNjRnS2lvS2pSczN4dWJObTFHdFdqVXNXN1lNcTFhdHdxUkprK0RzN0F3Zkh4OVVyMTRkVGs1T01ERXhnWUdCQWV6czdNU2txR3lWVmk3QVZSak8rVHRaLzBaYkNvVkMvTkpoak1rNVVMUTNRQUJLaHRwam5HZHdNQmxqME0rVVNpRlh5S0ZmUWg5alptWW1kdXpZb2JiOTBhTkhrTWxrR3ZkRlJVV3BQTDl3NFFKT256NnRkcnR0WTJNREd4c2JzUVJtYVdsWnBKaWVQWHNtTHRJMGZ2eDQyTmpZd01QREEzcDZldm4yK2N1UHJhMHRGaTFhaFBUMDlIeVRZV0drVXFtWXJCWXZYb3h0MjdZQnVhWHFtalZyb25YcjFwZzdkeTZxVi85dkRXc3pNek5NbVRJRlgzNzVKWUtDZ25EbXpCa0VCQVNJYTd3NE96dUxpMk1odCs0V1JmeU01SEk1T09mdnhVaWtuR1NvYkdUakNzYWhlWmdSMFlpU29iWVl6MkNNeXdFR2FXWm12dU4waTBNcWxXcXNVMUxLYjU4Z0NPTEM4SmFXbHFoZHV6WTZkdXlvY1IwUTViaGg1VktnK1ZtMmJCbWFOMitPeG8wYlk5dTJiYWhZc2FKS3Y3MEJBd2FnVmF0V0FJQ25UNStpVDU4K1NFOVBSM3g4UFByMDZZTm56NTVoMGFKRldMMTZOWjQ5ZXlhdW05eWlSUXNjT1hKRTQydUdoWVdwTklLOHljM05EWm1abVdLOTJCZGZmSUVxVmFwZzNyeDVzTE96UTFwYUdvNGZQNDdqeDQ4RGdMaWN3ZlhyMThXbFBwVXFWS2dBaFVLQkRoMDZZTUNBQVNxM3lzcmJZMDFyVmI5Sk9RSHQrN0JFZ1VLaGdEUXpwMlRJT1JSZ25FcUdXcUJrcUMwbVpIRE81SXdCVW1uSkpzUGlkTHBXMnJwMUs0NGZQNDZGQ3hkaTRjS0YrYzY0ZlBYcVZWaFpXYUZLbFNvRnhuTGl4QWtrSnllamNlUEdLaDJMWlRJWkhqNThpSWlJQ0l3YU5RcVBIeitHbFpVVlJvNGNpVHQzN3VEZ3dZTVlPWElrRml4WWdIYnQycUZPblRyWXZIbHprZDcveFlzWE5kWVZLZzBaTWdTcHFhbmlTSlB5NWN1amMrZk9tRE5uRG54OGZGVGkzTFp0RzU0L2Z3N2tqbCtPaW9xQ3I2K3ZTdEpic0dBQnFsU3BvalppSkR3OEhNaXpsbk5CbEkwc21zWnpsemE1UW9FTVpkOUp4dVJNUWJmSjJxQmtxQ1ZUZUtRZUFBQWdBRWxFUVZTbTRCazhwODRRMGt3cEZITE4vZnkwOWVtbm54WTRqS3N3c2JHeENBME5oYkd4Y2I2bEZLbFVpaE1uVHNEYjI3dlFPcTZFaEFTVUwxOGVseTVkd3NtVEp4RVRFNE1uVDU0Z0xpNE9jcmtjaG9hRzhQVDB4T1BIajJGcWFvbzJiWEpXQ0R4OStqVGF0R21ERlN0V29GNjllbWpac2lVT0hqeFlwUGN3Yk5pd1FzZFlqeHc1VXVQN2E5U29rY3BvbG1QSGpxa2QwNzU5ZTVVRnJYNy8vWGVOcjNIdDJqWG82K3NYYVpTTnNxVHQ0dUpTNkxIdld0N2JaTWE1UXM3b05sa2JsQXkxSkZjb01pUVNsbk9iWElJbFErVnRwQ2JHeHNhUXlXU1F5V1Q1cmdOODQ4WU5PRHM3RjNpN0ZoQVFnUGo0ZUpWbE9KV1V5VEV6TXhPSmlZbkl5TWlBdmIwOVhyeDRnV3ZYcnFGV3JWcnc5dlpHalJvMU1IdjJiTGk3dTJ2VklxMkpjdlJLZG5hMnhsYmVOeWtVQ2tSSFI2TisvZnB2OWJvRnljakl3S1ZMbDlDa1NST1Z4Sm1mZi8vOUYrYm01cWhUUi9kTGp1UnRRT0dNeVNGWFVNbFFDNVFNdGNVa09RMG9LUG5iNVB6VXJsMGJPM2Z1eE1TSkU5VW1CdUNjSXp3OEhQZnYzeSt3ejkzZHUzZXhldlZxZE9yVVNlUHRuN0p2WGQ3MWlUMDhQT0RpNHFJeVJkYWVQWHNRR3h1clZnZW5TWGg0T0JoakNBc0wwOWg1V1RtdGxiKy9QemhYWDhndFBUMGRxMWV2aHIyOVBZeU1qSEQxNmxXOGVQRUNEUnFvcjRRNWVmSmt0ZUY0YjQ0UFZ0WnhLbWthanJkMzcxNmtwS1FVcWY5aWNIQXdRa0pDOE1VWFg4REF3S0RRNDkrMW5EckRQQTBvQWlWRGJWQXkxQktUOEhRR3lBR0c1SlFVWkpYUXhLa0Y2ZHk1TXlJakkzSHMyREZjdTNaTkxYR1ltcHFpYytmT0JTNk92bkhqUmxTdFdsWGpZdXpJSGQzU3MyZFBYTDkrSFJLSkJPUEhqOWQ0NjVlYW1vckJnd2VySldYa3prZW9iTVZldG13WnhvOGZqMy8rK1FjVksxYlV1REM3c3Qva3c0Y1BFUjhmcjdiZnhNUUUrL2J0RTZmMEVnUUJiZHEwUWMrZVBkV09IVFZxbE1xWTM3eGpsUmxqRUFRQnk1WXRVeWxadjlrdlVDcVZZdXZXcmFoWHIxNlJGcVJhc1dJRmJHMXRpNVE0UzROY0xrZHljazZERHVOTUFia2UzU1pyUWZlZG96NHdkbFZxT1JzWkdSNEY0R3BwWVFIL3JadmdXcjN3aW5aZGs4bGtTRTlQTDVIcG91UnllWW1PdkNtSVZDb1YrMGFhbTV1LzB4TFkvUG56c1gvL2Z2ajUrY0hKeWFuUTQyL2R1b1hNek14aXpRVDBMc1RHUFVQSDduMlFrcG9LemhHWExWTTBlZm9nTkViWGNYMG9xR1NvcFRoakZ1ZWk0SW1NTVNRbEorTkZmUHdIa1F6MTlQUktiTjY4MGtxRXlCMTFVaHJyVXFlbHBjSGEyaG9MRnk0c1VpSUU4TmJUbUpXMDU4OWZJQ1czN3lRWVhqOTlFS3A1U25HaUVRM1gwVlpZV0JhQU84cW40ZUgzZFJzUEtSR21wcWI0NXB0djRPWGxwZXRRaXUzV25mL1dudUZjY1JQQXU2L1Evb2hRTWl3R0JlYzNsRC9mdlVmSmtMd2Zib2ZsWFlpTFhkVmhLQjhrU29iRklyK20vQ25zN2ozZGhrSklybHUzeFJzV2NFWDJaWjBHOHdHaVpGZ00wZmVTcml0L2ZoRDFzRlJhbEFrcFNIYTJEQThpYzhhcGM4NFYwZmZEcUdTb0pVcUd4UktUd2NIRGtOdEtHMzR2UW1lUlJFWkdJamc0V0dNL3ZkTHk3Tmt6amV1SktNbGtNbkh1d3BLU2xwYUdyS3lzUW8vYnRtMGJidHk0VWVoeEg3cTc5KzVCbmp2QkxBZnVBbER2UkVrS1JNbXd1UGgvZFRKWHI0ZVV5a3MrZS9aTW5QRlo2WjkvL3NGMzMzMm5WZWR2dVZ3dWptZ3B6dVBOMStyYnR5OW16NTZkNytzZE9uUUlQWHYyMURoRUxxKzB0RFRFeFB6WEU2UlpzMmJpYkRMWjJka3FNOTFzMnJRSnJWcTFLakFKSTNjUzE3eHpQaVltSmhiNVVkaTEzeWNoTjIvLzk0VGo0OC8rN3dCMXJTa21wbEFjaDBUNEFnQU9IRHFDcjRZTWVPZHoyaTFjdUJEQndjRUlDZ29xOWdKUEFOQ3JWeStWcEtPdFdyVnFpZXNGSnlRa0lDMHRMZCt4dVp4emJOMjZGVTVPVHZqc3M4OEt2TzZjT1hOdzU4NGRiTjI2RmVibTV1TDBXTWlkeDNEMzd0MElDQWlBZzRNRDd0NjlpM3IxNnVVN1BERS9yVnUzTHZLeEd6WnMwRGphNVgyalVDaHc1T2h4OFRsbmVQdkZiOG9nU29iRkpHT1NZM3FjeDRQQjluSDBFenlJakhxbi9RMWZ2SGlCczJmUG9uMzc5bStWQ0pWcTFhcWxjYUgwMk5oWXJGKy9IdTNidDBlelpzMDBubXR0YlMzK3JMejl6VytTaVZPblR1SEJnd2VZTjI4ZTlQVDBrSnFhaXIvLy9odjkrL2RYdVE1eVY2L3IxNjhmZkgxOXNXVEpFbkY3VUZBUS9QMzlNV3ZXTERnNE9DQXJLd3Vob2FINDVwdHZpdlhlUjQ0Y2lVOC8vVFRmL2MrZlA4ZjMzMzlmckd2cnd2MEhrWGo4Sk9mTGpZTS9sM0d1UG5jYktSUWx3MkxLUUhxS0dUZSt6Qmc2cGFhbElTVDBGcXBYcS9yT1NvZC8vdmtuNUhJNWF0V3FwVklIcGx3ejVNMDFnZk9xVnEyYVdvZHJPenM3ZE92V1RlM1laY3VXd2NqSUNKTW5UeTV3UGo5bGlmRFdyVnRBN2lMdVQ1NDhBWEluVTdXMnRvWkNvY0NhTld0UXAwNGR0R25UQnNndHhXemZ2aDB2WDc3RWpCa3pWSzVacVZJbC9QYmJiMnJUWVRrNU9XSHMyTEhvMHFVTEFPRHk1Y3ZJeU1qQXc0Y1BzV0hEQnBWalRVMU4wYWhSSTl5OGVSUEl2YjBPRHcvSHJsMjd4T0Y2bFNwVlVwbnU2MDE1RjZOLzMzSE9FWEx6RmhKeUY5SUN4MlhHc3RUSE5wSkNVVElzcHZoNzkxSk0zVHd1Z0xQMldWbFpraHMzYjZGTHgvWXFDNW1YbExpNE9BUUdCZ0s1c3p0clVsQXBhZG15WldxTHRTdmR1WE5INVZ6bCtpU2RPM2ZXZVB6S2xTdlJvRUVETEYrK1hKeCtId0RHakJrai90eTllM2ZNbURFRGUvYnNRV1JrSkxaczJTSitTVmhZV09ETEw3L0VxbFdyMEt0WEwzSFp6SXNYTDRxMzNrb0toUUwrL3Y3aWtxZlhybDNEd29VTGNlREFBWmlhbXVMdTNidmlGRnBQbmp5QlJDS0J1N3M3T09jcW4xTndjRENDZzRQRnBUc2pJaUlLWEViMXpYclo5MWxXVmpaQ1FtOUJLcFdDYzhnNStNV240ZUVKdW83clEwVEo4QzBJREpjQi9ncGdGVUpDYnlQaGRTSWMza0V5bkR0M0xoUUtCZWJPbmFzMjFmN216WnR4OXV4Wi9QSEhId1dXRFBPam5QWnAzTGh4YW91dTU2V2N1VnJaZURKNDhHQzBiOTllbkJOUXVVRDdMNy84QWtORFF6eC8vaHdyVjY1RTkrN2RWYWEza2txbGFOZXVIVFp2M294Rml4YmhyNy8rQW5JbnRxMVJvNFo0M05HalJ3RUFGU3RXVk5rZUh4K1A0OGVQbzNmdjNwZ3laWXE0dlZldlhxaFRwNDdZa0ROdzRFQWdkNTdJdm4zN2lzbDYrZkxsMkxsenAvamw4cUZUM3BVZ1o2S0JWSVdjWDg1cFVDYmFvbVQ0Rmw1TDJXVXJJOFF4b0VKa1pCUWVSRDJFZzcxZGliN0cvdjM3Y2Y3OGVRd1lNQUR0MnJYVHVCKzUwMjFwMjVpUVY4T0dEUXNjYS92Z3dRT1Y1NjZ1cm5CMWRZV3ZyeS9hdEdranJ1bWNscFlHWTJOakRCczJERWxKU2JoKy9UcTZkKytPbEpRVXBLYW1xclJFMzdwMUMyZlBua1dMRmkxUXExWXQxS3BWQ3pLWkRBc1dMQkNuM2s5TlRVVkdSZ1orK09FSDZPdnJZK2JNbVpETDVYang0b1ZLUEM5ZXZCQnZ4UXN6YmRvMGxTcUM2T2hvVEo4K0hYUG16SUdqb3lOU1VsS3dlL2R1T0RnNEZQSFQwNTNJcUllSWpIcWtmUG95Ulo1MlJiY1JmYmdvR2I2RnhFY2hpVlkxUFU0QXpDTmJKc091d0wzNDlKUDhGNEhYVm5oNE9PYk9uUXRIUjBlTUhqMjZ4SzRMRGVzbVQ1dzRzY0JGalRSMU00bVBqMGRDUW9KNHEvdnExU3ZJWkRLNHVibmgwcVZMc0xhMmhwMmRIV3h0YlZHdVhEblkyTmpBMHRJU1ZsWldNREV4d2RpeFk3RjY5V3A4OHNrbllJemg0Y09IK04vLy9vZVltQmlzWDc4ZVE0WU1nWU9EQTQ0Y09ZTGJ0MjlqOHVUSjJMOS9QMnh0YmZIbzBTT1ZPREl5TXVEbzZGaXN6eUlqSXdPM2I5OFc1emMwTnpmSEYxOThVYXhybGJaL3R1OFV2MkFVNEVkZVIwVWw2VHFtRHhVbHc3Y2tVMlJ2MXhmMHg0QXhnNE5IanVMclcwUGc0VjYzUks2ZGtaRUJmWDE5TEZteXBFUXI5V1V5bWRyTU01OS8vbm1CeVVSNTI1dVhzcjVPV2FLTWpJd0VBTlNvVVFOLy8vMTN2cmZ0U2dNR0RNQ1RKMCtRbnA2T1BYdjI0UGZmZjRlcnF5disvUE5QTVpiNjlldGo3Tml4R0RkdUhEWnQyb1NKRXlmQzB0SVNNMmJNUUdwcUtzek16TVE0YXRXcXBmRjF3c0xDTUdYS0ZMRmJ6VysvL1liNTgrZUwrNVhkZDc3NDRndTFMNGtmZi93UlBYcjBLUEI5Nk1xdE8ySDQ5NUJ5Y1MyZUxaZnp2M1VjMGdlTmt1RmJpcmtmZHNXbFp2MEFCZ3pnbkdQaDB0K3hjYzJLSWswWlg1Z0dEUm9nSUNBQVVxa1UrL2J0MDNpTXNtdkxnUU1ITkxaazI5allpTlBySzhubGNyVlNvSmVYVjZHM3lXOG13eHMzYnNER3hrYXNhN3g5K3phTWpJemc3T3dNempuUzB3dWVXM1R3NE1IaTlGd3VMaTRZUG53NGhnMGJodXpzYkt4YXRRcmZmdnN0dkx5ODRPRGdnSTBiTjBLaFVLQmN1WEppSDhuTGx5K2pWYXRXdUhMbENveU5qY1h1UFRFeE1UaDE2aFRPblR1SDFOUlVYTHg0RVpVcVZSS1hWdWpUcDQ5WW1rVnVBOVdLRlNzd2F0UW9WS3hZVVNYRzkyRTZmMDB5TXFSWXZuS3RtTWdWbk8rTmlRaWw4Y2h2Z1pMaDIrTlptWXBaaG9hc0t4Z3pDNzBkaHN0WHI2TkY4NUtaQ3NyVzFoWUhEeDdFckZtekNqenV6WFdTbFR3OFBOU1NZWHA2dXRwYUtXZlBuc1hEaHcvenZiNm1GdFliTjI3QTBkRVJDb1VDZ2lBZ09EZ1lqUm8xRW4vKzdydnZDb3k1YnQyNjRzcDVibTV1cUZpeEloNDllb1Q5Ky9kajY5YXRXTHAwS2JLeXNzVDZTbVZYSDBkSFJ6ZzZPdUxvMGFObzFhb1ZUcDgrRFc5dmI3RzB1MlhMRmdRRUJNREt5Z29TaVFROWUvYkVUei85Sk5Zeit2ajRxTXhrZmUvZVBheFlzUUxlM3Q0cTZ5Mi96eTVkdlNZMm5JQWpHVExaYjlSdzhuWW9HWllBSVRzaG1odmFCb0x6d2FtcGFjSy9oNDZnWVFNUG1KYlFyVzNyMXEzUnBFa1RqZnVXTGwyS3c0Y1A0OUNoUXhwdlM5OHNBV1ptWmlJdExVM3NkMmhvYUFobloyZnMyN2RQckh1U3krVklTa3FDbVptWk9MTzBJQWh3ZG5aV21XaTFiZHUyV0x4NE1YNzQ0UWQ4KysyM3VISGpodHF5QXRPbVRSUFhWOGxyNDhhTkt2V1FHemR1VkZuSUhZQmF4K2NCQXdhSVUvVzNhOWNPVzdac3dkNjlleEVURTZQU3RhZGx5NWI0OU5OUDBiUnBVN1J1M1JvV0ZoWmdqSWw5TXEydHJjWDFqcEg3NWFEOE4rOTJVMVBUUW0vMWRTRXpNeE9IRGdjaDRYVWlPT2NLQUFGcEV2bURJcHhLQ2tESnNBVEV4TVJrVkhhMTJTbVJzRTRBYkUrZVBvY2hBL3VoYm0zTmRWamFNalEwelBlMlc3bTlYTGx5UldwTmZ2cjBLWkRiOFJpNTlYdisvdjVZc0dBQkJnNGNDQmNYRjRTRmhXSElrQ0dZT1hNbVB2dnNNMnphdEFsZVhsNXE2NTRNSERnUXRyYTJtRDU5T2k1ZXZBZ3pNek8xVmY0OFBEdzBscloyNzk2dDBpSThkdXhZREI4K0hOT25UMGRzYkN6KytPTVBzYVFYRlJXRjBhTkhxNnh4MHF0WEwyelpzZ1Z6NXN4QmhRb1Z4UFZVa0h2THIwbGtaQ1FrRWdra0VvbkdvWUZmZmZXVnl2UDkrL2ZEM3Q2K2tFKzA5RDE1K2hRblR1ZjBrMlJncVFxRmZGZjgvWHNwaFo1SUN2VCtmZTE5b0tJamJ2N0x3YThCUVB5clYxaS9hWXV1UTlJb0pDUm5Vb204Q1dyZHVuVUlDQWhBYUdpbzJ2RXBLU2s0ZVBBZ1JvMGFKWTdxeUt0ZHUzYVlPSEVpc3JPem9hZW5KeVpiYlptYW1pSTBOQlNYTDE5R3c0WU5ZVzV1RGx0YlcxaFlXR0QxNnRXb1hyMjZ5Z3A3ZG5aMjhQYjJobHd1UjY5ZXZRcHNDVmVLaUloQTFhcFZ4UzhRWDE5ZmJOdTJUZTN4eXkrL2FEei81TW1UK09PUFAzUStDODZhZFp2d0tpRm54SW1DODlESDkyOFZiV0ZxVWlCS2hpV0l5eFN6T0pBR0FQc1BIc2FlZlFkMEhaS2FvS0FnbUptWmlTMnZaOCtleGFaTm05Q2xTeGVOdy9Nc0xDeXdkdTFhV0Z0Ylk4eVlNV3FKNE5XclYvanJyNy9nNHVJQ21VeUdyNy8rR3RldlgxZTdUbEY0ZTN2amh4OSt3UG56NTlHeFkwZXNYTGtTa3lkUHhzT0hEekZ2M2p5VkJxTFRwMC9qM0xselFPNVNvMFdaZU9MVXFWTXFFeTg0T1RuQnpjMU43YUZwRFpTRkN4ZGkwcVJKMkxwMUs3NysrbXVjT0hHaVdPL3hiUjA4ZkJTNzkrZjhYbkVnSFV3K3BkQ1RTSkZRTWl4Qmp4L2N1c0FWaW1VOHQ0bHY2Y28xaUhnUVdlenJaV1ZsSVNVbHBjQkhkdTdFc3FtcHFRVWVKNVBKRUJFUmdXdlhycUZkdTNiUTA5UER2WHYzTUczYU5MaTZ1bUxxMUtuaTZ5cUg1Q21UVC9ueTViRjI3VnFZbUpoZy9QanhZbGVXNU9Sa3NUUDB1blhyc0hidFdnaUNnRVdMRm9tdG5DOWZ2a1JzYkt6YVE5T2F4VVpHUmhnMGFCRDI3ZHVINXMyYjQ4OC8vOFRaczJkUnMyWk5sYTVBTjIvZXhMUnAwMUNoUWdYTW5qMGJ5Y25KR0RObURPTGlWTmMva3N2bHlNN09CbU1NdDIvZlJreE1qTVlsUzR0aXo1NDlHRDE2TkU2ZE9nVnZiMitWb1lpbDVYN0VBeXhmdFJiSTZRN0VPVmVzZVJ4K083alFFMG1SVUoxaENaT255WmZvbWV1MUFkRDBTY3hUYlBsbkIzNmU4a094Vm5qYnZuMDdsaTlmWHFSakM1dWFhdjc4K1FnSUNBQmpESU1IRDhiRGh3OHhldlJvV0Z0YlkrWEtsYmh5NVFxQ2c0TmhabVltemh0WW9VSUY4WHc3T3pzc1c3WU1JMGFNd1AvKzl6OHNXTEFBNDhlUGg0R0JBZGF0V3dkYlcxdlkydHBpM2JwMXNMQ3dRRlJVenF6TFk4ZU96VGVtdk4xYmtKdjhMMSsrakgvKytRZVhMMTlHL2ZyMTBiUnBVL3p6enovbzJiTW4xcTVkS3k1Z2IycHFpalZyMXFCeTVjb1FCQUUvLy93eit2ZnZqNTkvL2hubTV1WTRjK1lNNHVMaWtKbVppWW9WSzJMRmloVndkWFdGdTdzN1ltTmpnUUxHYzJ1YUtOZkJ3UUVuVHB3QVl3emg0ZUZxZGFQdldsWldGdjdhNm9lSTNObXN3WEJKb1pBc0tldzhVblNVREV0WVRNeWRCSmRhOVpaeHNEVU1zQXJjdXg4MTNWd3hvRzl2clZzbVc3Um9BVnRiMnhLSnEyN2R1Z2dPRGtiZnZuM2g3T3dNcVZTS3pwMDdvMi9mdnJDMXRZVk1Ka05BUUFEa2NqbU1qWTNSczJkUHRRYVQyclZyWTlHaVJhaGF0U29pSXlQaDd1Nk9xVk9ucWlSNjVUaGlaVEpjdEdpUnh0dk9KVXVXaUl2REkzY0NDRDgvUDBpbFVyaTV1V0h1M0xsbzI3WXRHR1BvMTY4ZkRoNDhpRHQzN3VEMzMzOUhsU3BWc0hqeFlyRi9ZNGNPSFdCZ1lBQmZYMThzWDc0YzMzLy9QWUtDZ2lDUlNOQ3FWU3UwYU5FQzI3WnRVeW45SW5mVWphYkduZnYzNzZ0TmlERjc5bXpNbmowYkd6ZHVSTE5tellvOWZWaHhLQlFLN1AzM29GanR3c0hUQUw3OHliMGJzYVVXUkJsQWk4aS9BNDZPanNZU001dlpBbU1UQWNETTFCVFRKbitQL24xNjZ6U3U3T3hzeUdTeWR6S3p6cHNVQ2dXeXM3TmhZR0JRcEduTnpwNDlpNUNRRUxScDB5YmZrU1F2WHJ6QXBrMmJNRzdjT0kwamNoNCtmSWpFeEVTTkU3Sm1abWFXU0VkNFhkZ1JzQWR6NWkxQ2F1NlhoNEx6RmZMVVYxTmlZbUl5ZEIzYng0U1M0VHZrVXRQakNHT3NIUUNZbXByZzk4WHowZExuRTEySFJUNFFuSE1jUFhFS1UzNlppYVNrNU55TkNIb1lIdEplMTdGOWpDUkZPSVlVazVXWnpURklCQjhBZHRuWk1uWWpKQlNPRHZhbzZ1TDh6cGNJSUI4MmhVS0JzOEVYNFB2clBNVEh2MEpPb3h5N21Na3loNmJHeDlOa0RPOEFKY04zS0RIeFpacFp1WXFoZ29RMVoyRGxrNU5UY09IaUZTZ1VDdFN0VS91dHB0d2lIeStwVklvLy85NkdlWXVXNGNVTGNSamtRM21XZlBqVGlMQnczVWIzOGFKaytJNGxKengvYW01anRZZEJiekJqekN3akl3TVhMbDlCd3V2WGFOTFlVeHp1UmdoeUUrR3MzeFpnL2FZdDRqQkJ6aEdYTGVQTll5SnZVU0o4aHlnWmxvTGtWNjlTREcwcUJ1Z0J0UmxqbFRubmtsdDN3bkR0Umdpc3JLeFFycHcxREEwTjZkYTVqT0tjSXlrcEdjRVhMMlBHcjNOeDVPZ0paZmNlR2VmOFdCYm4vV01qUXZPZlJZT1VDUHJySzBWMlZXbzVHeGpxanhXWU1FbTV6Y0xDSEo0TjZxTjc1NDVvK1prUHpNMU1DNzRJK2Fpa3BxYmkxTm56Q056N0wwSnUza0ppMG4vVmdaenozN095c2hmSFJvVkY2elRJTW9LU29RNVVkcTNmVnBEd3Z3QldrYkgvU3VjR0J2cm8xcmtqZW5UdERQZTZ0YUd2cnc4OWlRU01NWlVIK1hCd3psVWVNcGtjMmJKczNBa0x4NjdkZTNIb3lERms1Qm1Od3psWE1DQld4dm1ZSi9kQ05VOWlTZDRKK3N2U0VaY2E3aldaSUh6TmdTNEFYQmxqS2oyeXJhMHMwYUIrUFZTdldoVVdGdVl3TlRHQmlZa0pKY01QakhLUzI3VDBkS1NrcHVGK3hBUGNETDM5MzlLZS94Mm5BQkFKamtNc1M3cjY0Y043OTJsK3d0SkZmMW02cGVmaVdyOHVKSXFPZ05DZk1kUXJ3am5rSThNNXZ3TmdLNWZ4b01jUFFrTUJxQzg0UTk0NVNvYnZrU28xYWpmaFRIOGlCUGd3RGxQT21JUnhMZ0ZqQXVjUUFDNHdLaHArVUhMN0J5b1lnd0tjS3poamNzYTVIR0JTenZsSkJjOWVFWDAvN0p5dTR5U1VETjliOWxWclY5YlgxNjhtY0RncUJGUUE1eFdad0d6QTJVYzEwNURBdUlXZUFFc0FrQ21RcE9Bc1dkY3hsU2pHRlZBZ25qUCtraXZZYzhaa01WbFppcWk0aDNjZjZ6bzBvb3FTSWRHcGhnMGIrZ0tZbWZ0MDV2WHIxd3RlN0lXUWQrU2pLbVVRUWtoeFVUSWtoQkJLaG9RUWtvT1NJU0dFVURJa2hKQWNsQXdKSVlTU0lTR0U1S0JrU0FnaGxBd0pJU1FISlVOQ0NLRmtTQWdoT1NnWkVrSUlKVU5DQ01sQnlaQVFRaWdaRWtKSURrcUdoQkJDeVpBUVFuSlFNaVNFRUVxR2hCQ1NnNUloSVlSUU1pU0VrQnlVREFraGhKSWhJWVRrb0dSSUNDR1VEQWtoSkFjbFEwSUlvV1JJQ0NFNUtCa1NRZ2dsUTBJSXlVSEprQkJDS0JrU1FrZ09Tb2FFRUVMSmtCQkNjbEF5SklRUVNvYUVFSktEa2lFaGhGQXlKSVNRSEpRTUNTR0VraUVoaE9TZ1pFZ0lJWlFNQ1NFa0J5VkRRZ2loWkVnSUlUa29HUkpDQ0NWRFFnakpRY21RRUVJb0dSSkNTQTVLaG9RUVFzbVFFRUp5VURJa2hCQUFUTmNCa0xMQjN0N2VwR0xGaW1zQnVPYmR6amwzWkl3NTV2NGN3eGlMZWVQVTJPZlBudytKalkxTkw5V0FTWm1qcCtzQVNOa1FHeHViWHFGQ2hYaEJFSWJrM2M0WXkvdXpJd0RIdlBzNTUrc29FWkxTUUxmSnBOUnd6cmRyZTQ1Y0x2L3IzVVJEaUNxNlRTYWxxbUhEaGhFQXFpTW5PV284UmxsYTVKeEgzcmh4bzNycFJraktLaW9aa2xMRk9kL3k1amJHbU1ydGNoNStwUklVSVpRTVNXbFRLQlNCblBQTUloeWFJWmZML3kyRmtBZ0JLQm1TMGlhVHllSVlZeUY1dDNITzFXNlpPZWMzSkJMSms5S09qNVJkbEF4SnFicHo1MDR5Z0l1Y2MwVit4L0NjekhneE16TXp2blNqSTJVWkpVTlMybVFLaGVJeVl5eEZVejFoYnYxaE9tUHNjbGhZV0paT0lpUmxFaVZEVXVva0Vza2xBQVdWK3BJVkNzV2xVZ3lKRUVxR3BQUmR1M1l0aW5OK0crcWRyb0djUnBaYklTRWhqM1FYSVNtTEtCa1NYZUNNc1h5N3pTZ1VpajlMTnh4Q3FOTTEwUjJEQmcwYXZHYU1tZVRkeURsUHZYSGpoalVBbWU1Q0kyVVJsUXlKcm1RQjBEUTh6NThTSWRFRlNvWkVaempuZjcvUnhVWW1sOHQzNmpBa1VvWlJNaVE2bzFBb3dnQkVLWjl6emlNRVFRalhiVlNrcktKa1NIUW1JU0VoQmNCbDVIYTBab3hkeXNyS29vN1dSQ2NvR1JLZGlZbUp5UUJ3Q1lBVVFCYm4vSEpZV0ZpcXJ1TWlaUk5ON2twMExSakFTOGFZc1VLaHVLRHJZRWpaUmNtUTZGUm1abWFvb2FGaEZBRFRrSkNRMjdxT2g1UmQxTTh3bDMzVjJwVU45UFM4SVFpR3VvNmxyREhXUjN1QmNTRXRpeDNTZFN5a2RIQ0YvQ1dYNGtKMDlLM1h1bzVGaVVxR3VZc1ZHUmdhL01DQTBRRDBkUjFQV1pNcHk1bStpekgwMDNVc3BKUUlrbGZjUkQ0VndIcGRoNkpFRFNnQURDd3NLb0R6TnBRSWRZT0RnZE5OU2xsanhiamdwT3NnOHFLU0lRQ3UwSy9GQkZZVEFNcFpXK016bitiNVRVTlBDQ21tMU5RMEJCMC9tVE9STDBNS0ZJcUx1bzRwTDBxR0FKZ2c2YzhZSkFEUXJrMUx6Sm41Q3lWRFFrcllrYVBIRVhUOEpBQ0FjZjR5U1paMlh0Y3g1VVczeVlBaHdNVzZxcDdkT2xNaUpLU0VjYzZ4ZmRkdWNYa0hCZWQ3WGtkRkplazZycnpLZkRKMGRxczNtREZtQ0FBdWxaM1FzTDZIcmtNaTVLUHo0bVU4emdXTGQ4VXlMcGR0MW0xRTZzcDZNbVNNQ1Y4b24vVHUwUlVTaVVTM0VSSHlFVHA2L0JUa2NqbVFVMHE4RnYwZ0xFelhNYjJwVENkRFo5ZTZOUmw0VFFEUTE5ZEhsMDRkZEIwU0lSOGR1VnlPSThlTy83ZUJjejhBdktCemRLRk1KME1tWVUwNVlBRUFIdTUxWUdWcHFldVFDUG5vM0k5NGdLZFA0d0FBSFB5MVFpNC9xdXVZTkNtenlkRGUzdDZFZzNrRE1HU01vV0Y5RDVpYW1lbzZMRUkrS3B4emhONE9ROXl6WjBET2tMZnJjajM1YzEzSHBVbVo3VnJERFMzTEMyQmVZSXhabUp1alFmMTYwS1A2UWtKS2xGUXF4ZldRbThqTXlnTG5YQUdPYTAvdmhiL1NkVnlhbE5tU29iNmVwQVpZVGtkclcxc2JlTGpYMFhWSTVEMGlrOGtna3hWOTlZR3NyQ3djTzNZTVQ1NDhlYWR4ZldpU1UxSngrY3AxQUFBRFMxRXduTlYxVFBrcHN5VkRKa2o2Szk5L3cvb2VxRmloZ3E1REltOGhOVFVWeTVjdng2QkJnK0RpNGdJQWVQYnNHVkpUaXpZOW9yR3hNUndjSElDY0diZ3hjdVJJVks5ZUhWT25UaTNTK2NuSnlaZ3laUW9tVHB5SWdRTUh2c1U3K2JqY3VoMkc2SmdZNWRPWFNILzlYblcwenF1c0prTUpZeEIvWTN2MTZQSkJkYlNXeStYWXYzOC9EaDQ4aVB2Mzd5TXRMUTFHUmtad2NIREFnQUVEMEwxN2R4dzVjZ1RUcGswcjB2Vk9uVG9GYzNOenpKa3pCNEdCZ1FDQWYvNzVCelZyMWl6d3ZPVGtaSFRzMkJGU3FSUWRPM2JFcjcvK0t1NTc4dVFKdG0zYmhrdVhMdUg1OCtjd01UR0JxNnNyaGc0ZGlpWk5tcWhkS3k0dUR1dlhyMGR3Y0RCZXYzNE5Dd3NMTkczYUZDTkhqb1NUVStGRFdHVXlHYzZjT1lQUTBGQnMyYklGaG9hR1dMeDRNVTZjT0ZHa3o4RER3d09iTm0wQ0FBaUNnR2JObW1IdDJyWHc4UEJBcDA2ZGluUU5vbTVIbm83V0FOOFhIUjM5M3N4Uzg2WXltUXdyMTZnM2lERm1CQUJPRGc1bzFLQytya01xc3F5c0xIejMzWGU0ZXZVcUJFRkE5ZXJWWVdwcWl1ZlBueU15TWhJWEwxNUU5KzdkWVdOamc4YU5HNHZuWldkbkl5UWtCTWJHeHFoYnQ2N0tOZlgwMUg4TmR1ellBVjlmM3dKajJiMTdONlJTcWNaOU8zYnN3S0ZEaCtEdTdvNzY5ZXZqNmRPbnVIVHBFaTVkdW9RWk0yYWdlL2Z1NHJGUG5qekJrQ0ZEa0pHUmdjYU5HOFBhMmhyMzc5L0hvVU9IY09iTUdXemF0QW5WcTFjdk1CWXJLeXZNbkRrVFk4ZU94WW9WS3pCcDBpVDgrdXV2a012bGVQbnlKVzdkdW9XV0xWdUtYM3F2WDcvR24zLytpWDM3OXNIZDNSMWp4NDVWdWQ2d1ljTnc1c3daekpzM0R3MGFOSUNkblYyQnIwL1V2WHFWZ05QbnhJS2dMSnZMMzd1TzFubVZ4V1RJR0dOZktwLzA3dG50ZytwbzdlZm5oNnRYcjhMTnpRMUxsaXhCcFVxVnhIMXhjWEVJRDg5WlQ2bFJvMFpvMUtpUnVPLzU4K2ZvMUtrVEhCMGRzWGJ0MmdKZnc4N09Eb2NQSDhiNDhlTmhaV1dsOFJpNVhBNS9mMzlVckZnUno1K3JOdzUyNnRRSjMzNzdMVXhOLzJ1aER3b0t3dFNwVTdGeDQwYVZaQmdiRzR0NjllcGgrdlRwS0YrK3ZMaDl6Wm8xMkxCaEExYXVYSWxseTVZVit0bDRlWG1oWjgrZThQUHpRNmRPblZDN2RtMEF3TDE3OTdCa3lSSnMzcndaWDMzMUZhS2pvN0YxNjFhNHVMaGc2ZEtsYU42OHVkcTFKQklKWnN5WWdiOE95YkFBQUNBQVNVUkJWTUdEQjhQZjN4LzkrdlVyc0pTWmxwWUdBTGgyN1pySzU5aXlaY3RDNC81WUhUMXhTcXgzNVFwK08rYmU3VnU2anFrZ1pTNFpPdFQwY0dVTWRRQkFYMDhQblR1MDFYVklXcmx5NVFvQVlNU0lFU3FKRUxsL2ZDVlJnbW5Rb0FFT0hqeUlQWHYyWU9qUW9ScVBPWG55Sko0OWU0YU9IVHZpMENIMU9WbVZpU2l2MXExYlF5S1JJQ2xKZFVocXpabzFzWFRwVXJVdnBSRWpSbUR6NXMyNGVmTm1rV09mTUdFQzNOemNVTHQyYmFTa3BPRDU4K2VvV3JVcWxpOWZqdTNidDJQR2pCbmduS05EaHc3NDZxdXZBQUFQSGp5QW5wNmVXTmVvNU9ycWlvMGJONkpPblRxNGR1MGFWcTFhVmVqcm56dDNEaGN2NWd3N2E5YXNXWmxOaG5LNUhJZVAvdGZSbWdNQjcyTkg2N3pLWERMVWg4SWJYTEFFQXp6cXVjUFd4a2JYSVduRnlNZ0l5TDNOZTFjNmR1eUk0OGVQWStmT25SZ3laSWpHa3JPZm54K01qSXpRdG0xYmpjbFFrOWpZV01qbGN0U3BvOXB5YjVsUFozYzlQVDBZR1JuQndNQ2d5TEdibVptaFQ1OCtRRzdDbmpWcmxzYmpEaDgrak1PSEQ0dlB5NVVyaDZOSDFmc0NLNnNVR2pWcWhQUG44Ni83ajQrUFIvdjI3VEYrL0hocVFNbnRhQjBkbmROd3dqbC9MWlB6WTdxT3FUQmxLaGs2T2pvYUEwSXpaVWZyK3ZYcXd0VFVSTmRoYWFWTm16WTRlZklrVnExYUJVZEhSNDJORVcvTDNOd2NIVHAwd042OWUzSG16Qm0xMGsxNGVEaENRa0xRczJkUGxkdGdUUlFLQlJJVEV4RWFHb3FWSzFmQ3lzb0tFeVpNS0ZJY2taR1JTRWxKUWExYXRRbzg3dEdqUnpoejVvejR2SG56NXFoV3JScVEyeGh5K3ZScGNkL09uVHZ4OTk5L1k5KytmZUsyN2R1M3c4L1BUM3grN05neHZIcVYweFhPMk5nWTNicDFBM0pMTzRjT0hVTEhqaDAvcUtxVjBzWTV4KzJ3Y0R4N0lWYWZoQWdTU2JSdW95cGNtVXFHQ2dPTDhnQnJ4aGlZdWJrWkd0YjMrT0IrcWR1M2I0OGJOMjVnMTY1ZCtQYmJiK0hqNDROUm8wYkJ6YzJ0UkY5bndJQUIyTHQzTDNiczJLR1dESldKbzErL2ZtcTN2SGxOblRvVlFVRkI0dk1PSFRyZysrKy9oNjJ0YmFHdkw1UEpzSGp4WWdCQTc5NjlDencyTWpJUzY5YXRBM0k3K1ZwWldZbkpzRGgyN3R5SjI3ZHZReWFUd2NMQ1FreUcxNjlmaDYrdkx4NDhlRkRraEY0V1NhV1p1QjRTQ3FrMEU1eHpCVmZ3NjAvdTMzaW02N2dLVTZhU0lkTm4xWlQxaGJZMk52Q29WL2VENmxLRG5OWWZUSjA2RmQ3ZTNsaStmRG5PbkRtRE0yZk9vRzNidHBnMGFWS1JFazFSdUxxNnd0UFRFMWV1WEVGVVZCU3FWcTBLNUN6OGppTkhqcUJSbzBad2RYWEYxYXRYODcyR2w1Y1hMQ3dzOE9yVkswUkVST0R3NGNONDhPQUJmdnZ0dHdLVFZXcHFLcVpObTRaTGx5NmhRNGNPYU5PbVRZR3h0bTdkR3ExYnQwWmlZaUphdDI2dHNrK2hVS0JGaXhacTU3eTVyVnk1Y3VMUHlzUzZhTkVpSERseVJOemV1SEZqREI0OEdILy8vVGRxMXF5SkRoMW9ZZzlOVWxKVGNmbHFUa01TQTB0UkNQdzBBSVd1NHlwTW1VcUdldEFickh6UGpSbzJRS1dLSDI1SDYwOC8vUlNmZlBJSkRoOCtqRC8rK0FOSGp4N0ZsU3RYc0diTkd0U29VYU5FWG1QQWdBRzRkdTBhZHV6WUlYWSszclZyRjdLenM5Ry9mLzlDeisvV3JadFlxdUtjNC9EaHc1ZytmVHJHalJ1SFhidDJ3ZGpZV08yY08zZnU0S2VmZmtKc2JDejY5dTJMU1pNbXZkVjdFQVJCNVJaWTJURDB4eDkvaU51VWZUYUw0cnZ2dmtOSVNBaG16NTZONnRXckY5cmxweXdLdlhVSGp4NkxkOFV2azlJVHorazJvcUlwUzhQeEpHRG9xM3pTbzB2SEQ2NVUrQ2FKUklMT25UdGoxNjVkNk51M0x4SVRFL0hMTDcrSTg4YTlMUjhmSDlqWjJlSEFnUU5JVFUyRlRDWkRRRUFBS2xXcUJCOGZINjJ1eFJoRHg0NGQwYUZEQnp4Nzlnem56cW4vZlFRR0JtTFlzR0ZJUzB2RC85azc4N2lhMGorT2Y4NWRXbWd2SXFXUXBTRmt6VFpvQ0puS0dHU2JNVE9XTkpiTWFDeGptNFF5bEdWK3hwSXdsb2dRMldQc0ZCR2lvaUswaUl5cjllN245MGYzbnJtM2U2dWJvZHZ5dkYrdlhxL09jNTV6N3ZlZTd2MzBmWjduKzN5L2E5YXN3Zno1OHovS05JWmN0T3p0N1dGaFlRRTJtNjNVWmw2RlJUUU9oNE9WSzFlQ3hXTGh4SWtULzltMnVzamhxT05Nb0RWTjQ4VDdHaHhvclVpOThReHQyemw2c1NqS0FBQ2FOckZFais1ZHRXM1NSNFBMNVdMZXZIbTRjZU1HMHRQVDhmVHBVN1J1M2ZvLzM1Zk5abVBNbURIWXNHRURUcDQ4Q1ZOVFUrVGw1Y0hYMS9lRFJVbytQTTdKeVZGcTM3ZHZIMEpDUXVEazVJVEF3RUNsZU1QL2dsUXFWWW9qbE84NUx0dG1aR1NrOFQydHJhMnhmLzkrV0Z0YmZ4UWI2eEk4M250Y3VGUzZtRVhUa0FnbDlHNXQyNlFwOVVVTVdSUllUS0QxcUs4OHdXTFZMYWVZb2lnWUdob0Nzam0zajhXSUVTT3dkZXRXUkVkSHc5VFVGSHA2ZWhneFlzUUgzKy81OCtjQW9CUWptWnljakhYcjFxRjc5Kzc0NDQ4L3dPVit2SXF0RkVVaEpDU0VPZjc3Nzc5eDl1eFpyRjY5bW1rN2YvNDhMbDI2VktYN2xoVkNlZEIxWGZ0Y1ZSWEZRR3VBVHNwT3U1K2daWk0wcGw2SVliTjJuZXhCb1JOa2dkWWozR3Z2WHRQQXdFQU1HREFBUFh2MlZQcmlYYmh3QVk4ZlA0YWVudDVIWFZrMk1qS0NtNXNiamh3NUFvcWlNR0xFaUVxOXFOZXZYeU0yTmhaZmZ2bWxrbzFYcjE3RnFWT25ZR0ppZ3Q2OWV6UHRCdzhlQkUzVG1EWnQya2NWUXNqRXNHZlBuc3h4ZW5vNnVGd3VuSnljd09WeVFWRVUvdjc3YitqcTZsYnB2aUtSQ011WEw0ZSt2ajcwOWZWeDkyNXBaaFo1c29mNmlFUWl3Y2t6LzBZUDBLQVBhTldnS2xJdnhKQk4wYzZnV1VhZ2dJNk83V0ZtYXFwdGt6NllsSlFVUkVaR3dzREFBUGIyOXVCeXVjak96a1pXVmhZb2lzS0NCUXZRb01ISGpaMGNOMjRjamh3NUFwcW00ZVhsVldsL2dVQUFmMzkvYk42OEdVNU9UdERWMWNXelo4K1FtSmdJWFYxZEJBUUV3TURBZ09uLzVNa1RBTUNPSFR1d2QrOWV0ZmNjUFhvMGV2WHFWZUhyeXVNSk5mR01EeDgrak9EZ1lIQTRISWhFSW1haFIwNStmajV1Mzc0TmdVQ0F3c0pDSlhzaG01cUlpNHRqNGhIWmJEWmNYVjJWUkw2K2tacitGQzh6bVVEcjk1UVltbVhKcUNIVWVURzB0cmJXWjBsWnpxQm9QWXBpb1hOSHgxb1hhSzNJekpremNmejRjU1FtSnVMUm8wZWdhUnFOR3plR201c2J4bzBicDNZYjNIK2xaY3VXNk5HakI2UlNxVVp6a1kwYk44YnMyYk1SRXhPRDJOaFlGQlVWd2NMQ0FoNGVIcGcwYVpMS3RqZTVlTjI4ZWJQY2UxWW1NcWRPblVKQVFBQ2FOMitPclZ1M29rT0hEbkJ5Y2xKSk51SGk0Z0lIQndkWVdWbEJWMWNYUXFFUVptWm1jSEZ4VWJMbnh4OS9SR1ptSmd3TkRURm56aHkxODVqUjBkRVFpOFdnYVJwNmVucHFFMTdVRjJpYXhxT2tGTHpLZlMxdlNoQ3pxRnFWM0xGMkw2ZHFnRldyRGpZNk91eGpGQ2duSTBORHJGcStCTU5jQjlYNmxXVEN2OFRGeFdIbXpKbm8zYnMzMXE1ZGk1OSsrZ2x4Y1hIbzNiczNPbmZ1REJNVEUzQzVYTERaYkxEWmJFYTBSQ0lSUkNJUnhHSXg4L3ZRb1VPeGZQbHlYTDkrSFJzM2JrU2pSbzB3WThZTUZCWVdvbi8vL21qZHVqV01qWTNCNFhDVWZpRHppQVVDQVlSQ0lRUUNBWFIwZERUeXBPc0NmRDRmQVVGcnNmL2dZZEEwTGFXQTljOVM3djlTRytJTDVkVDVmMlVjRnRXV0F1VUlBSTBhV2FCTHA0NUVDT3NZelpvMVE0c1dMYkJxMVNwd3VWeHMzTGdSVVZGUk9IbnlKUGJ0MjRmOC9IeU53bzFNVEV3d1pzd1lkT25TQlQxNjlHQ0c1WkdSa1RodzRBQ3VYTG1DMjdkdm82Q2dBQ0tScU5MN2pSa3pwdEkrZFlYOGdrTEUzaW9Od0tkQUZVaEFYNnhOUW9qNjRCbmF0ZXUwbGFLb2FRQXc1dXNSQ0Z5K2xJaGhIVVRkdko0aU5FMURLQlF5bmlCa2l5c3NGb3Y1UE1nVFE0akZZbzJHdkdLeG1Ma25aUE9HWlgvcUN4ZXZYTU1VbjltZ2FSbzBrQzR1RVBYSXpIejBqN2J0cWdwMTNUUGtLZ1phZXd3ZlNvU3dqbEtSRUVJbWZMcTZ1aHF0R21zNjk2YzRSSzd2SEltS1ZnaTBway9WTmlGRVhkK0JZdFBXMFkwQ1pRSUFUWnBZd3JsSDk4b3ZJaEFJVlNLL29BQm56NWN1SE5NMEpCRFR1N1J0MDRkUWw4V1F4YUpZMzhnUHhvNzZxdDRIeEJJSW40S3pNWC8vRzJoTjBZblAweDdjMWJaTkgwS2RWUWZyVnUxYnNpaXFFd0RvNk9qQWJhaXJ0azBpRU9vY1Vxa1VaMlArRFNla3BEaXNWWVArQTNWV0RGa2Nqak5vTkFhQURwKzFnNFc1V2VVWEVRaUVLcEgyOUJreVhwUm1xS0ZwdktkclFVYnI4cWlUWW1oblo2ZEhVZWhKZ3pha0tBcWRPM1dFUVNVWm1RbWZobGV2eXMvcFdWQlFvTkZ1RVI2UGg0c1hMNm90NnY3bzBTT2xyTlVWdmQ2blFpUVNvYVNrUktXdEtyVmJGUG0zdEdiNVZLWEEvYWZpMzBEcmZ6TmFpNERNaXErcXVkUkpNUlN5RFJwUkZQcFFGRVVaR2hpZ3ExUHR5MmhkRjNqNDhDRThQRHpLelJVWUZCUUVUMDlQNU9YbFZYaWZpSWdJK1BuNTRkbXpaeXJuTGx5NEFIOS9mNGpGWW1Sa1pNRFQweE9CZ1lGcVM1aStlL2NPcjErL1JrNU9Eakl6TTVHUmtZRzB0RFFrSnljak1URVJkKzdjd2MyYk4zSHAwaVdjT1hNR1VWRlJDQThQUjJob0tOYXRXNGZzN0d5MTl1M2R1eGRmZnZrbDh2UHptYmJJeUVoTW5UcVYyYk9zS1VLaEVELysrR09GMVFCNVBCNisrdW9ySER4NHNFcjMvdGdJQkFMRTMwMUFjWEZKYVVaclNHOW5wVDFRLzVCcUFYVXlMa0NIaTFieVFHc0xDM04wL3NRWnJVZU9ISW5uejU4enhkaWhVQ0NvZGV2V09IQkEvWDcxMTY5ZjQrREJnN2g1OHlZeU16T1psUFcydHJad2QzZUh1N3Q3dWEvNTg4OC80OGFOR3poejVvemFjcDZuVDUvRzRzV0xZVzF0aldQSGpxbWNmL3IwS2JaczJZTDQrSGp3K1h6WTJkbmg2NisveHNpUkkxV2UxWklsUzhvVnRQWHIxNnZOSkExWk1hVXZ2dmlDMlNhbldLOVpidnMzMzN4VFlYWnVQcCtQZ3djUHd0WFZWZTFXUUhtQkxKRklCRHM3TzZ4ZXZScExseTdGM2J0M3NYWHJWcVVNMW5QbnpxMnl0OFppc2FDbnA0Y0dEUnFnZS9mdXNMS3lVanFmazVPRHNMQXdqQjA3VmltQnhlalJvM0hpeEFrY1BYb1VYYnAwMGZqMWRIUjAwS0ZEQit6WXNRTkdSa2I0NFljZlZQb0VCd2NqT3p2N28rOUJyeXFsR2ExTHhaNENWVURSOU5YYUZtaXRTSjBVUTVwbWphYW8wdmZXdVpNam1saGFhdHNrRlNJakl4RWNIQXloVUFnT2g0TVdMVnBBUjBjSHVibTV1SFBuRG1pYUxsY01YNzkramF0WHIyTElrQ0ZxaFZBa0V1SFBQLzhzOTdWVFVsSXdlZkprQ0FRQzlPM2JGNmFtcG9pTGk4T3FWYXVRbXBxS0JRc1dLUFhuOFhpZ0tFcHQyY3ZLeWd3c1hyd1lyMSsvVnFxVlVsSlNnbFdyVnFrdDNsNldnd2NQTW51RjFTRVhRNkZRQ0gxOWZRd1lNQUM3ZHUzQzBhTkhZVm9tSVlldnJ5OXljM1BCNVhMQjRYREE1WExCNVhJaEVva1FIeCtQNGNPSFEwZEhoNGxIMU5YVmhZNk9EbTdkdWdXeFdLeXlQMW9pa1dEeDRzVW9LU2xCZUhpNFVrWnR5SWF5R1JrWjVkWmJEZ29LVXZ1UDVNY2ZmOFRUcDAveDU1OS9vbCsvZmtyL0JHSmlZbkRxMUNsTW1EQUJYMzc1WllYUDdsT1Q4amdWVDU5bGxCNVFlQ09ROG05bzFhRC9TRjBVUXk0b0ZoTm83VG04NW1XMDNyMTdOelpzMkFCOWZYMzQrZmxoeElnUlNpbndzN0t5a0poWWZyM3RxS2dvU0tYU2Nnc2xSVVJFSURzN3U5ejN2WG56WnZENWZDV3ZycVNrQkZPblRzV2hRNGN3YnR3NDJOcmFNdjNmdjM4UEV4TVRyRm16UnFQM0Z4SVNnc09IbFJjVjU4MmJ4L3d1bFVvaEZBcVJsNWVIL3YzN00rMit2cjVLVzlnS0N3dngxMTkvWWVUSWtiQ3hzVUZ5Y2pKTVRVMlZjaUhLbnh1UHg4TzdkKytRbTV1TDNOeGNHQm9hWXNXS0ZlalNwUXVHRHg4T3lMYnQ3ZHk1RTk3ZTNrb1Y5MDZkT29XZE8zZkMwdEtTS1RNcUp5MHREWDUrZmpBM04wZDRlTGpTMzJuOSt2VzRkKzhlM056Y1ZMYmVQWHYyRFA3Ky9nZ0tDaXIzSDRiOEdTY25KeXVWTFFVQVUxTlR0R3ZYVGlXYjlyRmp4NkNycXd1YXByRnUzVHFtdlZtelp0VysvZS9Jc1JQL3ptOUtwZWV5bnp5cGVMNmpobFBueE5DbXJhTWJpNElGQUZnMmJvUSt2WHBXZmxFMWtwU1VoSTBiTjBKUFR3K2hvYUZxeTJBMmE5YXMzTHg0RW9rRVI0OGVSY3VXTGVIazVLUnkvdFdyVjlpeVpRczhQRHlVS3RNcGtwcWFDbXRyYXlXdlJGOWZIeU5IanNUS2xTdVJucDZ1SklZOEhrL0Z5Nm9Ja1VnRW1xYng4ODgvYTlTL3FLZ0lHemR1VkZrVTJMNTlPOFJpTWJ5OXZTR1JTTEJreVJJSWhVS01HalVLV1ZsWnlNM05SWHA2T2lDYnFwREQ0WEJnWVdHQkprMmFvRjI3ZGt5N2taRVI4dlB6TVdQR0RHemZ2cDBwY3VYbTVvYmJ0MjlqN2RxMWFOdTJMVHAyN0FnQWVQUG1EWHg5ZldGb2FJak5temNyQ1dGNGVEakN3OE1CbVhkYTFrT1hUNWNZR1JtcDlkNk5qWTJaWWZYTGx5OFJHUm1wZEo3UDU0UEQ0YWlkSnhVSUJEaHc0SUJTUGVsT25UcFZxeGptRnhRd3VRdHBHaEphUW0ydnRoZi9STlExTVdTeHdSb25QL0FZUHF6R0JWcUhob2FDcG1uTW1ER2owbnJBNnJoMjdScGV2MzZOU1pNbXFUMGZGQlFFRG9lRDJiTm5seXVHMXRiV2VQejRNZmg4UGpQTWhLeklPd0RZMk5nbzllZnhlRlcybGN2bFl0U29VUnIxemN2THc4YU5HNVhhVWxKU0VCNGVEajgvUDVpWW1PRDQ4ZU40OXV3WkFnTURjZmp3WVJRVkZjSFMwaEt0V3JWQ2RuWTJmSDE5MGJselp6UnAwZ1FXRmhacS8rNDZPam9JQ1FuQnhJa1Q0ZVBqZzdDd01DWmo5Yng1ODNEMzdsMXMzTGdSMjdkdkI0L0hnNCtQRDRSQ0ljTEN3cFM4MGFOSGp5STRPQmlqUjQvR2d3Y1BjUHo0Y1pVNVZibkhOSHYyYkxYdmVkcTBhY3pmME5YVkZhNnUvOGJCWm1kbnc5M2R2ZHlDOUNOSGpvU1ZsUlgrOTcvL2FmUjhQd1VYTGw1V3ltajl2QlpsdEM2UE9pV0d6VnM3MmxFc3Fnc0E2T2h3NFRwSWRZNUxtd2dFQXNUR3hvTEQ0ZUNycjc3Nm9IdEVSa1pDVjFlWEdmb3BjdnIwYVZ5OWVoWHo1OCt2MEpQejhmSEI5T25Uc1dEQkFrWnN6cDgvanoxNzlzRE56VTFwamtvc0ZxT29xQWlabVpsWXZudzVkSFYxWVcxdGpmNzkrMy9TR2lESGp4K0hSQ0xCenAwN3NYWHJWaFFVRktCSGp4NHF3cEdZbUlpclY2L0N3Y0dCOGVncXdzVEVCR3ZYcmtWQVFBQ0VRaUhUbnBHUkFWZFhWM2g3ZXdPeTVLOTVlWGtJRFExRjgrYk5sZTdSdTNkdnpKNDlHNU1tVGNMRWlSTXhZY0lFRmRGTFNrckNOOTk4ZzBPSERxa3N1dFIycEZJcHpzUW96b05TdFRiUVdwRTZKWVlzTnRXVHB0R1lvb0RQSE5xaFdRMzdFRDU5K2hSQ29SQU9EZzVxeTJSV1JrNU9EbTdldkFsM2QzZG1HS1o0TGlnb0NCMDZkS2pVSTNOeWNzTDY5ZXN4ZS9ac1hMMTZsV252MzcrL1NqSlVIbzhIeUliZmlxdlM2OWF0dzVRcFV6QjkrdlFxdnc5TkdENThPTXpNekdCc2JJeXpaOC9pMGFOSCtQWFhYMVg2eVVYLzNidDNvR2thZVhsNXlNek14TXVYTDVHWm1Zbk16RXdFQkFRb2hWYTFhOWNPKy9idFU3clA5ZXZYc1dQSERzeVlNUU1BTUhueVpBd2ZQbHpKSTVSamFXbXA1Sm52MjdjUEVSRVJTbjNrbm1IWk9VZzVpcDVoYmVOcHh2Ti9GMDVvdW9DR1ZQMFFwSlpSWjhUUXpzNU9qd2JWbXdKdFJGRXNkTzNjQ1dhbXFuTTEya1Mrb3FwdURra1Q1S24zRmVmSG9MQ3FLUmFMc1h6NThrcW5CbEpTVXJCczJUSlFGSVh1M2J2RHlNZ0lpWW1KdUh6NU1qWnQyZ1JmWDErbXI0bUpDUzVjdUFBREF3TklwVks4ZXZVS1o4K2V4YTVkdXhBYUdnb3JLeXVWbFBtUXpSc2VQWHBVby9jbEw2YWtTUHYyN2RHK2ZYdWtwcVppN2RxMW1ENTlPbXhzYkNDVlNwR2RuYzBJM3RPblR3RUFhOWFzZ2IrL1B4TmZ5T1Z5MGF4Wk0xaGJXNk9rcEVSdDNLRWl4Y1hGZ0d6SUxvZkQ0YWpFUURaczJGRGxINW03dXpzbVRweW8xSmFlbm81NTgrWmgzYnAxYU54WXRUNzNoMzRHdEExTjAwaDhtSVFjV1hBN0RmcXVSTXA2VWVtRnRZQTZJNFlpanBFRkI1UXpSWUV5TkRDQVUrZU9INzI0MEg5RlB1RmRkcmVDSm9qRllodzdkZ3h0MnJTQm82T2owam41cXVhU0pVdVVGajdVd2VmejRldnJDNEZBZ04yN2R6TUxESHcrSC83Ky90aTllemRhdFdyRmhHMXdPQnlsTDI3ejVzMHhkZXBVMk5qWVlOR2lSUWdQRDFjcmhnS0JRS2tDM1ljZ0ZBcXhaTWtTdEc3ZEd0OThVNXB6bzdDd0VKNmVub0JzNGNMYTJocDZlbm93TnpkbkJOUEd4Z1kwVGNQTXpJeVpFMVZjdGE2SUlVT0dWSGpleDhjSFU2Wk1VV29UQ0FRb0tDaFFhcE1MZkZGUmtjbzV5SGJmMERRTmlVU0NQWHYycUwzMjh1WEx5UDEzZHdmRHUzZnZJQlFLbFZhVEFhQno1ODVxdzU4K0pnS0JFQW4zSHlnRVdsTjNNcC9jci81dFA1K0FPaU9HYkpiWWprWHBkQVlBYzNNemRIYjh0SUhXSDRKOHlKV1dsZ2FwVkZxbHhaMUxseTdoN2R1M21EWnRtbEw3eVpNbkVSNGVqdUhEaDJ0VXd2UGN1WFBJeTh2RGpCa3psRlphOWZUMHNIanhZbHk4ZUJINzl1MnJOSVp0OE9EQldMNThPWjQrZlFxYXBwV2VkZVBHamRHNWMyZUVoWVVwWFhQeDRrVTRPRGlvREQxNVBCNm1UNSt1NGkwRkJRWGgrZlBuMkx4NU14NDllb1QwOUhSd09CenMzTGtUVmxaV1RNaktyRm16a0orZno0UWF2WDM3RnQ5OTl4MnNyS3l3ZGV0V0FFQkFRSURhOTFGWVdJaU5HemRDS0JSQ0lwR0F3K0dnZi8vK0dEQmdnTnIrYmRxMFVmdE15OFlTeWozUnhZc1hsL3NNRnkxYUJBY0hCNVdWWlBrUSsvNzkrM2o0OEtIS2RYdytINFdGaFdxdis5UmlXRmhZaUZ1Mzd3RHlqTlpTeVZVQWxhY1Jyd1hVR1RGa3NUaWo1ZStubzJON05HMnFPdGVqYmF5c3JHQmxaWVhzN0d4Y3VYS2wzQytjT2c0ZlBneDlmWDBNR3paTXFYM0hqaDJBVEJSUG5qeXBjbDFtWmlhNmR1MEt5QVQxaFd4VHZieVl1eUlOR3phRWxaVVZVOXU0SXRoc05uUjFkVlhDWVlxS2l1RHA2WW52di84ZUlwRUlXVmxaYU55NE1hUlNLWUtDZ3RDb1VTT0VoWVVwSlZrMU1USEIvUG56bFVLRkVoTVRtVG5LeVpNbkE3TGRJQk1uVGxUeFJCMGRIYkZqeHc2VWxKU2dxS2lJRWNmZmYvK2Q2ZVBtcGxvZU5qOC9Iek5uem9TVmxSVjY5KzZOUFh2MllOR2lSVmk1Y2lYYzNOdzArdnNFQkFTZ1ljT0dLa1Bob1VPSDR0dHZ2MVc3R2x5VzY5ZXZLeDFmdkhnUmZuNStXTE5tamRxZ2JHMnVKcWVtcHlQdGFXbTREdzM2clVoYWNyM1NpMm9KZFVVTU9RREZCRm1OK05LdHhubUZjc2FNR1lQMTY5ZGp6Wm8xNk5TcGswYnhleTlmdnNTdFc3Y3djdVJJTkN5VGNHTFlzR0ZNdWNxeUhEbHlCSHA2ZW93UWNMbGM1dlZldmxRdFhDWVFDUERxMVN1TmJFcE5UVVYrZmo1YXQyNnQ5S3lQSHorTzRPQmdSRVZGZ2Mvbnc4dkxDMnZYcnNYQWdRT3hZc1VLK1BqNFlNV0tGVXFlV25KeU1xWk1tWUk1YytZd3cyRTdPenU0dWJtaFJZc1dhTkdpQld4dGJXRmpZNk4yNnFOWHIxN1l1blVyOXV6Wmc2aW9LSlNVbE9DUFAvNUFxMWF0eWszaC8vRGhReXhZc0FBY0RnZGJ0MjVGZEhRMEFNRER3d001T1RudzgvUERwRW1UNE9Qam8zSzlXQ3pHblR0M2xOckt4Z09LUkNJOGYvNGNjWEZ4NVQ1RGMzTnoyTnZicTdRL2Z2d1lBTkNpUll0eXI5VVdSNDZkaEZRcTIzRkg0ZHlydExRMzJyYnBZMUVueExCNTZ3NURLWXBxQXRrUXVXOXZaMjJiVkM1ang0N0YrZlBuOGZEaFEweWFOQWtMRml4QXIxNjlsQVRsOGVQSGVQRGdBYk1TS2QvTm9XN0hTZG41SzBXT0h6L09lRjF5WEZ4Y3NINzlldXpldlJzREJ3NWtncnZGWWpIV3JGa0RnVUNBd1lNSE0vM1QwdEtnbzZPakZGNlNtNXVMMzM3N0RRQlVRb1JPbmp5Sk5tM2F3TnJhR21scGFVcm51bmZ2am1uVHBtSG56cDM0OXR0djBicDFhNXc0Y1FMZHVuWERoQWtUc0dIREJ0aloyYUZmdjM0d05EUlVPN1F0TEN4VUtjdnA0T0FBSXlNamJOMjZGUzFhdE1DMmJkdGdiVzJOVzdkdTRkZGZmOFhtelp1WmNLSEN3a0tFaFlVaFBEd2NIVHAwUUhCd3NNcnczTnZiRzQwYU5VSlFVQkF1WGJxRXlaTW5ZOGlRSWN5S2RHRmhZYmtCNVdLeG1QR1dJeU1qRVJrWnFSVExxY2lnUVlQZzcrK3YxQ1lRQ0hEMDZGSFkydHArMHRDbEQ2RzR1QmpIVDU0R1NvZmtVcWxJV3VzRHJSV3BDMkpJVVd6MldQbkJpQy9kYW5TR0dpNlhpdzBiTnNEUHp3OEpDUW1ZTldzV1RFeE0wTHg1YzRoRUl1VGs1SURINDZGTGx5NFlQWG8wUkNJUm9xT2owYjU5ZTZVNXZnK2xhZE9tbUR0M0x0YXNXWU14WThhZ1I0OGVNRFEweElNSEQvRHk1VXUwYnQwYVU2ZE9aZnFucDZkajBhSkY2Tml4STJ4dGJmSG16UnNrSkNTQXorZkQxZFZWS1hRa0pTVUZ5Y25KOFBQeksvZjFwMHlaZ21IRGhqR0IzZXZXcllPTGl3dm16NS9QaE0vczNMbVQ4Wmd5TXpOeC8vNTkzTDkvSHc4ZVBFQmFXaHJPbnovUENOaVZLMWV3Y2VOR0ptUE1qQmt6R0JISnlNakF1M2Z2WUdwcWlzTENRaHc1Y2dSNzl1d0JqOGZEcEVtVDRPM3RYZTRpMjhpUkk5RzJiVnVzV3JVS1M1WXN3YVpObStEaTRvSkJnd2FoVTZkT0trTmJrVWlFUTRjT0lUUTBGQzR1THJoMDZSSzZkT21DcEtRazJOallZTWFNR1NvTFgrcll0R2tUOHZMeWxQNEdOWVh6RnkvL1d4V1FRc3FMOU1RN2xWMVRtNmoxWXRpa1hUdGJDdWdPbWRBTUdleFMrVVZheHNURUJLR2hvY3ltKzZTa0pDUWxKY0hBd0FBV0ZoWndkWFZsVmt6UG56OFBIbzlYN2s2R0QySHMyTEZvMWFvVjl1elpnL3YzNzZPa3BBVE5talhEOU9uVDhjMDMzeWg1TW0zYnRrV3ZYcjJRbEpTRXhNUkU2T3ZybzEyN2R2RDA5SVM3dTd1U1I3dDM3MTQwYU5DQVNUQWhGeHJGMVhNV2k4VUlZWFoyTm5nOEhqcDI3QWdPaDRPVksxZGk3Tml4Mkxsekp6cDE2b1RRMEZEODgwOXBYU0VyS3l0MDdkb1ZFeVpNUUlNR0RYRGh3Z1hzMjdjUDkrL2ZSK3ZXcmJGKy9YcXNYYnNXcTFldlJ1dldyV0Z0YlkzVTFGUllXbHBDWDE4Zm8wYU53dXZYcjlHeFkwZXNYNzhlN2R1M3IvUTV0Vy9mSG52MjdFRjBkRFN6L2M3R3hnYWRPblZpK3VUbDVlSDQ4ZU9JaUloQTA2Wk5FUklTQWljbkoxeS9maDFPVGs3NDdiZmZzSDM3ZGt5ZlBoMnRXN2ZHeUpFajBiOS9meGdiRzZ1ODNzNmRPN0Z2M3o1MDZ0UkpvOFd3NmtRbDBKcEdaRVg5YXlPMVhneDFhTjBlWUpWbXRQNnNYVnRZTjZ2K1FPc2pSNDZvdEZsWVdLak1LeWxDVVpUS2JncDFIRDU4R0FZR0JwV0dmS2lqclBlaVNQZnUzZEc5ZStVRnN1enM3UERISDM5VTJrOHFsYUt3c0JBalJveGdLdFUxYWRJRSt2cjYyTFdydEQ2UTRsNWFpVVRDekduMjdkdVg2YjlseXhiWTI5c2pMaTRPZmZ2MlJiZHUzZEMxYTFkbUJYclhybDF3ZDNkSFhsNGVyS3lzc0hUcFVyaTd1NFBGWXFGeDQ4YVlPblVxSmsyYUJGZFhWNXc2ZFFwdWJtNW8yTEFoL1AzOUlSQUl5azAzVmg0c0ZndWVucDd3OVBSRWNuSXlIQndja0pxYWltdlhydUhtelp1NGYvOCtldmJzaVdYTGxxbGt0WUZzVWNyWDF4Y1RKMDdFZ1FNSHNHblRKcXhZc1FLT2pvN28yTEVqSms2Y0NBNkhBMzkvZjF5K2ZCa3RXN1pFY0hCd2phdTZsL0hpSmRMU1MyTTZhZEJGVWxwY0p3S3RGYWxaVDd5cTJOdnJzaWowQVExamlrV2hxNU5tQ3hLMWhXZlBuaUVoSVFGanhvd3BkOTZwcHNCaXNiQisvWHFscU0vaXBRQUFJQUJKUkVGVUxNMjZ1cnI0N2JmZnNHSERCaXhkdWxUcEhFVlJzTEd4d2FwVnE1VCtadktwZ0Q1OStxQlBuejRxcjJOc2JBeGJXMXNzV0xBQS9mdjNWd3BQYXR1MkxmNzY2eThFQndmajJMRmpzTE96WTBLUmV2VG84Wi9mbzN4L2RrbEpDZUxpNGpCZ3dBQXNYNzVjN1M2VnNwaWJtMlBHakJtWVBuMDY0dVBqY2ZYcVZSUVZGY0hjM0J6RnhjWEl6YzNGb0VHRHNHVEpra3JMbmxZM1pRT3RRVk4zSkJKMjVTRUh0WXlhdWVTcUlkWnRPalhqc0hHWUF0WFQwTkFBSzM5Ymd1RkRCOWZZbGVTcWN1L2VQY1RGeFdINDhPRTFiaktkOEhFcG16U2pKaUVXaTdGaWRUQjI3enNBbXFhbG9PbU5HWThmL0FKQSs3VUhQaUsxMmpQa1NHa2JpczNxQWdEbVptWnc2dVJZWjRRUXNoMEZuVHQzMXJZWmhHcWdwZ29oQUFpRklzV00xb1ZTRnE3VU5TRkViYStCUW5PbzBRQzRBTkNodlFPc2FtQ2dOWUZRMjhsNDhRSlBVa3ZEcEdqUWIvbEN1czRFV2l0U204V1FRd0ZNZVAvb3J6enJsRmRJSU5RVTloMDRwQkJvVFozSlRYL3dXdHMyZlFwcTdURFpwbDJuTCtTQjFpYkd4alU2MEpwQXFLMElCQUljamlyZG5VUFROQzJSaW5kcTI2WlBSVzMxRENrMmFDYWo5VmNldyt1OFZ5aVJmUHE5OEdLeEdBa0pDWGp6cG1vN3JDUVNpVWExZm1zcVlyRllvL3JOZi8vOWQ3bFZBdXNxNXk5ZVVVeUNtL3J5eWFQYjJyWG8wMUVyeGRDcVZRZHJnSEtHTEhhdE5nUmEveGR1M0xnQk56YzN0ZnVKUHlZOEhnOVRwa3hCVEV4TWxhNjdkT2tTK3ZidFcyNk5ZQjZQaDY1ZHV6SVpaS3FLUEExV1pUOENnWUM1aHFacHBLYW1Nc2N6WnN4UXF2cDM0OFlOWnR2YzdkdTMwYjkvZnp4NDhLQkNPMDZjT0tHVUthYXdzQkE4SGsram44cnlLZFpFcEZJcHpzWmNZSTVwQ3RvdDFQeUpxWlhEWkE2SDNRc1VMQ0VMdEc1ZXBtWkhYYU5ObXpZb0tpcENTRWdJazhQdTdkdTNGU1lCVU1USnlRbE5telpWYWp0NzlpeDRQQjY4dkx6K3MzMzM3dDJEVUNoVW05NUtFL2g4ZnJuMVd0cTNiNDlGaXhZcENWdDUvUERERDB5bTZxTkhqMkxObWpVSUN3dkRaNTk5Qm9sRXdualhGeTVjd0x4NTg3Qnk1VW9NSFRvVXljbkowTlBUdzJlZmZWWWx1My82NlNlTmk4U3J5NE5ZMDhsNDhSSXBUMHFmT3cyNkNMUzBUcnZGdFU4TVAvdE1oeVdGTTJnWVVTd0tUcDBjWVdxaXVyV3BMbUZoWVFFdkx5K2NQMzhlNzkrL2g3R3hNWjQ5ZTRZbFM1Wm9kUDNhdFd2VmltRkdSb1phTVV4SVNDaDNmN2U2L3ZmdTNVTzdkdTArT0ZpNHVMaVlTUVFyVDNRZ0R6V1IxMVVlT0hBZ0preVlBTWlHcXdjT0hNQzJiZHVZZTVUZEQrM2g0WUZqeDQ3Qno4OFBodzRkWXRwZnZud0pmMzkvZUhoNFlPalFvUUNBK1BoNGRPM2E5WU4yZmZUcjF3OCtQajRWOXBFTGRHMkNwbWtrSmFYZ2xTeTVMQVhjRllyb1RHM2I5U21wZFdKb0k1RllnTkp4cGlpd0RCbzJST2RPamtyYnZPb1NHUmtaaUkrUEIyUzFQc2FQSDQrWW1Cam82dXBpeUpBaHpQelZpeGN2TUgzNmRIaDdlek43bWlFYi9pMWJ0cXpLeitmS2xTdTRjVU45UGZDeVl2ajI3VnNrSnllamI5KytTdlZVSU50UHJDNXZZbG5Nek15WXJZTWJOMjdFMmJObmxYSXpIanQyREkwYU5XTHlIVDU1OGdTUWVieHl5aVpja085MWZ2VG9rVkxhTXdNREEzaDZlbUxXckZtQWJLaDc1ODRkZE83Y0dkdTNxeVpoR1RKa0NPT0JaMmRubzZTa0JKR1JrY3cvRjJOalk3UnQyN2JDOTFmVHR0WnBna1FpUmNLREJ5Z3NMQUpOMHpSbytrNTIrc01jYmR2MUthbDlmeVZ3clNnSzNRREF6TXdVWFRwM3JMT0xKNG1KaVNxcDNRVUNBWXlOamVIdTdnNUxTMHNBWUpJWm1KdWJNMjJRN1l1RmJGdGNWU2l2UktVNnJseTVBcHFtY2ZYcVZSVXhIRE5takZMNnNQOUNUazRPSTlEUG5qMERUZE5LZ3Mxa1U1RUp0R0pocStqb2FEeDU4Z1JzTnB2eHBuLysrV2RNbXpZTnFhbXBrRWdrZVAvK1BjNmZQdy9Ja2kvd2VEelkyOXZEd2NFQmdZR0JTcllFQmdZeSs2bHpjM05WM25kWkZLdncxUmFFSWlGdTNaWUhXa01vbGVKYVhReTBWcVRXaVNHTFlvK1RCMXAzN3VRSXF6TER2N3FFdTdzN2t3RUdNaEVZTjI2Y1NuSUgrWmV0N0M0R2VmdW45SnhqWW1KZ2JtNnVOR1FWQ29VWU4yNmNTZ1Uvc1ZpTTZPaG91TGxWUGMzYTlldlhFUnNiQzhnbTlzc1dxVmNVUXk2WHF6Ui9tWmlZaVBmdjM4UFcxbGFwdldIRGhnZ1BEMGVMRmkxdzRNQUJwbjNseXBXNGZ2MDYweVpQdVBIenp6K0R4K014MmNXblRwMkt1M2Z2SWpFeHNVTGJhK1BpU2NiekYwaCsvRVIrK0o0dlJjV0tYd2VvYldMSUFWQXJNbHAvYkNRU0NaWXZYdzVMUzB1bDZuVlErTEtWcmRvbUY4T3Flb2Fha3BXVmhiaTRPQXdaTWdSMmRuWk1lMFpHYVJuSnNwbWFMMXk0Z09mUG55TXFLZ29CQVFGVnFpYzhhdFFveHN1TWlJakEyclZyR1hHRUxNMitIQ01qSXlibFdWUlVGTUxEdzlHd1lVT3dXQ3lrcDZkanlaSWxzTEN3UUhSME5ESXlNbFRtT3QrOGVhTXl4MW9ldzRZTlUwblE2dVBqZzYrLy9ocURCZzBDWkptSFBuUnhTVnRFUkI3OU45Q2F4cm02R21pdFNLMFN3K1p0T3ZablVaUTFBQmdiRytIenZxb3BrK29xZi83NUp4SVRFeEVhR29yQ3drTDg4TU1QV0xod0lSd2RIWm5FcGcwYU5GQzZwcXdZdXJpNE1PVks1Y2pyb3lnU0hCeU00T0RnY20yWk9YTW12di8rZXlZRHQzd09UNDc4dUd4Syt5RkRocUJwMDZaWXZYbzF4bzRkaTJYTGx1R0xMNzRBWkdFcmZENGZUNTQ4UVhGeE1SUENJaCtPVnBYOC9IeXNXN2NPSjArZXhOS2xTM0hpeEFrSUJBSzhlZk1HNDhhTlExQlFFSGJzMkFFTEN3dms1ZVhobjMvK2dabVpHUURnK2ZQbkdpVmlMWStrcENTbCtpbnFNcFRYWk1SaU1TSWkveTN6S3FVa203VnFVRFZSbThTUW90Z1VFMmhkbjd6Q1U2ZE9ZZGV1WGVqZHV6ZWNuSnd3Wjg0YzVPVGtNS21qNUtVb2pZeU1sSzRyTzB5ZU9uVnFoVU0ycVZUS1pFK3BxSEpmdDI3ZGtKK2ZqOGpJU0dabE96YzNsNW12akkrUGg0bUppZHI2SGg0ZUhtamZ2ajM4L1B3d2I5NDhqQjgvSHI2K3ZnZ0xDOE0vLy93RGdVQUFrVWpFNUZDVWx5VjQ4ZUlGenA0OUM4Z3lhdE0welJ4RE5wY3E1L2J0MjFpNGNDRllMQlkyYnR3SVoyZG5uRGh4QWhZV0ZnZ0lDTURpeFl1eGNPRkN6Smt6QjFaV1ZwZzhlVEllUG55SXp6Ly9IRVZGUlhqeDRrVzVJVWR2Mzc1RllHQWdEQTBOUWRNMFRwOCt6Y3cxeXVIeitRZ0pDY0hHalJ1VjJ0V2wrYStKWExpa0VHaE4wMCtlcHp4VXY1cFd4NmcxWW1qVnFvTTFSYU12cU5Jdjk3QWhnelc0cXZaei92eDVwdDVJYkd3czVzeVpnNnRYcnlJa0pBU05HalVDRkFxZm01dWJLMTByRndpNUdJNGJOMDdwZkg1K1BsZ3NGak5NakkrUGg3ZTNOLzc0NHcrMWlVb1ZDUXNMUTFGUkVmNzN2Ly9obDE5K3dZVUxGekIrL0hoSUpCSmN2bndaenM3TzVmNnphdFdxRlhidjNvMzU4K2NqSVNFQlVxbVVLVGl2YmpWNXc0WU5pSStQeDcxNzl3Q1o1MExUTkpZdlg4NzBVUlI1VzF0YjlPdlhENzYrdmpBeE1jSHUzYnZScFVzWDlPalJBM3A2ZXZqOTk5L3g4dVZMcHNhMHBhVWxZbU5qOGZubm56UHpneDA2ZEdDZTBlWExsM0h0MmpYRXhjV0J6K2ZqekprejhQYjJSbEZSRWJwMzc2NVNyVy81OHVWd2RYV0ZzN1B5RmxGTmg5N2FSQ3FWNHVUcGYyTStwVFFpdEdwUU5WSnJ4SkREWWZVRVZaclIycUZ0R3pTM2JxWnRrejQ1MGRIUjhQZjNSKy9ldmZINjlXdms1K2NqTmpZV0ZoWVdTaUVyejU0OWc3Nit2a3E1U3JrWXFrc1BWVnhjakZtelpvSFA1MlAzN3QyVnppdG1aR1JBWDErZjhmNkdEUnVHOVBSMDlPclZDNTkvL2ptT0hqMks4ZVBINC9yMTY4akx5NnUwN3JLaG9TSCsrT01QNU9mblY3ckEwNzkvZjN6NzdiZE1sVC81bktGaUp1L2c0R0FtK1dxREJnMHdZY0lFNU9YbDRkYXRXOWl3WVFPbVRac0dBd01EcGtpVjRqTnhkbmJHMzMvL0RUOC9QMXk4ZUJGbVptWk1BSFpzYkN4KysrMDM2T2pvUUVkSEIyM2F0TUd1WGJ1Z3E2dUxpSWdJOU8vZlh5VUwrYXBWcTlDdVhic1B5azZ1YlY1a1p1SHh2eGxxaWtCSnptamJwdXFpbG16SDY4cWxLTW9aTkl3cGlrTG5qaDFnWW1xaXdYVzFHNUZJQkJjWEY0U0VoRUJYVnhmdDI3ZEhhR2dvQUdEQ2hBbTRkKzhlSkJJSjR1UGowYWxUSnhWUFRPNHRsUlZEUHA4UFgxOWZQSHo0RUdQSGp0VklDTDI5dmVIajQ4T3MybHBaV1dIbHlwV0FiT2o3OU9sVFhMNThHYUdob1dqV3JKbUtWNlFPTnB1dFVXWnlIeDhmdFhXUEZaazdkeTVjWEVxM1pjYkd4c0xMeXd0ZVhsNVl1SEFoQUdEYnRtMU1tNWVYbDFLUTlwQWhRL0RtelJzY1BYb1U1ODZkZzR1TEN6Tk4wTFp0V3l4YnRnd3hNVEhvMnJVcjlQWDFtZWYxN3QwN21KbVpvYkN3VUdsYklFM1RFQWdFU20yS3E5MDFGVFdCMWdraW9iUk9CMW9yVWlzOFExdUhZZ3RBcHljRml0V3dZUU4wN3RRUnVuVTAwRnFSb1VPSHd0UFRVeWtNeGRIUkVmdjI3Y09tVFp0Z2IyK1BtemR2NHA5Ly9sRXE3eW1ucEtRRUxCWkxLZWczUHo4ZmMrZk9SVUpDQXBZdVhhb1VwSzJPbXpkdll1SENoU2dwS2NHOGVmT1VncHZsNHV2czdJeXVYYnRpNmRLbEtDd3NSRUJBd0VlYnorWHhlTGg0OGFKUzI0TUhEMERUTkRPMGxxT3Jxd3MzTnpkOC92bm5PSHYyTEE0ZE9vUmR1M1poKy9idHpCQlZLQlRpKysrL1I4ZU9IWm5ydW5mdkRsdGJXNnhldlJvU2lVU3A0cCt0clMwem5GYmsxYXRYS0NvcVF2UG16ZUhsNVlWWDhwVDRNalpzMklBTkd6WXd4OHVXTFZNWlR0YzBwRklwN2oxSVJFRkJZV21nTlhBMys2bCtuUTYwVnFSV2lLRlV5bTdHWVZFOUljdG8zYTFMNTNxeGVGSjJkVmlPaFlVRmxpMWJCcHFtc1gzN2RwaVptU21GbHNncEtpcFM4Z3F6c3JJd2UvWnNaR1ptWXNXS0ZXcXZrVk5TVW9JLy8vd1QrL2Z2aDRtSkNUWnQyb1J1M2JxVjIvK2JiNzdCbkRsellHRmhVZUY5cTRKUUtFUmFXaHJXcmwycjFDNmZNeXpiYm1KaUFqYzNOK2pvNkVBc0ZtUHYzcjJ3dDdkSG8wYU5ZR0ZoQWNpRzB3VUZCVXI3aEZrc0ZyNysrbXVFaElTZ2UvZnVhaGQreWlMZkt5MGZUbzhaTTZiY2luYWFCckJyRzRGUWlCdHh0d0I1b0xVRWw0RTdOZCtsL1VqVUNqRmtnejFLSG1qdDJQNHprdEZheHFGRGg1Q1ltSWdsUzVhb25SZk16ODlYMm9yMjdOa3o4SGk4Y29XdFVhTkc4UER3d00yYk43Rnk1VXE4ZXZVS2ZmdjJ4ZUxGaTVuRkduVVVGQlRnanovK0FFVlJ5TXZMUTBCQUFCWXNXUEJCOFkwbEpTVW9LQ2pBN05temNlZk9IZmo2K3FwVStWTTNaMWdXUzB0THJGaXhBdHUyYllPSGh3ZUdEQmtDQ3dzTGhJZUhJekF3VUdsK05UTXprNm5nZCtmT0hWeTZkRWtwTkVZZGx5NWRRcXRXclpnVmZITno4MHEzNWRWME1qT3prUEpZbmhDRHlpOFJpK3RrUnV2eXFBMWl5QUVGSnM1aGhIdmR6MTJvQ1hmdjNrVndjREFHRGh5bzFpTVJpVVJJU1VsaFFsTWdpOW1Mam81VzYzRytldlVLWjgrZVJWeGNISEp6YzJGblo0YzFhOVl3ODNEbFVWSlNnamx6NWlBOVBSMHJWcXhBVGs0T05tM2FoSHYzN3VINzc3L0h3SUVEb2Flbmg0a1RKeW9OVFJYSnpNekVoZzBiY1BmdVhmQjRQRUMyeFhEQ2hBa2ZYTldPb2lnTUhEZ1FBd1lNd1A3OSs1bTR5Y2FOR3l1dHV2L3p6eitZTldzV0Nnb0tFQkFRZ0UyYk51SFhYMzlGU0VpSXlyeW5RQ0FBUlZFUUNBVDQrKysvTVduU3BBK3lyYVlTY1RpS0NiU21JYjN3K3RuRFhHM2JWSjNVZURHMHRuZnNBOEFXQUl5TURQRjUzMTdhTmtucjNMcDFDei8vL0RNNmRPaUFnSUFBUVBhbC91MjMzMkJzYkF3ZEhSMGtKU1VoTHkrUHlmUWlSeTZFZkQ0ZlNVbEpUTm5LcEtRa1FKYjhZTTZjT1JnMGFGQ0ZzWWFRaWRqY3VYT1JscFlHWDE5ZkRCczJEQURRcVZNbnJGdTNEdjcrL2xpK2ZEbXNyS3hnWldXRm5Kd2NuRHQzRG13Mkd4UkZRU3dXUXlRU3dkUFRFNG1KaWVqWnN5ZDY5KzZOM3IxN3c4ek1ERGs1T1lpTmpVVkNRb0xTNjVZM1p3alpGRUsvZnYxQTB6U1NrNU54K1BCaG5EaHhBazJhTklHWGx4ZU9IRG1DYWRPbVlmcjA2ZWpkdXpkKytlVVh2SG56QnIvLy9qc0dEaHdJQndjSGZQLzk5MHhndWJ1N08vYnQyd2VCUUlENCtIaTR1TGpncjcvK2drQWd3UERodzVuWDNiSmx5d2ZuYTZ3SmxBMjBsa2p4cDFZTjBnSTFYUXdwTnBmMURZVlNWM0NrcDN1dHpBRHlNUkVLaGRpMmJSdDY5T2lCbFN0WE1sdndURTFOa1p5Y2pQejhmSWpGWXBpYW1zTEx5d3RqeDQ1bHJ0Mi9mei91M2J1SDU4K2Y0K25UcDVCSUpHQ3hXT2pRb1FObXpKaUJ3WU1IdzBiRDNKQlpXVm1ZT0hFaWlvdUxNWC8rZkl3WncreVNSTmV1WGJGMzcxNGtKeWZqOXUzYlNFMU5SV1ptSnA0OGVZTEN3a0tJUkNKSUpCS3cyV3pvNmVsaHdZSUZPSE5HTllKRDNYeWhIRjFkWGJYbm5KeWNJQlFLc1hyMWFyeDkreGFOR2pYQ2p6LytDQzh2TCtqcDZXSDgrUEdJaW9xQ21aa1pKaytlREYxZFhZU0VoRERGNVZ1MGFJR3dzRERNblRzWGYvMzFGNXlkblptZ2FnY0hCMHlkT2hXaG9hSDQ3cnZ2bEtZTzNOM2RsY1JSRVc5dmI0MmVxVGE1Y1BFS2lvdUxnZEpWNVNjdm56eW84M3VSeTFLang1dldiZG8wNDdBYnhGQ0FBNWZMeFYraGY4SzVSL21UK1BVRmVZcjlxazRYaElXRjRlTEZpN0N6czBQTGxpM1JvVU1IdEcvZlhtbGVzU3BFUkVTZ1pjdVc2TjY5K3dkZC82bDQ5ZW9WdG0vZmpnRURCcUJYcjE1cWswS0l4V0lFQndkai9QanhhdjhCRkJZVzRzYU5HeXBKTVNCNy9tS3hXQ1Z0V0cxRktwVmk3b0lsT0hiaWxQeDQ1ZlBIRHhacjI2N3Fwa2FMb2ExRHA2OG9ZRHNGeXN5eHcyZllzakVFVFp0WWFuQWxnVURRbEJjdk0rRTk4eWM4VGswRERicFlJcUdIMWtmUHNDWUhYYk9wMG96V0pnRGcxTEVqVE90Qm9EV0JVSjNRTkkxSHlTbklrUVZhZzZidVNjVGk1OXEyU3h2VTJBbTQ1czBkaldnV2VyTkFzUXdNR3FLTFU2ZDZFV2hOSUZRblVxa1VDZmNlSUQrL1FCNW9IVitmQXEwVnFiR2VvWlFyTmFkb2RJY3MwTG91WjdRbUVMU0ZVQ2hFM08zUzVCUVVJSlRTOU5YNkZHaXRTSTBWUXphSDdVVlJsQzRBT0xSckMrdG1taWNDSlJBSW1wSHpLaGVQa2xNQUFEU293aEtCK0pxMmJkSVdOVlVNMlJSRmZTcy9HT2xaY1FZVUFvSHdZUnhVQ0xRR1JmLzlKaVBwVldYWDFGVnFwQmcyYjl2ZUdVQnJBREEwTktoWEdhMEpoT3BDTEJiamdFS2d0WmltNmwyZ3RTSTFjUUdGWWxHY2J5alpCT0ZYSHNPaFUwZml1UWlFbXNTbHE5ZVpraEUwVFQvTlRMbC9TZHMyYVpNYTV4bmEyam8wQVlWK2tGVTVjLzJpNHIyeEJBS2g2a2lsVXB3NWQwR2hoYW8zR2EzTG84WjVobEk5Ym5jMktFdkkzUGlmRnl3R3Q1NXZ3U01RUGdWNWI5OENBR2dhSllENFhLVVgxSEZxbk1xd3dXcEhBY2FRQllTK2Z2MUcyeVlSQ0hVY09rRW9sRDdWdGhYYXBzWU5reVdVK0I1TjAvWCtEMU5mWUZPQUhvZUNIb2NDbTRTUlZqczA2SGVnc1NmN2FWSzlETFJXcENaKy9MaDJkcCtaVS9xZnFQSTVvVVpockV2NXNsajRDUUNrVXF4N0w2QTNWSDRWNFdNaEZFa2tXU2grZzdRMGdRYmQ2elExYnBnTVFKUlJqMk9kNmh0ZHVuUmhxdHF6V0hqL0xEbWhYdTZMSldpZkdqZE1KaEFJQkcxQXhKQ2dWV2lhbHRBMExkVzJIUVFDRVVPQ3RoRlRGRVdqTlBhTlcwUG5zUW4xQUNLR2hCb0RSVkZzOHBra2FBdnl3U01RQ0FRaWhnUUNnVkFLRVVNQ2dVQWdZa2dnRUFpbEVERWtFQWdFSW9ZRWJVUFR0QVFBclcwN0NBUWloZ1J0STVJSFhkTTB6U0Z4aGdSdFFjU1FVR05nc1ZpY3p6NzdqSHdtQ1ZxQmZQQUlCQUtCaUNHQlFDQ1VRc1NRUUNBUWlCZ1NDQVJDS1VRTUNRUUNnWWdob1FaQWt6aERRazJBaUNGQnExQVVKYVFvU2g1blNENlBCSzFCUG53RWJhUG9GZW9VRnhlVHp5UkJLNUFQSHFGR0lSYUx5UTRVZ2xZZ1lrZ2dFQWhFREFrRUFxRVVJb1lFQW9GQXhKQkFJQkJLSVdKSUlCQUlSQXdKMmtZcWxTb0dYWk9WWklMV0lHSkkwRFpDaGVTdU9tWm1adVF6U2RBSzVJTkgwQ29VUlRGQjF5d1dpeUp4aGdSdFFjU1FRQ0FRaUJnU0NBUkNLVVFNQ1FRQ2dZZ2hnVUFnbEVMRWtFQWdFSWdZRWdnRVFpbEVEQW5hUmpHNUt3bXJJV2dOSW9ZRXJTSVRRbm1zb1k1UUtDU2ZTWUpXSUI4OFFrMkNra3FseERza2FBVWloZ1FDZ1VERWtFQWdFRW9oWWtnZ0VBaEVEQWtFQXFFVUlvWUVBb0ZBeEpCUUF4REw4eGtTQ05xRWlDRkJxOUEwTFZhSU0rUWFHUm1SMEJxQ1ZpQmlTS2d4VUJURkZvbEU1RE5KMEFya2cwY2dFQWhFREFrRUFxRVVNajlEcURZNmR1ejRCWXZGR2xpbXVRMUZVVjhDMEtkcCtqRkZVU2RvbXViTFQxSVVKUkNKUkpFUEh6NU1ybjZMQ2ZVSmpyWU5JTlFmS0lyaXNGaXNSUldjYnd1Z0xVWDkreithcHVrM2JEYjdTSFhaU0tpL2tHRXlvZG9RaVVRWGFack9yTW8xRkVVOXZuLy9mc3FuczRwQUtJV0lJYUhhU0VwS0VsSVVkVUIrVE5OMHVUOEtmZllCa0dqTFprTDlnWWdob1ZvUkNBUjd5d1paVXhURi9NaVBaVWl5czdQM2FNRk1RajJFaUNHaFdwRklKSmtVUmQzVHBDOU4wMUc1dWJsRm45NHFBb0dJSWFHYVliRllCVFJOMzZJVnhzTHlYOHNNajJtSlJMSmZPMVlTNmlORURBblZTbEpTa3BDbTZWaUtvZ29WVjQzTFFsSFVVNXFtRTZyVk9FSzlob2dob2RwaHNWaTNhSnJPVTJ3cjZ4WFNOQjFYVWxLU3ArNTZBdUZUUU1TUVVPM2N2WHMzbGFLb3BBcTZpR21hdnBXV2xsWlFqV1lSNmpsRURBbmFRRXpUOUVFb3J4d0QvNjRzNTlNMGZWTWhtdzJCOE1raFlralFDaVVsSlNjQnZGZDNqcWJwekxkdjN5Wld2MVdFK2d3UlE0SldTRWxKZVN1VlNxT2hKczZRcHVsRG1abVpKZHEya1ZDL0lHSkkwQm8wVGU5UkRMR1JJUkVJQkh1MVpCS2hIa1BFa0tBMUpCTEpmUURQRmR0b21yNmVuSno4dlB5ckNJUlBBeEZEZ3RiZzhYajVBRzRvdHRFMFRieENnbFlnWWtqUUdwbVptU1ZTcWZRT1RkTWlBSkJLcGUvRVl2RTFiZHRGcUo4UU1TUm9GWnFtYndCNGpkSmc3T3Rpc2ZpMXRtMGkxRStJR0JLMFNuRnhjUUpGVWM4QVNLUlM2YzJVbEpSMzJyYUpVRDhoWWtqUUttbHBhUUthcHFNQUZGSVVkUXNBcWFGTTBBcjFyZ1pLRTN2N1JqcWNCbTRzc095MGJRdWhGQlpvSTBNOTFzUUN2blNIRkJSZmcwc0kxUUJOU3pNRmt1TGpyOUxTM21qYmx1cWczdFZBMGVFMkdNYWlXY0VVQlhOdDIwSW9oUWFGWXFFVU5FVXRxSGYvbldzMHJQYzYzQVlpQUx1MWJVbDFVTytHeVN5YTFZSUlZYzFEVEJNWnJHbFFGSXhaTkt1RnR1Mm9MdXFkWjZoSXorNWQ0ZHlqbTdiTklId2tSQ0lSdUZ5dXh2MkxDZ3Z4NXMxcldEV3pobzZPVHBWZUsvLzlleGdaRzMrQWxSVlRXRmdBSFIzZEt0dnpNWW05RlkrNDIzZTA5dnJhb2w2TG9YT1BidkNkTVYzYlp0UmJYcng0Z2JDd01DeGN1QkI2ZW5vQWdJeU1ESWpGWW8ydU56TXpnNW1aR1FBZ0p5Y0gzMzMzSGViT25RdFhWMWVOcmo5NzlpeCsvZlZYaEllSG8yM2J0aHJidlhuelpwdzRkZ1NIRHgrR3RiVjFwZjNGWWpGMjdOaUJmdjM2d2NIQm9jSytMaTR1R0Q5K1BLWk1tYUt4UFIrZkxVUU1DWjhPaVVTQzZPaG9uRHAxQ2srZVBFRlJVUkgwOVBUUXJGa3pqQnMzRHA2ZW5zeVhVeE11WGJvRVEwTkRqQnc1RXMrZlA0ZUppUWxPbno1ZHFVZHg0OFlOekpvMUN3Q3dlUEZpZlBYVlY4eTVseTlmSWp3OEhIRnhjY2pOelVXREJnM1F1blZyZlBmZGQralJvNGZLdlJJU0VyQnIxeTQ4ZVBBQXhjWEZhTktrQ1Z4Y1hEQmx5aFEwYk5pdzB2Znc5dTFibkRwMUNsd3VGNHNYTHdZQS9QREREM2ovWG0weUd4VisrT0VIekpneEF3RFFwRWtUdEdqUkF2NysvbWpUcGczczdENThmZXpSbzBkNC9icjhjTWRHalJwQkxCWmo3ZHExOFBUMHJQQmVmZnYyQlovUHg3Rmp4M0Q4K0hIczM3OGZob2FHRUFxRjVZcStTQ1JDY1hHeFNydU9qZzQ0SFBLVi9WU1FKMXNOQ0lWQ3pKbzFDL0h4OFdDeFdMQzN0MGZEaGcyUm01dUw5UFIweE1iR3d0UFRFK2JtNXVqZXZUdHpuVWdrd3IxNzk2Q3ZyNDhPSFRvbzNiUHNsNExINCtIY3VYUDQ4c3N2SzdSbC8vN3l5NHBFUkVUZzlPblRjSFIwUk9mT25aR1ZsWVc0dURqRXhjVmg2ZEtsU2wvOG1KZ1lMRnk0RUlhR2h1amV2VHZZYkRZU0VoS3dlL2R1M0x4NUV6dDM3b1Mrdm42RnRqZzVPV0hTcEVuWXVYTW4rdlRwZzRFREIrTGt5Wk9nYVJyMzc5OEhsOHZGWjU5OXh2UlBUMC9IcGsyYkVCOGZqMkhEaGlrSk9VVlI4UGYzeCtqUm83RjQ4V0xzMnJYcmc0WGp3SUVEK1B2dnZ5dnNvNmVuaDl1M2IrUDI3ZHNWOWp0NThpUk1URXpnNys4UGIyOXZCQVFFNFBmZmY4ZWFOV3R3NU1nUnRkZHMzNzRkMjdkdlYybWZPWE1tdnYvKyt5cStHNEttRURHc0J2YnYzNC80K0hpMGJkc1dJU0VoYU5La0NYTXVKeWNIS1NtbE5kSzdkZXVHYnQzK25jUE16YzJGbTVzYnJLMnRzV1hMbG5MdmIySmlBajZmandNSERsUW9ocytmUDhlTkd6ZGdhV21KM054Y2xmTnVibTd3OGZGUjh1ck9uVHVIaFFzWElpd3NURWtNVTFOVDhlMjMzOExiMnh1NnVyb0FBRDZmajdsejV5STJOaGFIRHgvR3hJa1RLMzAyM3Q3ZXVIejVNbGF1WElsZXZYb3hBbnJyMWkyRWg0ZWpSNDhlR0QxNk5HSmlZbkRtekJuMDc5OGZCdzhlUk11V0xWWHVaV2xwaVZtelppRW9LQWczYjk2RXNiRXhIajU4V081cnk1Lzc2ZE9uY2VkTzZiQ3djK2ZPQ0FnSVFFQkFRS1cyVjRWdTNickJ5OHNMRVJFUk9IUG1EQ1pNbUlCQmd3YXA5UHZsbDEvZzR1S0NZY09HcVp4cjNyejVSN1dKb0F3UncycEE3ajFNblRwVlNRZ0JvR25UcG1qYXRPbC91cjlJSkVLUEhqMXc1Y29WSkNZbXd0SFJVVzIvQXdkSzY3ZDM2ZElGcDArZlZqbXY2SVhKK2VLTEw4Qm1zMVdHcnVQR2pZT3BxYWxTbTU2ZUhxWk1tWUxZMkZqY3UzZFBJekhrY3JudzkvZEhRVUVCOVBUMDhQcjFhK1RuNTJQNDhPSG8wcVVMZHU3Y2laOSsrZ2tBOE5OUFA4SFoyUmxTcVJScGFXa3dORFNFcGFXbDB2MUdqUm9GQndjSGRPalFBYUdob2RpMWExZTVyeTJSbE5hbVAzandJSk5MMGNmSFIrazVSRVZGWWMyYU5aVytEemtOR2pSQVRFeU0ybk16Wjg1RXc0WU5NV0RBQU9qcDZha2R5bk00SEZoYlc2Tm56NTRhdnliaDQwREVzQnFRTHc2OGUvZHBkcHBKSkJKOC9mWFh1SExsQ2lJaUl0U0tZV0ZoSWFLam8rSG82RmlsK2JUczdHeElKQkswYjk5ZXFiMnNFTW94TURBQVpQTmJtcUlvUHBzMmJjS0pFeWZVOWx1M2JwM1NzYXVyS3dJREE1WGFLSXBpcGhTbVRwMktxVk9ubHZ1NjhqbmFuVHQzbHJ1QUloYUx3ZWZ6c1dYTGxrcUgzY2VQSDhlNWMrZktQZCtnUVFObWpoTUFsaTFiaHJpNE9LVSsrZm41MkwxN055SWpJNVhhQXdNRDRlVGtWT0hyRS80YlJBeXJnVUdEQnVIaXhZdll0R2tUcksydDFTNUcvQmVrVWluNjlPa0RHeHNieE1URTRLZWZmb0s1dVhJb1pWUlVGRXBLU3VEbDVZVVhMMTVVZWo4ZWo0Y0hEeDdnZi8vN0gweE1UREJuemh5TmJFbElLSzN1MmFwVnF3cjd4Y1hGNGZIang4enh5SkVqR1NIdDJyVXIxcTlmejV6NzlkZGZHUTlTenJ4NTg1amZKUktKa25nMGI5NGN2WHIxQW1UaWN2dFdyTCtDQUFBZ0FFbEVRVlQyYlh6eHhSY2EyVjhlMXRiV2xZYnRHQmtacWJUeCtYd2xMOXpXMWhaZHVuUUJaUE84bHBhV0dEOStQSE4reFlvVjZOMjdOd1lPSEFnQWVQLytQVmF2WGcyaFVQaWY3Q2RVRGhIRGFtRElrQ0ZJU0VoQVpHUWtmSHg4OFBubm4yUDY5T2xWQ3Vlb0NKcW1RVkVVdkx5OHNIYnRXaHc1Y2tUSkk1SktwVGg0OENBc0xDd3dlUEJnaElXRmxYdXZoUXNYS25rM1E0Y094VTgvL1FRTEM0dEs3Y2pMeTBOWVdCZzRIQTdjM2QwcjdIdjE2bFVjUFhvVVVxa1VRcUVRZ3dZTllzU3dxa2drRW16Y3VCRUFJQkFJTUhqd1lFWU05Ky9majIzYnRtSGR1blg0L1BQUFAraitBQ3BkbUpJakh3WElLU3dzeElvVks1VHVJeGREQUdqY3VER0dEQm5DSEs5ZXZScjI5dlpNVzI1dUxsYXZYdjNCZGhNMGg0aGhOVUJSRkJZdVhJamV2WHRqdzRZTnVITGxDcTVjdVlMQmd3ZkR6ODlQSTZIUkJBOFBEMnpldkJtSER4L0c5OTkvend6cnJseTVncXlzTEhoN2UxYzYxT3ZWcXhlTWpJenc5dTFicEthbTRzeVpNMGhMUzhPcVZhc3E5UGFlUFh1R09YUG1JQzh2RDRzV0xVTGp4bzByZkIwL1B6LzQrZm5oL1Buem1EOS92dEs1TzNmdW9GKy9maXJYbEYzaGxjY1Q2dWpvNFByMTZ3Q0FzV1BIS3ZXWlBIa3lidDY4aWNXTEYyUDM3dDFWRHJteHRyYUdpNHNML1B6OHdHYXpLK3g3NWNvVnhNYkdLclZaV0ZqZ3hvM1MvTFVUSmt4UXVlYmR1M2VJajQ5bmpzVmlNYkt5c3BpMlR6VzFRbENGaUdFMTByOS9mL1R0MnhkbnpwekJ0bTNiRUJNVGc5dTNiMlB6NXMxbzA2Yk5mNzUvdzRZTjRlN3V6b1NHeU1WaS8vNzk0SEE0K1BycnJ5dTloNGVIQnp3OFBBQ1p4M25tekJrc1diSUVzMmZQUm1Sa3BOcHdtZWpvYUFRRkJVRXFsZUszMzM2cjFDdXNERWRIUnlidUVBRFdybDBMRG9lak5GUVBDZ3JTNkY0Y0RnZEJRVUVZTzNZcy9QejhzR2ZQbmtwRGZpQmJMWC8rdkxUNndKQWhRNUNZV0hteFBpTWpJN2k2dXVMOCtmT0FMTVpRVDArUFdXMHZXeFlWc21rRkh4OGZRUGE4YVpwR2RIUjB1Zk9taEU4SEVjTnFoczFtWS9qdzRYQjFkVVZJU0FnT0hqeUl4WXNYWS8vKy9aVjZIcG93ZHV4WUhEaHdBQWNQSG9TcnF5dFNVMU1SSHg4UE56YzNsWG5FeXFBb0NzT0dEY1AxNjlkeCt2UnBYTHQyRFlNSEQyYk9pOFZpQkFZR0lpb3FDdmIyOWxpeFlnVmF0Mjc5bjkrRG5wNGU3TzN0bWVNR0RScEFWMWRYcVUyVG9HNDVUWm8wd2FKRmkvRHJyNzhpTGk0T0F3WU1xUFNhRXlkT1lOKytmUi9rdFFzRUF1VG41K1BVcVZNcXcyWkYrdlhyaDRFREIyTEVpQkhJeTh1RGo0OFBuajU5aW9rVEoyTFVxRkd3dHJaR1FVRUIvdnp6VDVWVmM4TEhoNGlobHVCeXVaZzNieDV1M0xpQjlQUjBQSDM2OUtNSWlZMk5EZnIwNllQcjE2OGpOVFVWaHc0ZEF0UU1INnVDZkhpY2s1UER0RW1sVWl4WXNBQVhMMTdFNk5HajhmUFBQMyswL2JSMzd0eEJuejU5bUdPaFVBaUtvbFRhMU1YcGxjZmd3WVBoNE9DZzBmWTVPYWFtcGpoejVnd2dFN2pLRmpFTURBeEFVWlRHTzRsR2pSb0Z5THpRdVhQbm9uMzc5bmp6NWcwT0h6Nk0vZnYzWTl5NGNaZ3laWXJLTkFMaDAwREVVSXRRRkFWRFEwTkFOdEgrc1JnM2JoeXVYNytPSTBlTzROeTVjM0IwZEZRSmpha0s4dUdpWW96a2dRTUhjUEhpUlV5ZVBCay8vdmpqUjdGYlR1dldyZUhyNjhzY2I5bXlCVnd1RjVNblQyYmEvdnp6enlyZnQ2d1FGaFVWQWFYbEJpcTlkdXZXcmZqcnI3OHE3SFBod2dXWW1KaG9iQTlOMHpoeTVBaENRa0xnNnVxS0pVdVdZTkNnUVJnOWVqUjBkSFN3YTljdVJFZEh3OGZIQjE5OTlkVkhHVGtReW9lSVlUVVFHQmlJQVFNR29HZlBua3BmdkFzWEx1RHg0OGZRMDlQN2FDdkxBT0RzN0F3N096dEVSa1pDS3BYQ3k4dXIwbXRldjM2TjJOaFlmUG5sbDBvMlhyMTZGYWRPbllLSmlRbDY5KzdOdEI4NGNBQmNMcmZDT0w0UHhjaklTQ25vT0NJaUFycTZ1dWpjdVROMGRYVWhFb2tnRUFpWXVUaE5lZno0TWNMRHc5R2dRUU53T0J5Y08zY09MQlpMSlJDK1BLeXRyYkZ0MnphVjlqdDM3bURKa2lWVnNpVTVPUmtoSVNHNGUvY3V2dnZ1Tzh5Y09aT1pVOVRWMWNXVUtWUGc0ZUdCb0tBZ0JBWUdJaUlpQXNIQndXUVh5aWVFaUdFMWtKS1Nnc2pJU0JnWUdNRGUzaDVjTGhmWjJkbkl5c29DUlZGWXNHQUJHalJvOE5GZVR4NW1zM3IxYWlhY3BqSUVBZ0g4L2YyeGVmTm1PRGs1UVZkWEY4K2VQVU5pWWlKMGRYVVJFQkRBaEw0VUZSVWhLeXNMZW5wNkZRN2hGaXhZVU9HcU1rM1R1SHIxS2dDZ29LQ2dVaHNYTFZyRTlCZUx4ZmptbTIrVXpxZWtwQ0FySzR2eHRzdWlxNnVydERDaHA2Y0hYMS9mY3Z1WFJTd1dJenM3VzZYOTdkdTNsVjc3N3QwNzhIZzhKb2g3d1lJRkVJbEUyTEpsaTlKK2RFVXNMUzJ4YnQwNm5EMTdGb2NPSGRKWXRBa2ZCaEhEYW1EbXpKazRmdnc0RWhNVDhlalJJOUEwamNhTkc4UE56UTNqeG8xVHV3M3V2K0x1N281Tm16Ymg2NisvMWloaFFlUEdqVEY3OW16RXhNUWdOallXUlVWRnNMQ3dnSWVIQnlaTm1xUVVraUlmWHZMNWZGeStmTG5jZTg2ZVBidkMxd3dNRE1TSkV5ZGdiVzBOZjM5L3JGKy9IaU5HakFDZnI1ejUzOGZIQnhSRlFTZ1V3dG5aR1JLSkJDMWJ0bFFTa2RUVVZQajQrTURFeEFRUEhqekE2dFdyTVdmT0hDWHYwYzdPRHRldVhXTzI0VFZzMkZEdENtOTV2SHIxQ2pObnpsUjdUbkdoUkQ2M0tQZXdYNzE2QlI4Zkh4UVZGU0VtSmdiOSsvZkhIMy84QVZOVFU0MkVlTWlRSVVxeGlJUlBRNzFMTDJ6WHJ2TXlpc0p2QU9BN3c1dmtNOVFTVzdac1FXaG9LR2JObWdVM056Zjg4TU1QeU0vUGg0dUxDK3p0N1dGb2FBZ09od00ybXcwMm13ME9od09KUkFLeFdBeVJTQVNSU01Ta3dQTHc4SUM3dXp0WUxCWjI3OTZOdTNmdnd0L2ZIOGJHeGhnNGNDQnNiR3lZb2JIOFhsd3VGeEtKQkVLaEVIdytIMEtoRUVLaEVMYTJ0dWpmdnovV3JWdUhVNmRPTWZ1TW82S2ljUC8rZlN4YnRremx2ZkQ1ZkZ5OGVCRzV1Ymw0Ly80OVltSml3T1B4Y1BueVpmQjRQRXljT0JGOFBoK2hvYUdJaUlqQWtTTkgwTEZqUnpnN084UEN3Z0pjTGhjc0Zvc1JmUG52VXFrVVVxbVVlYzh0V3JSUW1xcjRWR3pZdEFVYk5tMEZBTkEwZnN0SXVlZGY2VVYxQU9JWkVyU0NsWlVWaGcwYmh1KysrdzZReFVMdTNic1hseTlmeHNXTEYxRlVWQVNhcGl1OXo4Q0JBekZtekJoMDZ0UUpreVpOZ3FXbEpZWU5Hd1lIQndkRVJFVGc5dTNiT0hQbURFcEtTalJLR3Z2Nzc3K3JiUjh4WWdSR2pCaWg5aHliemNhT0hUdFFYRndNbXFaaGFtcUt1WFBuZ3MxbXc4VEVCQVlHQmdnTURJUzl2VDBXTFZxRVhyMTY0ZGl4WTRpS2lzSzdkKzhnRW9rcXRRdXlyWHFFVHdmeERJbG5xQlhFWWpIRVluR0ZjWGp5clhvaWtZZ1oyc3E5SnZtUGpvNE91Rnd1eEdKeHBkTUJORTByZVpVVVJUR2VKNXZOQm92RitpUXJ0b1dGaFpWdU5aUklKSkJLcFpCSUpFend0ZnhIUHBUWDE5ZlhhT1g3djBJOFF3S2hHdUZ3T0pXS0Y0dkZncDZlWG9XQ3FYaS95cENMWjNYWEY5Rmt6N1Zja0t0U3c0WHdjYWwzMWZFSUJBSkJIVVFNQ1FRQ2dZZ2hnVUFnbEVMRWtFQWdFSWdZMWgxZXZYcFY3cm5jM0Z4bU5iWWlrcE9UeTAxVmRlWEtGU1l2SDAzVGFndEtLY0xqOGVEcjY0dGJ0MjZwZlIxdmIyOWtaR1JVYWxOVktDb3EwaWdqZEhoNE9KT1IrMk9oYVhnTW9lWkN4TEFPc0dmUEhvd1pNd2JQbmoxVE9jZm44ekZ0MmpSTW16YXQwcmk5a0pBUXpKczNUNjJnaElXRklUUTBGSkFGSUk4Y09SSUhEeDRzOTE0Q2dRRFhybDFURVdrZWo0ZjU4K2NqS1NsSm83M0ZSVVZGeU16TVpJNmRuWjJaMXhXSlJMaDU4eVp6YnNlT0hYQnhjYWswbm5EcjFxMk1zTXR0MHZSSDNiMkZRaUdHRGgycTlubE1uanhacWFScFpYaDRlT0RZc1dQbG5zL0t5c0tvVWFNd2JOaXdTc3MzRUtvR0NhMzVTTnk2ZFFzSER4NUVZbUlpM3IxN0J6YWJqY2FORzZOdjM3NzQ1WmRmbUg0clY2NVVxWmRyWkdTRXRtM2JZdlRvMFNxMU91VDkxNjVkeTlURktNdklrU054NU1nUnpKa3pCN3QzNzRheHNURnpidHUyYmNqTXpJU2ZuMStGVzg4ZVBYcUV1M2Z2NHRkZmYxVWJlcUtycThzVU52ZjA5TVRyMTYreGV2VnEzTGx6UitPMDlDVWxKWmc5ZXpheXNyS3dhTkVpamFvQ3JseTVFbzhlUGNMZXZYdGhhR2pJeE9GQkp0NUhqeDdGNGNPSDBheFpNeVFuSjZOang0NVZycGRjbGZvbzI3ZHZWeW5NRkJzYkN4NlBCeHNiRzZWMlBwK1Bodzhmd3MzTlRhTjd2M3o1RWxsWldiQ3lzbEo3UGk4dkR6Tm56a1IrZmo1MGRIU3dmUGx5alFwVkVUU0RQTVdQd1AvKzl6L3MzTGtUa09VVHRMVzF4ZHUzYjVHZG5ZMXo1ODRwaWFFY0J3Y0htSnViUXlBUTRPWExsMHhCOG0rLy9WWXBmWlVtTkd6WUVFRkJRVmk5ZWpYK3o5Nlp4OFdjLzNIOE5kTko1eVpkT2tuRU9vbzJXbWRyV1ZkMmMrUmVoRkJpNVE2NVUxUnlsSklpNU1wTlM0N2FIRjBTUlNIQ1NvY08zYVpwWnI2L1AycSt2NzVtdWtqdGJwL240OUhqTWZQNWZ1ZnovWHhubXRkOGp2Zm4vU29xS3FMRjhNV0xGemgyN0JpbVQ1OHVObzErVGZ6OS9hR2pvOFB3UnE1Sm16WnRhTHRRTnBzTk96czdkTzdjV1NRdGZYRnhzVmhqcEpLU0VqZzZPdUxwMDZjQUFBOFBEM2g0ZUlpOTF0U3BVMmtYT1VkSFI5alkyTURGeFFXZW5wNzBPZUhoNFRoOStqUTJiZHFFRGgwNmdNdmxJaWtwQ2ZQbno2L24zUktQblowZEJnOGVYT3Z4bkp3YzJyTDBjMjdjdUFGNWVYbjA3ZHNYOSsvZlIxNWVIbER0TENnTUxyOTA2WkxZMTQ0Y09SSjhQaCtscGFXSWpvNm1yVUtGZFNncUtrSmFXaHB2M3J5QnZiMDlDZ29LNE9mbkI0cWlNRy9lUEN4YnRnenU3dTROaXNVazFBMFJ3NjhrT1RrWlFVRkJVRkJRZ0plWEY2UFhVRlpXaGx1M2JvbDluYTJ0TGFPbkZ4NGVEbWRuWndRSEIyUEVpQkhvMnJWcnZkZWVNV01HMHRQVEdXVlRwa3loSC9ONFBObzVycVo3M09IRGh4bUpaSk9Ta25EMzdsMjR1YmxCVWxJU01URXg2Tm16SnlPVFRwczJiY0RoY0ZCY1hJeWNuQnhrWjJlam9LQUFPVGs1V0w5K1BhWk9uWXJTMGxJc1hib1VodzhmWmdqaTI3ZHY0ZVRraE5ldlgyUGF0R2xpY3l0U0ZJWGp4NDhqSlNXRjBjUFMwTkRBOXUzYm9hS2l3amhmUjBjSERnNE90RkZUWEZ3Y1BuMzZoTmV2WHlNZ0lJQnhycHljSFByMjdZdkhqeDhEMWNOcllTYWhuajE3MHRlcEs0MWFiVm1GaW9xS2NQUG1UWXdhTlFwU1VsS00rVWpoUE9MdDI3ZEYvRnVFV0ZwYTR0S2xTNHdmaHBybVUyNXViaWd2TDRlN3V6dDRQQjUyN3R4SnQ5bloyUm1iTjIrR3JhMHR0bTdkQ2dNRGcxcmJUNmdmSW9aZmlkQzRaL1RvMFNMREp6azVPZHBQcEQ2R0R4K082T2hvWExwMENWRlJVUTBTUXc2SEF4MGRIVHBqY24ya3BLVGc0c1dMRUFnRWRCbEZVZGkxYXhkNjkrNk5ZY09HSVNzckMwdVdMSUc1dVRtNmQrK083T3hzNU9Ua0lEVTFGY1hGeFF3Qmw1V1ZoWnFhR2pRME5NRGhjTkNyVnk4b0tTbkJ3OE9EWWV1NWZQbHk1T2Jtd3QzZEhicTZ1bmorL0RuakMxOVlXSWlOR3pjaUpTVUZNMmJNb04rem1KZ1lIRHQyakhFUFFxYy9ZU3F2aElRRTdOeTVFMWV2WG9XY25CeFNVMU9SbXBvS1ZBODdKU1FrMEtOSEQxQVV4UkNjKy9mdjQvNzkrM1F2UEMwdGphNVRITG01dVdMTEwxMjZCQzZYUzFzSjdOdTNqejQyWjg0Y0ZCUVU0TUtGQzNWK0xsWldWaGd5WkFobXo1NE5LeXNyZW83eDlldlhDQXdNeEtOSGo4Qm1zekZyMWl5MGFkT0cvcC9yMEtFRHhvd1pnMnZYcm1IcTFLbVlNR0VDZnYvOTl5WXpHR3R0RURIOFNvVG1Rb1dGaFY5ZGw3Qm44dUhEaHdhL1JrdExxOEZpZVAzNmRaSEorZE9uVHlNMU5SWEhqeDhIQVBqNitrSkNRZ0lMRnk2RWs1TVQxTlhWb2FHaGdRNGRPb0RENGNEVjFSWHE2dXJRMU5RVW05VjV6cHc1Y0hWMXBkM3FVRDN2cDZDZ0FFMU5UWncvZng1dWJtNTQ4T0FCbGk1ZGlyTm56eUk0T0JpVmxaVllzMllONDE2VWxKUVlSbG5DRERMcTZ1cU04cnk4UE55NmRRdmp4NDluNUZlMHRyWkc5Kzdkc1dYTEZxQjYrSTFxWTY1Smt5YlJRM0Z2YjIrY09YTkdaQzYzUGlvcUttaXgvdHhrNnRPblQzajY5R210MHc0MWtaZVhSMUZSRWZMeThxQ25wNGVGQ3hjaU5EU1V6cFF6WmNvVXFLbXB3Yy9QRHlFaElTS3YzN2R2SDg2ZE80ZlEwRkJZV1ZrUk1meENpQmgrSmNKMFQ5ZXZYOGYzMzM4UEd4dWJMOTVNTDV5VGEyaXkwYWJnM0xsellMUFpXTEprQ1QwTVhyUm9FWXlOalJFV0ZrYWZGeFFVaE5UVVZBd2NPTERPWkFaV1ZsWjQvLzQ5WThoWlU3aCsrKzAzc0Znc2JObXlCVmV2WG9WQUlNRFFvVU94ZE9sU2tiVDh4c2JHTURZMkJvL0hnN3U3Ty8yRFUxcGFpaytmUG1IWnNtV1FrcExDeG8wYndlZnpSWDVFUG56NDBHQ2ZsTFZyMXpKNjhYLy8vVGZXcjErUGJkdTIwY1pNNTgrZlI0Y09IZWh6UWtORDZiazlBSWlQajZkOVl0NjllMWZ2ZkNHcTV3U0hEQm1DKy9mdm8zMzc5dERUMDBOR1JnWUVBZ0htejU4UFMwdExlcFF3YytiTVd1c3BMQ3pFNk5Ham04UkhwN1ZDeFBBcjBkVFV4UHIxNjdGbHl4YnMyclVMRnk5ZXhJSUZDeHJrd0ZhVHlzcEtlbjZ4VDU4KzM2aTFvdGphMnVMOSsvZFFVbEtDajQ4UDlQWDF4WDdwdnZ2dU82QmFzQlVWRlpHZG5ZMTM3OTRoSXlNREdSa1prSkdSd2FKRml5QXRMWTBsUzVZdzRoREx5c3FRbUppSWhJUUVSRVpHNHUrLy80YTB0RFNHRFJ1R0dUTm13TWpJQ0dmT25FR2JObTFFek5wZnYzNk56WnMzSXlNakF3Y1BIc1NNR1RQUW9VTUhYTDkrSFUrZVBNSEtsU3R4K2ZKbHFLcXFNdUlXOC9MeThPblRwMFlaUU5YazA2ZFBlUExrQ1oxb1ZrRkJnZkcrRkJZVzR0Q2hRNUNVbEtURGJjNmRPNGVvcUNpZ1JvTFg2OWV2NC9yMTY3VmVwMlBIamhneVpBanUzTGtqc3NnbEtTbEo5NkJyWW1scGlaVXJWNExENGRBSkwvYnQyOWNnZXdkQzdSQXhiQUxHakJtRHJsMjd3c1BEQTNGeGNYQnljb0t4c1RGV3IxNk43Ny8vdnM3WGxwYVc0dFdyVnpodzRBQmV2WHFGM3IxN00xemc2aU1yS3d2bno1OXYwTGtwS1NraVpVSnY1Yk5uejZLd3NCQWVIaDZRa3BJQ2w4dGxpSjB3ZUhyYXRHbkl6ODluWkl2VzF0WkdyMTY5YXIzdXhZc1g0ZUhoQVVsSlNaaVptV0htekprWU5td1lvd2Q4OGVKRktDc3JNOFR3K1BIajJMTm5EenAzN295Z29DQmEySHIzN2cwSEJ3YzRPam9pTURBUVRrNU9VRkpTd29ZTkcraDBXY0o1UTJOajQxcmZpMVdyVnRGaE5kdTNiMmVFQ0FuRGQyYk9uQ2tTa3JSaXhRb2tKQ1NncUtnSXRyYTJPSFRvRUZDZHVWdjQybEdqUmtGZlh4Kyt2cjcxZkNwVi93TnhjWEhZdFd1WHlERmhWbkZocHV1NHVEZ1VGeGNEQUJZdFdvUWhRNGJVMldNa05Cd2loazJFb2FFaGZIMTlrWmlZQ0Y5Zlh5UWtKR0RPbkRuWXNHR0RTRzhIMVlzS24yTmlZb0pkdTNZMUtoVjlXbHBhZytQOGFndTZmdmZ1SGJ5OHZEQmx5aFJhMU83ZXZVdUhCQ2txS3RLK3ZkMjdkOGVRSVVPZ282TURIUjBkRkJjWE15d0JoQnc5ZXBSKy9PdXZ2MEpIUndkOSsvWnRrSUc3RUgxOWZkamEybUxPbkRtb3JLekUvdjM3c1hEaFF2VHYzeDhkT25UQW9VT0hJQkFJb0tLaVFnZG14OFhGd2RMU0V2SHg4V2pUcGcwNmR1d0lBTWpJeUVCa1pDVHUzcjJMMHRKU3hNVEVRRU5EQTcvODhnc0FZT0xFaVl3ZnJxeXNMT3pkdXhjTEZpd1E4U3p1M3IwN3pwdzVnMG1USnFGUG56NjBHQXBKU0VqQWh3OGZZR2RuMTZEN1RFMU5SV1ZsSlFJQ0F1Z2VwYjI5UGRUVjFhR3Jxd3N0TFMwNnJNZk56YTFCZmpHRXhrUEVzSWt4TVRHQnY3OC9ybHk1Z2syYk5tSDc5dTB3TlRVVkNhVHQyTEVqbEpXVklTVWxCVTFOVFF3Y09CQ0RCdzl1bEJEcTYrdWpYNzkrY0hKeW9zdDRQQjZ1WExtQ01XUEdpQVRqUmtkSHc5dmJtN0h6NDlPblQxaXhZZ1hVMU5Rd2NlSkV4TWJHNHRXclY5RFUxTVRSbzBlaG82TURCUVVGQ0FRQ0RCbzBDTHE2dXJTNFAzejRFSXNXTGNLY09YTVk4WDJCZ1lFNGNlSUUvWHp0MnJXSWo0K3Y4MTRxS2lvWTNzaTJ0cmF3c3JLQ3VybzYzcng1Zzh1WEwrUFlzV1B3OHZJQ2w4dkZ5NWN2QVlCZXhOSFcxb2EydGpadTNMZ0JTMHRML1BYWFg3Q3dzS0RuTjRPRGczSDI3RmtvS3l0RFFrSUN2LzMyRzFhdlhrM1BNdzRhTklqaHFmTDgrWFBzM2JzWEZoWVdEUE42SVV1WExrV3ZYcjNFYnV0NzhlSUZVSjAxZStmT25iWGU4NmhSbytqZ2MrSDdsNU9UZytmUG44UEV4QVFxS2lvb0xpN0cyN2R2c1c3ZE9xQTZPUDVyYkY4SnRVUEU4QnN4WnN3WUpDUWswS0V5bjV1NEwxcTBxTllkSlEwaEx5OFBXN1pzZ2F5c0xFcEtTcENmbnc5ZFhWMmtwcVppNjlhdGVQYnNHVmF2WHMxNGpabVpHWnlkblJrOXVaTW5UeUl0TFEyb1h0eEE5VzZUYmR1Mk1ZeXEyR3cydW5YclJzZnFQWDc4R011V0xZTyt2ajdqM2s2ZE9vWDkrL2VqWDc5K2lJbUpBYXA3WGNLQTVzTENRckdyMEFFQkFXamJ0aTI5NHR1MWExY2NPblJJWkl2YjU0SFBVNlpNb1h2Wnc0Y1BSM0J3TUM1ZXZJaU1qQXg2dFJqVjlnQ0RCdytHdWJrNWZ2cnBKeWdxS29MRllxR2dvQUNvbmhPdDJlTVM3cllwTHk5bmxNdkp5WUhOWnRmcWFJZnFMWVBpdkZLRW5EdDNEc25KeWJUdHA3YTJOdDJMVEU1T3hzV0xGekYzN2x6SXlNakF6ODhQY25KeTZOR2pCMURQSG5UQzEwSEU4QnNpRER4dVNvTjRJVHQyN01EejU4OXgrZkpsaElXRndkM2RIWkdSa2VqUm93Zm16NThQUHo4L2RPM2FsZUhiY2VyVUtlemR1eGQrZm43MGNMaDM3OTZ3dHJhR2dZRUJEQXdNb0tlbkIwMU5UYkU5VkFzTEMremJ0dzhuVDU3RTd0MjdvYSt2RHg4Zkg3cjNkZVhLRmJpN3U2Ti8vLzVZczJZTnZUb3I3TzFGUkVUQXc4TURlL2Z1RlluSkZQYmFhdTdqMWRYVmhhMnRMZGF2WDQvTXpFejQrL3ZUMTBwUFQ4ZWlSWXZvQUdSVWg5SUVCd2RqMjdadFVGTlRZL3pZOU8vZlgrejcrT3JWS3pyTHRMaEZyOW16WnpPZVg3NTh1ZGJ0Y2tLa3BhVXhhTkFnc2FMdjQrT0Q1T1JrekpzM1Q4VHE5SE55YzNQQjUvT2hxcXBLTDQ2OGVmT0dESk8vRVVRTXY1TGp4NCtqYmR1MkdEbHlKR05MMU92WHIvSG5uMzhDMVlMVGxCUVZGZUhPblR1WU5HbVMyT056NTg3Rnc0Y1BjZWpRSVl3Y09SSUFjUFhxVll3ZVBSbzNidHlBazVNVGpoNDlDazFOVFppWW1JZ0lFMnJwd2ZYcjF3OTc5KzdGenAwN1lXbHBpYzJiTjZOTm16Ync4ZkhCN2R1M3NXUEhEcGlZbU1EZDNWM3NGM2JBZ0FIbzJyVXJsaXhaQWw5ZjMzcUhlM0p5Y29pTmpVVmNYQnlzckt5Z29LQ0F0bTNiZ3N2bHdzZkhCNGFHaGd4UGFFMU5UVmhZV0NBcUtnclcxdFlOU3FHZmxwYUdqaDA3MGxNSExpNHVZbmVpcEtTa05OaVF5Y1hGQlM5ZXZNRE1tVE14ZmZwMHRHblRCaFJGd2QzZEhhZFBuNGFqb3lOKy8vMTNSaHRpWW1LUW5aMU5ELzh0TFMzQjRYQXdaODRjdkh6NUV2UG16UU9xUTM3cTZwVVN2aHdpaGw5SmZuNCtQRDA5NGVibUJrTkRReWdwS1NFL1A1OGVlbHBaV2FGdjM3NU5lczByVjY2QXgrTmg3Tml4WW8rejJXeTR1cnBDUWtJQ01qSXlTRTlQeDdadDJ5QW5Kd2MzTnpkTW1USUZTNWN1UlZCUUVOcTJiUXMrbjQrMHREUWtKU1hoMGFOSGVQejRNZVRrNUJqWlljNmNPVU52YzVPV2xzYXFWYXZveFpDM2I5K0N6K2ZEME5BUUJ3OGVCSXZGRWl1R1VsSlM4UFQweEt4WnMrRGg0WUhBd01CNjc5WEN3Z0xMbGkzRGtTTkhjUHYyYlV5Y09CRXZYNzdFNjlldmNlVElFVVlQOXErLy9zTGR1M2VCNm1EeWtTTkgxaHRhRXhrWnliRGYxTkhSRVN1R2plbU5lWHQ3SXpBd0VJR0JnVGg5K2pUbXpadUhKMCtlNE9yVnExaTVjcVZJQ016ang0OXg1TWdSNk9ycTB0ditObXpZZ0k0ZE8rTDI3ZHRvMzc0OVBYMVFNM0pBUlVVRmNuSnlEVzRYb1c2SUdINGx2LzMyRzdoY0xoNCtmSWczYjk2QXkrVkNTVWtKUC83NEk2eXNyQm9jOU50UStIdytRa0pDWUdwcVNnY3pDM3RBbno1OW9zTlZoSEdCQVBEa3lSTUFRTStlUGFHdXJvNk5HemZpanovK3dMVnIxL0Q0OFdQY3VuVUxuejU5QW92RmdwR1JFU3d0TFRGZ3dBQ1VscGJpeXBVck9INzhPREl6TXpGa3lCQ01IVHNXcTFhdHdycDE2N0I3OTI3SXlzb2lMUzJOWG9tdGJ3RklVVkVSUGo0K0lza2NQbjM2eEdpekVGbFpXVXliTmczang0L0g1czJiNllRWWZmdjJaUVIvUDM3OEdHdlhyb1dhbWhyczdlMnhhZE1tMk52YjQ4Q0JBNHpzT0h3K0g1V1ZsV0N4V0hqeTVBa3lNaklhbkZXbW9jakx5OFBSMFJFVEowN0VuajE3Nk5YKzMzNzdUV3dzNElRSkUraWROOG5KeVlpT2pzYVFJVU1nSXlPRDI3ZHYwLzdQcUY0dEZ3cHp6VkNjaHVTckpOUU5FY092UkVkSFIyeVlURzA0T3p2RDJkbjVpOC9QeWNtQnZMdzhwazJiUnBjSk4raTd1N3RqK1BEaGpCMHc1ZVhsOFBQelE3ZHUzV2hSR0RSb0VBNGZQb3dlUFhxZ3BLUUVTa3BLNk51M0wweE1US0Nnb0lDeXNqSjRlWGxoMmJKbDlKN2pqUnMzMHNIZ2E5ZXV4ZWJObS9INzc3L0R5TWdJYjkrK2JYQVlDYXFUSXR5N2R3OEpDUWxvMjdZdGNuSnk4T2JORzdFOWFDNlhpN2k0T0J3L2ZoeHhjWEhvM2JzM3pNM05jZno0Y2Z6MjIyODRjT0FBTWpNejRlcnFDams1T2ZqNitrSlhWeGRzTmh2T3pzNllQSGt5bkoyZG9hQ2dnS2lvS0dSbFphR2lvZ0xxNnVyWXUzY3ZPbmZ1akI0OWVpQXpNeE1BYXMxNjB4QVA1OC9SMU5TRXE2c3JmdjMxVjJ6ZnZoM256NTlIVVZFUm5KeWNvS0doMGFpNnNyT3pVVnBhaXZUMGRIb0I3TTZkTytEeGVNak56VVZXVnBiWUh4TkN3eUZpK0M5RFMwc0xwMDZkWW53NVRVeE1NR2ZPSEp3N2R3NFJFUkdNOHlVbEpkR3RXemVSMVUzaDZtVE51U3NoY25KeTRQUDVzTFMweEpRcFV4aXJ5cWpPWjZpaW9nSWZIeC9jdUhFRHc0Y1BiM1FQdUxTMEZFZU9IQUZxckZSLzNwWjkrL2JoeElrVDRIQTQ2TktsQzF4ZFhmSHp6eitEeFdMQnhzWUdZV0ZoZVByMEtmYnMyUU1EQXdONGVIalFLN1MvL1BJTHBLV2w0ZUxpQW05dmIvenh4eDhJRHcrSGhJUUVMQzB0TVhEZ1FJU0VoR0RObWpXTWF6bzVPWWtOcFhueDRrV3RLY2Zxdzl6Y0hLZFBuMFpBUUFCT256Nk53c0xDQm91aGxKUVVaR1ZsRVI4Zmo3Tm56MEpSVVpIT1RCUVdGb2J3OEhDZ3V0ZGZWd295QWtFRS9hNjlYUXlNZTFNR3hyMnAzZnQ4S1VMTHdlZnpLUjZQUndrRUFySEhvNktpcUQxNzlsQXBLU20xMXBHVGswTzV1cnBTWldWbFlvK25wNmRURHg4K0ZIdU13K0Y4WWN1L25OcmErYVVJQkFLS3orYzNhWjI3OS9sU3d1K0lmdGZldGNjSS9jY2dQVU5DaTFGZlFvdUJBd2ZXbTVSV1RVMU5KSjZ5Sm5YbCtHdUk3VUJUVTF0ZXhDK0Z4V0kxS2xDZlVEdkVBNFZBSUJDSUdCSUlCRUlWUkF3SkJBS0JpR0hycG1iNmYzRlVWbGFpc0xDd1FWN0VCTUsvSFNLR3JaalZxMWZEMGRHeDFoaTZEUnMyNEtlZmZxS3pOeE1JLzJYSWFuSXJKVE16RXhFUkVaZzFhNWJZMWNnSER4NGdQRHdjYkRZYkFRRUJ0SStJT0t5dHJmSDI3VnV4eDB4TlRXbnplVlR2bEJBbWwzang0Z1hLeXFxT0tVQUFBQ0FBU1VSQlZNb2dLeXVMRGgwNllNcVVLUXpQa00vclpiUFpVRkZSZ2FtcEtXYk9uQ21TdURVaElRR25UcDFDU2tvSzh2UHo2WFBuenAwTFBUMDlrYllsSmliaThPSERTRXBLUW5sNU9UUTBOR0JwYVltNWMrZVNiVzZ0RUNLR3JaVGc0R0FvS0NpSURib3VLU25CcGsyYllHSmlnbDkvL1JVdUxpNHdNek9yMStuUDFOUlV4QitscHY4Smw4dkY0c1dMOGVEQkE3RFpiQmdhR2tKT1RnNDVPVGw0OWVvVlltSml4Qm9vOWUvZkh4SVNFblJ1di9Ed2NOeStmUnR1Ym02TVRETTdkKzVFYVdrcGpJMk5hYWU4c0xBd1JFUkVJQ2dvaU9FUGN1UEdEYXhac3dZS0Nnb3dNek9EaElRRUVoTVRFUndjak9qb2FBUUZCVFVxRVMzaDN3OFJ3MVpJVGs0T0xseTRnRC8rK0FQeTh2TEl5Y21oc3psVEZJVU5HemJnNDhlUDJMOS9QM1IxZFJFWEY0ZXRXN2RDUlVVRkF3WU1xTFZlVDAvUE9zMnNUcHc0Z1FjUEhxQkxseTd3OVBSazdNTEl5c3JDczJmUHhMN08xZFdWcmxlWXNlYm8wYVBZdG0wYkxDd3NJQzB0RFFCWXVYSWxldmZ1elloZmRIVjFSV2hvS0VKQ1FoaTdjTkxTMGpCejVrelkyZG5SOFlZY0RnZE9UazZJaVluQjJiTm5NWDM2OUVhOHE0Ui9PMlRPc0JYaTdlME5QVDA5VEpnd0FibTV1Zmp0dDkrd2YvOStvRHBQWWxSVUZEWnUzRWh2YlZ1L2ZqMU1URXl3ZlBseWV2dlhseURNZGoxdjNqeVI3V2lhbXBvTlNuWXJMUzBOUjBkSGFHdHJvNkNnQU1uSnlmUXhVMU5Ua1VCdW9YZUkwRGRFeUpRcFUrRG82TWdJdkphVmxjWGN1WE1CQUk4ZVBmcWlleVQ4ZXlGaTJNcUlqbzVHZUhnNDFxNWRDd2tKQ2ZqNitvTEZZc0hhMmhxN2R1MUNhR2dvN08zdEdYdU5wYVNrNE9YbGhWNjllbUhObWpYdzlmV2xIZUVhZ3pEZjQ4ZVBINy9xSHRoc05qM2tyYzlqV2pqbitIbnV4TnFTR3NqTHl3UFZva3RvWFJBeGJHVnMyN1lOU2twS09IUG1ERmF1WElsTGx5NWg1c3laOFBEd3dJa1RKekJ6NWt6TW5EbVQ5dndWL2tsTFM4UEx5d3ZEaGcxRFFFQUFGaXhZVUc5b3p1Y0lCWGIvL3YyMDI5NlhVcGZIZEdWbEpiS3pzeEVhR2dvdkx5OFlHeHMzMkVaVDZHblNxVk9ucjJvZjRkOEhtVE5zWlV5WU1BSFoyZGxRVkZURXlaTW4wYWxUSjB5ZE9oVnIxcXlCazVNVGpoOC9qdURnNEZwZjcrRGdnSjQ5ZTBKSFIwZGtTTHBpeFFvUkV5cGJXMXM2ay9hSUVTT1FtSmlJME5CUUxGeTRFSU1HRGNLQ0JRdkVKbE90aTR5TUREeDkraFNTa3BLTXRQOEE4UFBQUDlPK0pwS1NrblI2L1lic1E4N0x5Nk85a0d0TG5FdjQ3MExFc0pVeGE5WXNvRHBiZG5sNU9kYXRXd2NGQlFYczNic1hMQllMblR0M3BvM1R4V0ZnWUZCcjltaHhEbmcxUFZoWUxCYldyRmtEQ3dzTGVIdDdJeW9xQ2xGUlVmajU1NSt4ZlBseXFLcXExdG4yL1B4OFBINzhHTjdlM3Fpb3FNQ2NPWE5Fa3NTT0d6Y09oWVdGeU0zTnhaTW5UK0RyNjR0bno1NWh3NFlOSXVmVzVQWHIxMWk2ZENueTh2TGc3T3dNTlRXMU90dEMrTzlCeExBVlVsQlFBRTlQVDB5ZVBKbk9heWlNTmZ3YWY0M0l5TWc2VjVPRkRCNDhHQU1HRE1DMWE5Zmc3KytQR3pkdUlENCtIcjYrdm94UUhDSGlqSm9tVHB5SWhRc1hpcFE3T0RqUWp5c3FLckIzNzE3YXRsU2NTVHVxVFo1MjdOZ0JnVUNBalJzM2tsNWhLNFdJWVN0RElCQmd3NFlOVUZCUVlBZ0hxaE9ZQ2cySjZtTG8wS0ZmSFlNbklTR0IwYU5IWS9qdzRmRDA5TVRwMDZleGJ0MDZuRGh4UWlSV3NWZXZYcENRa0lDc3JDd01EQXd3Y3VSSWtZQnJjY2pJeUdEWnNtV0lpSWhBUkVRRVBuNzh5Rmc0NGZGNGNIVjF4WVVMRjJCb2FJaXRXN2N5WWhFSnJRc2locTJNWThlT0lUbzZHam82T3JDenMwTmhZU0VLQ3d1eGI5OCtSRVZGSVRBd2tPSHlWeE9CUUFBdWw0dkxseTgzV1VDeWxKUVVWcTVjaWZ2MzcrUFZxMWRJVDA4WEVTUnZiKzhHOVRqRndXYXpZV0JnZ096c2JFWnFmSUZBZ05XclZ5TWlJZ0lUSjA3RXNtWEx5QXB5SzRlSVlTdWpZOGVPK09tbm42Q21wb2IyN2R0RFJVVUZxcXFxNk5LbEM2S2lvcUNrcElUYnQyK0xmZTNObXpleGF0V3FKbThUaThXaXhhNnBQYVlwaXFMRGE0U0I1UUJ3OHVSSlJFUkV3TmJXRm9zV0xXclNheEwrblJBeGJHVU1HRENnemwwazN4SlhWMWNNR1RJRTV1Ym1qSlhvVzdkdTRmbno1NUNWbFczMHlyS1F1TGc0U0VsSk1UeWcrWHcrYlJqVnIxOC90R3ZYamo1Mjh1UkpTRWxKMFg3RUJBSVJ3MVlNbDh2RjgrZlBrWnljM0NSelplSkNhMUM5cTBWZVhoN1BuajFEYUdnbzVPWGxZV2hvQ0NrcEtXUm1adUw5Ky9kZ3NWaFl2WHIxRjZmRmYvLytQVDNuWjJ4c2pNcktTang1OGdUdjNyMkRwcVltMXE5ZlQ1OWJWbGFHOSsvZlExWld0czZlN3VyVnE4bXFjaXVDaUdFcjQ5S2xTMGhNVE1UejU4L3g2dFVyOEhnOHRHL2Z2bEYycDdVaExyUUcxUXNWcUY3cHZYVHBFcEtUay9IMDZWTlFGQVUxTlRXTUdqVktyQXRmWTdDd3NNQ1VLVk1RSFIyTkd6ZHVnTS9uUTF0YkczUG16TUhNbVRNWmM0NWxaV1ZBOVY3a3YvNzZxOVk2SFIwZHY3ZzloSDhmcmM1SlJyOXJieGNXQ3hzQndOeXNEL3I5SU9yVisxL20zcDIvOERFL0grb2FtbWl2cm83MmF1cDB1cXFIRCtMeEpPbFJyUVpEd3J5SDFoTW5RLzRMRnpRSS8zeGk0aDRnTmo0QkFFQlIyUGptMmFOTkxkMm01cUJWOXd4ajR4UG9ENzIxUUZFVVdDd1dYcjNQRlRrbUl3SElTckZRWGlGK201MEVHMmdqeFVaZ2NBZ2FiNmxPSVB5emFYVmlTRkhVTzRCVnhHSkJxYVhiMGhMVVpTdko0VkdvNEZGQUxlZFVDZ0FPcjNIN2tRbi9acWhTaXNLN2xtNUZjOUhxeExDQ1gzWlpWbEplUUZFUVRYM2M2bUZWOWZpYXNkc25BYXFkbEFSTEZRQXErVlFlSDZ6ODVyczZvUzRvaXNxbzRKZGZidWwyTkJldGJzNlE4TS9DMU5UVUJhaWF3d1d3OGVIRGg2MWlmb3J3ejRPazhDSVFDQVFpaGdRQ2dWQUZFVU1DZ1VBZ1lrZ2dFQWhWRURFa0VBZ0VJb1lFQW9GUUJSRkRBb0ZBSUdKSUlCQUlWUkF4SkJBSUJDS0dCQUtCVUFVUlF3S0JRQ0JpU0NBUUNGVVFNU1FRQ0FRaWhnUUNnVkFGRVVNQ2dVQWdZa2dnRUFoVkVERWtFQWdFSW9ZRUFvRlFCUkZEQW9GQUlHSklJQkFJVlJBeEpCQUlCQ0tHQkFLQlVBVVJRd0tCUUNCaVNDQVFDRlVRTVNRUUNBUWloZ1FDZ1ZBRkVVTUNnVUFnWWtnZ0VBaFZFREVrRUFnRUlvWUVBb0ZRQlJGREFvRkFJR0pJSUJBSVZSQXhKQkFJQkNLR0JBS0JVQVVSUXdLQlFDQmlTQ0FRQ0ZVUU1TUVFDQVFpaGdRQ2dWQUZFVU1DZ1VBZ1lrZ2dFQWhWRURFa0VBZ0VJb1lFQW9GUUJSRkRBb0ZBSUdKSUlCQUlWUkF4SkJBSUJDS0dCQUtCVUFVUlF3S0JRQ0JpU0NBUUNGVVFNU1FRQ0FRaWhnUUNnVkFGcTZVYlFHZ2RhR2xwdFZWWFZ6OEFvSFBOY29xaXRGa3NsbmIxNHd3V2k1WHgyVXN6YzNKeVptUm1acFkzYTRNSnJRN0psbTRBb1hXUW1abFpycWFtbHNkbXMyZlVMR2V4V0RVZmF3UFFybm1jb2lnL0lvU0U1b0FNa3duTkJrVlJKeHY3R2o2ZmYvamJ0SVpBWUVLR3lZUm14ZFRVTkEyQUlhckVVZXc1d3Q0aVJWR3ZFaE1URFp1M2hZVFdDdWtaRXBvVmlxS0NQeTlqc1ZpTTRYSU5UalJMb3dnRUlvYUU1a1lnRUp5aktLcWlBYWQrNHZQNVY1cWhTUVFDUU1TUTBOendlTHdzRm92MXFHWVpSVkVpUTJhS29oSWxKQ1RlTlhmN0NLMFhJb2FFWnVYcDA2ZkZBR0lvaWhMVWRnNVZwWXd4RlJVVmVjM2JPa0pyaG9naG9ibmhDUVNDT0JhTFZTSnVuckI2L3JDY3hXTEZwYVNrY0Z1a2hZUldDUkZEUXJNaklTRVJDNkN1WGwreFFDQ0liY1ltRVFoRURBbk5UMEpDUWpwRlVVOGdHblFOVkMyeUpEOTY5T2hOeTdXUTBCb2hZa2hvQ1NnV2kxVnIySXhBSUFocTN1WVFDQ1RvbXRCeVNKdVltSHhrc1ZodGF4WlNGRldhbUpqNEhRQmV5eldOMEJvaFBVTkNTOEVGSUc1NzNta2loSVNXZ0lnaG9jV2dLT3JvWnlFMlBENmZmNllGbTBSb3hSQXhKTFFZQW9FZ0JVQzY4RGxGVVdsc052dFp5N2FLMEZvaFlraG9NUW9LQ2tvQXhLRTYwSnJGWXNWeXVWd1NhRTFvRVlnWUVscU1qSXlNVHdCaUFYQUFjQ21LaWt0SlNTbHQ2WFlSV2lja3VTdWhwYmtQSUpmRllyVVJDQVRSTGQwWVF1dUZpQ0doUmFtb3FFaVNrWkZKQnlEMzZOR2pKeTNkSGtMcnBkWEZHV29ZR3JhWGxtdzdpZzIyZmt1M2hWQ0ZyQlRWajBXeDJKOTR1Ti9TYlNIOEg0b1NaRlR3eXk5bHYzeVoyOUp0YVE1YVhjOVFXcXJ0U0RiRjltQ3gwSzZsMjBLb2dzc0RBQW9zRm10NFM3ZUZVQk4ya2JSVTIwb0FJZ2w1LzR1ME9qRmtVMndESW9UL0xLaldOMEQ1VjhCaVFZbE5zUTFhdWgzTlJhc1R3NXFZbS9WQnZ4LzZ0blF6L2xORTM3MEQ1ZStVWWR5OUI2T2N5K1VpOGxZNHVuM2ZFOW82dWsxMlBZRkFBRjVsSmFSbFpPbzg3KzJiMStEeGVPaGsyTG5POHhvRGg4TkJCWWNESldYbEJwejdDUldjaW5yUDVYQTRZTFBaa0phV0ZqbFdXVmtKTm9zRkNjbHYrN1dOaVh1QTJQaUViM3FOZnlLdFdnejcvZEFYUyt3WHRIUXovbFBjRHY4VFhZd01HZStyUUNEQWloVXJrSjJWQmFkbHkyQnBhVmxuSFJSRjRlWExsK2pjdVVxNDdPM3RvYUNnZ0IwN2RnQUE3dCsvang5KytBR1NrcEtJam82R2c0TURnb0tDMExObnoxcnJYTFpzR1VxTEN1bDJsWmFXZ3NkcjJLNC9XVmxaeU1yS2lwVDcrZm5CUCtRb0VoTHFGNDZBZ0FENGhoeERiR3dzSkd1SUdZZkRZZFJ0YlcwTkN3c0xMTEYzRktsanpwdzVVRmRYaDZ1cmE0UGEvZVVjSUdKSStEcnk4dkl3WXNTSVdvL1BuejhmZG5aMjlQT1NraEtjT0hFQ0VSRVIrUHZ2djhIbGNpRXZMNCtPSFR0aTZkS2w2TkdqUjYzMVNrbEpRVU5EQXdNR0RNQ3NXYk9ncXFyS3FQZk1tVE80ZGVzVzNyOS9ENHFpb0tPakEydHJhNHdiTnc0U0VoS011ajU5K29UZzRHQmN2MzRkbVptWmtKR1JRYmR1M1RCNzltejg4TU1QWC8yKzdOeTVFNUdSa1JneFlrUzlRZ2dBNTgrZng4NmRPM0hvMENGMDY5WU5mRDRmZkQ0ZkFIRHIxaTJzWExrUzI3WnR3eSsvL0lMVTFGVEl5c3FpVzdkdWpXclRIMy84Z1ljUEh6Ym8zSVVMRjJMdTNMbU5xcjhodkgzN0ZuUG56c1g4K2ZNeGNlTEVKcStmMERpSUdINEQyclJwZysrLy8xNmt2RU9IRHZUampJd016SjgvSHprNU9XamJ0aTBNRFEzQllyR1FsWldGUjQ4ZTRmbno1N1FZQ3BHVGs0T0ppUWtvaWtKK2ZqNWV2MzZORXlkT0lEdzhISUdCZ2REV3J2SmZmL0RnQWZ6OC9OQ3JWeThNSFRvVVJVVkZpSW1Kd2JadDI1Q1ltSWd0VzdiUWRWSVVoZG16WnlNdExRM2ZmLzg5aGc4Zmp1enNiTVRGeFNFdUxnNmJObTNDbURGajZyemZzckl5eU1yS2lvZ3NSVkZ3ZDNmSDZkT25BUUFSRVJINDhjY2Z4ZFpoYkd5TWdJQUFBSUNWbFJVdVhyeUk1Y3VYNDh5Wi8yOVZmdmZ1SFRadDJnUXJLeXY4OHNzdjlMMzI2ZE9IMGR0cUtBTUhEc1RDaFF2clBNZmUzcDd4UERZMmxoYm1kKytxTEZydTMvLy9Jcmkrdmo2MHRMUWFkUDBPSFRyQTNOd2NPM2JzUUdabUpwWXNXVUlmaTQ2T3h0T25UeG5uNStUa29LeXNqSDZmaFBUczJiTkpmclJhTzBRTXZ3SGEydG80Y09CQW5lZTR1YmtoSnljSFk4ZU94Y3FWSzlHMjdmOHpXU1VuSjR0OWpaYVdGcnk5dmVubitmbjVjSFoyUm54OFBEdzlQZUhwNlFrQU1ESXl3b1VMRjZDcHFVbWZtNUdSZ2NtVEp5TXNMQXoyOXZiUTBOQUFxa3phVVZGUmdTTkhqakFFUERvNkdvNk9qdkR3OE1BdnYveFNxOWdVRlJWaC9QanhzTE96WS9SdXlzcks0T0xpZ29pSUNGaFlXTlFxcUhmdjNrVllXQmpqaDBKU1VoTGJ0bTNEMDZkUElTY25SNWZMeTh0ajNMaHhXTHg0TVZBOTFFMUlTRUR2M3IxRkJBSUFSb3dZZ2RqWXFvVFptWm1aK1BUcEUwSkRRK24zUlVsSkNWMjZkQkhicnBwdHFjbXlaY3ZBNFhBWVpjTDJBTUNTSlVzd2MrYk1PdXVzV2ZmbXpadkJack9SbXByS3FEYzFOUlhYcjE5bm5GOVlXSWpTMGxLUmNoa1pHU0tHVFFBUnd4WWlQajRlcVA1eTFSUkNBQ0k5d3RwbzE2NGRObTdjaU5HalIrUCsvZnVvckt5RWxKUVVRMWlFYUd0cm8zdjM3bmp3NEFHS2k0dHBNWlNRa0VCUVVCQ1VQNXZZNzkrL1AvcjA2WVA0K0hpOGZ2MmFuci83SENVbEpmVHQyeGUrdnI1MGJ3MEE5dTdkaThqSVNNeVpNd2ZUcGszRHBVdVhNR1hLRkVoSlNRRlZMbm53OC9ORFdGZ1lURTFOc1hyMWFxQmE0RjFjWE9oNkxsKytqQmN2WGtCQ1FnTHIxNituMzdQNTgrY2pMUzBOZkQ0ZlJVVkZ1SG56SmxBOXBWQllXQWhEUTBNWUd4dUx6Sys1dXJwaXdJQUJRSFZQNjg2ZE8zVyt4MXd1MDRibCt2WHJ0Sk5mVUZBUWpodzVnc2pJU1BxNGpJd01acytlamRUVVZNYnJCSUtxNUR6Q2EvdjQrTURVMUJSc05oc3VMaTRvS1NsQlVGQVEzcjkvRDFUUEQ4NlpNNGRSUi9QTkdiWk9pQmkyRUczYnRrVlJVUkVLQ3d1aHFLajR4ZlZvYUdoQVVWRVJ4Y1hGS0N3c1JQdjI3Y1dleCtQeGtKR1JBWGw1ZWVqcS9uODFsOFZpaVFpaEVIbDVlUUFRdTdKWmsvbno1K1BHalJzSURBeWt5eFl0V29RUkkwYkF4TVFFeWNuSk9INzhPRzdjdUFGM2QzYzhmdndZdnI2K3lNakl3UGp4NCtIazVBU1o2dFZnS1NrcEdCa1owZlVrSnllanFLZ0llbnA2akhJNU9UbUVoSVRBd01BQUowLytQeTNpdG0zYmNPL2VQYnBNdUxpeGJOa3lGQllXMG0yY04yOGVIajU4V0dzdlhNam52VURoZTRKcTRRTUFCUVVGeGprMk5qWW9LQ2hnbE1YRXhPRGV2WHR3Y0hBQW04Mm1mN0I0UEI3T25Uc0hmMzkvRkJjWGc4MG02UUphQ2lLR0xjUlBQLzJFYytmT1llM2F0ZGl4WXdjOTM5ZFllRHdleXN2TGdjKytxRUpLU2tydyt2VnJCQVlHSWpjM0Z5NHVMbUpYUmorbnNySVN5Y25Ka0pXVlpReTN4ZEd4WTBjNE9EaWdmLy8rdUgzN05nQkFVVkVSSmlZbVFIVlBkL2Z1M2JDenM0T1ZsUlVFQWdHTWpJemc1K2VIdm4yWm9VMktpb3B3ZEt4YVNiMXc0UUpDUWtJZ0p5Y0hOcHVOVjY5ZVlmMzY5VkJWVmNYbHk1Zng1czBia1h2T3pjMnR0NzFDUm80Y2lVMmJOakhLRmk1Y2lQSGp4MlBZc0dFQWdMTm56OUlpWEZoWWlNTENRdnBjNGVNM2IvNXYxeUloSWNIb0lRc3BMeS9Idlh2M01IbnlaSHJvSFJZV0JoOGZIMlJsWmFGLy8vNXdjbktDazVNVC9SbzNOemVVbEpUUXo5KytmWXVjbkJ5c1c3ZU84WDZ0WExteVFmZExxQnNpaHQrQTkrL2Z3OEhCUWFSOHg0NGQ5SmQzOGVMRlNFdExRM0p5TWlaTW1JQ0pFeWZpOTk5L1o2d0tONFNiTjIrQ3grT2hXN2R1YU5PbURWMGVHaHJLR0U0Wkd4c2pPRGdZWGJ0MmJWQzlRVUZCeU12THc2UkprK3J0R1FMQTdObXpHYzk1UEI2ZVBuMktoSVFFM0wxN0Y0OGZQd1lBbUptWlllclVxUmc0Y0NDaW82UGg3KytQK2ZQbk0xNWJYRndNTHk4dlhMMTZGUnMyYk1DVksxZFFVVkdCM054Y1RKa3lCVHQyN0VCZ1lDQlVWVldSbDVlSGdvSUNxS2lvQU5XQzBkQnBCbkdrcEtSZ3lKQWg5UFB4NDhmVGowK2RPZ1YvZjMrUjE5UThSMGxKQ1g1K2Z2RDI5bVo4M3VKNDlPZ1JKQ1VsNGVYbGhVR0RCb2tjNTNBNEtDZ29vT2ROVFUxTmdhcjkzUFE1bFpXVlgzU2ZCRkdJR0g0RHlzdkxFUjB0bW9DbFpseWJvcUlpQWdJQ0VCSVNnc0RBUUlTRWhPRHMyYk9ZTm0wYTVzMmJWNmNBOGZsODVPVGtJREl5a2w2b1diUm9FZU9jVHAwNllkS2tTU2dzTE1UNzkrL3g5T2xUMk52Ync5blp1Yzd3Rm9GQWdBTUhEdURRb1VNd01EQVFxYmVocEtlbjAzTmV4c2JHc0xlM3gvRGh3eGs5NE5qWVdKdzZkWW9oaHZIeDhWaXpaZzNZYkRiMjdObURmdjM2NGNxVksxQlZWY1dXTFZ1d2J0MDZyRm16Qmt1WExvV1dsaFpzYlczeDVNa1REQm8wQ0dWbFpmajc3NzloWTJNanRrMzUrZmx3ZFhXRmdvSUNLSXJDbjMvK1NjODFDdUZ3T1BEMDlNU2VQWHNZNWNPR0RZT0Rnd01HRGh4WTUzMUxTa3BDU2tvSzBkSFJPSHYyTEg3Ly9mZGF6M1YwZElTTWpBdzlqd29BNXVibU1EUTBCS3A3bnBXVmxkaXhZNGZJU2oyaDZTRmkrQTNvM0xrell4NnJOaVFsSlRGejVreFlXMXZqeElrVE9IYnNHQUlEQXhFVEV3TmZYMStSWGtWYVdocjY5T25ES0pPV2xvYUxpd3Y2OSsvUEtEY3hNYUdIcVFEdzRzVUxMRnEwQ0t0V3JjTFJvMGZGOWhCcnJrNmJtSmhnNTg2ZEl2TmhkU0dNYSt6ZHV6ZU1qSXl3ZS9kdWRPdldEZTNhTlh6M281NmVIZ1lPSElnbFM1WkFXVmtad2NIQk1EVTF4UTgvL0FCWldWbTR1N3ZqM2J0MzBOUFRBd0NvcTZzakppWUdnd1lOb3VjSGhhdml4Y1hGK091dnYzRDM3bDNFeHNhQ3crSGcyclZyc0xPelExbFpHY3pNekdCbFpjVzQvdWJObXpGOCtIRDA2OWVQVWE2cHFZbjI3ZHN6NW1RREFnSVFFQkNBbUpnWWtmc3dNek5EU0VnSXBreVpJdmFIamMvbjA0dG9OUkd1Q2tkRVJFQmJXeHNuVHB4QWNIQXc5UFZyenl1aXJhMWQ2d0lYb2VFUU1md0hJQzh2ajNuejVtSDgrUEZZc1dJRkhqMTZoTDE3OTJMTm1qV004NFRCeFN3V0MvTHk4dWpXclJ1c3JLeWdwcVpXN3pXTWpJeGdiMitQclZ1MzRzS0ZDL1RxclpEazVHUTRPVG1oc0xBUWRuWjJzTFcxYlZSdjVNR0RCM0IyZHFaWFdvOGNPU0oyU0ZrVEhvOEhIbzlIeHg2YW1KaGd4NDRkbURadEd2THk4aEFYRndkdmIyL01uejhmOHZMeWVQbnlKZjArQ09uWHJ4OXUzNzZONWN1WEl5SWlBaW9xS25RQWRreE1ERFp1M0FocGFXbElTMHZEeU1nSWh3OGZob3lNREU2ZE9vWEJnd2VMQkxOdjM3NGRYYnQyclRONFhnaWZ6NjkxbUdwalk0UGx5NWZqOHVYTGpHRzBrSXFLQ2l4ZnZyemVhd0RBdm4zNzZqdythZElrckZxMXFrRjFFV3FIaU9FL0NCVVZGV3pidGcyalI0OUdlSGk0aUJqcTZPamc0TUdEWDF5L2NQaVZsWlhGS0U5TVRJU0Rnd01VRlJWeDhPQkI5T3JWcTFIMUppVWw0WTgvL29DdXJpNktpb3FBYXBFU3JwSVhGaGFLWGJHK2VmTW00dVBqYVZGUVZWVkZURXlNeUJmYjM5K2ZJYXcxZTk0alJvekF4WXNYY2Y3OGVZU0hoMlBNbURIMGlteVhMbDNnNHVJQ1MwdExiTml3QVlXRmhmUUs4TWVQSDZHaW9vTFMwbEphd0ZFZEtGNVJVY0ZZdUpDVmxhV0hzaUVoSWZSMGgzQWVORGo0LzBsZHVuVHBBbk56Y3d3YU5BZ2FHaG9JRGc2R3RiVzF5TDIzYmR1V2pvSDhuTUxDUXF4YXRRcXBxYW1vcUtpQXI2OHZQVjhvSkRNekV3S0JBTnJhMm1RRnVva2dZdmdQUXpnc0xTOHZCMFZSWUxHYUxxT0xjTlZUR0dPSTZqbXkxYXRYUTE1ZUhrRkJRWXhqRGVIVnExZjAzdUY5Ky9aaDNyeDVRTFVvZE9uU0JkbloyWmcwYVJMbXo1K1A2ZE9uaTdRbklTRUJ2LzMyRzEzRzVYSngvZnAxbkRsekJvY1BIMFpBUUFDOU9zemxjakY3OW16R0htUXpNelBvNmVuQnpjME5mRDZmRWZpdHA2ZEhENmRya3AyZGpiS3lNdWpxNnNMR3hnYloyZG1NNDk3ZTNvemdkaGNYRjNvNGZlclVLWG9CbzZ5c0RLZ1dTQ0dqUjQrR3ViazVKQ1Frc0hyMWFxaXFxdGI2R1lvTFpJK09qc2JXclZzaEVBZ1FIQnlNZ3djUFl2djI3UWdPRG9haW9pTHk4dkp3OE9CQlhMaHdBYWFtcHZEMTlhMzFzeUUwRGlLR0xRQ1h5OFg2OWVzeGQrNWN4bHdQajhlamUzNDllL2I4WWlFOGV2UW9ySzJ0R2JzMzNyMTdCeDhmSHdEQXFGR2o2UEpidDI0aEx5OFBkbloyalJaQ1ZHOHBNekl5Z3JPenM5amh1b2FHQmlaTW1BQXZMeSswYWRORzdKQ3hKdExTMHVEeGVEaDI3QmdNRFEzUnZuMTdlb1hkdzhNREpTVWxqSDNDYkRZYjQ4ZVBoNmVuSjh6TXpPamViMTJrcGFVQkFEMmNualJwRW43OTlWZXg1MDZkT3BYeC9PTEZpL1JqUHo4LytQdjc0OXExYTJKZlc5OWlTMDNldkhtREF3Y080TWFOR3pBek00T3JxeXUrKys0N3JGMjdGalkyTm5Cd2NFQ2ZQbjF3NnRRcHlNaklZUExreVdRL2N4TkR4UEFiVUZ0b2phYW1KajJ2ZHZQbVRkeThlUlBxNnVyUTFkVUZqOGZENjlldjZTRHNGU3RXZlBIMWp4OC9qb01IRDZKUG56NW8xNjRkc3JPekVSOGZEeDZQQnpzN084WXcrUG56NXdDQXFLZ29QSHNtM3FYVHhNUUVNMmJNRUh0TVZsWVdBUUVCZFFyMzRzV0xrWldWaGIxNzkyTG8wS0YwR0V4dHFLdXJZK3ZXcmZEMzk0ZVZsUlZHakJnQlZWVlZoSVNFd05YVmxTRzZHUmtaT0h6NE1GQWRZQjBaR2NrSWpSRkhaR1FrT25YcVJBL2oyN1ZyVisrMnZHOEJSVkZJU0VoQWFHZ29idDY4Q1NVbEphRDZ4K3E3Nzc0RHFrTjFmSHg4c0hqeFlnUUhCMlA0OE9FTmpoVWxOQTRpaHQrQTJrSnJPbmJzQ0ZUM2ZqWnMySUNJaUFnOGUvWU1EeDgrcExmUmpSa3pCdE9uVDY5MUowbERXTFpzR2M2ZE80ZVVsQlFVRmhaQ1hsNGUvZnYzeCtUSmswVldTWVZEdmRUVVZKRXRaRUprNnNrVldGOFBsc1ZpWWRPbVRmanc0UU5EQ0lXNSs4U2RQM1RvVUF3Wk1nUW5UcHlBaDRjSEFFQk5UWTJ4TWwxUVVJREZpeGVqcEtRRVc3WnN3Zjc5KzdGMjdWcDRlbnFLM0dkRlJRVllMQllxS2lwdysvYnRPa05lYWtNZ0VLQzR1QmdmUDM3RXg0OGY2V21IZ0lBQTVPZm5JemMzRjNsNWViQzF0UlhwRldablowTmFXcHBlbFByNDhTTm16SmlCckt3c0tDc3J3OTdlSHRiVzFveXdwNUtTRXR5L2Z4OFpHUms0Y3VRSW5KeWNFQjRlanR6Y1hJd2ZQeDREQnc2c000NlIwRGlJR0RZaHFxcXFEY3B0eDJLeE1HN2NPSXdiTjY1SjZ4VXlmUGh3REIvZXNBejY2OWV2cC9mOGZrdWtwYVZCVVJTOHZMd2dKeWVIeXNwSy9Qbm5uMkozaTFBVWhkVFVWSnc5ZXhaWHJseUJob1lHYkd4c2NPN2NPY3lmUHg4TEZpeUFoWVVGVnF4WWdkemNYTGk3dTJQbzBLRXdOamJHN05tejRlRGdnTm16WjJQczJMRTRmdnc0S2lvcThPREJBMWhhV3VMSWtTT29xS2pBNk5HajZlc2RPSEFBZm41KzlkN0QzcjE3R1lzbHFKN2p2WG56SnRUVTFLQ3VybzZ1WGJ2Q3dNQUExNjVkdzcxNzl5QW5KNGV5c2pKY3YzNGRQWHIwb0g4NHZ2dnVPNHdmUHg1cWFtcjQrZWVmSVMwdFRlOW9pWXlNeE5XclY1R1ltQWcrbjQvQmd3ZkQxdFlXaHc4ZlJuaDRPSHg4ZkxCdTNUcElTRWpBeU1nSTgrYk53K0RCZzV2Z1UycmRFREVrTkJ0dDJyVEJzV1BINk9jYUdob2k0U1czYnQyQ201c2I4dlB6MGI1OWV5eGF0QWcyTmphUWxaWEYxS2xUY2VIQ0JhaW9xTURXMWhZeU1qTHc5UFNrZTJFR0JnWTRkT2dRbkp5Y2NPVElFZlRyMTQ4T3FqWTJOc2E4ZWZOdzhPQkJ6Sm8xaTlIekhqdDJMRU1jYTFJei8rU29VYU5nWUdBQWRYVjFxS3VyUTBORG85Ymhha3BLQ3NMQ3dvRHFoWkp1M2JwaDdkcTFqSE0rMzdXVG1KZ0lBUGpycjcvUXMyZFBMRjY4R0VPR0RJR09qZzVRL1NNNllzUUlEQnMyREVsSlNiaHo1dzVldm54Sk10WVF2Z3o5cnIxZERJeDdVd2JHdmFuZCszd3BRdk1pRUFnb1BwOVA4Zmw4c2NlenNyS29MVnUyVUhmdTNLRjRQSjdZY3lvcks2a2RPM1pRZi8vOXQ5ampKU1VsMVBYcjEydTlQcGZML1lvN2FCeDhQcDhTQ0FRTlB2ZlFvVU8xM2xkenNYdWZMeVg4anVoMzdlM1NnSy9WZndMU015UTBLeXdXcTg0NVJnME5EVVlpQW5GSVNrcldHV1FzTHk5ZjZ6UUJpOFZpYkgvNzFqUW1CcEROWm91azdTSTBIeVJhazBBZ0VJZ1lFZ2dFUWhWRURBa0VBb0dJWWZQQTQvR1FuSnlNbkp3Y29IcnZvOE9PVmdBQUlBQkpSRUZVcVRBTi9MK0JkZXZXaWZodWZNN1NwVXZwMWROL0k1OW50SzZQNk9ob0pDVWxmYlAyRUpvZklvYk5RRVZGQldiTm1vWHo1ODhEMWFaQmMrYk13YXRYcjFxNmFRMGlNVEVSbVptWmRaNFRIeDlmN3psTkJVVlJDQTRPWm15REt5b3F3c3VYTHh2OFY1UDkrL2ZEMXRhV2tUUzFQbmJ1M0VudmZQblcyTm5aWWZUbzBjak56VzJXNjdWV3lHcHlNeUNNUlJQMkJqZHQyb1MxYTlkaTZ0U3BXTHQyTGNhTkcxZXY1M0pOZHUzYWhhRkRoOUxQUDN6NGdOT25UeU02T2hvWkdSbmdjRGhRVmxhR25wNGV4bzRkaTdGanh3TFZaa2FmeDdySnlzcENYMThmSTBhTVlCZzJmUWtjRG9lUkZoL1Z3ZGFmRzE0MUJYRnhjWGowNkJHTWpZMmhwNmVIYTlldXdkM2R2Y0d2cjJubTNxOWZQd1FGQmNITnpRMGJObXo0NGpibDVPUmcxS2hSa0pHUlFXUmtwTmc4aG9HQmdkaS9meitHRGgyS1hidDJpUnovK1BFamhnMGJCbmw1ZWR5K2ZSc1VSZUhKa3lmZ2NEakl6czcrcXAxSmhMb2hZdGdNU0VoSVFGSlNrazc5cEsrdlQrZjdNek16QTZwRlEvaFlTRkpTRWlvcUttQnFhc3JJTFZoelMxdG9hQ2c4UER6QTVYSWhLU2tKQXdNRFNFdExJeWNuQndrSkNhQW9paFpESVZwYVd1allzU1A0ZkQ2eXM3UHg3Tmt6UEh2MkRGRlJVZkR4OFdsUW1uOXhCQVVGSVNnb2lGRTJjdVJJYk4yNjlZdnFxdzBXaTRXTkd6ZGk0c1NKY0haMnh1SERoekYrL0hpTUhUc1dmRDRmZi83NUo0WU5HMGIvQ0ZWV1Z1THMyYk00Y3VRSUZCUVVNSC8rZkViR21ENTkrbURLbENrSUNRbkJ3SUVER1Q4MGpVRmRYUjJHaG9aNCtmSWxIajkrTFBKNW9vYkhjbng4UFBoOHZrak9TR0hDVnpNek0vclk0Y09IVVZoWStGVjJCb1Q2SVdMWUJMaTV1ZUhTcFV0MW5zUGo4WEQ4K0hHY09uV0tVUzVNLzNUaHdnVVJyK1Z4NDhZaEl5TURucDZlWWpOT0J3Y0h3OXZiRzIzYXRNSHk1Y3Z4NjYrL01ueFEzcjkvTDliOWJmRGd3WXlkSHk5ZXZNQ1NKVXVRbUppSTBOQlFUSjA2RlUrZVBNRzllL2VBYW4vaTJOaFljTGxjeU1uSmlhVGlFbUpsWlNXeWs2TXhXYTRiZzZxcUtsYXVYSWwxNjliaDVNbVRtRDU5T2lRbEpaR1dsb1pUcDA3Qno4OFBNMmJNZ0lxS0N2ejgvTURqOGVqOXYrSlNaOW5iMnlNeU1oSkJRVUVZUEhod3ZabktpNHVMa1pHUlFYOStFaElTc0xHeGdZV0ZCVjYrZkluWTJGZ1JNU3dySzBOeWNqS2twYVZSV2xxSzFOUlVobGMxcXBQa290cXFWUWpKWXQwOEVERnNBb1J6VFRXM2JuMU9ZR0FndExXMWF3MEdycGx1cXlHa3BLUmd6NTQ5a0pXVnhjR0RCMkZzYkN4eVRvY09IY1I2S0grT01BdTJpNHNMSWlNak1YWHFWRHg5K2hUKy92NlFsNWRIYVdrcEhqOStqS1NrSkNncUt0WXFoaDA2ZEJCeHUvdVdqQnc1RWtWRlJSZzNiaHg0UEI3ZXZIa0RGb3VGSFR0MklEdzhISWNPSFVKNWVUazZkKzZNOWV2WFEwWkdoazZ1b0tlbng1Z1NrSldWeGU3ZHU2R3BxUW1Lb3JCLy8vNDZyODNoY0ZCVVZFU2ZKeU1qQXhzYkcvejQ0NDhJRGc1R2JHeXNTT2FpdUxnNDhIZzhEQjA2RkJFUkVZaU5qYTFWREQ5UE5FSDQ5aEF4YkNKa1pHUXdjK2JNV285ZnZIZ1IydHJhZFo3VEdBNGVQQWlLb21CdmJ5OVdDQnVMTUlYVmh3OGY2RElORFExY3ZYb1ZvMGVQeG9RSkU2Q2dvSUNBZ0FDZ09zdE56WlJmZkQ0ZnFhbXA5Q0lScXIxSXZuV3ZadkxreVVCMTV1ZmFqS0RTMHRKRTN2ZXpaOCtLK0lwMDZ0U0pmaXpzRmRlR3RiVTE5UFgxNGVucHlTanYzYnMzMnJadGk5VFVWQlFYRnpNOHNZVkQ1QWtUSnRCaWFHdHJTeC9QeTh2RDI3ZHZvYU9qdy9nUnM3YTJ4dHUzYnhuem5JU21oN3l6ellTY25CeEtTMHNaWmMrZlA0ZW1wbWFqVGVRcktpb1FFeE1EU1VsSlJwYm9yMEdZcnIraEJsQzNiOS9HNGNPSDZXR3dzckl5bmo1OWlxZFBud0xWWDJ4N2Uvc21GME1PaDRQVHAwL1R6dzBORFdGaFlVRS8zNzkvUDUwSisrWExsNWc5ZXphT0hUdEdaN3grL3Z3NUl6bHNVbElTSTNYWnFGR2o2UGZnenAwN2pUYTBrcFNVaExtNU9TSWlJdWhNT1VMdTM3K1BEaDA2b0YrL2Z0RFcxc2JqeDQvQjRYRG91VTNoZk9IbjVsNkU1b0dJWVJOUlVWRWhrdDRKMWYvWW5UdDNocUtpSW1PbGxhSW9yRjI3RmhVVkZiaDA2VktqOXJDbXA2ZUR5K1hDMk5pWU1VZjROUWpqQ0JzenpGVlRVOFBWcTFlQmFtYzlDUWtKMnV1a0xqdlNyNkc4dkp4T3R5Vk14VlZUREJ2TC9mdjNjZlRvVVFnRUFuQzVYSmlibTBOQlFRRkZSVVZZdjM0OURBd000Ty92MzZoVmRnc0xDN3JuSjN3ZlhyOStqZXpzYkV5WU1BR29IZ2FIaG9iaTRjT0hkUHVGWWtpR3lDMERFY01tZ01mamdjUGhpT1RFNDNBNFVGRlJRZWZPbmRHK2ZYdEdYT0c5ZS9mdzVzMGJMRml3b05HR1BzSmVuRGlUcGNaUVVWR0I5Ky9mNDh5Wk16aDM3aHlVbEpRd2JkcTBMNnJMMmRrWktpb3EyTDU5KzFlMXFUNVVWRlRvSWF5NHRQZjI5dllpWmJYTmNRTEFnZ1VMc0dEQkFrUkVSREFXbFpTVWxMQjU4MmI4OGNjZmNIZDNoN096YzRQYktIVDdxMmtoS2h3aUMzdDlRakdNalkybHhmREJnd2VRbEpSczBBL1NodzhmUk9JaXBhU2t2c2k2Z1ZBRkVjTW1vTHk4SEIwNmRHQ3NLS2VucDJQaXhJbjBFRWhkWFIxNWVYbW9yS3lFbEpRVWpodzVBa1ZGUlhyT3F6RUlRMTgrZmZyMFJlMDljZUlFVHB3NHdTaFRVMU9EaDRjSDdUZnlKVFNsZWRXWHNubnpabnIrOCszYnQxaTVjaVc4dkx5Z3BhVUZWSDh1bjdzTzFzYWdRWU13ZmZwMEhEdDJERDE2OUJEeFdLNE5kWFYxZE9yVUNhOWV2VUpXVmhZME5UVngvLzU5U0VwSzBpdk13dEFab1VOZWRuWTIzcjkvRHhNVGt3WXRwcTFldlpwMjV4T2lwNmVIYytmT05haU5CRkdJR0RZQjVlWGxJcjAwb1ZBSkE0NTFkWFVoRUFpUWtaRkJwL3BmdW5ScG8wemFoUWgvL1YrK2ZBbUJRTkRvbm1YNzl1MmhvNk1EQ1FrSmZQZmRkK2pidHk5R2p4NzlWYjRhWEM3M2krTVRteEl0TFMzYUZJclA1d1BWNzcxd3NZVEw1VGFxUGdjSEI4VEh4eU0wTkpSaFExb2ZQLzc0STE2OWVvWFkyRmo4OHNzdmVQandJWHIwNkVFTG5ieThQSHIwNklGSGp4NmhvS0NBSGlJM2RNaS9hTkVpa1FEM3hrWWtFSmdRTVd3Q3NyT3pvYTJ0elNnckx5OEhhdnlER2hrWkFkVjdXZ01EQTlHcFV5ZE1tVExsaTY2bnBhVUZMUzB0WkdabUlpb3FxbDREcE04Wk5teFlndzNNRzBwcGFlay93by9EM3Q2ZTdxRUsvWkJyRHYxcmVpUTNCQ2twS2V6ZXZSdkt5c3FOK3RHeHNMQ2dRMnphdDI4UExwY3JJblQ5K3ZYRG8wZVBFQmNYMStpUW11WU1ZV290RURIOFNpb3JLNUdSa1lFQkF3WXd5b3VMaTRFYXE3TWRPM2FFc3JJeXZMMjlRVkVVZHUvZS9WVmhFcE1tVGNMdTNidXhjK2RPOU9yVmkzWlQrMWFVbHBhaXVMaFlyQ0R3K1h4a1pXVTFlS3RZVVZFUldDeFdvMWZSRzRLRGd3TWRJcE9Sa1lIdDI3ZGoxYXBWVUZkWEI2cUh6bTV1Ym8ycVU1d0ZhbGxaV1ozaWFHSmlnclp0MnlJeE1aR2Vldmg4bGJoLy8vNDRjT0FBNHVMaThQRGhReWdwS2FGcjE2Nk5haHVoNlNDSkdyNlNaOCtlZ2Mvbm8zdjM3b3h5WVlZYTRmQ1p6V2FqVzdkdTlFNElZYkF0aDhQQjlPblQ4ZkRodzBaZGQvTGt5ZmorKysrUm5aMk4zMy8vSGZmdjN4ZnA5VHgvL2h4bnpwejV5anVzSWo0K0hzSEJ3ZWpUcDQvSXNidDM3Nks4dkZ3a2dGZ2NIQTRIUC8vODh6Y3pvVEkyTm9hNXVUbk16YzNwOW5UcjFnMTkrdlNCdWJrNS9YblU1L2ozT1Q0K1B0aTZkU3M4UFQyeGZQbHk1T1hsMVJuUUxpa3BpUjkrK0FHNXVibUlpWW1Cc3JLeWlOQjE2OVlOaW9xS1NFaElRR1ptSnN6TnpSczk1VUZvT2tqUDhDdTVkZXNXQUtCWHIxNzBZeGFMaFZPblRrRkRRNFBlUjd4MzcxNTZSYkhtWE0vcjE2K1JtcHFLang4L051cTZVbEpTOFBiMnh2TGx5NUdZbUlqRml4ZERXVmtadXJxNnFLeXNSRlpXRmdvTEMyRnFhdnBGWnVQRGhnMWorQ3NQR0RBQTI3WnRvODJKTkRVMTBiMTdkM3o4K0pGT09PRHU3ZzRuSnllWW1abWhSNDhlZEcrc0pzbkp5ZUR6K1YrOC8xZklpeGN2a0oyZFRiZW5MdExUMDJGall3TnBhV2x3dVZ6bzZPZ3cya1pSRkc3ZnZnMVV4MGQrSG93TkFPL2V2VU40ZURqOTNOallXTVJnL25OKy9QRkhSRVpHSWowOUhiLzg4b3ZJQWhPYnpjWVBQL3hBbTFhUitNS1doWWpoVjhEaGNIRHQyaldZbVpsQlEwTURlL2Jzb2VQMVpHVmxzWFhyVnBTV2xtTHIxcTI0Y2VNR1JvMGFCUTZIZzZOSGo4TEl5QWdqUjQ2a0EzNi9aQmVKc3JJeURoNDhpQnMzYmlBc0xBd3BLU2xJU1VtQnZMdzhWRlZWTVh6NDhBYmJrWDVPdTNidEdNSEdVbEpTRE9HeHRyYUdrWkVSWnMrZWpROGZQbUQ1OHVXSWpZM0ZnZ1VMTUhqd1lEZzVPVUZYVjFlazNzZVBINFBGWW4yVnRlWExseSt4WU1FQ3FLaW9JQ29xQ3FkUG44YVlNV1BnNHVKQ0IxY0RnSTZPRG54OGZOQzllM2VzVzdjT2xaV1ZrSkdSd2VEQmcra2VHRVZSMkxwMUs4TEN3cUNucHdkbloyZnMyclZMSkNuQ2xpMWJzSDc5ZWdnRUFraEpTVFdvWjFsempyQzJ1Y0QrL2Z2VFlramlDMXVXbG8rRmFHYjB1L1oyWWJHd0VRQ1cyTnRoaWYyQ0w2N0x6ODhQL3Y3K2NIZDN4MDgvL1lUaTRtSVVGQlNBeitlalE0Y08rUHZ2djdGMDZWTGs1K2RqNGNLRm1EVnJGa3BMUzdGbzBTSThmZm9VSmlZbVNFOVBoNXljSEM1ZnZ0eVV0OW1rQ0xmanpaNDlHeHdPQnpFeE1iaDQ4U0tpb3FLZ3I2K1BEUnMyMEwzSXBLUWtlSHA2SWpVMUZUWTJOcGczYng1anhkekJ3UUVjRG9mZTF0ZFk4dlB6WVdOakF4a1pHUVFIQitQQ2hRdnc4ZkdCc2JFeEJnd1lnUGJ0MjlObTdaS1NrcENRa0FDYnpVWmxaU1Y0UEI0cUt5dnB4NzE2OVVKQ1FnSzh2THhnYTJ1TDMzLy9IWXNYTDBaU1VoTE16TXhnWW1JQ0ZSVVZTRWxKUVZKU2txNVBRa0lDWEM0WEZSVVZxS2lvb0I5UG5EanhpNklEL21sNDd6OEE3LzFWTWJNVWhZMXZuajNhMU5KdGFnNUl6L0FyNk55NU0zNzg4VWY4OU5OUEFBQkZSVVhHb29DZW5oNEdEeDZNY2VQRzBmTkY4dkx5OFBmM1IwQkFBUDc4ODA5SVNVbGgyYkpsTFhZUGplWGN1WFB3OHZLQ3Fha3B0bS9mam1IRGhqSFNVUFhzMlJOQlFVRzRmUGt5amg0OWlyRmp4OUlDSVJBSWtKeWNYR2RDaS9wUVZsWkd1M2J0c0dYTEZyUnIxdzYydHJibzNyMDdUcDgralV1WExxR2dvQUNWbFpVTnF1dmt5Wk13TVRIQjBLRkRzWERoUXJCWUxCdzhlQkNYTDEvRzlldlhjZjc4ZVJRVkZZSEw1ZGE3Q3QycFV5ZmliUGN2aC9RTXY2Sm5pT3FoOHRmRTUvMGJhZWt3bW9aY1g5Z0RyS3lzQkVWUnRFV3BjSGpNWnJQcEdGQWVqMWZ2eWo2ZnowZGxaU1V0ak1JZUlwdk5wbnVoL3hWSXo1RHdSYlEySVVSMTcvYWZmbjBwS2FrRzd5ZHVpSkFKeGE4MWZ0NnRCYktPVHlBUUNFUU1DUVFDb1FvaWhnUUNnVURFa0VBZ0VLb2dZa2hvZGlvcks1R1VsRVRuWld3SzZ2SThMaXNyYTdMckVQNjdFREVrTkFuMzd0M0RvRUdENE8vdnp5alB6czVHY0hBd3NyT3o2YkwwOUhUTW5qMmJFV2orNXMwYjJOalkwTmxiUHFlaW9nS2JOMi9HeFlzWFJZN2R2WHNYWThhTVFWcGFtc2l4dExRMGpCbzFpczdJVFNEVUJoRkRRcDFjdjM0ZGZmcjBxZlZQS0Y3UG56OUhXVmtaa3BLU0dLOC9lL1lzdkwyOVVWSlNRcGU5ZmZzV3FHRkNoZXBVWjIzYnRvV2RuUjEyN2RvRkRvZkRxRWRLU2dydjNyM0Q5dTNiOGVqUkk4YXg3Ny8vSG0zYXRJR2pveVB5OHZMb2NoNlBoeTFidGtBZ0VEQ3VSU0NJZzhRWkVocUV1cnE2MkwzR3doMDMwNmRQaDc2K1BucjM3azBmNC9QNXVIejVNbnIzN3Mwd2hucisvRGtBTUxLNHRHL2ZIZ2NQSG9TWGx4ZE9uRGlCL1B4OHVMcTYwc2ZaYkRhMmJ0Mkt5Wk1uWTlXcVZRZ0pDV0dZVWJtNXVXSFdyRmtJQ3d1am5mRDgvUHlRbXBxSzNidDMwd2xmQ1lUYUlHSklhQkNXbHBaMUpvU1ZscFlXTVlHNmQrOGVjbk56c1hUcFVrWjVTa29LdExTMFJQYnhTa3BLWXNXS0ZUQXhNYUVkN21xaXJxNE9GeGNYT0RrNVlmdjI3ZkR3OE1CZmYvMEZnVUFBQUhCMGRJU1dsaFlpSWlLUWxaV0Z3TUJBREJreUJGd3VGeEVSRVFDQVBuMzZmSk04aW9SL1AwUU1DZDhNb2EveWxpMWJzR1hMRnJxY3crR0F4V0xSeGtuMXNYUG5Uam9EekpBaFE3QnUzVG9NSERnUUFMQjgrWEphRE1VUkdSbUp5TWhJK3ZuaHc0ZEZNdElRQ0NCaVNHZ3FybCsvanJWcjEyTE9uRG0wUTUyNXVibkk5clgwOUhSY3Zud1pvMGFOYXZEUTlmUGhlVTJ2NkppWUdKRWtDb01IRDhha1NaUEVPdVg5bC9ZUUU1b1c4cDlCK0diMDZ0V0xrU0FXQUoxeTM5SFJzVkZPZk5ldVhVTkJRUUZRdlRkWjZGUlhNMk5PVGY1cnlSTUkzeDd5MzBKb052aDhQbTdldkFrakl5TklTa3FLdUx0OWpxS2lJcDFsSml3c0RDOWV2RUJKU1FsVVZWWHJ0TzNrOC9uL0NOdFN3cjhMSW9hRUJpSE9hN2xqeDQ2TjhsaDU4T0FCQ2dvS1VGQlFRT2VBckl1d3NEQTZQZitlUFhzQUFDNHVMblJvelpvMWF4QVZGU1h5dXNyS1NnUUhCeU1rSkVUa21LV2xKV1Ara2tBUVFzU1EwQ0MwdExUUXNXTkhScG1tcG1hajZnZ0pDWUdzckN3NmR1d0lDUWtKTEZteVJPeDU3dTd1eU1yS2dwS1NVcDMxV1Z0YmkvaUdaR2RudzgvUEQ3LysrcXVJU1pmd1BnZ0VjUkF4SkRTSXdZTUhmNVhYOG9zWEwzRDM3bDFNbWpRSnBxYW1XTGR1SFRRME5FUUVOVGs1R1M5ZXZJQ2RuVjI5dVFQTnpNeEV5czZlUFF0VXU5K05IajI2MWpsRkF1Rnp5QTRVUXJNUThMLzI3andzcXJMOUEvajN6QXlyYkNvSUtnb3VhTGhBN3FUNXBybW1oVXR1V1M2NVptcjhTalJNelNXeFhEQVZVVk1UQlVWSlhGRkFjRUVNVUZFaE1SWUZ4TmdWRkFTQmdaazV2ejlnVGh4bkJnWmtNKzdQZFhXOXpEbG56bmxtZkxsNTl2dmdRUWlGUW56KytlY1lObXdZT25YcWhKOS8vcGszRWx4VVZJUjE2OWJCM055Y216aGRIY1hGeFRoeTVBaU1qSXpnNWVXRnVYUG5JalUxdFpZL0NmbXZvbUJJNmx4WVdCaXVYTG1DeVpNbnc5emNIQUtCQUt0V3JjS3RXN2U0dmtDSlJBSW5KeWVrcGFWaDQ4YU4xZDVSV2l3VzQvdnZ2MGRhV2hxMmJObUN2WHYzSWlNakExT25Uc1hwMDZmcjZKT1IveEpxSnBNNlZWQlFnQTBiTnNESXlBaGZmZlZ2dnBudTNidkR5Y2tKR3pkdVJGNWVIckt5c25ENzltMDRPenRYZTFKMFhGd2MxcTlmajRjUEgyTDU4dVZjb250dmIyK3NYYnNXenM3T0NBa0p3Wm8xYTNqcFR3bXBpSUlocVRNeW1Rd2JObXpBczJmUHNHM2JOb1hsZHhNbVRNRGZmLytOTTJmT0FBQm16cHlKa1NOSFZucS9yS3dzU0tWU0FNRFRwMCt4ZmZ0MlhMNThHUVlHQmx6S1Zqa2pJeVBzMkxFRDd1N3UyTHQzTHhZdlhvemp4NC9UdEJ1aUZBVkRVbWMyYjk2TUsxZXU0TFBQUHNQUW9VTzU0eEtKQkNFaElUaHg0Z1R1M3IwTGEydHJTQ1FTZUhoNDRQNzkrNWd6WjQ3Q1VyM2k0bUtzV3JVS2QrL2VoVWdrd3ViTm03Rmt5Ukt3TEl2WnMyZmppeSsrZ0pHUmtVSVpHSWJCbkRsejBMTm5UMmhvYUZBZ0pDbzF1ZjluVkV3Vk9xQmZIOWoxNzl2UVJmcFBTbm1Takd0WGd0QzJYWHNNK1hBNFdKWkZSbm9hVXYvNUIvODhlUXl4V0F3RFEwUDBzTEZGeDA1bE85b2tKanhDMU4wSUZCVVZRVWRYRjIzYW1zT3NkUnUwYTljZXdWY3ZJek1qSGU5L01CUWlrUWczZ3E5Q1EwTVQ3U3dzWUdob0JDMHRyYkpBSnc5MjVRTXpNbFlHc0dYL0s1T1YvZnhPTjhVcE4rUmZOMi9md2EySXUwQVRTeFhhcElNaHFUc3N5MEpIZzBGeGFWbFFNdEFXUUNoZ3dMSXNTbVZBaVlSRmlaUlZXbFBURkFKYVFnWWlJUU9KbEVWQkNRdHRFU0JqQVhGWkN4a0NCdEFTQWhwQ0JnS0dnYm9WUHJHRVJXRnA1UW5oeWIrYVVqQnNjczFrbG1WVEFDYVBZVkQ1akY3eVJoaUdRYkVFWEUzdFZZa01RZ0dEVWluQVZyaEdtUklwVUNKbElSS3drTXBZc0dCUVdNb1BuRElXS0pJQVJSSVdBRnVlS0w2c1FsaDIzYjhCVHo1N2gzK2VWSTB0WUZta05IUXA2a3VUQzRaaTZTdGZiWkdlakdWaDBkQmxhVW9rTEFPSmtwMjJoR0JiYWdnWll3QW9sYkxaVWpBNThuT2xVbFJvdkRCZ0s2M1EvWHUrN0g4VkF4Ny9QS2tLeTdLcFltbWhyeHFYL2lmUW4walNvSHIzN3IwVzRMb3QxdDI3ZDY5Sk5NbEk0ME9UcmdraGhJSWhJWVNVb1dCSUNDRVVEQWtocEF3RlEwSUlvV0JJQ0NGbEtCZ1NRZ2dGUTBJSUtVUEJrQkJDS0JnU1FrZ1pDb2FFRUVMQmtCQkN5bEF3SklRUUNvYUVFRktHZ2lFaGhGQXdKSVNRTWhRTUNTR0VnaUVoaEpTaFlFZ0lJUlFNQ1NHa0RBVkRRZ2loWUVnSUlXVW9HQkpDQ0FWRFFnZ3BROEdRRUVJb0dCSkNTQmtLaG9RUVFzR1FFRUxLVURBa2hCQUtob1FRVW9hQ0lTR0VVREFraEpBeUZBd0pJWVNDSVNHRWxLRmdTQWdoRkF3SklhUU1CVU5DQ0tGZ1NBZ2haU2dZRWtJSUJVTkNDQ2xEd1pBUVFpZ1lFa0pJR1FxR2hCQkN3WkFRUXNwUU1DU0VFQXFHaEJCU2hvSWhJWVJRTUNTRWtESVVEQWtoaElJaElZU1VZUnE2QUtScGFOT21qYTZwcWVrK0FGWVZqN01zYTg0d2pIbjV6NmtNdzZTKzl0YjByS3lzR2VucDZZWDFXbURTNUlnYXVnQ2thVWhQVHk5czFhcFZ0a0FnbUZIeE9NTXdGWDgyQjJCZThUekxzcjlSSUNUMWdackpwTjZ3TEh1aXV1K1JTcVdINjZZMGhQQlJNNW5VcTk2OWV6OEMwQmxsd1ZIcE5mTGFJc3V5aVpHUmtaM3J0NFNrcWFLYUlhbFhMTXQ2dkg2TVlSaGVjN21DNC9WU0tFSW9HSkw2SnBQSlRyTXNLMWJqMGlLcFZIcWhIb3BFQ0VEQmtOUTNpVVNTd1RCTVZNVmpMTXNxTkpsWmxvMFVDb1VwOVYwKzBuUlJNQ1QxNnUrLy8zNEo0Q2JMc2pKVjE3QmxrZkdtV0N6T3J0L1NrYWFNZ2lHcGJ4S1pUSGFiWVpoOFpmMkU1ZjJIaFF6RDNJNkppU2xwa0JLU0pvbUNJYWwzUXFId0ZvREthbjB2WlRMWnJYb3NFaUVVREVuOXUzdjNiaExMc2crZ09Pa2FLQnRraVk2S2lrcHV1QktTcG9pQ0lXa0lMTU13S3FmTnlHUXk5L290RGlFMDZabzBITTFldlhxOVlCaEd0K0pCbG1VTElpTWptd09RTkZ6UlNGTkVOVVBTVUVvQUtGdWU5d2NGUXRJUUtCaVNCc095ck9kclUyd2tVcW4wWkFNV2lUUmhGQXhKZzVISlpERUFrdVN2V1paOUpCQUk0aHEyVktTcG9tQklHc3p6NTgvekFkeEcrVVJyaG1GdWxaU1UwRVJyMGlBb0dKSUdrNXFhV2dUZ0ZvQmlBS1V5bVN3aUppYW1vS0hMUlpvbTJ0eVZOTFF3QU04WWh0RmhXVGFzb1F0RG1pNEtocVJCaWNYaSsxcGFXa2tBbWtWRlJUMW82UEtRcHF2SnpUTTA2OXpaUkZPa08wWUFnV1ZEbDRXVTBkWmc3UmlXRVJSSlFEWERSb1JsWmFsaWFlSDV6SVNFWncxZGx2clE1R3FHbWhxNkh3bFlnUXZEb0dWRGw0V1VLWkVBQUF1R1lVWTJkRmxJUllJOFRRM2RVZ0FLRy9MK0Z6VzVBUlFCSytoQWdiRHVzU3dMcU5qV1grRmFNR0RmNGthS0FDd0E5VDRyeXB0akdnSlUrdjF3MXpRZ2hvR2hnQlYwYU5oUzFKOG1Wek9zYUVDL1ByRHIzN2VoaS9IR1hyMTZCZjhMNTJCZ1lJaVJINDF0Nk9KQUlwSGcvR2tmNk9uclk4VG9NYXEyOU9lUlNxVW9MUzJ0OFRNMU5UVWhFQ2hHajVjdjgvQThKd2RDb1JDbVpxMlJtWjVXNWIxTVRNMmdvNk9qMW5OZnZzekR1Vk1uWVdIWkFmOGJPa3l0OXp6UHljYUZjMmN3YnVKa0dCb1pLYjBtK3E4b1JOMjdBL3VKazJCb3FQeWF1bkx6OWgzY2lyaGJyODlzREpwME1MVHIzeGNPaTcrcXMvdnYyclVMUjQ0Y3dkcTFhMkZ2YjYvMG1tdlhyc0hSMFJGVHBrekI5OTkvWDZQbjNMOS9INmU4dlFDV3hlS0Y4eUFTOGY5Wlg3MTZoV2JObXRYbzNqV2xwNjJCL2Z2M283VkpDMHlkT3JYSzY2T2pvekY3OXV3YVAyL0hqaDBZUEhndzNOemM4UGp4WTJSbVppSWxKUVVGQldVemRmcjM3NDhKOCtkaTZ0U3BFSWxFU2dNMHk3S1FTQ1J3ZFhYRndJRUQxWDYycnFZSTU4K2Z4MFQ3c1dqWHJsMlYxOGZIeCtQQ3VUT1krZmswV0ZwYVFpcVY0c1dMRjd4cml1ekhZdnIwNmRCZ1dIdytkUkx2bkxhMk52VDA5TlF1WC9YdG8yQkkzazQyTmpad2MzT0RpWWtKTHhBbUp5ZmorKysvUjQ4ZVBiQm16WnBhZis3Um8wZng2dFVycGVja0VnazBORFR3NE1FRDVPYm1xaXozZSsrOXh6djJ4UmRmb0Z1M2JyeGo5Ky9meDRrVEo3QjA2VkswYnQyYWR5NGxKUVY3OSs3bFh1Zm01cUs0dUJnV0ZoYUlqWTNGOTk5L2oxR2pSc0hRMEJBSkNRa0FnRjkvL1ZWcHNFdElTRkFhdUUrZlBnMFhGeGVWM3dQTHNwQktwWmcyYlpyS2F6Nzk5Rk44OTkxM1NzK2xwNmRqL1BqeFNzLzUrUGpBeDhlSGQyemN1SEg0OGNjZlZUNkwxQXdGdy84SU96czdoV1BaMmRsSVNFaEE5KzdkNitTWlI0OGVSVTVPRGpRMU5aV2VGd3FGdUhyMXFzcjNUNTgrWFNFWXZ2dnV1eGc2ZEtqQ3RTZE9uTUI3NzcySHJsMjc4bzVIUjBmemd1R3FWYXVBOGlBWkVCQUFLeXNyR0JvYVZ2dXpWVlJhV29yaTRtTE1talVMeHNiR05icEhseTVkOE9EQkEvejk5OTk0K3ZRcEFNRFB6dzh0VzdaRXg0NGRzVzNiTmdEQWd3Y1AwS05IRDRYM3g4WEZvVTJiTmpBd01FQ2JObTNlNlBNUTVTZ1lramN5WU1BQTdONjl1NkdMVVMvR2pCbUR6cDFybnNiNTBLRkQrUDMzMzdua1Y4ZU9IUU1BekowN0YzUG16RUZzYkN3Y0hSMnhjdVZLVEpyMGI5TTRQejhmdi96eUMxcTJiSW1qUjQ4cTdSc2xiNDZDWVNPVW01dUxZY09Hb1VlUEh0aTNieC9jM053UUZCU0V2THc4ZE83Y0dRNE9EdWpYcng5M2ZYWjJOa2FOR2dWYlcxc2NPblFJK2ZuNUdESmtDSGYrM0xsek9IZnVIQURnNE1HRGNIUjBSRzV1THZ6OC9HQnFhc3A3OXRPblR6Rm16QmhZVzF2RDA5T3p4cDhoTWpJU2p4OC94c1NKRTNuSE16TXpvYSt2cjdJUDg4V0xGMGhQVDFjNEJnRFBuajJEdnI0KzcxeDI5cjlMbWNWaU1XN2Z2czFkaS9JbWRrRkJBYlMxdGRHOGVYTUFnTHU3TzN4OWZSV2VuWitmcjlabkd6RmlCQW9MQzlXNkZnQXVYcndJSXlNanpKa3pCM1BtekVGOGZEeW1UNStPWThlT3dkTHkzK211MXRiV21EUnBFclp1M1lxK2ZmdHk1elp2M296aTRtSnMzTGlSQW1FZG9tRFlpRW1sVWl4ZHVoUTVPVGtZTUdBQWtwS1NFQnNiaTZWTGw4TGIyeHNXRmhaSzM2ZWhvWUVwVTZiZzZkT25DQTRPUm9jT0hiamdhV3BxaWpGanhzREx5d3VYTDEvRzU1OS96bnZ2cFV1WHdMS3N5Z0VmWlo0K2ZZcmp4NDlqNHNTSjNBREN1WFBuY1BueVpkamIyL1A2TVhmdTNJbXJWNi9DMzk4ZkxWcTBVTGlYczdPenl1YzRPRGhVV282WEwxL0N5Y2tKS08rekJJRGZmdnNORE1PZ2RldlcrT1dYWDlUK1RKVlp2SGd4SkJJSldKWkZibTR1RjJUbFVsTlRjZUxFQ1pTV2xxSlhyMTZWamt5WGxKUWdKQ1NFZTIxalk0Tzh2RHdrSkNRZ0lTRUJUNTQ4Z2IrL1B5WlBub3lrcENRa0paVnQ4ak5reUJDRmdUTHladWpiYk1SaVkyTXhldlJvN051M0R5S1JDQ3pMWXMyYU5mRDM5OGVwVTZkVWRzaHJhMnZqKysrL3g1MDdkeEFjSEF3Ykd4dmVTTFc5dlQyOHZMd1FGQlNrRUF3REFnS2dxYW1KMGFOSHExM093c0pDZUhoNHdORFFrQnNSdHJHeGdhK3ZMeDQ4ZUlCMzMzMFhLQjlvaUlpSWdJV0ZoZEpBaVBLcjBGSVpBQUFnQUVsRVFWUkFZMk5qd3pzV0VSR0Jnd2NQWXZYcTFRcWp0VWxKU2RpOGVUTUF3TVRFQktHaG9RQ0ExYXRYdzkvZkgyNXVidWpWcXhjQW9MaTRHSWNQSDBhSERoMlVqc1lXRnhmajBhTkg2TkNoOHFsMThzR09JMGVPd05QVEUwdVdMTUhreVpNaEZvdHg2TkFobkRoeEFvYUdobkJ3Y01DWU1XTXF2VmRCUVFIV3JsMnJjUHpHalJ2Y3o5cmEydkQxOWVYVlppOWR1bFRISThwTkR3WERSa3drRW1INTh1VmNEWUJoR0V5ZlBoMysvdjZJajQrdjhYMnRyS3hnYlcyTjZPaG9aR1ptd3N6TURBRHc1TWtUeE1YRllmVG8wUXJOVVZVWWhvR2xwU1hNemMxeDllcFZMaGphMnRvQzVZRk1IZ3dURWhMdzRzVUxwYlZPZVUzTzJ0b2FmZnZ5NTM3bTVPUUFBTHAxNjZZd2dLS2xwYVZ3cjhMQ1FseTdkZzBBOE5kZmY2Rmx5NVpvMzc0OXhvOGZqNUlTOWJLUG5qbHpSbUhnNWZVbTZyUnAwNUNYbDRldFc3Zml3b1VMeU1uSlFYWjJOcVpQbjQ3NTgrZERWMWNYbGJsKy9UcWVQbjNLQlhDNXpNeE11TG01WWM2Y09WVUdabEo3S0JnMll1Ym01akI2YlZKdTI3WnRnV3IwYjZsaWIyK1AyTmhZQkFVRlljYU1HUUFBZjM5L29IenFoanFLaW9xNFgvajMzMzhmSjA2Y3dOT25UOUdxVlN0MDdOZ1JlbnA2K091dnY3anJ3OExLbGg0UEhqeFk0Vjd5WUtpaG9mRkdud3NBTGwrK0REMDlQUlFYRjhQVDB4T25UcDNDa1NOSDhILy85MytReWY3ZFdEc3JLd3U3ZCsvR3BFbVR1T0F0VjdGcEt4YUxGWTZoUEJCLzg4MDNHRHg0TUZhdlhvM016RXo4OE1NUCtQVFRUNVdXS3pFeEVkZXZYK2VheFh2MjdFRy9mdjNBc2l4djN1UFdyVnR4Ly81OUxGdTI3STIvQzZJK0NvWjFTRjVycWF3MklqK25yRjlKV1ROSVcxc2JLTnNsK28zS05ucjBhR3pmdnAwWERBTUNBbUJtWnNZYm5LbE1ZV0VoTnhBaUQ0Wi8vdmtuSms2Y0NJWmhZR1ZsaFppWUdPNzZHemR1d01qSVNDSHd5TzhGQUJrWkdRcTEzb3lNREtDODV2cTZmLzc1aC9lYVpWbjQrUGhneElnUk9INzhPRmFzV0lFdFc3WmcyYkpsMkw5L1B5L1lKaVFrWVBmdTNiQzF0YTIwT1Z0VVZBUUFlUHo0c2NxK1ZQa0k4UysvL0tLMGIzTHQyclc0ZWZNbWdvS0N1TnJ0MGFOSG9hbXBpZmZmZjU5M2JYRnhNWVJDSWNhT1ZiNmFTRjlmSHdFQkFTckxTMnFHZ21FZGt2ZUx2ZjRMVzVGODVQVDFVZDI2Wm1CZ2dDRkRoaUFvS0FqcDZlbDQ4ZUlGVWxKU3NHREJBcldXenhVVUZFQW1rM0hONlY2OWVrRWtFaUU4UEp3YlFiYXlza0prWkNUUzB0SmdZR0NBKy9mdjQrT1BQMVk2SWlvZk1WNjNicDNLWjY1Y3ViTEtjdm41K1NFaElRRXJWcXpBOGVQSDBhcFZLemc3TytQZXZYczFIbkNRcjJMcDNMbXp5bFZDNGVIaENBNE94cElsUzNnajVYLysrU2YzUjJEbXpKbHdkSFJFVmxaVzJlb1NEUTJZbUpoZzQ4YU5RSGx0MzluWkdZTUhEK2JWem1OalkvSDc3NzlqMGFKRjZOU3BFdzJjMUJINlZ1dVFmUExzbFN0WHNHVEpFb1hKeVN6TDRzcVZLMEQ1Wk9QYVZpRXB1OUx6OXZiMkNBb0tRbEJRRURkRjVaTlBQbEhyM3ZKUlRmbjBEMjF0YmZUczJSTzNiOStHVkNxRlVDams1dVRGeE1TZ3BLUUVVcWtVdzRjUFYzcS96TXhNb0h3dW5yejJLeGNlSGc1WFYxZjgvUFBQQ2lQb0NRa0ozR3FNb3FJaTdOcTFDMlBIanVYMTk5bloyY0hPemc1dWJtN3c4dkxpanN0cmN4czJiT0NOWWsrWU1BR09qbzdjNitUa1pKaWJtNk5WcTFhOCtYOFY1ZWZuSXpnNEdHUEhqdVVtWnBlV2xzTGQzUjJkTzNmR29FR0R1SCtQckt3czduMjZ1cnJjSkhOSFIwY1lHQmhnM2JwMXZPNlI0OGVQbzJQSGpwZzdkNjVhZjZoSXpWQXdyRVBXMXRibzBxVUxIajU4aUI5Ly9CR3JWNi9tbXI0bEpTVndkWFZGYkd3c2JHeHNGQVlHYW9OOHlvZXk1aVhLZzRTSmlRbUNnNFB4OU9sVDlPdlhUKzNWRGZLbGJlKzg4dzUzckYrL2ZvaU1qTVNEQnc5Z2EydUw5OTkvSC92Mzc0ZU5qUTJjbkp5Z3I2K1AvdjM3SzcxZlRFeU15aVowY25JeUFNREN3a0xoZTZyWUJaR2Ftb3I4L0h6TW5UdFg2YVlQSTBlTzVMMC9LeXNMMjdkdng2ZWZmc3FOT0tPOHI3YWl4TVJFaFNXQzZqaHo1Z3d5TXpPeGRldldLb05ZZG5ZMjh2THk4UExsUzJ6Y3VCRVRKMDZFblowZFhGMWRFUmtaaVQxNzlsQWdyR01VRE92WWhnMGJzR0RCQWdRRkJTRWtKQVJXVmxZUUNvVklURXhFUVVFQmpJMk5zWDc5K2pwNWR2djI3V0ZxYW9yNzkrOWo2ZEtsTURJeXdoZGZmTUVGQklGQWdJOC8vaGp1N3U0QWdDVkxscWg5NzVDUUVPam82S0JUcDA3Y3NiRmp4NkovLy83bzJiTW5VTjcwTnpVMVJYNStQa0pEUS9IeHh4OHJiZUlWRmhZaUlpSkNaYUJVbDVXVkZiWnMyUUl6TXpPa3BLUW9QVzlsWmNXOWxnZjA3dDI3cTZ5eEppVWxJU3NycTlKMXg2b01HalFJaXhZdFVycTg4SFhHeHNZNGNPQUFIajE2QkM4dkx5eGJ0Z3k2dXJySXpjM0Z2SG56MU83SEpUVkgwOW5ybUpXVkZZNGZQNDdKa3lmRHhNUUU4Zkh4aUkrUFI2dFdyVEJ6NWt5Y09IRUM3ZHUzcjVObmkwUWliTjY4R2RiVzFyaHo1dzd1M2J1bk1CVkYzaXpXMDlOVDY1Y1c1Vk5kd3NMQ01HTEVDRjdUMzl6Y0hMMTY5VkxvRXd3TURFUnBhYW5LQVlGTGx5NmhwS1JFNlNoelZWNnZBYjQrR1BHbUxseTRBSlRYS2lzamxVcUJDbDBUS0IvNW56ZHZua0tOcnJJQk5SMGRIWmlhbWtKSFJ3Y2xKU1V3TWpMQzRjT0hzWExsU2tSR1JyN2hweUdWb1pwaFBUQXpNK05XUnFqRHlNZ0lkKzhxMzBKSlMwdEw0Wnl4c2JISzYzdjI3SW1qUjQrcWZKWjgyZHFvVWFNVSt1cFVjWEZ4Z1ZRcXhmang0M0grL0hsczJyU3AwdXZsZ1dMUm9rVzg0NzE3OThhMmJkdXdiOTgrNk9ucDRhT1BQcXJ5MlJLSkJMLysraXQwZFhXaG9hSEJUVk9wYWdESzJka1pmbjUrdkdPcStneFIzb1h3N2JmZjRzU0pFeGd3WUFBM0YxUHUrZlBuT0hEZ0FKbzNidzZSU0lRelo4NUFVMU5UWVNwVVJUZHUzTUNEQnc5dzc5NDlvUHpmT1RFeEVkSFIwWWlMaThQZHUzZVJsSlFFSFIwZGZQTEpKNWczYng2YU5XdUdzMmZQd3RQVEU0R0JnYkN5c3NLTUdUTlUvbUVoTlVmQnNJazdkZW9VVUQ1b29JN2k0bUpFUmtaaTlPalJzTFcxaGE2dUxoWXVYRmlqWjV1Wm1YRlRhdWJQbjY5eXZiS0doZ2IwOVBRZ0VBZ2dFb2x3L2ZwMWJycU5ob1lHSmt5WWdDNWR1bFQ2ckFrVEptREFnQUZxbDYxbHk1WjQvdnc1R0laUnV0SkhYMThmcDA2ZDRnSzlnWUVCSEIwZElSUUtWZDd6MmJObk9IandJRFEwTkRCMTZsUVlHUmtoSkNRRVAvMzBFL1QxOWRHM2IxL01uRGtUSDM3NEllKzdtRFp0R2laTm1nUmZYMThjUEhoUVllMDJJVFZpK2M2N2F6dFl2OHQyc0g2WDNiRjdMOXVVeGNURXNIMzc5bVVYTFZwVXJmZkZ4OGV6TDE2OHFMVnlQSG55aEpWS3BkVjZqMFFpWWNWaWNiWGZWMTBwS1NtVm5wZkpaS3hFSXFueC9VdExTOW5Iangrek1wbE03ZXRMUzB0ci9EeDE3Tmk5bDVYL2psaSs4NjdpV3NIL0tLb1pOa0V1TGk3SXpzN0dqUnMzb0tPamd4VXJWbFRyL1ZYVndxcXJKbjJtUXFHdzBscFliWGw5WlBsMURNTzhVVGxFSWhGdjV4cDFyaWQxZ3daUW1xQ3NyQ3lFaElTZ2E5ZXUrTzIzMzZyMXkwaklmeFg5bVdtQ3RtelowdEJGSUtUUm9ab2hJWVJRTUNTRWtESVVET3ZSdFd2WEZMS3MzYmh4QS92MzcrZDJSdmt2eXN2THEzS1huZWZQbjhQZDNaMmJNdE1VMEJTWnhvWDZET3RSVEV3TUxsNjh5TnVuN3R5NWM3aDM3eDdtenAzYm9HV3JydFRVVkxSbzBRSzZ1cnFJaW9yQy9QbnpjZUxFQ1hUcTFBbnA2ZWtvTEN6a05tcHdjSEJBczJiTjRPYm1wdkorejU0OXcrN2R1OUd0V3plMGJ0MGFFb21FMnkxR0haVk5kbjRUNGVIaDNPVHNtbXJmdnIzQ3FQU3BVNmV3WThjT25EMTdGaTFidHF6eUhvV0ZoVWhPVGtaUlVSSDY5T256UnVVaHlsRXdiRUJGUlVVSUR3L0h5SkVqSzUyZUlVLzRwSTV0MjdieGx0VTlmZm9VZi96eEI4TER3NUdhbW9yaTRtSVlHUm5Cd3NJQ24zenlDYmNjNzlLbFMvamhoeDk0OTlMVzFvYWxwU1ZHalJxRnp6NzdqTnNMVUNLUllPSENoZWpldlR1MmJOa0NsbVVoazhuQXNpeEtTa3F3WXNVS0ZCVVY0WTgvL2dBQVBIejRFUFBtemF2V2R4TVZGYVgyWkc2QlFJQ0lpSWhxM1Y5ZDMzenp6UnZ2SGJsbzBTTE1temNQeGNYRjNMMkdEQm1DUFh2MjRNeVpNNWcrZlRwM3JZNk9Eanc4UEJBZEhZMkNnZ0s4ZXZVSzJkblpYSHJSWnMyYUlUQXdVTzNWUWtSOUZBenIwTFZyMXhBVkZZVnZ2LzFXNmZuTGx5K2p1TGdZSDM3NFlhWDMwZFRVVkZpb2YvLytmWWpGWXZUdTNac1hTQ3ZtRnZIeDhZR0xpd3RLU2tvZ0VvblFvVU1IYUdwcUlpc3JDM2Z2M2dYTHNncGJkclZwMHdZZE8zYUVWQ3BGWm1ZbTR1TGlFQmNYaDVDUUVPelpzd2VhbXBvUWlVUllzV0lGdnZ2dU8zaDVlY0hhMnBwN3Y0dUxDNTQ4ZVlMRGh3OURLQlRpcjcvK2dsZ3NydGJxajRwMjd0d0pFeE1UbGVldlhidUczMy8vdlViM1ZrZElTRWlsTmNNRkN4YkEyTmk0MGlXSjh2WGJzMmZQeHFOSGozam45dTdkeTh2N2ZPblNKWVNIaCtPZmYvNkJqWTBOT25Ub2dKWXRXOExFeEFTbXBxWm8zYnAxcmV3R1RoUlJNS3hEMGRIUjhQWDFWUmtNNWVrN1kyTmp1UjFVbEJrNWNpVDI3ZHZIT3padTNEaWtwcVppKy9idFN2T1ZlSGg0WU9mT25kRFIwWUdqb3lQR2p4L1AyMDA3TFMwTjBkSFJDdS83NElNUGVIdjVQWHo0RUE0T0RvaU1qSVNQanc5WGkvbmdndyt3YXRVcURCa3loTGRGbUkyTkRRWU9ITWp0WmhNY0hBd0FDQTBOUlhoNE9POVpuVHQzaHBhV0Z0TFMwcmc5L203Y3VJR1VsQlJ1UDhLT0hUdFd1cTFZeFoyMDY0S09qZzZ2WnZhNm9xSWlGQmNYYzl1TVZjUXdETzhQeGJadDIvRHc0VU1VRkJUd3RnUXJLQ2pBOWV2WE1XYk1HSzY1YjJkbngrM1RTT29IQmNNR0VoTVRnOGpJU0loRUlodzVjb1IzcnJTMEZGS3BsR3NLZGV2V2pjdDlvdTY5ZCszYUJXMXRiUnc0Y0lEM0N5blh0bTFidGU3WnBVc1hMRjY4R0d2WHJrVndjRENtVDU4T1QwOVAzTHAxQ3dCdzllcFZMaC9McGsyYnVKd280ZUhoY0hSMHhLVkxsMkJzYkl5clY2OXk5M3owNkJHTWpZMWhiMi9QNVFXUk8zNzhPRkFoTFdoRVJJVEtUSHJ5ZTlXMXMyZlA4bXB2cjB0T1R1WlNKMVQwZXZQZDNOd2NucDZldUhidEdyeTh2TGhOWU5ldlg0K0FnQUI4OU5GSHRNS2tBZEUzMzBEa0FYRGF0R2tLTmNjbFM1WWdQejlmSVVpcTY4Q0JBMkJaRm9zWEwxWWFDS3RMdnYraHZIWmtabWJHTGNrckxTM0Y2ZE9uZ2ZKZHIrVTFHeE1URTF5OWVoVlpXVm5ZdkhrenQxK2d2UC96NjYrLzVtMXRMMCtzdm1mUEhnd1lNQUIzN3R3QjFKZ2dMdDhvb2E1cGFHaHcyM2xWdEhEaFFyUnIxdzZyVjYvbUhmZjI5c2JodzRjVnJ2LzIyMjl4Ky9adG5ENTlHZ3NXTEVCWVdCak9ueitQalJzMzF2b3lSMUk5RkF3YndLTkhqM0Q1OG1XZ1FyS2ppckt6czJ1OHg2RllMTWJObXpjaEVvblUzb21tS25sNWVVRDVUaTBBTUdMRUNJd1lNUUk1T1Rsd2RIVGthak1wS1Ntd3RiWEZ1SEhqSUpGSU1HWEtGS0JDRUVXRkxjTmF0MjZ0MXJOUG5qekpheVlIQmdiaS9QbnoyTDE3TjFEK1hjcHJxWFZOWHBON25hNnVyc0s1MTlPRWhvU0VjQU5LV2xwYXVILy9QcFlzV1lMWTJGam82dXJpNHNXTHVIanhZcTN2eDBqVVI4R3dBWGg2ZWtKYld4dDJkbllLZllVeW1ReHBhV2w0NzczM2FuVHZwS1FrbEpTVXdOcmFXbW5HdlpxNGRPa1NBUER5R2QrNGNRT2JObTJDcWFrcE5tellnTysrK3c2V2xwYll1SEVqSWlNajBhdFhMeng1OGdRdFc3Yms5U25LZjY1T3M3K2k3T3hzWGovaDY3dFgxNVhTMGxJTUdqUkk0WGh4Y1RGU1VsSjRUWDFVU0gwcVoySmlvakFsUmlxVm9uZnYzcnpOWCtVNVhpNWN1TUI5NzYvcjFhc1g5OGVBMUI0S2hnMWcxcXhac0xLeVFzdVdMYkZtelJvdTF6REthenFGaFlXd3NiR3AwYjNsdGJnM25YY25Gb3VSbHBhR2t5ZFA0dlRwMHpBME5NVG5uMzhPbVV5R1ZhdFdJVEF3RUdQR2pNR3FWYXNRR3hzTEFKZzZkU28rL1BCRHJGaXhBdTNidDhmeTVjdVJsSlNFQnc4ZWNQZU5pNHVEb2FHaHltQjQ2ZElsSERwMENCOS8vREVBWVBMa3lienpFb2tFRW9sRWFXRHk4dkpTU0JoVlcwUWlrZEwwREpzMmJVSzNidDB3ZnZ4NDN2SGc0R0JlTUxPMnRsYm9zdWpUcHc5Kyt1a25oVFNsUjQ0Y1FhOWV2YmdzZ3hjdVhNRERodys1ZlJVcjYwTWxOVWZCc0FGMDZ0UUpuVHAxd3ZQbnp5RVFDSEQ1OG1WdWxEWTBOQlFNdy9BU0ZGV0hmQnBIVFZlMEhEOStuQnZFa0d2VnFoVmNYRnk0cHFDVmxSV0dEeCtPWWNPR0lUNCtIaUVoSVZpMWFoWE16TXpRdVhObkhEMTZGTzNhdFlOQUlNQzVjK2R3NXN3WnZIanhBczJiTjBkRVJBUzZkKy9PM1RzNk9ob2hJU0ZjemVyY3VYT3d0cmJtdHZOZnRtd1piNlBUME5CUVhMdDJUYUdQRHBVMFkyc0R3ekJLODZTc1g3OGUzYnAxVXppbkxBZExRVUdCd2pTZDR1SmliZ0FLNWVrWHBGSXBPblRvd00wdGpZNk9SbHBhbXRwelRVbk5VRENzUjJLeG1QZTZSWXNXc0xPend4OS8vSUhQUHZzTUtBOEdBd2NPckhITlRyNDlmVUpDQW1ReW1kSWN4WlV4TVRGQnUzYnRJQlFLMGJ4NWMvVHQyeGRqeDQ3bFRmSWRNV0lFeEdJeEVoSVNzSFhyVnFTa3BHRFhybDFjdWsrVUIrTm16WnJCenM0T01wa01WNjlleGFCQmd4QVhGOGZMUGJ4dTNUb2tKeWR6Z2V6bm4zL0d5SkVqNGVmbkI0WmhNRzdjT040OHlweWNIUHo1NTUvMUhoaFlsbFZvdHJJc2k4TENRbVJrWkNpY1V6YktQV25TSks3UFZNN1oyWm1YY3VEU3BVdkl6OCtIZ1lGQnJYOEdVamtLaG5WSVhndTRkKzhlRGgwNmhQRHdjRjQrWHdENDhzc3ZNWC8rZlBqNCtFQlhWeGVwcWFtOGVYN1YxYVpORzdScDB3YnA2ZWtJQ1FuQmtDRkRxdlgrNGNPSFYvbjg3Nzc3anN1YkxGZHhGUVVxcklReE5UV0ZyYTB0dkwyOWtaYVdCb1poZUpQTTVWMEdBb0VBMDZkUDU3NmZuSndjR0JvYVFpYVRjYWtCVUY2VFlsbVdWNXRpR0laTHdWb1hORFEwSUJLSnNHSERCdDV4K1dxU0sxZXU4S1lPUVVtZklRQWNQSGlRZC96VFR6K0ZnNE1EL3ZlLy8zSEhtamR2anBjdlgxSXdiQUFVRE92UTQ4ZVBrWmVYaC9uejU4UGMzQng5K3ZSUkdERHAzYnMzaGc0ZGl0MjdkME5MU3d0OSt2U3BVWmE0aXFaTW1ZSWRPM1pnNjlhdHNMVzE1ZkluMTVZREJ3NGdQejhmYytiTVFiOSsvWGc1UXM2ZlA0L2ZmdnVOMXo4MmVmSmtyRjY5R3NuSnlSZzJiQml2T1d0dmJ3K1VUNjJwS0NrcENlM2J0NGUvdjcvU3ZycUtRZDdNekF3WEwxNVV1RVlzRnFPb3FBaTZ1cnE4TEg3Vk5XdldMTVRGeGNIWTJKaTNydHpMeXd1dXJxNElDZ3BTeU44U0dCaW9NQlhIM053Y3ExZXZob1dGQmViUG53K1U1MW81YytZTXVuVHBnckZqeCtMbHk1Zkl5c3FpRFhjYkFPMWFVMGNrRWdrU0V4T2hxNnVMWmN1V3djZkhSMm1DZEpUM2l4VVdGaUluSndlelo4OSs0MmRQbXpZTlBYcjBRR1ptSm1iTm1vV3dzRENGdnFyNCtIaWNQSG15UnZjM01qTEM4ZVBIOGZ6NWMvVHUzUnN0V3JTQXNiRXhTa3BLNE9IaGdVbVRKdkd5eVkwWU1RS0dob2FRU3FWcTV4OSs5T2dSMTdjb0VBamc1ZVdsOUQvNUlJTXlCdzRjd0xCaHd5cGQzYU91cVZPbndzZkhoNXZES1pQSmNQYnNXUXdhTkVocElxdVJJMGRpMTY1ZENwL0ozOStmdHpFRHd6QjQrZklsZnY3NVo2U2twSENEVGZMYzA2VCtVTTJ3am9oRUl1emV2UnRTcVJRZE8zWlVlVjFxYWlwV3JGZ0JnVUFBUFQwOXJGeTVFZzRPRGhnL2ZueTErL3ZrTkRRMHNIUG5Uamc2T2lJeU1wSkxJTisrZlh1VWxwWWlJeU1EdWJtNTZOMjd0OEpvcmJybXpKa0RobUhnNHVJQ1QwOVBUSjA2RmQ3ZTNqQTNOOGZTcFV0NTErN2V2WnNiNVhaemM0T2JtNXRDL3VhS3NyS3lFQnNiaXkrLy9CS3ZYcjBDS2t6OGZsMWxneVpSVVZFd05UWGxMWDJycVhmZmZSZmJ0MitIazVNVDd0Ky9EMHRMUzZTa3BGUnIxM0JYVjFlWW01dHp0V0c1WmN1V0lTd3NERHQyN0lDdXJpNjZkdTFhNjdWNVVqV3FHZFloQ3dzTGxZRlFLcFhDMjlzYm4zMzJHVEl5TXVEcTZvcGp4NDdCd3NJQ3pzN09tREpsQ254OWZTdE5PRjRaSXlNakhEaHdBRC8vL0RNR0R4NE1vVkNJbUpnWVpHUmt3TmpZR0ZPbVRPRTErYXJMMk5nWXk1Y3Z4OW16WjZHbHBRVVhGeGVrcHFiQ3hzYUdWMll2THk5NGVucGk0TUNCV0xod0lTSWpJK0hrNUlUaTRtTGUvZVNEU3d6RElDQWdBSHA2ZW04MEFWa2lrU0FtSnFiYWZhYVZzYk96dzR3Wk14QVdGZ1l2THkvbzZ1cmkvUG56dUhQbkRoZTBWWW1OalVWb2FDZ2NIQndnRW9sNEsyZjA5UFN3WThjT2ZQWFZWd2dNRE9RbXE1UDZSVFhEQmhBYUdvcGR1M1loSVNHQlc1QXZUNEx1N3U0T2IyOXZIRGh3QU92V3JZT0xpd3Vjbkp3d2V2Um8zajNrbXp4VWhtRVlqQnc1RWlOSGpxenkybEdqUmxWcmhEWXZMdy9Cd2NFNGN1UUluang1QW50N2V3aUZRcHc4ZVJMKy92NDRmZm8wRGh3NEFHOXZiOWphMm1McjFxM1ExdFpHZG5ZMlRwMDZoYzgvL3h5Yk5tMUNWRlFVbmp4NWdzaklTS0I4MjdBalI0N2drMDgrNFdxUE1wbE1ZZGNlT1psTXBwRGdIZVhCUnl3Vzg3WXpxNG1Ta2hMOC9mZmZDQTBOUlVCQUFESXlNdEMvZjMrTUh6OGVJU0VoOFBiMjVwWk50bTdkR3UzYnQwZkxsaTNSb2tVTDZPbnBRVk5URXhvYUd2ajQ0NC94eHg5LzRNV0xGN2h3NFFJU0V4T0I4bnpMS0svNWZ2MzExekF6TThOSEgzMzBSbVVtTlVQQnNBSGs1ZVhoMWF0WGNIWjJWZ2h5UXFFUTA2ZFBoNzI5UFU2ZVBJbnc4UEJHdFVSTEtwVmk2ZEtsaUlpSUFNdXllUC85OS9IVFR6OXgvWHRmZlBFRlltTmpzWGJ0V29TR2htTG8wS0ZZdjM0OU56WEh5Y2tKaG9hR09IVG9FTnpkM2RHbVRSc0VCQVJBUjBjSGMrZk9oVkFvaEs2dUxqZkFnUEtncm1xakJGOWZYMjRkYzBWLy9mVVhEQTBOMGJ0Mzd4cC9WbDlmWDJ6Y3VCRVNpUVI2ZW5vWU9uUW9QdjMwVTY0L2I5U29VU2d0TFVWY1hCd2VQSGlBcEtRa3BLZW40KysvLzBaT1RnNEtDd3NoazhuUXZYdDNUSjgrSFFZR0JqaDQ4Q0QyN3QwTGtVaUVnUU1IY2x1YmxaU1VnR0VZYk55NHNkSXVCRkozR0RXdStVK3hmT2ZkdFF5RGRRRGdzSGdoSEJaLzFTRGxrRXFsOVpMM3R5NTRlSGdBNVlNRXltcGxBSERyMWkzRXhNUmc5dXpadk9WbWN0ZXZYMGVQSGoyVTd2SXNGb3NiUlVDUVNDUTRldlFvZXZic0NWdGIyeHJ0S0ZOVVZBU0dZZDZxelZoM3V1M0RUcmZmQUFBc2kzWEpjVkdLdy9uL1FWUXpiQ0J2YXlBRWdKa3paMVo1ellBQkF5cmQwUFdERHo1UWVhNHhCRUtVRDRLOTZlaCtiYTBQSjNXUEJsQUlJWVNDSVNHRWxLRmdTQWdoRkF6L2U5VEpVYXhLYVdtcHdwcmpONUdabVZrcnF6L2tJaU1qbGVadHFjenQyN2V4WnMwYXBlZDI3Tmloc01HQ3M3T3pRcTRXMGpSUU1Id0xwS2FtY3BzVlJFVkZvVisvZnR3OHRmVDBkRjdBY1hCd1VGZ0JvcTZWSzFmaXl5Ky9ySldBS0pWS3NYRGhRcXhjdVZMcHBnVlZTVXhNVkpqSXZHN2RPdno2NjYvVnVrOWFXcHJDSmdweU4yL2VWQWpXd2NIQitPZWZmeFN1ZmZ6NE1hS2pvNnY4VDluV2FlN3U3bGk4ZUhHMXlrM3FINDBtTjNMMWthTlk3dXV2djhhTUdUUGc2T2lJbzBlUEtteGRYeDFDb1JEZmZQTU5WcXhZZ1pDUWtDclRvVllra1VqdzFWZGZvVzNidGtyemlMd0pWMWRYTGhOZlptWW1ybCsvemt1OVVGQlFnQXNYTG5BMTBLNWR1MkxHakJuWXZIbXpXcm1aUFQwOWtaaVlpRzNidG5GN05PYm01aXBONzBBYUZ3cUdqVnh0NWlpV3lXUUlDQWlvOUhudnZmY2VZbU5qRVJBUW9ISnVYTGR1M1dCcGFRbG5aMmY0K2ZsVitSbldyRm1qc3FrS0FMLy8vanZlZWVjZDd2WFZxMWZ4L1BsekxGbXlwTXA3VjFkeGNURlh5NWJKWkNndExlVnRFY2F5TE8rWWZHbWhQRlhyanovK2lMUzBOQzVYODYxYnQvRDExMS9EMTllWHk5VVNIeC9QdXlkNU8xQXdmQXZVVm83aTk5NTdyOUtnVkZIRkRVZGZ0MnpaTWxoYVdtTE1tREZLZDFjNWZQZ3d0TFcxdVIxcU1qSXlzSC8vZnN5YU5VdnAxbFFWSjI2ekxJdERodzVCSkJMQjFOU1VXNmFIOHNuWXIxNjk0aDE3bmEydExRUUNBYmZXV2I0R1dQNzZ1KysrNCtaNFRwczJEWU1IRCtZMVlVZU1HSUVKRXlaZzZ0U3BLcCtoYkJJNWVmdFJNR3prYWpOSHNUekoxSnc1YzJyVWxINzI3Qmt2dldldlhyMjQ5QVFSRVJHd3RyYUducDRlZkgxOW9hK3Z6KzNPRWhNVGcvMzc5MlBnd0lIbzI3Y3Y3dDY5cTVBY1NTNHdNSkRiSlZwWlA5dXpaODhxTGZ1Tkd6Y2dGQW94Y09CQTNuSDU2eFVyVm1ETW1ER1FTcVg0N0xQUFlHcHFpdHpjWE82NitmUG53OHJLQ3JtNXVkRFcxbGFvSGJNc1crUGRoRWpqUnNHd2thdk5ITVh5MnBGSUpLclJLZzhORFEybHg4UEN3dkR0dDkvQzN0NGVxMWF0cXZRZXQyL2Z4cUpGaXpCeDRrUTRPVG54VnVJVUZCUmcrL2J0YU5XcUZaeWRuUlZxWUN0WHJvU2hvU0djbkp4VTNsOGV2TFp0MndhVWJ4bVdscGFHVFpzMkFRQzZkT21DT1hQbXFEVkk5TVVYWCtEYmI3L0ZzV1BINE92ckM1VDNNMG9rRXE3V0t4OHdXYnAwS1RRME5OQ3VYVHVGUUV6ZURoUU1HN25hekZFc0ZBcXhZTUVDOU9uVEI3ZHUzZUx0VUYyVm5UdDM0cDEzM3NHQ0JRdDRUZVB3OEhBc1g3NGMxdGJXYXQydmYvLytXTHAwS1Z4ZFhmSHMyVE5zM3J5WkM4emJ0bTFEZG5ZMnRtM2JwblNEQlMwdExUUnIxa3l0WkZsRGh3NUZmbjQrVWxKU0lCS0pGSGF2bVR4NU1yNzg4a3VWNzErMGFCSDNjN2R1M2JqQTdPSGhBVE16TTI0bm9DZFBuc0RIeHdmRGh3K0hvYUVoakl5TUZITGRrTGNEQmNPM1FHM2xLQmFKUkZpNGNDRlEzbzlYMVhTUHNMQXdoSWVIUTF0Ykc0YUdodERUMCtQZUR3QVhMMTdFaGcwYjBLVkxGN2k2dXFxOURsZStlY091WGJ1d2VQRmk3TnExQzM1K2Z2RDE5Y1hJa1NQZmVOc3R1V3ZYcmtFaWtVQWtFc0hQenc4ZmZ2Z2hWM044K2ZLbDBneDJjaFgzWkpSM0J4UVVGR0QzN3QyWU1XTUdsL1BsMXExYjhQSHh3Ymh4NDdnQmxEdDM3dEEyWEc4aENvYU5XRjNtS0c3ZHVyVkNFaWU1Rnk5ZXdNWEZCZUhoNGVqWHJ4OVdyMTROYzNOemhldWVQMzhPYTJ0cmJrZnY1T1Jrb0R3SGkwZ2s0bDREd09yVnE2R2xwWVhrNUdSb2FHaGcxcXhaWUJnRzhmSHgwTlRVUkg1K1BqcDE2b1FmZi95eFZyNDdBQWdLQ29LQmdRRUtDd3V4Yjk4K0JBVUZjYzNuR3pkdTRONjlleXJmKy96NWM0Vmo3dTd1a0VxbFZlNFAyYmR2WC9UdDI1ZDdMZCtlaXpSdUZBd2JNWUZBVUtzNWl0VVJFQkNBTFZ1MlFDcVZZdFdxVlpYbUdKa3hZd2FtVFpzR0RRME5lSGg0WU9mT25Xbzl3OExDQXFkUG4rYnRmak43OW14ODhza25lUGp3SWE5Mlc5R3JWNi9BTUF6T256K3Y5SHlYTGwyNEtUb0pDUWtJQ3d1RHZiMDlBZ01Ec1dmUEhzeVlNWU9ianpsNThtUjg4ODAzS3N2NGVqb0VQejgvSEQ1OEdIUG56b1dKaVVtVm4zSHYzcjNRMHRLQ1ZDcEZRRUFBckt5c3Fud1BhVmdVREJ1NTJzeFJySTdEaHc5RFgxOGZCdzhlVk91WFhqNm9NbUhDaEVxYnQ2R2hvUlZBWkVBQUFBVmlTVVJCVkhCM2QwZEJRWUhDaHJZb242NWliR3lNUFh2MlZMcUw5NHNYTDVSbXkwUDVLTGs4R083ZnZ4L3QyN2VIalkwTkFnTURZVzV1RGc4UEQ3UnQyeGFuVDUvR3NXUEg0TzN0cmZJNVlyR1lHd2lSeVdRNGQrNGNoZzhmamdVTEZ2Q3VhOUdpQllZTUdZTEl5RWd3RE1QMXoxNitmQm1wcWFrUWlVUm8zYm8xcncrU05FNFVEQnU1MnN4UnZHVEpra3JuNktIQ2ZMeng0OGRYZXQzRml4ZDVpZTcxOWZXaHI2K3ZjTjNObXpleGI5OCtQSHo0RUpNbVRjS3NXYk9VYnVoYThmTisvZlhYU3MvTm5qMGJMVnEwd1BidDI1V2VsMDgxU2t0THc1VXJWeFR5UDdkcjF3NG9INGtmUEhnd0Y3eFBuejZOME5CUXVMaTRjTmNlT0hBQXJWcTFBc3ByNks2dXJoQUtoUXI3VUZwWldlR25uMzdDNE1HRHNXelpNdTdmNXRTcFV5by9JMm1jS0JnMmNyV2RvN2gvLy82VlB1L1lzV1BRMHRMQ3BFbVRLcjFPVzFzYmZuNStsWTZjdm5yMUNyLysraXRhdEdpQnVYUG5va1dMRmdnSkNWRzRya2VQSGx3elVrOVBUMlZDZUtGUUNKRklWR2xHUEpSUE5lclNwUXNtVEpnQWYzOS9oZk5idDI3bHZiNXc0UUxNek14NG8rU3ZwL25VMU5URXRXdlhlTW5yNVVwTFN3RUFEeDQ4VU5tRXQ3R3hvVnpJalJ3RncwYk95TWdJKy9mdjUrVW9GZ2dFU0U5UFY1bWplT3ZXcmNqTHkxUElVYXhPWWlnL1B6L282K3VydFp1MW01c2JiOEt5S3ZuNStUaDA2SkRLODRzV0xhclZQalZOVFUzczI3ZFBZY0owVEV3TVpzeVlvZko5eWlhQzkralJnMHY0ZFBEZ1FkNmcwT3V1WExuQ3JVZCszZkxseXlrWU5uSVVETjhDZFptaitFMWN2SGl4MHZQeVNkOC8vdmdqeG93WlV5ZGxVTVhRMEZEaFdJY09IUlEyZmpoNzlpeDhmWDNSc1dOSDVPWGw0WWNmZnVBMS95dHVWbkhzMkRHbHp5b3NMTVRnd1lQaDRPQ2djb1NlTkg2MHJ1Z3RVTnM1aWl0VFZGUlVhOHZOcXJPdllsRlJFZkx6OHl2OVR5YVRRU2FUVlhrZHk3SktuNkdqbzRPZVBYdWlaOCtlYU51MkxTNWN1QUJmWDE4c1g3NGNodzRkZ29XRkJUWnQyb1NVbEJSMDY5WU5QWHYyNU5aOWsvOCtxaG0rQldvclIzSFhybDBWN3UzaDRZSDA5SFEwYTlZTWFXbHBTRTFOclhGNlRaWmxzVzNiTm1ocGFVRlhWNWViRTltOGVmTXEzK3ZrNUlRLy8veXp5dXZTMDlPclRBeC81Y29WWHUxT0xqRXhFZmZ1M1VOWVdCakN3c0pnWVdHQmZmdjJjWjkzejU0OThQVDB4QysvL0lKZmYvMFZRNFlNUWUvZXZaR1ltRmpwQ0xjOCtPN2R1eGZ1N3U2Vmx1M01tVE1xKzBSSncycHlNMEVycGdvZDBLOFA3UHIzcmZwTkRVUW1rK0ZLWUFBeU05TEJzaXphdG1zUDIzZDd3ZGlrYkpRekx6Y1hPZG5QOERncEVXbXBLV2h2WVltQmd6K0FwcVltOS82b2UzZng0SDRVTERwMHhBZERoeWs4SStKbU9HSmp5aVpxbDAxdk1jR2dENGJBd0VDeG1hbU8weWRQb0tCOGtFRW9GS0tkaFNVR0RmNmd5bXlBbVJucEtIeHRNOWVhc3JEc0FHSDVzc1dIOFhHSXVCbU96MmQ5aWI4aTcrRmhmQ3phdGpXSFpjZE9hTk5XY1NJNUFKU0l4WGowTUE3Smo1TmcxZlVkR0JvYUlmZkZpMW9wVytjdVhSdDlac1NidCsvZ1ZzUmRvSW1sQ20zU3dmQnRvRlgrZTFNaVpjR3ErT2NTQ1FBaEF4UkxXS1VySFVRQ1FDcFQvWDVVcU4zVXhrcUoycnhYYldKWjVkOFBVYTBwQmNNbTEweG1XVFlGWVBJWUJqV3IrdFF6c1ZUK2srcGZZb2tNa0ZRU2ZDU3l5dCtQV2c1Y2pUWGdOTlp5TlY1c0FjdEM5UUx1LzVnbUZ3ekYwbGUrMmlJOUdjdkNvcUhMUWtoanhySnNxbGhhNk52UTVTQ0VFRUlJSVlRUVFnZ2hoQkJDQ0NHRUVFSUlJWVFRUWdnaGhCQkNDQ0dFRUVJSUlZUVFRZ2doaEJCQ0NDR0VFRUlJSVlRUVFnZ2hoQkJDQ0NHRUVFSUlJWVFRUWdnaGhCQkNDQ0dFRUVJSUlZUVFRZ2doaEJCQ0NDR0VFRUlJSVlRUVFnZ2hoQkJDQ0NHRUVFSUlJWVFRUWdnaC8xSC9EK1doS1I1eXZjdnFBQUFBQUVsRlRrU3VRbUNDIiwKCSJUaGVtZSIgOiAiIiwKCSJUeXBlIiA6ICJmbG93IiwKCSJVc2VySWQiIDogIjgyNjc2MDE0MiIsCgkiVmVyc2lvbiIgOiAiOCIKfQo="/>
    </extobj>
  </extobjs>
</s:customData>
</file>

<file path=customXml/itemProps64.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1333</Words>
  <Application>WPS 演示</Application>
  <PresentationFormat>宽屏</PresentationFormat>
  <Paragraphs>100</Paragraphs>
  <Slides>3</Slides>
  <Notes>6</Notes>
  <HiddenSlides>0</HiddenSlides>
  <MMClips>4</MMClips>
  <ScaleCrop>false</ScaleCrop>
  <HeadingPairs>
    <vt:vector size="6" baseType="variant">
      <vt:variant>
        <vt:lpstr>已用的字体</vt:lpstr>
      </vt:variant>
      <vt:variant>
        <vt:i4>13</vt:i4>
      </vt:variant>
      <vt:variant>
        <vt:lpstr>主题</vt:lpstr>
      </vt:variant>
      <vt:variant>
        <vt:i4>5</vt:i4>
      </vt:variant>
      <vt:variant>
        <vt:lpstr>幻灯片标题</vt:lpstr>
      </vt:variant>
      <vt:variant>
        <vt:i4>3</vt:i4>
      </vt:variant>
    </vt:vector>
  </HeadingPairs>
  <TitlesOfParts>
    <vt:vector size="21" baseType="lpstr">
      <vt:lpstr>Arial</vt:lpstr>
      <vt:lpstr>宋体</vt:lpstr>
      <vt:lpstr>Wingdings</vt:lpstr>
      <vt:lpstr>微软雅黑</vt:lpstr>
      <vt:lpstr>Arial</vt:lpstr>
      <vt:lpstr>等线</vt:lpstr>
      <vt:lpstr>微软雅黑 Light</vt:lpstr>
      <vt:lpstr>思源黑体 CN Heavy</vt:lpstr>
      <vt:lpstr>黑体</vt:lpstr>
      <vt:lpstr>Calibri</vt:lpstr>
      <vt:lpstr>Arial Unicode MS</vt:lpstr>
      <vt:lpstr>等线 Light</vt:lpstr>
      <vt:lpstr>汉仪雅酷黑简</vt:lpstr>
      <vt:lpstr>Office 主题​​</vt:lpstr>
      <vt:lpstr>1_自定义设计方案</vt:lpstr>
      <vt:lpstr>自定义设计方案</vt:lpstr>
      <vt:lpstr>1_OfficePLUS</vt:lpstr>
      <vt:lpstr>1_Office 主题​​</vt:lpstr>
      <vt:lpstr> 03 通信系统构建</vt:lpstr>
      <vt:lpstr> 03 通信系统构建</vt:lpstr>
      <vt:lpstr> 03 通信系统构建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#我给母校送模板#</dc:title>
  <dc:creator>Administrator</dc:creator>
  <cp:keywords>51PPT模板网</cp:keywords>
  <cp:lastModifiedBy>扈达</cp:lastModifiedBy>
  <cp:revision>459</cp:revision>
  <dcterms:created xsi:type="dcterms:W3CDTF">2018-12-22T13:26:00Z</dcterms:created>
  <dcterms:modified xsi:type="dcterms:W3CDTF">2025-10-28T15:09:13Z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2019-05-12T13:52:59.5336336Z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1d984c1c-ddc6-4a97-a7ef-97467eba5f26</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21F9F30E63134A4B9986C3AF76C1154E_13</vt:lpwstr>
  </property>
  <property fmtid="{D5CDD505-2E9C-101B-9397-08002B2CF9AE}" pid="12" name="KSOProductBuildVer">
    <vt:lpwstr>2052-12.1.0.23125</vt:lpwstr>
  </property>
</Properties>
</file>